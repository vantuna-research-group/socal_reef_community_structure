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32" r:id="rId1"/>
  </p:sldMasterIdLst>
  <p:notesMasterIdLst>
    <p:notesMasterId r:id="rId3"/>
  </p:notesMasterIdLst>
  <p:sldIdLst>
    <p:sldId id="258" r:id="rId2"/>
  </p:sldIdLst>
  <p:sldSz cx="13716000" cy="10150475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6158"/>
    <p:restoredTop sz="97231"/>
  </p:normalViewPr>
  <p:slideViewPr>
    <p:cSldViewPr snapToGrid="0">
      <p:cViewPr varScale="1">
        <p:scale>
          <a:sx n="86" d="100"/>
          <a:sy n="86" d="100"/>
        </p:scale>
        <p:origin x="1472" y="2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notesMaster" Target="notesMasters/notesMaster1.xml"/><Relationship Id="rId7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heme" Target="theme/theme1.xml"/><Relationship Id="rId5" Type="http://schemas.openxmlformats.org/officeDocument/2006/relationships/viewProps" Target="viewProps.xml"/><Relationship Id="rId4" Type="http://schemas.openxmlformats.org/officeDocument/2006/relationships/presProps" Target="presProps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4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15 302 24575,'0'-3'0,"1"-1"0,0-2 0,1 0 0,0-2 0,1 1 0,-1 1 0,0 1 0,-1 3 0,0 1 0,0-1 0,1-1 0,1-3 0,1-1 0,1-1 0,0-2 0,-1-1 0,1-1 0,-1-1 0,0 0 0,0 2 0,-1 1 0,0 3 0,0 1 0,0 0 0,1 1 0,0-1 0,2 0 0,1-3 0,2-1 0,0-2 0,2-1 0,-2 2 0,-1 0 0,0 3 0,0 0 0,-1 1 0,1 1 0,0 1 0,-1 1 0,-1 1 0,-1 2 0,1 0 0,3 0 0,1 1 0,1-1 0,1 1 0,-1 0 0,0 1 0,0-1 0,1 2 0,0-1 0,2 2 0,0 0 0,0 0 0,-1 0 0,-1-1 0,1 1 0,3 0 0,1 0 0,0 0 0,-1-1 0,-3 0 0,0-1 0,-2 0 0,-1-1 0,-1 1 0,0-1 0,0 0 0,0 0 0,-2-1 0,-2 1 0,-2 0 0,-3 0 0,-3 1 0,1 0 0,-4 1 0,1 0 0,-2 1 0,-1-1 0,0 2 0,-2 0 0,1 0 0,-2 2 0,0 0 0,0 1 0,0 0 0,1 0 0,1-1 0,1 0 0,1 0 0,1-1 0,1 0 0,0 0 0,1 1 0,-2-1 0,0 2 0,1-1 0,-1 1 0,0 0 0,-1 0 0,-1 0 0,-2 1 0,-2 1 0,-3 0 0,-2 0 0,-2 0 0,1-1 0,3-1 0,2-1 0,4-3 0,2-1 0,2 0 0,1 0 0,-1 0 0,-1 0 0,-1 0 0,-4 2 0,-1-1 0,0 0 0,-1-1 0,2 0 0,0-1 0,1-1 0,2 1 0,1-1 0,1 0 0,1 1 0,-1-1 0,0 1 0,-1 0 0,1-1 0,-1 1 0,1 0 0,0 0 0,-1 0 0,1 0 0,1 0 0,0 0 0,1 1 0,-1-1 0,1 0 0,1 1 0,1-2 0,1 1 0,0-1 0,1-1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4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466 238 24575,'-1'-4'0,"0"-2"0,1-4 0,0-4 0,-1-2 0,1 0 0,0 1 0,-1 4 0,1 2 0,-1 1 0,-1 1 0,-1 0 0,-2-1 0,-1 1 0,-3-1 0,-1 0 0,-2 1 0,0 0 0,-2 1 0,0 1 0,1 1 0,0 1 0,0 1 0,-2 1 0,-2 0 0,-2 0 0,-1 1 0,0 0 0,-1 0 0,4 1 0,2 0 0,3-1 0,0 1 0,0 0 0,-2 0 0,2 0 0,-1 1 0,0-1 0,-1-1 0,-1 0 0,0-2 0,2-1 0,2-3 0,2-2 0,1-2 0,1 0 0,1 2 0,3 3 0,2 3 0,1 1 0,1 1 0,1 1 0,2 0 0,0 1 0,2 1 0,1 2 0,1 2 0,0 1 0,1 1 0,0-1 0,-3-1 0,0 0 0,-1 0 0,1 2 0,-2 1 0,0 0 0,0 0 0,-1 0 0,0-1 0,0 0 0,-1 0 0,1 1 0,2 2 0,-1-2 0,1 0 0,0 0 0,0-1 0,1 0 0,0 0 0,0 0 0,0-1 0,1 0 0,0-1 0,0 0 0,1-1 0,0 0 0,2 0 0,0-1 0,0-2 0,1 0 0,0-1 0,3-1 0,2 0 0,0-1 0,0 1 0,-2-1 0,-4 0 0,-2 1 0,-3-1 0,0-1 0,0 0 0,1 0 0,-1 0 0,1-1 0,0 1 0,0-1 0,1 1 0,2 1 0,0 0 0,-1 0 0,-1 0 0,-3 0 0,-1 0 0,1 0 0,0-1 0,2 0 0,4 0 0,2-1 0,2 1 0,-3 1 0,-4-1 0,-4 1 0,-1-1 0,1-1 0,0-3 0,0 0 0,-1 2 0,-1 1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48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16 205 24575,'-2'-9'0,"-1"-1"0,0-1 0,1-1 0,0 0 0,0 2 0,1 1 0,1 0 0,-1 0 0,1 2 0,1 0 0,0 0 0,0 1 0,1 0 0,0 0 0,-1 2 0,2 2 0,0-1 0,1 1 0,0 1 0,3 0 0,3 0 0,3 1 0,2-1 0,0 1 0,-6 0 0,-1-1 0,-3 1 0,1-1 0,2-1 0,2 0 0,0-1 0,-1 0 0,0 0 0,1-2 0,0 0 0,1-1 0,-1 0 0,-1 2 0,-2 1 0,0 0 0,3 0 0,2 0 0,-2 0 0,-2 2 0,-3 0 0,-3 0 0,-1 1 0,-1 0 0,0 1 0,-2 1 0,-2 2 0,0 0 0,-2 2 0,-1 0 0,0 1 0,0-1 0,1 0 0,1-1 0,2-1 0,1-1 0,-1 0 0,2 2 0,-1 1 0,1 0 0,0 1 0,1-1 0,0 0 0,0 0 0,0-2 0,1-1 0,-1 0 0,0 1 0,0 1 0,0 1 0,-1 0 0,1 1 0,-2-1 0,1 0 0,-1 0 0,-1-1 0,0 0 0,-1-1 0,-1 0 0,0 0 0,0-1 0,-1 0 0,1 0 0,0-1 0,-1 0 0,1 0 0,1 0 0,1 0 0,0-1 0,-1-1 0,0 1 0,-1-1 0,-1 1 0,0-1 0,-1 1 0,0-1 0,-1 1 0,1 0 0,-2-1 0,1 0 0,-1 0 0,-1 1 0,1-1 0,2 0 0,4 0 0,1 0 0,1 0 0,1 0 0,0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49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218 162 24575,'0'-4'0,"0"-1"0,0-2 0,0-3 0,1 0 0,-2-1 0,0 1 0,-2 0 0,-1 1 0,0-1 0,-1 2 0,1 1 0,-1 0 0,-1 0 0,-2 0 0,-1-1 0,-2 0 0,2 1 0,-2 1 0,0 1 0,1 2 0,1 2 0,1 0 0,2 1 0,1 1 0,0 0 0,2 0 0,-1 1 0,1-1 0,-1 0 0,-2 0 0,-1 0 0,0 0 0,0-1 0,3 0 0,2 0 0,1 1 0,0-1 0,0 1 0,-1-1 0,0 1 0,-2-1 0,1 0 0,-1 0 0,0 0 0,1-1 0,-1 0 0,1 0 0,0 0 0,2 1 0,4 1 0,0-1 0,2 2 0,0-1 0,0 1 0,1-1 0,0 1 0,0-1 0,1 2 0,0 0 0,1 1 0,1 2 0,2 1 0,-3 0 0,0-1 0,-3-2 0,-2 0 0,-1-1 0,-1 1 0,0 1 0,-1 1 0,1 2 0,-1 1 0,1 2 0,0 2 0,-1 1 0,1-1 0,0 0 0,0-1 0,1-3 0,0-1 0,1-3 0,0 0 0,1-2 0,-1-1 0,0-1 0,0 0 0,0-1 0,0 0 0,2 0 0,1 0 0,2 0 0,-1-1 0,-1 1 0,-2-1 0,-1 1 0,-1-1 0,1 1 0,0-1 0,0-1 0,0 1 0,-1 0 0,-1 1 0,0-1 0,0 0 0,0 1 0,0-1 0,0 0 0,-1 1 0,0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1 356 24575,'39'-30'0,"0"-1"0,1 1 0,-1-1 0,-17 13 0,0 1 0,7-5 0,8-7 0,2 0 0,-4 4 0,-13 10 0,-10 10 0,5-1 0,6-2 0,3 0 0,2-1 0,-4 1 0,-3 0 0,-3 1 0,-3 0 0,0 2 0,-3 1 0,-4 1 0,-4 3 0,-3-1 0,-1 1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390 1 24575,'-4'4'0,"-3"1"0,-3 2 0,-3 2 0,-2 1 0,-3 0 0,0 1 0,0 0 0,-1 2 0,0 0 0,-2-1 0,2 0 0,0-1 0,2-1 0,0-1 0,2 0 0,1-1 0,4-1 0,3-1 0,2-1 0,2-1 0,2 1 0,-1 0 0,1 2 0,0 3 0,-1 4 0,-1 3 0,1 3 0,-2 2 0,1-1 0,-1-1 0,0-3 0,0-5 0,0-2 0,1-2 0,-1-1 0,-1 0 0,-1 1 0,-1 0 0,-1 0 0,0 1 0,0-2 0,2 0 0,1-2 0,1 0 0,2-3 0,1 0 0,2-2 0,7-7 0,-6 4 0,6-4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177 0 24575,'-5'6'0,"-2"2"0,-6 5 0,-3 2 0,-5 4 0,1-1 0,1-2 0,5-4 0,3-2 0,3-2 0,2-1 0,2 0 0,1-1 0,0 1 0,0 2 0,0 3 0,0 1 0,2 1 0,0 0 0,2-3 0,-1 0 0,1 1 0,1 0 0,0 1 0,-1 0 0,-1 0 0,0 2 0,0 3 0,-2 2 0,0 2 0,0-2 0,-1-2 0,0-2 0,0-4 0,0 0 0,1-1 0,0-4 0,1-4 0,3-6 0,1-5 0,0 3 0,-1-1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39 1 24575,'1'6'0,"1"2"0,0 5 0,-1 6 0,-1 3 0,-2 3 0,-2-1 0,-1-3 0,-1 0 0,0-5 0,1-2 0,1-4 0,0-1 0,1-1 0,1 0 0,0 3 0,1 5 0,1 1 0,2 3 0,1-1 0,2 0 0,1-2 0,0-3 0,0-2 0,-2-4 0,-1-3 0,-1-2 0,-1-2 0,0-1 0,1-1 0,0-2 0,0 2 0,0-1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24575,'5'1'0,"4"4"0,7 3 0,5 6 0,0 2 0,-3 0 0,-7 0 0,-6 0 0,-2 2 0,-2 0 0,0 2 0,0 4 0,3 3 0,1 1 0,0-1 0,-1-6 0,-2-3 0,0-4 0,-1-3 0,1 0 0,0-1 0,0 2 0,2 2 0,2 0 0,0 1 0,2 1 0,-1-1 0,0 0 0,0-1 0,-1-2 0,0-4 0,-3-3 0,0-3 0,1-3 0,7-1 0,4-3-1696,2-5 0,-6 4 0,-5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7 24575,'6'-2'0,"3"0"0,4 0 0,3 1 0,4 3 0,2 1 0,-1 3 0,-1 2 0,-4 1 0,0 2 0,-2 1 0,0 4 0,1 3 0,0 3 0,0 3 0,3 3 0,-2 3 0,0 0 0,-3-1 0,-3-4 0,-2-6 0,-3-5 0,-2-3 0,-1-2 0,1 0 0,0 0 0,1 2 0,2 1 0,4 3 0,2 1 0,2 0 0,0-3 0,1-2 0,-2-2 0,-1-3 0,-1-2 0,-3-4 0,-1-4 0,-1-4 0,1-3 0,-1-4 0,-2 6 0,-1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1 200 24575,'2'-3'0,"-1"-1"0,2-1 0,0-3 0,0-1 0,2-1 0,0-2 0,1-2 0,0-1 0,-1 0 0,1 1 0,0-1 0,0 0 0,0 0 0,0 1 0,-2 2 0,-1 3 0,-1 4 0,-1 2 0,0 2 0,0 0 0,-1 1 0,0-1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121 203 24575,'-1'-6'0,"-1"-1"0,-1-1 0,-2-3 0,-4-4 0,-3-3 0,-4-4 0,-1-1 0,0 0 0,4 4 0,4 5 0,3 3 0,2 2 0,1 3 0,2 1 0,0 2 0,1 1 0,-1 2 0,1-1 0,0 1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1 228 24575,'3'-11'0,"2"-2"0,1-3 0,1-3 0,1-4 0,0-1 0,0 1 0,-2 1 0,0 4 0,-2 2 0,-1 4 0,-1 4 0,-1 2 0,0 1 0,0 1 0,0 1 0,-1 0 0,1 2 0,0 1 0,-1 0 0,1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146 228 24575,'-8'-9'0,"-5"-6"0,-7-8 0,-4-7 0,-1-2 0,3 3 0,6 4 0,7 7 0,4 5 0,3 4 0,2 1 0,-1 1 0,1 2 0,0 3 0,0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1 319 24575,'3'-10'0,"1"-3"0,1-6 0,1-4 0,3-5 0,1-1 0,2 0 0,1-1 0,0 3 0,-1 2 0,-2 4 0,0 3 0,-2 3 0,-1 3 0,-1 3 0,-3 3 0,0 3 0,-2 2 0,0 0 0,-1 1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73 284 24575,'-2'-4'0,"-2"-3"0,-2-6 0,-1-6 0,1-2 0,1 2 0,0-4 0,0-5 0,-1-3 0,-1 0 0,2 5 0,0 6 0,2 4 0,0 5 0,1 3 0,2 4 0,-1 1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1 294 24575,'2'-5'0,"1"-4"0,3-4 0,2-3 0,2-3 0,2-2 0,1-2 0,2-3 0,1-2 0,-1 0 0,-2 3 0,-3 3 0,-2 3 0,-3 4 0,-2 4 0,-1 3 0,-1 5 0,-1 2 0,0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176 275 24575,'-4'-5'0,"-3"-4"0,-4-5 0,-4-6 0,-6-7 0,-3-2 0,-1-2 0,3 0 0,6 3 0,4 2 0,3 5 0,4 5 0,2 7 0,1 3 0,3 4 0,0 1 0,0 2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0 286 24575,'2'-4'0,"-1"-3"0,2-4 0,1-6 0,1-5 0,1-4 0,1-3 0,1-3 0,1-1 0,0 2 0,-1 5 0,-2 6 0,-1 7 0,-2 5 0,-1 4 0,-2 3 0,1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167 272 24575,'-5'-2'0,"-3"-1"0,0-2 0,-3-3 0,0-3 0,-1-4 0,-2-4 0,-2-7 0,-1-4 0,0-1 0,2 2 0,4 2 0,2 4 0,3 6 0,2 5 0,3 6 0,0 3 0,1 2 0,1 1 0,-1-1 0,0 0 0,1 0 0,-1 1 0,0-1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1 313 24575,'2'-8'0,"2"-2"0,2-7 0,2-6 0,3-6 0,-1-1 0,-1 3 0,-2 4 0,-3 5 0,-1 6 0,-1 5 0,-1 2 0,-1 2 0,1 1 0,0 0 0,0-1 0,2 0 0,-1-2 0,1-2 0,1 0 0,-2-1 0,0 0 0,0 1 0,-2 0 0,1 0 0,0 1 0,-1 1 0,1 0 0,0 1 0,-1 1 0,1 0 0,-1 1 0,0 0 0,0 0 0,1 1 0,-1 0 0,0 0 0,0 1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120 368 24575,'-3'-5'0,"0"-4"0,-3-6 0,-2-4 0,0-4 0,0-1 0,-1-1 0,2-1 0,0 2 0,0 1 0,0 2 0,1 4 0,1 2 0,1 4 0,2 1 0,0 2 0,0 1 0,0 0 0,1 0 0,-1 0 0,0-1 0,-1-1 0,0 0 0,0 0 0,0 0 0,1 2 0,1 2 0,0 1 0,0 2 0,1 0 0,-1 1 0,1 1 0,0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1 388 24575,'0'-9'0,"1"-7"0,1-11 0,2-11 0,1-2 0,1 1 0,1 5 0,1 3 0,0 2 0,0 2 0,0 2 0,0 3 0,-2 3 0,0 5 0,-3 5 0,-1 3 0,-2 4 0,1 1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86 321 24575,'0'-6'0,"-2"-7"0,-1-8 0,-3-9 0,-2-6 0,-2 0 0,1 3 0,-1 9 0,3 7 0,2 5 0,1 3 0,1-1 0,1 2 0,-1-1 0,1 0 0,0 1 0,0-1 0,0 1 0,0 2 0,1 0 0,0 2 0,1 1 0,-1 2 0,1 0 0,0 1 0,-1-1 0,1 1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1 326 24575,'2'-6'0,"2"-2"0,2-4 0,5-5 0,4-6 0,4-4 0,-1 0 0,-2 3 0,-5 4 0,-4 4 0,-2 4 0,-2 3 0,-2 3 0,0 2 0,0 1 0,-1-1 0,1 1 0,-1 0 0,0 1 0,0 1 0,0 0 0,0 0 0,1-1 0,0-2 0,0-3 0,2-4 0,0-3 0,0 0 0,0 1 0,0 2 0,-1 3 0,0 2 0,-1 3 0,-1 1 0,0 1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199 240 24575,'-5'-7'0,"-3"-3"0,-2-4 0,-4-5 0,-4-3 0,-3-4 0,-3-2 0,0 0 0,1 3 0,3 3 0,6 6 0,4 6 0,5 4 0,3 3 0,1 1 0,1 1 0,0 1 0,1-1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0 134 24575,'1'-5'0,"0"0"0,0-1 0,-1-1 0,1 0 0,-1 0 0,0 1 0,1 0 0,-1 2 0,0 0 0,0 1 0,1-1 0,-1 0 0,0 0 0,1 1 0,0-1 0,0 1 0,-1-1 0,1 1 0,0-1 0,0-1 0,0 1 0,1-2 0,0 2 0,0-1 0,0 1 0,1 1 0,-1 1 0,0 0 0,0 0 0,1 1 0,0 0 0,-1 0 0,1 1 0,-2 0 0,0-1 0,0 1 0,1 1 0,0-1 0,1 1 0,-1 0 0,-1 1 0,1 0 0,-1 1 0,0 0 0,0 0 0,0 0 0,0 1 0,-1-1 0,1 1 0,-1-1 0,0 1 0,0-1 0,0 1 0,0-1 0,-1 0 0,1 0 0,-1-1 0,1 1 0,-1-1 0,1 0 0,0-1 0,0 0 0,0 0 0,-1-1 0,1 2 0,-1 0 0,-1 0 0,1 0 0,0-1 0,-1 1 0,0 0 0,0 0 0,0 0 0,0 0 0,0 0 0,-2 0 0,0 1 0,0 0 0,1-1 0,1 0 0,1-1 0,1-1 0,-2 0 0,2 0 0,-1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73 115 24575,'1'-6'0,"-1"-2"0,0 0 0,0-2 0,0-1 0,-1 2 0,0 1 0,-1 1 0,0 1 0,0 1 0,-1 0 0,0 1 0,-1 0 0,-1 0 0,1 0 0,-1 0 0,-1 1 0,1 0 0,-1 1 0,0 1 0,1 0 0,0 0 0,2 1 0,1 1 0,1 1 0,1 1 0,0 0 0,-1 2 0,1 1 0,-1 1 0,1 0 0,0 0 0,1-1 0,0 0 0,1 1 0,2-1 0,2-1 0,1 1 0,3 0 0,0-3 0,-1 0 0,-4-2 0,-2 0 0,-2-1 0,-1 0 0,1 0 0,-1 0 0,1 0 0,1 1 0,0-1 0,1-1 0,-1 0 0,0 1 0,-1-1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15 114 24575,'-3'-2'0,"-1"-1"0,1-1 0,1-1 0,0-2 0,1 0 0,1 0 0,1 0 0,0 0 0,0 0 0,0 0 0,0 1 0,1 1 0,0 1 0,1 0 0,1-1 0,2 0 0,1-1 0,1 1 0,0 1 0,-1 2 0,0 0 0,-2 1 0,-1 0 0,1 1 0,-1 0 0,0 1 0,-1 1 0,-1 0 0,-1 2 0,0 0 0,0 1 0,-1 0 0,-1 1 0,-1 1 0,0 0 0,-1 0 0,-1 0 0,0 0 0,0-1 0,1-1 0,0-2 0,0 1 0,0-1 0,0-1 0,1 1 0,0-1 0,1-1 0,-1 1 0,1 0 0,-1-1 0,0 1 0,0-1 0,0 1 0,-2-1 0,0 0 0,1-1 0,0 1 0,2-1 0,-1 0 0,2 0 0,-1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48 100 24575,'2'-2'0,"0"-1"0,0-2 0,1 0 0,1-1 0,-1-1 0,1 0 0,-2 0 0,0-1 0,-1 2 0,0 0 0,-1 0 0,0 2 0,-1 1 0,1 1 0,-1 0 0,-1-1 0,1 1 0,-2 0 0,1 0 0,-2 0 0,0 1 0,-1 0 0,0-1 0,0 1 0,0 0 0,0 1 0,0-1 0,0 0 0,1 1 0,0-1 0,0 1 0,1 0 0,0 0 0,2 0 0,0 1 0,1-1 0,0 1 0,1 1 0,1 1 0,2 3 0,2 0 0,0 0 0,0 2 0,-1 0 0,1 0 0,-1 0 0,-1-2 0,-1-2 0,-1-2 0,-1-1 0,1 1 0,2-1 0,-1 1 0,2 0 0,0 2 0,-1-1 0,-1 0 0,0-1 0,-2-1 0,-1-1 0,1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1 115 24575,'0'-3'0,"0"-1"0,1-1 0,-1-3 0,1-3 0,1-2 0,0-1 0,1 1 0,0 2 0,0 3 0,1 2 0,1 2 0,1 0 0,2 1 0,1 1 0,0 0 0,-1 0 0,-2 2 0,-3-1 0,0 1 0,0 2 0,0 1 0,-1 2 0,1 1 0,-2 3 0,0 2 0,0 1 0,-1 1 0,1-2 0,-1-2 0,-1-4 0,0-1 0,0-1 0,-1-1 0,0 1 0,-2 0 0,-2-1 0,0 1 0,-1-1 0,1 0 0,-1 0 0,2-1 0,-1 0 0,3 0 0,0-1 0,2 0 0,0 0 0,0-1 0,0 0 0,0 0 0,0 0 0,1 1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70 101 24575,'1'-5'0,"0"-2"0,0-3 0,0-1 0,-1 0 0,1 1 0,-1 2 0,0 1 0,0 0 0,0 1 0,-1 0 0,0 1 0,-1 3 0,-1 0 0,-1 1 0,1 0 0,-1 0 0,-1 1 0,0 1 0,-2 0 0,0 1 0,0 1 0,1 0 0,1-1 0,0 0 0,2 0 0,1-1 0,0 0 0,1-1 0,1 1 0,-1 0 0,1 0 0,0 1 0,0 1 0,1 1 0,3 1 0,0 1 0,2 2 0,0-1 0,1 0 0,1-1 0,-1 0 0,-1-3 0,-1 0 0,0-2 0,-2 0 0,-1-1 0,1 1 0,-1-1 0,1 0 0,0 2 0,2 0 0,0 0 0,-1 1 0,-1-1 0,-1-1 0,-2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26 113 24575,'-3'-2'0,"-1"-1"0,-1-1 0,1-2 0,0-1 0,1-2 0,1 0 0,2 0 0,-1 1 0,2 1 0,0 0 0,1 2 0,1-1 0,0 2 0,2-1 0,1 0 0,1 0 0,1 1 0,0 0 0,-1 2 0,-1 1 0,-2 0 0,-1 2 0,0-1 0,-2 1 0,0 2 0,0 1 0,0 2 0,-2 0 0,0 2 0,-2 0 0,1 0 0,-1 0 0,0-2 0,0-1 0,-1 0 0,0-1 0,0 1 0,0 0 0,1-1 0,1-1 0,0 0 0,2 0 0,-1 0 0,1 0 0,-1 1 0,1-2 0,0 0 0,0-2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70 69 24575,'1'-3'0,"-1"-1"0,1-2 0,0-2 0,0 0 0,0 1 0,-2 1 0,0 2 0,-1 0 0,-1 1 0,0 0 0,-1 2 0,-1-1 0,-2 1 0,-1 0 0,-1-1 0,2 1 0,0-1 0,2 1 0,1 0 0,1 1 0,2 0 0,0 1 0,1 0 0,-1 0 0,0 2 0,1 1 0,-1 1 0,1 0 0,2 0 0,0 1 0,4 2 0,1-2 0,-1 0 0,4 0 0,-2-1 0,0-1 0,-2-2 0,-5-1 0,1 0 0,0 1 0,1 0 0,0 1 0,0-2 0,-1 1 0,0-1 0,1-1 0,-1 0 0,-1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 72 24575,'-2'-2'0,"2"0"0,-1 0 0,0-2 0,1-2 0,-1-1 0,2-1 0,-1 0 0,1 1 0,0 3 0,-1 1 0,1 2 0,0-1 0,1 1 0,0-1 0,1 1 0,0-1 0,1 0 0,2 1 0,1-1 0,0 1 0,0-1 0,-1 2 0,-1-1 0,1 1 0,0 0 0,-1 0 0,-2 0 0,-2 1 0,-1 0 0,0 1 0,0 2 0,1 2 0,-1 0 0,-1-1 0,1-1 0,-1-1 0,0 0 0,0-1 0,0 0 0,-2 0 0,0 1 0,0-1 0,1 1 0,0-2 0,-2 2 0,0 0 0,-1-1 0,2 0 0,2-1 0,-2-1 0,-1 1 0,-1 0 0,1-1 0,1 1 0,1-1 0,1 0 0,0 0 0,0 0 0,1 0 0,0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 70 24575,'2'-2'0,"-1"0"0,0-2 0,0 0 0,1-2 0,-1-1 0,0 0 0,-1 0 0,0 0 0,-1 2 0,1 0 0,-1 2 0,0 0 0,0 2 0,0 0 0,1 0 0,-2 1 0,-1-1 0,-1 0 0,-2 1 0,-1-1 0,0 0 0,2 1 0,1 0 0,1-1 0,2 2 0,0-1 0,1 2 0,0 1 0,-1 2 0,1 1 0,-1 1 0,1 0 0,1 1 0,1 1 0,3 0 0,0-1 0,1-3 0,-1-2 0,1-1 0,-1-1 0,0 0 0,-1-1 0,-1 0 0,-1 1 0,0-1 0,0 0 0,1 0 0,-2 0 0,2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94 24575,'3'-2'0,"-1"1"0,3-2 0,1-1 0,3-2 0,1-1 0,-2 1 0,-1 0 0,-3 1 0,-2 2 0,-1 1 0,0 0 0,-1 0 0,-1 0 0,1-2 0,-2 1 0,1-1 0,0 0 0,-1-1 0,1 1 0,-1 0 0,1 1 0,-1 0 0,-1 0 0,1 1 0,-2 1 0,1 0 0,-1 0 0,0 1 0,-1-1 0,-2 1 0,1 1 0,1 0 0,2 0 0,2-1 0,1 1 0,0 1 0,1 1 0,0 0 0,1 3 0,1 2 0,0 0 0,-1 1 0,0-1 0,-1-2 0,-1-1 0,0-2 0,0-1 0,0-1 0,0 1 0,0-1 0,0 1 0,0 0 0,0-1 0,0 0 0,1 0 0,-1-1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61 124 24575,'1'-5'0,"2"-3"0,1-5 0,0-2 0,0-1 0,-2 4 0,-2 4 0,-1 1 0,0 2 0,-2 1 0,-1 0 0,-2 1 0,-4-2 0,-4 0 0,0-1 0,2 2 0,4 1 0,5 3 0,1 1 0,2 2 0,-1 2 0,2 2 0,0 2 0,1 1 0,0 0 0,1-3 0,1-1 0,-1-2 0,0-2 0,0-1 0,2 1 0,1-1 0,2 2 0,1 0 0,0 1 0,-1 2 0,-1-1 0,-3 0 0,-1-1 0,-2-2 0,0 0 0,-1-1 0,2 0 0,-2-1 0,1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1 103 24575,'0'-4'0,"0"0"0,0-2 0,-1-3 0,2-1 0,0 1 0,2-1 0,2 0 0,1 1 0,2 0 0,1 2 0,0 1 0,-1 3 0,0 0 0,-1 2 0,-1 0 0,-1 0 0,-2 1 0,-1 0 0,-1 2 0,-1 1 0,2 0 0,-1 2 0,0 0 0,-1 0 0,0 0 0,-1 0 0,-1-1 0,-3 0 0,0 1 0,-1-1 0,-1 0 0,1-1 0,0 0 0,-1 0 0,0-1 0,2 0 0,0 0 0,1 0 0,1 0 0,0-1 0,1 1 0,1-2 0,0 1 0,1-1 0,0 0 0,-1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98 58 24575,'-1'-2'0,"-1"-1"0,0 1 0,-1-2 0,-1-1 0,-2-1 0,0-2 0,0 0 0,1 1 0,0 1 0,1 3 0,1 1 0,1 1 0,0 1 0,-2 0 0,-1 0 0,-2 1 0,-2 0 0,2 0 0,1 0 0,1 0 0,3-1 0,1 0 0,1 1 0,0 0 0,1 1 0,0 1 0,3 2 0,1 0 0,2 3 0,1 0 0,1 1 0,1 0 0,0-2 0,-3-1 0,0-2 0,-2-1 0,1 0 0,0 0 0,1-1 0,0-1 0,0 0 0,-1-1 0,-2 0 0,-2 0 0,1 0 0,1-1 0,0 0 0,1 0 0,-2 0 0,0 0 0,-1 0 0,0 0 0,-2 1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 59 24575,'0'-2'0,"0"-1"0,0 0 0,0-1 0,1-1 0,1 1 0,1-1 0,2 0 0,1-2 0,0 1 0,0 2 0,0 0 0,-2 2 0,0 1 0,1 0 0,-1 0 0,-1 0 0,0 1 0,-1 0 0,1 0 0,-1 0 0,-1 0 0,0 0 0,-1 1 0,0 1 0,0 1 0,0 0 0,0 0 0,-1 0 0,-1 1 0,-1 0 0,-1 0 0,-1 0 0,-1 0 0,0 0 0,-1-1 0,0 0 0,0-1 0,1 0 0,3 0 0,1-1 0,0-1 0,2 1 0,-1-1 0,0 0 0,0 1 0,0 0 0,0-1 0,0 1 0,-1-1 0,1 0 0,-1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92 76 24575,'-1'-4'0,"1"-2"0,0-1 0,-1-2 0,-1 0 0,1 1 0,-2 1 0,1 1 0,-1 2 0,-1 0 0,-1 2 0,0 0 0,-2 0 0,0 1 0,0 0 0,0 0 0,1 0 0,1 1 0,0 0 0,0-1 0,0 1 0,1 0 0,2 1 0,0 0 0,1 1 0,1 1 0,-1 0 0,1 2 0,1 2 0,2 0 0,-1 1 0,2 0 0,-1 0 0,2 0 0,0-2 0,2 0 0,0 0 0,1-1 0,0-2 0,-2 0 0,0-2 0,1 0 0,2 0 0,1-1 0,-1 1 0,-3-1 0,-2 0 0,-3 0 0,0-1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555 225 24575,'1'-4'0,"-2"-1"0,1-4 0,-2-4 0,0-3 0,-1-1 0,-2 1 0,-1 2 0,-2 1 0,0 0 0,-2 2 0,0 1 0,1 3 0,-1 1 0,-2 1 0,-1 0 0,-2 1 0,0 0 0,-3 1 0,-1 1 0,-2 1 0,0 0 0,0 2 0,-1 0 0,3 1 0,2 0 0,1 0 0,-1 0 0,-2-1 0,-1 0 0,-1-2 0,-1-1 0,0-3 0,-2-1 0,-1-2 0,0-1 0,4 1 0,5 1 0,4 2 0,6 2 0,4 1 0,1 1 0,1 1 0,3 1 0,1 1 0,5 2 0,3 3 0,2 1 0,-1 1 0,0 2 0,0 1 0,-1 1 0,0 3 0,0 0 0,-1 0 0,0 1 0,-2-3 0,0 0 0,0-1 0,-2 1 0,1-1 0,1 2 0,1-1 0,2-1 0,-1-2 0,-1-3 0,-2-3 0,-2-2 0,2-1 0,0-1 0,4-2 0,3 0 0,2-2 0,1 1 0,-4-1 0,-2 0 0,-1 0 0,0 0 0,3 0 0,1 1 0,-2-1 0,-4 1 0,-2 0 0,-2 1 0,1 0 0,-1 0 0,1 1 0,1-1 0,0 2 0,2-1 0,-2 1 0,-1 0 0,-2-1 0,-3 0 0,2 1 0,1 0 0,2 0 0,2 1 0,0 0 0,1 0 0,-1 0 0,-3-2 0,-1 0 0,-1 0 0,2-3 0,2-1 0,-2 2 0,-1-1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98 24575,'1'-6'0,"1"-2"0,1-3 0,2 0 0,2 1 0,0 0 0,1 2 0,1 0 0,0 1 0,0 2 0,-1 1 0,1 1 0,0 1 0,-1 0 0,0 1 0,1 0 0,0 0 0,0 2 0,2 0 0,2 1 0,3 2 0,-1 0 0,-3 0 0,-3-1 0,-3-1 0,-3-1 0,0-1 0,-1 1 0,3 0 0,3 0 0,4 1 0,5-1 0,5-1 0,1 0 0,0-2 0,-4 1 0,-5 0 0,-6 0 0,-4 1 0,-3 0 0,-1 0 0,-3 1 0,0 0 0,-4 3 0,-1-1 0,-2 1 0,-1 1 0,-1 0 0,-1-1 0,2 1 0,0-1 0,2-1 0,0 0 0,0 1 0,1 0 0,1 0 0,1 1 0,0-1 0,3 0 0,0-1 0,1 2 0,-1-1 0,1 0 0,0 0 0,-1 1 0,1 0 0,-1 0 0,0 0 0,0 0 0,1-1 0,-1-1 0,0 0 0,-1 0 0,-1 0 0,-1 0 0,0-1 0,0-1 0,-1 0 0,-1 0 0,0-1 0,-1 0 0,0 0 0,-1-2 0,-2 1 0,0-1 0,-4-2 0,-1 0 0,2 0 0,3 1 0,4 1 0,1 0 0,3 1 0,1-1 0,2 1 0,-1-1 0,1 0 0,-1 0 0,1 0 0,0 2 0,1 3-1696,-3 9 0,3-6 0,-3 6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269 192 24575,'3'-3'0,"-1"-1"0,0-3 0,0-1 0,-1-1 0,-1 0 0,0 0 0,-1 0 0,-1 0 0,0 1 0,-1 0 0,1 2 0,0 1 0,0-1 0,-1-1 0,-2-3 0,-1 1 0,0-1 0,-1 3 0,2 2 0,0 2 0,-1 2 0,1 0 0,-2 2 0,-2 1 0,-4 1 0,-2 2 0,-2 1 0,2-1 0,4-1 0,3-1 0,2-2 0,3 0 0,0-1 0,1 0 0,-2 0 0,-1-1 0,-3-2 0,-1-1 0,-3-3 0,-1-2 0,-2-2 0,0-1 0,3 2 0,4 3 0,3 3 0,4 3 0,1 1 0,1 2 0,0 0 0,2 1 0,1 2 0,1 1 0,1 1 0,0 1 0,1 1 0,-1 0 0,0 0 0,0-2 0,-2-1 0,-1-2 0,0 0 0,-1 0 0,0 0 0,0 0 0,-1 2 0,0-1 0,0 2 0,-1 0 0,1 1 0,-1 0 0,-1 0 0,1 0 0,-1-1 0,1 1 0,0-2 0,0 0 0,1 1 0,1 0 0,2 0 0,1 0 0,2 0 0,1-2 0,0-1 0,0-1 0,0-2 0,1 1 0,0-2 0,0 1 0,0-1 0,1-1 0,-1 0 0,0-2 0,-1 0 0,-1 1 0,-2 0 0,1 0 0,-1 1 0,-1 0 0,-1 0 0,0 0 0,2 1 0,6 0 0,1 0 0,0 0 0,-5 1 0,-4-1 0,-1-1 0,0-1 0,-1 0 0,0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203 286 24575,'1'-3'0,"1"-2"0,1-4 0,0-2 0,0-1 0,-1 1 0,-1 3 0,0 2 0,-1 2 0,1-1 0,-1 0 0,0 0 0,-1-2 0,0-1 0,-3-2 0,-1 1 0,-3-2 0,0 2 0,-1 3 0,2 2 0,2 2 0,1 1 0,1 1 0,-1 0 0,-2-1 0,-3-1 0,-3-1 0,-4-2 0,-4-1 0,0-1 0,1-1 0,4 1 0,5 2 0,3 0 0,2 0 0,2 0 0,-1-2 0,2-1 0,-1-2 0,1-1 0,-1 0 0,2 0 0,-1 3 0,1 2 0,0 4 0,2 1 0,0 4 0,0 1 0,0 2 0,0 0 0,0 2 0,0 3 0,0 1 0,0 1 0,-1 1 0,1-1 0,0-2 0,0 0 0,-1-2 0,1 0 0,-1-1 0,1-1 0,-1 0 0,0-1 0,0 1 0,0 0 0,0 1 0,-1 1 0,0 1 0,0 2 0,-1 0 0,1 1 0,1 0 0,0-2 0,0-2 0,0-2 0,0-2 0,2 0 0,0-1 0,1-1 0,1 0 0,2-1 0,0 0 0,1 0 0,1 0 0,0 0 0,1-1 0,1 1 0,0-2 0,-1 1 0,-1-1 0,-2 0 0,-1 0 0,-1 0 0,2-1 0,0 0 0,-1 0 0,-1 0 0,-2 0 0,-1 0 0,1 1 0,-1-1 0,1 1 0,0 0 0,-1-1 0,0 1 0,1 0 0,5 0-1696,2 0 0,-3 0 0,-1 1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7 112 24575,'0'-9'0,"0"1"0,2-8 0,-1 2 0,1 2 0,-1 2 0,0 4 0,1 3 0,-1 0 0,2 1 0,1-1 0,1-1 0,2 1 0,0 0 0,1 1 0,1 0 0,-1 1 0,1 1 0,1 1 0,-1 1 0,1 1 0,-1 1 0,1 0 0,0 0 0,-1-1 0,-1-1 0,-4-1 0,0-1 0,-3 0 0,2-1 0,2 0 0,1-2 0,2 0 0,2 0 0,1-1 0,2 0 0,2 0 0,0 0 0,-2 1 0,-3 1 0,-3 1 0,-3 0 0,-4 2 0,-2 0 0,-2 3 0,-3 0 0,-1 1 0,-1 1 0,-1-1 0,-1 0 0,1-1 0,1 1 0,2-2 0,2 0 0,2 1 0,0-2 0,2 1 0,0-1 0,0 0 0,1 1 0,0 0 0,1 1 0,0 1 0,0 0 0,0 0 0,1-1 0,-1 0 0,0 0 0,-1-1 0,1 1 0,-2-1 0,1 0 0,-2 0 0,0 1 0,-1 0 0,-1 0 0,-1 1 0,-2-1 0,0-1 0,-1 1 0,-2-1 0,1 0 0,0-1 0,0 0 0,0-1 0,-1 0 0,-1-1 0,0 0 0,0 0 0,4 0 0,1 0 0,0-1 0,-2-1 0,-1 0 0,0-1 0,2 1 0,1 1 0,3 0 0,0 1 0,0 0 0,1-1 0,1 1 0,1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1 111 24575,'0'-2'0,"0"0"0,1-1 0,0 0 0,0 0 0,0 1 0,0 0 0,-1 2 0,1-1 0,0-1 0,2 0 0,2-3 0,3-2 0,2-1 0,0-2 0,1 0 0,0 0 0,-2 0 0,0 2 0,-2 2 0,-1 1 0,-2 2 0,0 1 0,-1 1 0,1 0 0,2 0 0,2 0 0,2 1 0,2 0 0,1-1 0,-1 1 0,-3 1 0,-1 0 0,-1 1 0,2 0 0,-1 0 0,0 1 0,-1 1 0,0 0 0,2 0 0,1 0 0,1 0 0,-1-1 0,-2-1 0,-3-1 0,-1-1 0,-1 0 0,1 0 0,2 0 0,0 0 0,0 0 0,-2 0 0,-2 0 0,-1 0 0,-2 0 0,1 1 0,-1-1 0,-2 0 0,0 1 0,-1-1 0,-1 1 0,-3 0 0,-1 2 0,-3 0 0,-1 2 0,2 0 0,1 0 0,3 0 0,3-1 0,2-1 0,1 1 0,2 1 0,1 2 0,1 0 0,3 1 0,1 2 0,1-1 0,-1 1 0,0-2 0,-1 0 0,-3-2 0,-1 0 0,0-1 0,-2 0 0,1-1 0,-1-1 0,0 0 0,-1-1 0,0 0 0,-2 1 0,-2 1 0,-2-1 0,-3 0 0,-2-2 0,-5 0 0,-2-1 0,-3-2 0,0-1 0,2 0 0,1-2 0,1 1 0,1-1 0,2 2 0,2 0 0,3 0 0,2 0 0,2 0 0,0 0 0,1-2 0,0-1 0,-2 0 0,1 0 0,0 1 0,3 2 0,1 2 0,1 1 0,3 2 0,-2-2 0,2 2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391 193 24575,'1'-8'0,"0"-7"0,0-5 0,-1-2 0,-1 3 0,-1 6 0,1 4 0,0 5 0,0 2 0,-1 0 0,-2 0 0,-7-3 0,-7-3 0,-9-3 0,-6-3 0,0 1 0,-1 2 0,7 3 0,5 4 0,7 3 0,3 1 0,2 1 0,1 1 0,-2 0 0,-1 1 0,-1-1 0,-1-1 0,-1 0 0,1-2 0,0 0 0,3-1 0,2-1 0,2 1 0,2 0 0,1 1 0,2 0 0,3 1 0,3 2 0,1 0 0,0 1 0,-1 0 0,-1 0 0,-1 0 0,0 1 0,-1 2 0,0 2 0,0 1 0,-1 3 0,0 2 0,0 3 0,0 2 0,1 0 0,0-2 0,0-3 0,1-2 0,1-4 0,1-1 0,1 0 0,3-1 0,5 1 0,3-1 0,2 0 0,2 0 0,1-3 0,1 0 0,1 0 0,0-2 0,-1-1 0,0 1 0,-5-2 0,-3 1 0,-4-2 0,-2 0 0,-1 0 0,1 1 0,2-1 0,2 1 0,-1 0 0,-1 0 0,-1 1 0,-2 0 0,0 0 0,-3 0 0,-2 0 0,0-1 0,1 0 0,-1 1 0,-1-1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7 146 24575,'-1'-3'0,"0"-2"0,1-3 0,-1-4 0,3-2 0,1-2 0,0 2 0,2 1 0,0 3 0,0 3 0,0 2 0,2 0 0,2 1 0,3 0 0,2-1 0,3 1 0,-3-1 0,0 1 0,-3 1 0,2 1 0,3 1 0,1 0 0,0 0 0,-4 2 0,-2 0 0,-1 1 0,-1 1 0,0-1 0,-3 0 0,-1-1 0,-2 1 0,1-1 0,0 0 0,2-1 0,1 1 0,0-1 0,-1 0 0,0 1 0,1-1 0,1 0 0,1 0 0,-1 0 0,-1 0 0,-3-1 0,-1 1 0,-2 0 0,0 0 0,0 0 0,-4 2 0,-2 0 0,-4 3 0,-2 0 0,0 0 0,2 0 0,2-1 0,3-1 0,1-2 0,2 0 0,0 0 0,1 0 0,0 1 0,0 1 0,1 3 0,0 2 0,1 0 0,0 0 0,0-1 0,0 0 0,-1 1 0,-1 0 0,1 0 0,-1 0 0,-1 0 0,1-2 0,-1 1 0,0-1 0,-1-1 0,1-1 0,-2 0 0,0-1 0,-1 1 0,0-1 0,-3 1 0,-1-1 0,-1 0 0,-3 0 0,-3-1 0,-4 0 0,-2 0 0,-1-2 0,1 1 0,2-1 0,2-1 0,2 0 0,2 1 0,2-1 0,1-1 0,-1 0 0,0-2 0,2 0 0,0 0 0,2 0 0,3 1 0,1 1 0,1 0 0,2 2 0,-1 0 0,1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343 231 24575,'2'-10'0,"1"-6"0,-1-6 0,-2-5 0,-3 0 0,-4 1 0,-3 4 0,-1 5 0,0 7 0,2 5 0,2 3 0,0 2 0,0 1 0,-4 0 0,-3 0 0,-5 0 0,-2-1 0,-1-2 0,0 1 0,2-1 0,4 0 0,5 0 0,2 1 0,3-1 0,-2 1 0,-1-1 0,-2-1 0,-2 0 0,-1-2 0,0-1 0,0 0 0,3 1 0,3 1 0,5 2 0,2 1 0,2 2 0,2 1 0,0 2 0,2 1 0,0 0 0,0 1 0,0-1 0,1 1 0,-1 1 0,-1-1 0,-1 1 0,-2-1 0,0 1 0,0 2 0,-1 3 0,0 0 0,0 2 0,0 0 0,1-2 0,0 0 0,0-1 0,1-2 0,1 0 0,0-1 0,0 0 0,2-2 0,0 0 0,2-2 0,2 1 0,2-1 0,3 0 0,2-1 0,0 0 0,-2-1 0,-2-1 0,0 0 0,2 1 0,3-2 0,-1 0 0,-2-1 0,-5-1 0,-3 0 0,0 0 0,0 0 0,0 0 0,0 0 0,-3 0 0,1 2 0,1-1 0,2 1 0,3 0 0,0 0 0,-2 0 0,-3 1 0,-2-1 0,-2-1 0,1 0 0,2-2 0,-1 1 0,0 1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1 202 24575,'1'-5'0,"0"-1"0,0-5 0,1-3 0,0-7 0,2-4 0,1 0 0,0 1 0,1 6 0,-2 6 0,0 4 0,0 3 0,2 0 0,2 1 0,4-1 0,4 0 0,5 1 0,2 2 0,-2 1 0,-3 0 0,-7 1 0,-4 1 0,-1 1 0,1 2 0,3 1 0,1 0 0,-1 0 0,-3-3 0,0 0 0,-1-1 0,1 0 0,1-1 0,-2 1 0,-2-1 0,-1 0 0,2 0 0,3 0 0,2 0 0,2 0 0,0 1 0,-3-1 0,0 1 0,-2-1 0,-3 0 0,-2 0 0,-1 1 0,-2 0 0,-1 0 0,-2 1 0,-2 1 0,-1 0 0,0 1 0,0 0 0,1 1 0,1-1 0,1-1 0,3 0 0,0-2 0,1 1 0,0-1 0,0 1 0,0 1 0,1 1 0,0 2 0,0 0 0,0 2 0,-1-1 0,1 1 0,-1-1 0,0-2 0,-1-1 0,1-1 0,-2 1 0,0 0 0,-1 0 0,-3 1 0,-2 1 0,-2 2 0,-3-2 0,1 1 0,1-2 0,2-2 0,0 0 0,0-2 0,0 1 0,-2-2 0,-2 1 0,-1-1 0,-3-1 0,0 1 0,0-1 0,3 0 0,5 1 0,4 0 0,1 0 0,2 0 0,-1-1 0,0 1 0,-1 0 0,-1 1 0,0-1 0,-2 1 0,0 0 0,1 0 0,1-1 0,2 1 0,1-1 0,1 0 0,1 0 0,0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338 162 24575,'2'-5'0,"1"0"0,0-1 0,1-1 0,-1-2 0,0 1 0,-1-1 0,-1-1 0,-1 2 0,0 1 0,-2 2 0,-2-1 0,-3 2 0,-4-2 0,-3 0 0,-3-1 0,-1 0 0,0 0 0,3 3 0,3 0 0,4 2 0,3 1 0,-1 1 0,-1-1 0,-1 1 0,0 0 0,-1 1 0,-2-1 0,-2 0 0,-2 0 0,0-1 0,1-1 0,0 0 0,-2-1 0,-1-1 0,-2 0 0,0 0 0,3 1 0,4 0 0,6 2 0,4 0 0,2 1 0,3 3 0,0 1 0,2 2 0,-1 1 0,0 0 0,-1 1 0,0 1 0,-1 1 0,1 0 0,-2 0 0,1-1 0,0-2 0,1 0 0,-1-1 0,1 0 0,2 1 0,2 1 0,1-2 0,1 0 0,2-2 0,2-1 0,3-1 0,4 0 0,2 0 0,1-1 0,-1 0 0,-4 0 0,-4-1 0,-4-1 0,-2 0 0,0 0 0,0 0 0,-2 0 0,-3 0 0,-1 0 0,-1 1 0,0 0 0,-1 0 0,1 0 0,1 0 0,1 1 0,3 1 0,4 3 0,1 2 0,3 1 0,-4-2 0,-2-3 0,-3-1 0,0 0 0,2-1 0,7-1 0,0 1 0,-2-1 0,-4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5:29.3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17 155 24575,'2'-5'0,"1"-3"0,1-5 0,0-6 0,-1 0 0,0 0 0,-2 5 0,0 6 0,0 3 0,0 1 0,0 0 0,2-1 0,2-1 0,1 0 0,3 0 0,2 1 0,1 1 0,3 1 0,4 2 0,4 1 0,4 1 0,2 1 0,-1 1 0,-6 0 0,-6-1 0,-6 0 0,-3 0 0,-2 0 0,2 2 0,2 1 0,5 2 0,2-1 0,4 0 0,-1-1 0,2-2 0,-3-1 0,-4-2 0,-4 0 0,-4 0 0,-3 0 0,-2-1 0,-1 1 0,1 0 0,0 0 0,-1 0 0,-3 1 0,-1 1 0,-5 2 0,1-1 0,-1 0 0,2 0 0,1-1 0,1 0 0,0 0 0,2-1 0,0 2 0,2-2 0,-1 2 0,0 0 0,1 1 0,0-1 0,0 2 0,0 0 0,1 0 0,-1 2 0,1-1 0,0 0 0,0-1 0,-1-1 0,0 0 0,0 1 0,-2 1 0,-1 1 0,-2 0 0,-1 0 0,-2 0 0,-1 0 0,-3-1 0,-1-2 0,-2 0 0,-3-3 0,-1-1 0,-2-2 0,-1-1 0,1-2 0,1 0 0,-1-1 0,3 2 0,2 0 0,4 1 0,2 1 0,3 0 0,2 1 0,2 0 0,0 0 0,0 1 0,0 0 0,1 0 0,1 0 0,1 0 0,-1 1 0,-2 0 0,0 1 0,-1 1 0,-1 1 0,-1-1 0,1 0 0,0-1 0,2-1 0,3-1 0,0-3 0,1 2 0,1-2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59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0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0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1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4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8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29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0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40:14.23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0 11 24575,'1'0'0,"1"0"0,0 0 0,1 0 0,1-1 0,0 1 0,0-1 0,0 0 0,-1 1 0,0-1 0,-1 0 0,0 0 0,1 1 0,-1-1 0,1 0 0,0 0 0,0 0 0,0 1 0,0-1 0,1 1 0,-1 0 0,0 0 0,-2 0 0,0 0 0,-1 1 0,1 0 0,-1 0 0,1 1 0,0 0 0,-1 1 0,1 1 0,0-1 0,0 0 0,-1-1 0,1 0 0,-1-1 0,1 0 0,-1 0 0,1-1 0,-1 0 0,2 1 0,0-1 0,1 0 0,1 0 0,1 0 0,0 0 0,1 0 0,-2 0 0,0-1 0,-2 1 0,-1-1 0,1 0 0,-1 0 0,1 0 0,0 0 0,-1 0 0,1 1 0,1-1 0,1 0 0,0 1 0,0-1 0,0 1 0,-2 0 0,0 0 0,-2 0 0,1 0 0,-1 0 0,0 0 0,1 0 0,-1 0 0,0 0 0,1 1 0,-1 0 0,1 0 0,-1 1 0,1-1 0,0 1 0,0 0 0,0-1 0,0 1 0,0-1 0,0 0 0,0 0 0,0 0 0,0 0 0,1 0 0,-1-1 0,1 1 0,0 0 0,0 0 0,0-1 0,0 0 0,0 0 0,0 0 0,0 0 0,0 0 0,2-1 0,0-1 0,1 1 0,1-1 0,-1 0 0,-1 1 0,-1 0 0,0 1 0,0 0 0,0-1 0,-1 1 0,1 0 0,0 0 0,0 1 0,0 0 0,1-1 0,0 1 0,-2 0 0,0 0 0,-1 0 0,-1-1 0,0 1 0,0 0 0,0 0 0,0 1 0,0 0 0,0 0 0,0 0 0,0-1 0,1 1 0,-1-1 0,0-1 0,1 1 0,-1-1 0,2 0 0,1-1 0,4-1 0,3 0 0,1-1 0,0 0 0,-4 1 0,-4 0 0,-1 1 0,-2 1 0,0 0 0,0 0 0,1-1 0,-1 1 0,0 0 0,1 0 0,0-1 0,0 1 0,2-1 0,-1 1 0,2-1 0,-1 1 0,-1 0 0,0 1 0,-1-1 0,0 0 0,0 0 0,-1 0 0,1 1 0,-1-1 0,0 0 0,0 1 0,0 0 0,0 0 0,1 0 0,-1 0 0,1-1 0,2 1 0,-1 0 0,0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363 59 24575,'-1'-1'0,"0"0"0,-1 1 0,-2-1 0,-1 0 0,-1 0 0,1 1 0,1 0 0,1 0 0,0 0 0,0 1 0,1-1 0,-1 0 0,1 1 0,-1 0 0,1-1 0,0 1 0,0 0 0,0 0 0,-1 1 0,1-1 0,0 0 0,0 1 0,-1-1 0,1 1 0,-1-1 0,0 0 0,1 0 0,-1 0 0,0 0 0,0-1 0,1 1 0,-1-1 0,-1 0 0,1 0 0,0 0 0,0-1 0,1 1 0,0-1 0,0 0 0,0 0 0,1 0 0,0 0 0,0 1 0,0-1 0,0 0 0,0 0 0,1-1 0,0 1 0,-1 0 0,1-1 0,-1 1 0,1 0 0,0 0 0,0 0 0,0 0 0,0 1 0,0-1 0,0 1 0,0 0 0,0-1 0,-1 1 0,1-1 0,-1 1 0,0 0 0,-1-1 0,1 1 0,-1 0 0,-1 0 0,1 1 0,0-1 0,-1 1 0,0 0 0,0 0 0,0 0 0,1-1 0,0 1 0,0-1 0,1 1 0,0-1 0,-1 1 0,0-1 0,0 0 0,0 1 0,0-1 0,-1 0 0,-2 0 0,0 0 0,0 0 0,1-1 0,1 1 0,1-1 0,0-1 0,-1 0 0,0 0 0,0 0 0,0 0 0,1 1 0,0 0 0,0 1 0,2-1 0,0 1 0,0-1 0,0 1 0,-1 0 0,1-1 0,0 1 0,0-1 0,0 1 0,0-1 0,0 1 0,0-1 0,-1 1 0,1 0 0,-1 0 0,0-1 0,0 1 0,-1 0 0,0 1 0,0-1 0,-1 1 0,0-1 0,0 1 0,1-1 0,-1 1 0,0-1 0,0 1 0,0 0 0,1-1 0,-1 1 0,0-1 0,0 1 0,0-1 0,1 0 0,-1 0 0,0 0 0,0 0 0,1-1 0,-1 1 0,1-1 0,0 0 0,0 0 0,-1-1 0,1 1 0,1 0 0,0-1 0,0 0 0,1 0 0,-1 0 0,1 0 0,0 0 0,0 1 0,0 0 0,0 0 0,0 0 0,0 1 0,0-1 0,0 1 0,-1-1 0,0 1 0,0-1 0,-2 1 0,0 0 0,-1 0 0,0 0 0,0 1 0,1-1 0,1 0 0,-1 0 0,1 1 0,-1-1 0,0 0 0,1 0 0,-1 1 0,0-1 0,0 0 0,0 1 0,1-1 0,1 0 0,-1 0 0,0 1 0,0-1 0,1 0 0,-1 0 0,1 0 0,0 0 0,0 0 0,-1 0 0,1 0 0,0 0 0,1 0 0,-1-1 0,1 1 0,0 0 0,0 0 0,-1 0 0,1 0 0,0 0 0,0 0 0,0 0 0,0 0 0,0 0 0,1-1 0,-1 1 0,1-1 0,0 0 0,0 1 0,0 0 0,1-1 0,1 0 0,1 1 0,0-1 0,2-1 0,1 0 0,0 0 0,0 0 0,-1 1 0,-1-1 0,-1 2 0,-1-1 0,0 1 0,-1-1 0,0 1 0,0 0 0,-1 0 0,0 0 0,0 0 0,0 0 0,-1 0 0,0 0 0,0 0 0,1 2 0,-1 0 0,1 1 0,-1 0 0,1 0 0,-1-1 0,1 1 0,-1-2 0,0 1 0,1 0 0,0-1 0,-1 1 0,1-1 0,0 1 0,-1-1 0,1 0 0,0 0 0,0 0 0,0-1 0,-1 1 0,1 0 0,0-1 0,0 1 0,0-1 0,0 1 0,0-1 0,0 0 0,0 0 0,0 0 0,1 1 0,0-1 0,1 0 0,-1 0 0,2-1 0,-1 1 0,2 0 0,-1-1 0,-1 1 0,0-1 0,-1 1 0,-1 0 0,0-1 0,0 1 0,0 0 0,1-1 0,-1 1 0,0-1 0,0 1 0,0-1 0,1 0 0,-1 1 0,0-1 0,0 1 0,0 0 0,1 0 0,0 0 0,1 0 0,-1-1 0,0 1 0,-1 0 0,-1 0 0,0 0 0,0 0 0,0 0 0,0 0 0,0 0 0,1 1 0,-1-1 0,1 1 0,-1 1 0,2 0 0,-1 0 0,0-1 0,0 1 0,0-1 0,0 0 0,0 0 0,1 0 0,-1 0 0,1 0 0,0 0 0,0-1 0,0 1 0,1-1 0,-1 0 0,0 1 0,0-1 0,0-1 0,-1 1 0,1 0 0,0-1 0,1 0 0,-1 0 0,1-1 0,-1 1 0,0 1 0,0-1 0,1 0 0,0 0 0,0 0 0,0 0 0,-1 0 0,1 1 0,-1-1 0,0 1 0,1 0 0,0 0 0,-1-1 0,1 1 0,-1 0 0,0 0 0,0 0 0,0-1 0,-1 1 0,0 0 0,0 0 0,0 0 0,0 1 0,0-1 0,0 2 0,1-1 0,-1 1 0,0-1 0,-1 0 0,1 0 0,-1 0 0,0 0 0,0 0 0,0 0 0,0 0 0,0 1 0,0-1 0,0 2 0,1-1 0,-1 1 0,0-1 0,0 1 0,1-2 0,-1 1 0,1-1 0,-1 1 0,1-1 0,0-1 0,0 0 0,0 0 0,0 1 0,0-2 0,2 1 0,-1 0 0,2-1 0,0 0 0,0 0 0,0 0 0,-1-1 0,1 0 0,-1-1 0,0 1 0,0 1 0,0-1 0,1 1 0,0 0 0,-1-1 0,0 1 0,0 1 0,-1-1 0,0 0 0,0 0 0,0 1 0,0-1 0,0 0 0,-1 1 0,1-1 0,0 1 0,-1 0 0,0 0 0,0 0 0,0 0 0,0 1 0,0-1 0,0 1 0,-1-1 0,1 1 0,-1-1 0,1 1 0,-1-1 0,1 0 0,-1 0 0,0 0 0,-1-1 0,0 0 0,-1 0 0,1-1 0,-2 1 0,1 0 0,-2 0 0,0 0 0,-1 0 0,0 1 0,-1-1 0,2 1 0,1 0 0,0 0 0,-1 1 0,1-1 0,-1 1 0,0 0 0,1 1 0,1-1 0,0 0 0,-1 1 0,0 0 0,1 0 0,0-1 0,0 1 0,0 0 0,1 0 0,-1-1 0,1 1 0,0-1 0,1 0 0,-1 0 0,0 0 0,1-1 0,0 1 0,-1-1 0,1 0 0,1-1 0,0 0 0,1-1 0,1 0 0,1 0 0,2 0 0,1-1 0,-1 1 0,0 0 0,-2 1 0,0 0 0,1 0 0,0 0 0,1 0 0,-1 0 0,-1 1 0,-1 0 0,-2-1 0,-1 1 0,0 0 0,-1 0 0,0 1 0,-1-1 0,-2 2 0,-2 0 0,-1 1 0,0 0 0,1-1 0,0-1 0,0 1 0,2-1 0,0 0 0,1-1 0,-1 1 0,1-1 0,-2 0 0,1 0 0,0 0 0,2 0 0,0 0 0,1 0 0,0-1 0,0 1 0,-1 0 0,1-1 0,-1 0 0,1 1 0,-1-2 0,0 1 0,0-2 0,0 1 0,0-2 0,0 1 0,0 0 0,1 0 0,0 1 0,0 0 0,1 1 0,0 0 0,-1 1 0,1 0 0,-1 0 0,-1 1 0,0-1 0,-1 1 0,1 0 0,-1 0 0,1 1 0,0-1 0,1 1 0,-1 0 0,0-1 0,0 1 0,0-1 0,-1 0 0,0 0 0,-1 0 0,1 0 0,-1-1 0,2 0 0,-1 0 0,2 0 0,-1-1 0,-1-1 0,0-1 0,-1 0 0,0 0 0,2 1 0,-1-1 0,2 1 0,-1 1 0,2 0 0,-1 0 0,1 1 0,0-1 0,0 0 0,0 1 0,0-1 0,-1 1 0,1-1 0,0 1 0,0 0 0,0-1 0,0 1 0,-1 0 0,1 0 0,-2 1 0,0 0 0,-2 2 0,-1-1 0,0 0 0,-1 0 0,2 0 0,0-1 0,1 0 0,1-1 0,-1 1 0,1-1 0,0 0 0,0 0 0,1 0 0,0 0 0,0 0 0,0 0 0,0 0 0,0 0 0,-1-1 0,0-1 0,0 0 0,-1-2 0,0 1 0,0-1 0,1 1 0,0 1 0,1 1 0,1 0 0,-1 1 0,1-1 0,-1 1 0,1-1 0,-1 1 0,0 0 0,1-1 0,-1 1 0,1 0 0,-1 0 0,0 0 0,0 0 0,0 0 0,0 0 0,0 0 0,1 0 0,0-1 0,-1 0 0,1 0 0,0 0 0,-1 0 0,1 0 0,0 1 0,-1 0 0,1 0 0,-1 0 0,-1 0 0,0 0 0,-1 0 0,-1 0 0,-1 1 0,0-1 0,1 0 0,2 0 0,0 0 0,1 1 0,0-1 0,-1 0 0,1 0 0,0 0 0,1 0 0,-1 1 0,0-1 0,0 1 0,0-1 0,1 1 0,-1-1 0,1 1 0,0-1 0,0 0 0,0 0 0,2-2 0,3-3 0,-1 1 0,1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24575,'-1'1'0,"1"-1"0,-1 0 0,0 0 0,1 1 0,-1-1 0,1-1 0,0 1 0,0 0 0,0 0 0,1-1 0,-1 1 0,1-1 0,-1 1 0,0 0 0,0 1 0,0 0 0,-1 1 0,1-1 0,-1 1 0,1-1 0,0 0 0,-1-1 0,1 0 0,0 0 0,0 0 0,0 0 0,-1-1 0,1 0 0,-1 0 0,0-1 0,1 0 0,0 0 0,-1 0 0,1 1 0,1 0 0,-1 1 0,0-1 0,0 1 0,1-1 0,0 1 0,-1 0 0,1 0 0,0 0 0,-1 0 0,1 1 0,-1-1 0,1 1 0,-1-1 0,0 1 0,-1 0 0,1 0 0,0 0 0,-1 0 0,1-1 0,0 0 0,0 0 0,0 0 0,0-1 0,1 1 0,-1 0 0,0 0 0,0 0 0,0 0 0,0 1 0,0 0 0,0 0 0,0 1 0,-1-1 0,1 0 0,0-1 0,0 1 0,-1-1 0,1 0 0,-1 0 0,1 0 0,-1-1 0,1 0 0,-1 0 0,1 0 0,-1 0 0,1 0 0,0 0 0,0 1 0,0 0 0,1 0 0,0 0 0,0-1 0,0 1 0,0 0 0,1 1 0,-1-1 0,0 0 0,0 1 0,-1 0 0,1-1 0,-1 0 0,1 1 0,-1-1 0,0 0 0,-1 0 0,1 1 0,0-1 0,-1 1 0,0-1 0,1 0 0,-1 0 0,1 0 0,-1 0 0,1 0 0,0 0 0,0 0 0,0-1 0,0 0 0,1 0 0,-1 0 0,0 0 0,0 0 0,1 1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4 24575,'-1'0'0,"1"1"0,-1-1 0,1 0 0,-1 0 0,1 0 0,0 0 0,-1 0 0,1 0 0,-1 0 0,1-1 0,-1 1 0,1 0 0,0 0 0,0 0 0,0-1 0,0 1 0,0-1 0,0 1 0,0-1 0,0 1 0,1-1 0,-1 1 0,0 0 0,1 0 0,-1 0 0,0 1 0,1 0 0,0 0 0,0 1 0,-1 0 0,1-1 0,-1 0 0,0 0 0,0-1 0,-1 1 0,1 0 0,-1 1 0,0-1 0,-1-1 0,0 1 0,0-1 0,1 0 0,0 0 0,0-1 0,0 0 0,1 0 0,0-1 0,0 1 0,1-1 0,-1 1 0,1 0 0,0 0 0,0 0 0,0 1 0,1 0 0,-1 0 0,0 0 0,0 1 0,0-1 0,-1 1 0,0-1 0,0 1 0,0 0 0,-1-1 0,0 1 0,0 0 0,0-1 0,-1 1 0,2-1 0,0 0 0,0 0 0,0-1 0,0 1 0,0 0 0,0-1 0,1 0 0,0-1 0,0 2 0,0-1 0,-1 1 0,0 0 0,0 1 0,-1 0 0,0 1 0,0 0 0,1-2 0,-1 0 0,1 0 0,1-1 0,-1 1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 8 24575,'1'-1'0,"0"-1"0,1 0 0,-1 0 0,1 1 0,-2 1 0,0 0 0,1 1 0,-1 1 0,-1 0 0,1-1 0,-1 1 0,0-1 0,-1 0 0,1-1 0,0 0 0,0 0 0,0-1 0,0 0 0,0 0 0,0 0 0,1 1 0,0 0 0,0-1 0,1 1 0,0 1 0,0-1 0,0 0 0,0 1 0,-1-1 0,0 1 0,0 0 0,0 0 0,-1-1 0,0 1 0,0-1 0,1 0 0,0-1 0,-1 0 0,1-1 0,0 1 0,1-1 0,0 2 0,0-1 0,0 1 0,1 0 0,-1 1 0,-1-1 0,1 1 0,-1-1 0,0 0 0,0 1 0,0-1 0,-1 0 0,1 0 0,0 0 0,-1-1 0,1 1 0,0-1 0,-1 1 0,1-1 0,0 0 0,1 1 0,0 0 0,0-1 0,1 1 0,-1 1 0,0-1 0,0 1 0,-1 0 0,0 0 0,-1 0 0,1-1 0,-1 1 0,1-1 0,0 0 0,0 0 0,0 0 0,0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7 24575,'0'-1'0,"2"-1"0,-1 1 0,1-1 0,-1 1 0,0 1 0,-1 0 0,0 1 0,1-1 0,-1 1 0,0 0 0,-1 0 0,0 0 0,0 0 0,0 0 0,-1-1 0,1 0 0,0 0 0,1-1 0,0 1 0,0 0 0,0 0 0,0-1 0,1 1 0,0 0 0,-1 0 0,1 0 0,-1 0 0,0 0 0,0 1 0,0-1 0,-1 1 0,0 0 0,0-1 0,0 0 0,-1 0 0,1-1 0,0 0 0,0 0 0,1 0 0,0 0 0,0 1 0,1-1 0,0 1 0,1 0 0,-1 1 0,0-1 0,0 1 0,-1 0 0,0 0 0,-1 0 0,1 0 0,-1-1 0,0 0 0,1 1 0,-1-1 0,0-1 0,1 1 0,0-1 0,0 0 0,0 0 0,1 0 0,0 0 0,0 1 0,0 0 0,0 1 0,-1-1 0,0 1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10 24575,'-2'0'0,"-1"-1"0,-2 1 0,-1-1 0,1 0 0,2 0 0,2 0 0,1 0 0,1 0 0,0 0 0,0 0 0,0 0 0,0 1 0,0 0 0,1 0 0,1 2 0,-1-1 0,1 1 0,-2 0 0,-1 0 0,0-1 0,-1 0 0,0-1 0,-1 1 0,1-1 0,1 0 0,0-1 0,0 0 0,0-1 0,0 0 0,1 0 0,0 1 0,0 0 0,-1 1 0,0 0 0,0 0 0,-1 1 0,1 0 0,-1-1 0,0 1 0,1-1 0,0-1 0,0 1 0,0-1 0,0 0 0,0 1 0,0-1 0,0 1 0,0 0 0,1 0 0,-1 0 0,0 1 0,0-1 0,0 0 0,1 0 0,-1 0 0,1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8 24575,'1'-1'0,"1"1"0,1-1 0,0 0 0,0 1 0,-2 0 0,0 0 0,-1 0 0,0 1 0,0 0 0,-1 0 0,0 0 0,-1-1 0,0 0 0,-1 0 0,1-1 0,0 0 0,1-1 0,0 1 0,1 0 0,0 0 0,1 0 0,0 0 0,1 1 0,-1 0 0,0 0 0,0 1 0,-1-1 0,0 0 0,0 1 0,-1-1 0,1 1 0,-1-1 0,1 0 0,-1 0 0,1 0 0,0-1 0,0 1 0,0 0 0,1 0 0,0 0 0,0 0 0,0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24575,'-1'0'0,"0"0"0,-1 0 0,0 0 0,0 0 0,1 0 0,1-1 0,0 1 0,1-1 0,0-1 0,1 1 0,1 0 0,-1 0 0,-1 1 0,-1 0 0,0 1 0,0 0 0,-1 0 0,0 1 0,0-1 0,0 0 0,0-1 0,1 0 0,-1 0 0,1-1 0,0 1 0,1 0 0,-1 0 0,1 0 0,-1 0 0,2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6 24575,'-1'0'0,"1"0"0,1 0 0,-1 0 0,2 0 0,-1 0 0,0 0 0,0 1 0,-1-1 0,0 0 0,-1 1 0,1-1 0,-2 1 0,0-1 0,0 0 0,1-1 0,-1 0 0,1-1 0,1 0 0,0 1 0,2 0 0,0 0 0,1 1 0,-1 0 0,-1 0 0,-1 1 0,0 0 0,0 0 0,-1 0 0,0 0 0,0 0 0,1-1 0,0 0 0,0 0 0,0 0 0,0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24 4 24575,'-1'-1'0,"-1"1"0,0 0 0,0 1 0,0-1 0,-1 0 0,1 1 0,0 0 0,1-1 0,0 1 0,0 0 0,-1 0 0,1 1 0,0 0 0,0-1 0,1 1 0,0-1 0,0 0 0,1 0 0,0 0 0,0 0 0,1-1 0,1 0 0,1 0 0,-1 0 0,0-1 0,-1 0 0,0 0 0,0-1 0,0 1 0,0-1 0,-1 0 0,-1 0 0,1-1 0,-2 1 0,1 0 0,0 1 0,0 1 0,-1 0 0,1 0 0,-1 0 0,0 0 0,-1 1 0,-1 1 0,0 0 0,1-1 0,1-1 0,2 1 0,0-1 0,1-1 0,0 1 0,0 0 0,-2 0 0,1 1 0,-1-1 0,-1 1 0,0 1 0,-1 1 0,0-1 0,0 0 0,1-1 0,0-1 0,0 0 0,1-1 0,-1 1 0,1-1 0,0 0 0,1 0 0,0 0 0,0 0 0,0 1 0,-1 0 0,0 0 0,0 0 0,-3 1 0,0 1 0,0-1 0,0-1 0,2 0 0,1 0 0,0 0 0,1-2 0,1-2 0,3 1 0,1-1 0,0 2 0,-1 0 0,-2 2 0,-1 0 0,-2 1 0,0 0 0,-1 1 0,0-1 0,0 0 0,1-1 0,0 1 0,0-1 0,1-1 0,-1 1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32 1 24575,'0'0'0,"-1"-1"0,1 1 0,-1 0 0,-1 0 0,-1 1 0,-1 1 0,-1 1 0,-1 0 0,2 0 0,1 0 0,1-2 0,2 0 0,-1 0 0,1-1 0,0 1 0,0-1 0,1 1 0,1 0 0,0 0 0,1 0 0,1-1 0,1 0 0,1 0 0,-1-1 0,-2 0 0,-1 0 0,-1 0 0,-1-1 0,0 1 0,0 0 0,0-1 0,-1 0 0,0 1 0,0 0 0,0 0 0,-1 1 0,0 0 0,-1 1 0,0 1 0,0 0 0,1 1 0,0 0 0,1-1 0,0-1 0,1-1 0,0 0 0,1-2 0,1 0 0,-1 1 0,0 0 0,-1 0 0,0 1 0,1 1 0,-1-1 0,0 0 0,0 1 0,0-1 0,0 0 0,0 1 0,1-2 0,1 0 0,1-2 0,0 1 0,0 1 0,-2 0 0,-1 1 0,0 1 0,-1 1 0,0-1 0,1 1 0,-1-2 0,0 1 0,1-1 0,2 0 0,-2 0 0,1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28 0 24575,'-1'0'0,"0"1"0,-1-1 0,-1 1 0,0 0 0,1 1 0,-1-1 0,0 1 0,1 0 0,0-1 0,0 1 0,1-1 0,0 1 0,0-1 0,0 0 0,1 1 0,0-1 0,0 0 0,1 0 0,0 0 0,-1-1 0,2 0 0,0-1 0,3-1 0,-1 0 0,1 0 0,-1 0 0,-2 0 0,-1 1 0,-1 1 0,1-1 0,-1 1 0,0-1 0,0 0 0,-1 0 0,1-1 0,-1 1 0,0-1 0,1 2 0,0 0 0,1 0 0,0 0 0,-1 1 0,-1 0 0,1 1 0,-3 0 0,0 0 0,-1-1 0,-1 0 0,2-1 0,1 0 0,0 0 0,1-1 0,1 1 0,0 0 0,1 0 0,0-1 0,1 0 0,-1 1 0,0-1 0,0 1 0,-1 0 0,0 1 0,0 0 0,0 1 0,-1-1 0,1 1 0,-1-2 0,1 1 0,0-1 0,0-1 0,2 0 0,1-1 0,4 0-1696,2 0 0,-3 0 0,0 2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24575,'-1'0'0,"0"0"0,-1 1 0,0 1 0,-2 1 0,0 1 0,0 0 0,2-1 0,1 0 0,0-1 0,1-1 0,1 1 0,-1-1 0,2 0 0,0 0 0,1 0 0,1 0 0,0-1 0,0 0 0,-1 0 0,-1-1 0,-1 0 0,0-1 0,0 0 0,-1 0 0,1 0 0,-1 1 0,0-1 0,0 1 0,-1-1 0,0 1 0,0 0 0,-1 0 0,-2 1 0,0 0 0,0-1 0,2 2 0,1-1 0,1-1 0,3 0 0,1-1 0,1 0 0,-1 1 0,-2 1 0,-1 1 0,-1 0 0,0 0 0,0 2 0,-2-1 0,0 1 0,-2 0 0,0-2 0,0 0 0,0 0 0,1-2 0,2 1 0,0-1 0,0 0 0,1 1 0,0 0 0,1 0 0,0 0 0,-1 0 0,1 1 0,0 0 0,0 0 0,0 1 0,-1-1 0,0 0 0,-1 0 0,1-1 0,0 0 0,0-1 0,0-1 0,1 0 0,1-1 0,1 1 0,1 0 0,-1 1 0,-1 1 0,-2 0 0,0 0 0,0 0 0,0 0 0,-1 1 0,1-1 0,0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0 24575,'0'0'0,"-1"0"0,0 0 0,0 0 0,-1 1 0,-1 0 0,1 1 0,-1 1 0,2-1 0,0 0 0,0 0 0,1 0 0,0 0 0,1-1 0,0 0 0,0 0 0,0 0 0,1-2 0,-1 1 0,1-2 0,0-1 0,-1 1 0,1 0 0,-1 0 0,-1 1 0,1-1 0,0 1 0,-1 0 0,0 0 0,1 1 0,-1-1 0,2 1 0,0-1 0,1 0 0,-1 1 0,0 0 0,-1 0 0,0 1 0,-1-1 0,0 1 0,-1 0 0,-2 1 0,-1 0 0,-2 0 0,0 0 0,0-1 0,2-1 0,1-1 0,1-1 0,0 0 0,1 1 0,1-1 0,0 1 0,1 1 0,2-1 0,1 0 0,1 1 0,-2 0 0,0 1 0,-2 1 0,0 0 0,-1 1 0,-1 1 0,0-1 0,-2 0 0,1-1 0,-1-1 0,1 0 0,1-2 0,0 0 0,0-2 0,1 0 0,0 1 0,1 0 0,1 1 0,2 1 0,1 0 0,-1 0 0,-2 0 0,-2 0 0,0 0 0,-1 0 0,0 0 0,1 0 0,-1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3 24575,'0'1'0,"1"-1"0,0 1 0,0 0 0,0 0 0,-1 0 0,0 1 0,0 0 0,-2 0 0,0 0 0,-1-1 0,0 0 0,1-1 0,0-1 0,1 0 0,0 0 0,1 1 0,0-1 0,0 1 0,0 0 0,1 0 0,0 0 0,0 0 0,-1 0 0,1 1 0,-1-1 0,0 1 0,0 0 0,-1 1 0,0-1 0,0-1 0,0 1 0,1-1 0,-1-1 0,0 0 0,0 0 0,1-1 0,1-1 0,0 0 0,1 1 0,1 0 0,-1 2 0,-1-1 0,0 2 0,0-1 0,0 1 0,-1 0 0,0 0 0,0 1 0,0-1 0,-1 0 0,0 1 0,0-2 0,-1 1 0,1-1 0,-1-1 0,2 0 0,-1-1 0,1-1 0,1 0 0,0 1 0,2 0 0,-1 1 0,0 0 0,-1 1 0,0 1 0,0 1 0,-1 1 0,0 0 0,-1 1 0,0-1 0,-1 0 0,0-2 0,0 0 0,-1-1 0,-1-1 0,1 0 0,0-1 0,1 0 0,1 0 0,1 0 0,2 1 0,2-1 0,2 1 0,1 0 0,0 1 0,-3 1 0,-2-1 0,-1 2 0,-1 0 0,-1 0 0,0 1 0,0-1 0,0-1 0,-1-1 0,0 1 0,1-2 0,0 1 0,0-1 0,1 1 0,0-1 0,-1 0 0,1 0 0,1 1 0,-1-1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1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42 0 24575,'-1'1'0,"-1"0"0,0 1 0,-2 0 0,0 0 0,0 1 0,0-1 0,1 0 0,0-1 0,2 1 0,-1-2 0,1 1 0,-1 1 0,0-1 0,0 0 0,1 0 0,-1 0 0,1 0 0,0 0 0,1-1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11 0 24575,'-1'1'0,"0"-1"0,0 1 0,-1 0 0,0 1 0,0-1 0,1-1 0,0 1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24575,'-1'1'0,"1"-1"0,0 1 0,-1 0 0,0 0 0,0 0 0,0 0 0,0 0 0,-1 1 0,1-1 0,-1 0 0,1 0 0,1-1 0,-1 0 0,1 1 0,0-1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54 0 21940,'-1'1'0,"-1"0"1272,-2 0-1272,-1 1 444,1 0-444,-1 0 226,1-1-226,-1 1 693,-1 0-693,1 0 0,0 0 0,2 0 0,1 0 0,1-1 0,0-1 0,1 1 0,0-1 0,-1 1 0,1-1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11 0 24575,'-1'1'0,"1"0"0,0-1 0,-1 1 0,1 0 0,-1 0 0,-1 0 0,0 1 0,1-1 0,0 1 0,0-1 0,0-1 0,1 1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24575,'-1'1'0,"1"-1"0,-1 1 0,0 1 0,1-1 0,-1-1 0,1 1 0,0-1 0,-1 1 0,1-1 0,0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94 0 24575,'-1'0'0,"-1"1"0,-1 1 0,-2 0 0,-2 0 0,-1 1 0,0-1 0,0 1 0,1-1 0,1 0 0,1 0 0,1-1 0,1 1 0,0-1 0,-1 1 0,1 0 0,0 0 0,1 0 0,-1 1 0,1-1 0,-1 0 0,1 0 0,1-1 0,0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0 24575,'0'0'0,"0"1"0,-1 0 0,-1 0 0,1 1 0,-1-1 0,0 1 0,-1 1 0,-1-1 0,0 0 0,1 0 0,1-1 0,1 0 0,1-1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20423,'-1'1'0,"0"1"1958,0-1-1958,1 1 704,-1-1-704,0-1 362,1 0-362,0 1 0,0 0 0,1-1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69 0 24575,'-1'1'0,"-1"0"0,-1 1 0,-2 0 0,-2 2 0,0-1 0,1 1 0,0 0 0,2-1 0,0 0 0,1 0 0,0-1 0,1 0 0,-1 1 0,0-1 0,0 0 0,1-1 0,-1 1 0,2-1 0,0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2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 0 22299,'-1'1'0,"1"0"1104,-1 0-1104,0 1 383,0-1-383,0-1-1599,0 1 1,0-1 0,0 1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0 21536,'0'1'0,"0"0"1458,-1 0-1458,1 1 513,-1-1-513,-1 0 262,1 1-262,-2 1-1495,0 0 1,2-1-1,-1 0 1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92 0 24047,'0'1'0,"-2"1"262,-1 1-262,-2 1 88,0 1-88,-1 1 44,1-1-44,0 0 134,1-1-134,0-1 0,-2 1 0,1 0 0,-1 0 0,2 0 0,-1 0 0,0 0 0,0-1 0,0 1 0,1-1 0,1 0 0,1-1 0,1-1 0,1-1 0,-1-1 0,1 1 0,-1-2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24575,'-1'1'0,"-2"0"0,0 1 0,-1-1-2126,0 1 0,1-1 0,2-1 1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0 24575,'-1'1'0,"1"0"0,0-1 0,0 1 0,0 0 0,1 0 0,0 0 0,0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51 0 24575,'-1'1'0,"0"1"0,-1 1 0,-2 3 0,-1 2 0,-2 1 0,0 0 0,1-1 0,1-2 0,0-2 0,2-2 0,1 0-1696,0-1 0,1-1 0,1 0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22753,'0'1'0,"-1"0"890,0 1-890,0-1 306,0 0-306,1 0 154,-1 0-154,1 0 0,0-1 0,0 1 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24575,'0'0'0,"0"1"0,-1 0 0,0-1 0,1 1 0,-1 0 0,0 0 0,1 0 0,-1-1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22121,'-1'1'0,"0"0"1188,0 1-1188,-1 0 413,1 1-413,-1-1 210,1 0-210,-1 0 643,1 0-643,-1 0 0,1 0 0,-1 0-1696,1 0 0,0-1 0,1 0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21 0 24575,'0'1'0,"-1"1"0,0 1 0,0 1 0,-2 0 0,1 1 0,-2 0 0,0 0 0,1-2 0,1-1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3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 0 24575,'0'0'0,"-1"1"0,1 0 0,0 0 0,0 0 0,0 0 0,-1 0 0,0 0 0,0 0 0,-1 1 0,1-1 0,0 1 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 0 24575,'0'1'0,"-1"-1"0,1 1 0,0-1 0,-1 1 0,1-1 0,0 0 0,0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8 24575,'0'1'0,"0"-1"0,-1 1 0,1-1 0,0 0 0,-3-5 0,1 4 0,-1-3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72 0 24575,'0'0'0,"0"1"0,0-1 0,-1 0 0,1 0 0,0 1 0,0-1 0,-1 1 0,0 0 0,-1 0 0,0 1 0,0-1 0,-1 1 0,1 0 0,-1 0 0,1 0 0,0-1 0,-1 1 0,1-1 0,-1 1 0,0 0 0,0 0 0,0 0 0,0 1 0,0-1 0,0 1 0,0-1 0,1 0 0,0-1 0,1 1 0,-1-1 0,1 1 0,-1-1 0,1 1 0,-1-1 0,0 1 0,0 0 0,0 0 0,1-1 0,0 0 0,0-1 0,1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69 0 10941,'-3'2'0,"0"0"4994,-3 2-4994,-1 0 2373,0 1-2373,0-1 1359,1-1-1359,1 1 4908,0-1-4908,2-1 0,1 0 0,-1 0 0,1 1 0,0-1 0,0 0 0,0 0 0,0 1 0,1-2 0,0 1 0,1-2 0,1 0 0,-1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61 0 19859,'-1'2'0,"-1"0"2204,-1 1-2204,-1 1 801,-1 0-801,0 0 414,-1 0-414,1 0 1297,0-1-1297,0 0 0,1 1 0,0-1 0,1 0 0,0 0 0,1-1 0,1 0 0,0-1 0,0 0 0,0 0 0,1-1 0,0 0 0,1 0 0,-1 0 0,1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70 0 21332,'-1'1'0,"0"1"1552,-3 0-1552,0 2 547,-4 2-547,-1 1 280,0 0-280,1-1 864,2 0-864,1-1 0,1-1 0,1 0 0,0 0 0,0-1 0,2-1 0,0-1 0,1 0 0,0-1 0,0 0 0,1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62 0 20648,'0'1'0,"-1"1"1859,-1 1-1859,-2 2 665,-2 2-665,2-2 0,0-1 170,-2 1 1,1 1-171,-1-1 0,1 0 531,1-1 0,-1 0-531,0 3 0,2-3 0,1-2 0,2-1 0,1-1 0,0-1 0,0 0 0,1 1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40 0 24575,'-1'2'0,"-1"0"0,0 2 0,-1 3 0,-2 1 0,2-3 0,0 0 0,0 1 0,0-1 0,-2 5 0,1-3 0,1-1 0,1-3 0,1-2 0,1 0 0,0-1 0,1-1 0,1-1 0,-1 1 0,1-1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43 0 22520,'-1'2'0,"0"0"1000,-2 3-1000,-2 1 345,-1 3-345,2-4 0,0 0 87,1 0 1,0 0-88,-3 3 535,3-2-535,1-1 0,0-3 0,2-2 0,0 0 0,2-3 0,-2 2 0,1-2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4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24575,'0'1'0,"-1"0"0,0 1 0,0 1 0,-1 1 0,-1 0 0,1 2 0,-1 0 0,1 1 0,0-1 0,0 0 0,1-2 0,0 0 0,1-2 0,-1-1 0,1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35 3 8191,'-7'4'0,"0"1"5063,1 0-5063,-1 0 2818,2-2-2818,3-1 1719,1-1-1719,1-1 6784,3-2-6784,4-2 0,4-2 0,-5 3 0,0 0 0,4-3 0,-3 3 0,-4 2 0,-2 1 0,-2 3 0,-2 3 0,-3 3 0,3-4 0,0 1 0,-2 2 0,2-3 0,3-4 0,3-4 0,4-3 0,-2 2 0,1 0 0,-1 0 0,1 1 0,2-2 0,-5 3 0,-4 4 0,-2 3 0,-1 1 0,0 0 0,2-2 0,1-2 0,1-2 0,2-1 0,6-4 0,-2 3 0,0-1 0,0 0 0,0 0 0,2 0 0,-5 2 0,-3 3 0,0 2 0,-1-1 0,1 1 0,0-2 0,0-2 0,2-1 0,1-1 0,-1 0 0,1 1 0,-2 1 0,-1 2 0,1 4 0,-1 2 0,1 1 0,0-3 0,-1-3 0,1-3 0,1-2 0,2-2 0,4-4 0,0 0 0,-1 2 0,-3 3 0,-3 3 0,-1 2 0,0 3 0,0 3 0,0-1 0,0-1 0,0-4 0,2-4 0,2-2 0,2-3 0,1-1 0,-3 3 0,-1 3 0,-2 3 0,-1 1 0,0 1 0,0 2 0,0-1 0,0-2 0,0 0 0,1-1 0,-1 0 0,3 1 0,2 1 0,0-1 0,0-1 0,-2 0 0,-3-1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5 24575,'10'-1'0,"0"-1"0,-4 1 0,-2 1 0,1-1 0,-1 1 0,-1 0 0,1 0 0,-1 0 0,0 0 0,0 1 0,-1-1 0,0 0 0,-1 1 0,0-1 0,-1 1 0,1 0 0,-1 0 0,1 0 0,-1 0 0,0 0 0,0 0 0,0 0 0,0 1 0,1 0 0,-1 0 0,1 1 0,0-1 0,0 1 0,0-1 0,1 0 0,1 0 0,0 0 0,-1 0 0,1 0 0,0 0 0,0-1 0,0 0 0,0 0 0,-1-1 0,1 0 0,0 0 0,2 0 0,0-2 0,2 0 0,1 0 0,-2 0 0,-1 1 0,-1 0 0,-1 0 0,-1 0 0,0 1 0,1 0 0,-2 0 0,1 0 0,0 0 0,-1 1 0,1-1 0,0 1 0,-1-1 0,0 1 0,-1-1 0,0 0 0,0 1 0,0 0 0,1 0 0,-1 1 0,1 0 0,0 0 0,0 1 0,0-2 0,0 1 0,1-1 0,0 0 0,0-1 0,1 0 0,1 0 0,2-2 0,3 1 0,1-1 0,-1 0 0,-1 1 0,-3 0 0,-1 1 0,-1-1 0,0 1 0,0 0 0,0-1 0,-1 1 0,-1 0 0,-1 0 0,1 1 0,-1-1 0,0 1 0,0 0 0,0 0 0,0 1 0,0 0 0,0 0 0,0 0 0,1 0 0,0 0 0,0 0 0,2 0 0,0 0 0,1-1 0,1 1 0,0-1 0,0 0 0,-1-1 0,1-1 0,2 0 0,2-2 0,2-1 0,-6 2 0,1 0 0,0 0 0,0 0 0,0 0 0,0 0 0,5-1 0,-2 0 0,-4 2 0,-2 0 0,-2 1 0,-1 0 0,0 0 0,0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152 31 24575,'-1'0'0,"0"-2"0,-3-1 0,-1-1 0,-3 0 0,0 0 0,-1 1 0,1 1 0,-1 0 0,-1 0 0,0 0 0,1 1 0,1 0 0,1 1 0,0-1 0,-1 1 0,2 0 0,2 0 0,0 0 0,2 0 0,-1 0 0,0 1 0,0-1 0,1 0 0,-1 0 0,1 1 0,1-1 0,-1 0 0,0 0 0,1 0 0,0 0 0,0 0 0,1 0 0,1 0 0,1 1 0,2-1 0,1 1 0,1 0 0,2 0 0,2 0 0,1 0 0,0-1 0,0 1 0,-1-1 0,-1 1 0,-1 0 0,-2 0 0,-1 0 0,-1-1 0,-1 1 0,1 0 0,-1 0 0,1 0 0,0-1 0,0 1 0,-1-1 0,0 0 0,1 0 0,2 0 0,0-1 0,-1 1 0,0-1 0,-3 1 0,-2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 0 24575,'0'0'0,"1"0"0,-1 0 0,0 0 0,1 1 0,-1-1 0,0 1 0,0 1 0,0-1 0,0 0 0,0 0 0,-1 0 0,1 0 0,-1 1 0,1-1 0,-1 1 0,1-1 0,-1 0 0,1 0 0,0 0 0,-1-1 0,1 1 0,0-1 0,0 0 0,0 0 0,-1 0 0,0 1 0,-1-1 0,2 0 0,-1 1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0 24575,'1'0'0,"1"1"0,1 0 0,-1-1 0,-1 1 0,0 0 0,0-1 0,-1 1 0,0-1 0,0 1 0,0 0 0,0 0 0,0 1 0,-1-1 0,1 1 0,0-1 0,-1 1 0,1-1 0,0 0 0,0 0 0,0 0 0,0 0 0,0-1 0,0 1 0,0-1 0,-1 1 0,1-1 0,-1 0 0,0 0 0,0 0 0,0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32 0 24575,'-1'1'0,"1"0"0,-1 1 0,0-1 0,1 1 0,-1-1 0,0 0 0,0 0 0,0 0 0,0 0 0,0 0 0,-1 0 0,0-1 0,0 1 0,-1 0 0,-1 0 0,1-1 0,0 1 0,0 0 0,2-1 0,1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6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32 0 24575,'0'1'0,"-1"0"0,1 0 0,0 1 0,-1 0 0,0 0 0,0 0 0,0 0 0,-1 0 0,0 0 0,-1-1 0,0 0 0,0 0 0,-2-1 0,1 0 0,1 0 0,2 0 0,0-1 0,1 1 0,0-1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22 0 24575,'1'1'0,"-1"0"0,0 0 0,0 0 0,0 1 0,-1-1 0,0 1 0,0-1 0,-1 1 0,-1-1 0,0 1 0,0-1 0,1-1 0,-1 1 0,2-1 0,-1 0 0,2 0 0,-1 0 0,1 0 0,3 0 0,-2-1 0,2 1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89 0 24575,'-1'1'0,"-1"0"0,0 1 0,-2 1 0,-1 1 0,-2 2 0,1-1 0,-1 0 0,0 0 0,1 0 0,-1-1 0,2 0 0,0-1 0,0 0 0,2-1 0,0 1 0,0-1 0,1 1 0,0-1 0,0 2 0,0-1 0,0 0 0,1-1 0,1 0 0,0-1 0,0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75 24575,'1'-1'0,"-1"1"0,3-1 0,1-1 0,3-1 0,3-1 0,-3 2 0,-1 0 0,1-1 0,0 1 0,0 0 0,0-1 0,0 0 0,-1 1 0,1-1 0,-1 0 0,0-1 0,0 1 0,0 0 0,0 0 0,3-3 0,-2 1 0,-1 1 0,-1 1 0,-1 0 0,0 1 0,0 1 0,-2 0 0,1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126 0 8885,'-6'2'0,"-2"0"5114,-2 1-5114,1 1 2714,2-1-2714,0 1 1624,0-1-1624,1 1 6238,0-1-6238,0 0 0,1 1 0,0-1 0,-1 1 0,1 0 0,1 0 0,-1 1 0,2 0 0,-1-1 0,0 0 0,0 0 0,1 0 0,0-1 0,1 1 0,1-2 0,1 0 0,0-1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0 101 24575,'1'-1'0,"1"-2"0,3-3 0,2-2 0,-3 3 0,0 1 0,1-1 0,0 0 0,0-1 0,0 1 0,0 0 0,0 0 0,-1 0 0,-1 0 0,3-3 0,-3 2 0,-1 2 0,0 2 0,-1-1 0,0 1 0,0 0-1696,2-1 0,-2 2 0,1-1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103 0 24575,'-1'1'0,"1"0"0,-2 1 0,0 3 0,-2 1 0,-1 2 0,1-3 0,1 0 0,-2 0 0,1 1 0,0-1 0,-1 1 0,0-1 0,1 1 0,-1-1 0,1-1 0,-4 5 0,2-2 0,1-2 0,0 0 0,1 0 0,1-1 0,0 0 0,0-1 0,0 0 0,0-1 0,1 0 0,1 0 0,1-2 0,1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103 0 24575,'-1'1'0,"0"0"0,-1 3 0,-2 1 0,-3 4 0,3-4 0,0 1 0,-1 1 0,0 0 0,-1 0 0,1 1 0,-1-1 0,1 0 0,0-1 0,0 0 0,1-1 0,0 0 0,-2 3 0,2-2 0,2-1 0,0 0 0,0 0 0,0-1 0,0 0 0,1 0 0,-1-1 0,0 1 0,0 0 0,1 0 0,0-2 0,0 0 0,1-2 0,0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70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68 0 23843,'0'1'0,"-1"1"362,-1 3-362,-1 2 123,-3 3-123,3-5 0,0 1 30,-1 1 1,0 0-31,0 1 0,0 0 93,0-1 0,0 0-93,1 0 0,-1-1 0,-1 4 0,1-3 0,1-1 0,1-1 0,0-1 0,1-1 0,0 1 0,0-2 0,1-1 0,0-1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6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65 0 24575,'-1'0'0,"-1"1"0,-1-1 0,-1 2 0,0 0 0,-1 0 0,0 0 0,0 0 0,0 1 0,1 0 0,-1 0 0,1 0 0,0 0 0,2 0 0,0-1 0,1 0 0,0 0 0,0 0 0,-1 1 0,1-1 0,0 0 0,0-1 0,0-1 0,0 1 0,1-1 0,0 0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7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53 0 24575,'-1'1'0,"-1"1"0,-1 2 0,-1 0 0,-1 1 0,0-1 0,0 0 0,0 0 0,1 0 0,-1 0 0,1 0 0,2-2 0,0 0 0,1-1 0,0-1 0,0 1 0,0 0 0,0 0 0,1 0 0,-1 0 0,1 1 0,0-1 0,1 0 0,-1 0 0,0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8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50 0 24575,'-1'1'0,"-1"1"0,-1 2 0,-3 2 0,0 1 0,-2 1 0,1-1 0,2-2 0,1-1 0,2-2 0,1 0 0,0-2 0,0 1 0,1-1 0,-1 1 0,0 0 0,0 0 0,1 0 0,0-1 0,0 1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89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53 0 13388,'-2'2'0,"1"1"4502,-2 2-4502,-2 1 1942,0 1-1942,-2 0 1071,0 1-1071,1-2 3672,2-1-3672,0-1 0,2 0 0,0 0 0,0-1 0,0 1 0,2-1 0,-1-1 0,1-1 0,0-1 0,0 1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0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45 0 24575,'0'1'0,"-1"1"0,0 2 0,-1 2 0,-2 1 0,-1 1 0,0 1 0,-1-1 0,0 0 0,1-2 0,1-1 0,1-2 0,2 0 0,0-1 0,0-1 0,1-1 0,0 0 0,0 0 0,0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1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45 0 24575,'-1'1'0,"0"2"0,-2 1 0,0 1 0,-1 2 0,-1 1 0,-1 0 0,2-1 0,0-2 0,1 0 0,1-2 0,0-1 0,0 1 0,1-2 0,0 1 0,0-1 0,0 1 0,1-1 0,-1 0 0,1-1 0,0 1 0,1-1 0,-1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692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 0 21311,'0'1'0,"0"1"1561,-1 1-1561,-1 3 551,1 2-551,-1 3 141,1-5 0,0 0-141,0 0 0,0 0 435,0 0 0,0 0-435,0 4 0,1-3 0,0-2 0,0-4 0,0 0 0,0-1 0,0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5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0 11 24575,'1'0'0,"1"0"0,0 0 0,1 0 0,0-1 0,2 1 0,-1-1 0,-1 0 0,0 0 0,0 1 0,-1-1 0,1 0 0,-1 0 0,1 1 0,-1-1 0,1 0 0,0 0 0,0 1 0,0-1 0,1 1 0,-1 0 0,-1 0 0,0 0 0,-2 0 0,1 1 0,-1-1 0,1 2 0,-1 0 0,1 0 0,0 1 0,0 0 0,-1 0 0,1 0 0,0-1 0,-1 0 0,1-1 0,-1 0 0,0 0 0,1-1 0,0 1 0,0-1 0,1 0 0,1 1 0,1-1 0,1 0 0,0 0 0,1-1 0,-2 1 0,0-1 0,-3 1 0,1-1 0,-1 1 0,1-1 0,0 0 0,-1 0 0,1 0 0,0 0 0,0 1 0,2-1 0,0 0 0,0 1 0,0 0 0,-2 0 0,-1-1 0,0 1 0,0 0 0,-1 0 0,0 0 0,1 0 0,-1 1 0,0-1 0,1 1 0,-1 0 0,1 0 0,-1 0 0,1 1 0,0 0 0,0-1 0,0 1 0,0-1 0,0 0 0,0 1 0,0-1 0,0 0 0,0-1 0,0 1 0,1 0 0,0 0 0,0-1 0,0 1 0,0-1 0,-1 0 0,1 1 0,0-2 0,0 1 0,1 0 0,0-1 0,1 0 0,1-1 0,0 0 0,1 1 0,-2-1 0,-1 2 0,-1-1 0,1 1 0,0 0 0,0 0 0,-1 0 0,1 0 0,0 0 0,0 1 0,1 0 0,0 0 0,-2 0 0,0-1 0,-2 1 0,1-1 0,-1 1 0,0 0 0,0 1 0,0-1 0,0 1 0,0 0 0,0 0 0,0-1 0,1 1 0,-1-1 0,0-1 0,1 1 0,-1-1 0,1 0 0,3-1 0,2-1 0,4 0 0,2-1 0,-3 0 0,-2 1 0,-3 0 0,-3 1 0,0 1 0,-1 0 0,0 0 0,0 0 0,1 0 0,-1-1 0,0 1 0,1 0 0,1-1 0,0 1 0,1-1 0,0 1 0,0 0 0,-1 0 0,0 0 0,-1 0 0,0 0 0,0 1 0,0-1 0,-1 0 0,0 0 0,0 1 0,0 0 0,0 0 0,0 0 0,1-1 0,-1 1 0,1-1 0,2 1 0,-1 0 0,0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5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356 57 24575,'-1'0'0,"-1"-1"0,0 0 0,-2 0 0,-1 1 0,0-1 0,0 1 0,1 0 0,1 0 0,0 0 0,0 1 0,1-1 0,-1 0 0,1 1 0,0-1 0,0 1 0,-1 0 0,1 0 0,0 0 0,0 0 0,0 1 0,0-1 0,-1 0 0,1 1 0,0-1 0,-1 0 0,0 1 0,1-1 0,-1 0 0,0-1 0,1 1 0,-1-1 0,0 0 0,0 0 0,-1 0 0,1 0 0,1 0 0,0-1 0,0 1 0,0-1 0,0 0 0,1 0 0,0 0 0,0 0 0,0 0 0,0 0 0,0 0 0,1 0 0,-1 0 0,1-1 0,0 1 0,-1 0 0,1-1 0,0 1 0,0 1 0,0-1 0,0 0 0,0 1 0,0 0 0,0-1 0,-1 1 0,1 0 0,0-1 0,-1 1 0,0-1 0,-1 1 0,1 0 0,-1 0 0,0 0 0,-1 1 0,1-1 0,-1 1 0,0 0 0,1 0 0,-1-1 0,0 1 0,1 0 0,1-1 0,0 1 0,-1-1 0,1 0 0,-1 1 0,0-1 0,0 1 0,0-1 0,-2 0 0,0 0 0,-1 0 0,0 0 0,1-1 0,2 0 0,-1 0 0,1 0 0,-1-1 0,0 0 0,0 0 0,1 0 0,-1 1 0,1 0 0,1 1 0,1-1 0,0 1 0,-1 0 0,1-1 0,0 1 0,0-1 0,0 1 0,0-1 0,0 1 0,0-1 0,0 1 0,0-1 0,-1 1 0,1 0 0,-1 0 0,0 0 0,0-1 0,-1 2 0,0-1 0,0 0 0,-1 1 0,1-1 0,-1 1 0,0-1 0,0 1 0,1-1 0,-1 1 0,0 0 0,0-1 0,0 1 0,1-1 0,-1 1 0,0-1 0,1 0 0,-1 0 0,0 0 0,0 0 0,1-1 0,0 1 0,-1-1 0,1 0 0,0 0 0,0-1 0,0 1 0,0 0 0,1-1 0,1 1 0,-1-1 0,1-1 0,0 1 0,0 0 0,0 1 0,0 0 0,0 0 0,0 1 0,0-1 0,-1 1 0,1-1 0,-1 1 0,0-1 0,0 1 0,-1 0 0,-1 0 0,-1 0 0,0 0 0,0 0 0,1 0 0,1 1 0,-1-1 0,1 0 0,-1 0 0,1 1 0,-1-1 0,0 0 0,0 1 0,0-1 0,1 0 0,0 1 0,0-1 0,0 0 0,1 0 0,-1 0 0,0 0 0,1 0 0,0 0 0,0 0 0,0 0 0,-1 0 0,1 0 0,0 0 0,0 0 0,1 0 0,0 0 0,0 0 0,0 0 0,-1 0 0,1 0 0,0 0 0,0 0 0,0 0 0,0-1 0,0 1 0,1 0 0,-1-1 0,1 1 0,0-1 0,0 1 0,0-1 0,1 1 0,1-1 0,0 0 0,2 0 0,1 0 0,0-1 0,1 0 0,0 0 0,-1 0 0,-1 1 0,-1 0 0,-1 1 0,0 0 0,-1-1 0,0 1 0,-1 0 0,1 0 0,-1 0 0,-1 0 0,1 0 0,-1 0 0,1 0 0,-1 0 0,0 2 0,1 0 0,-1 1 0,1 0 0,-1 0 0,1-1 0,-1 0 0,0 0 0,1 0 0,-1-1 0,1 1 0,0-1 0,-1 1 0,1-1 0,0 0 0,-1 0 0,1 0 0,0 0 0,0 0 0,-1-1 0,1 1 0,0-1 0,0 1 0,0-1 0,0 1 0,0-1 0,0 0 0,0 0 0,0 1 0,1-1 0,0 0 0,0 0 0,1 0 0,0 0 0,1-1 0,0 1 0,0-1 0,0 1 0,-2-1 0,0 1 0,0 0 0,-1 0 0,0-1 0,0 1 0,0 0 0,0-1 0,0 0 0,0 1 0,1-1 0,-1 1 0,0-1 0,0 1 0,0-1 0,0 1 0,1 0 0,0 0 0,1 0 0,-1 0 0,-1 0 0,0 0 0,0 0 0,-1 0 0,0 0 0,0 0 0,0 0 0,0 0 0,0 0 0,1 1 0,-1 0 0,1 0 0,0 1 0,0 0 0,0 0 0,1-1 0,-2 0 0,2 0 0,-1 0 0,0 0 0,1 0 0,0 0 0,-1-1 0,2 1 0,-1 0 0,0-1 0,0 0 0,1 0 0,-2 0 0,1 0 0,-1 0 0,1 0 0,0-1 0,1 0 0,-1 0 0,1 0 0,-1 0 0,0 0 0,0 0 0,1 0 0,-1 0 0,1 0 0,0 0 0,0 1 0,-1-1 0,0 1 0,0-1 0,1 1 0,0 0 0,-1 0 0,1-1 0,-1 1 0,0 0 0,0 0 0,-1 0 0,1-1 0,-1 1 0,0 0 0,0 0 0,-1 1 0,1 0 0,1 0 0,-1 0 0,1 1 0,-2-1 0,1 0 0,-1 0 0,0 0 0,1 0 0,-1 0 0,0 0 0,0 0 0,0 0 0,0 1 0,0 1 0,0-1 0,0 1 0,0-1 0,1 0 0,-1 0 0,1 0 0,-1-1 0,1 0 0,0 0 0,-1 0 0,1-1 0,0 0 0,0 0 0,1 0 0,0 0 0,1-1 0,0 0 0,1 1 0,0-2 0,0 1 0,-1-1 0,0 0 0,0 0 0,0 0 0,0 0 0,0 1 0,1 0 0,0-1 0,0 1 0,-1 0 0,-1 0 0,0 1 0,0-1 0,0 0 0,0 1 0,0-1 0,0 0 0,-1 1 0,1-1 0,-1 1 0,1 0 0,-1 0 0,0 0 0,0 0 0,0 1 0,0-1 0,-1 1 0,1-1 0,-1 1 0,1-1 0,0 1 0,-1-1 0,0 0 0,0 0 0,0 0 0,0-1 0,-2 0 0,1 0 0,-1-1 0,0 1 0,0 0 0,-2 0 0,0 0 0,-1 0 0,0 1 0,0-1 0,0 1 0,2 0 0,0 0 0,0 1 0,-1-1 0,0 1 0,1 0 0,0 1 0,1-1 0,-1 0 0,1 1 0,0 0 0,-1-1 0,1 1 0,0 0 0,0 0 0,1 0 0,0-1 0,0 1 0,0-1 0,0 0 0,0 0 0,1-1 0,-1 1 0,1-1 0,0 1 0,0-1 0,0-1 0,1 0 0,1-1 0,1 0 0,1 0 0,2-1 0,1 1 0,-1 0 0,-1 0 0,0 1 0,-1 0 0,0 0 0,1 0 0,1 0 0,-1 1 0,-1-1 0,-1 1 0,-3-1 0,1 1 0,-2 0 0,1 0 0,-1 1 0,-1-1 0,-2 2 0,-2 0 0,0 1 0,-1-1 0,0 1 0,1-2 0,1 1 0,1-1 0,0-1 0,1 1 0,0-1 0,-1 0 0,-1 1 0,1-1 0,1 0 0,0 0 0,2 0 0,0-1 0,0 1 0,-1 0 0,1-1 0,-1 1 0,1-1 0,0 0 0,-1 0 0,0 0 0,0-2 0,0 0 0,0 0 0,0 0 0,0 0 0,1 0 0,0 1 0,1 0 0,-1 1 0,1 1 0,0 0 0,-1 0 0,0 0 0,-1 0 0,0 0 0,0 1 0,-1 0 0,1 1 0,0-1 0,0 1 0,0-1 0,1 1 0,-1-1 0,0 1 0,-1-1 0,1 0 0,-2 0 0,1 0 0,0 0 0,-1-1 0,2 0 0,0 0 0,0 0 0,0-1 0,-1-1 0,0-1 0,-1 1 0,1-1 0,0 0 0,1 1 0,0 0 0,1 0 0,0 1 0,1 0 0,0 1 0,0-1 0,-1 1 0,1-1 0,0 1 0,0-1 0,0 1 0,0 0 0,0-1 0,0 1 0,-1 0 0,1 0 0,-1 0 0,0 1 0,-1 0 0,-2 1 0,-1 0 0,0 1 0,0-1 0,0-1 0,2 0 0,0 0 0,0-1 0,1 1 0,-1-1 0,1 0 0,1 0 0,0 0 0,0 0 0,0 1 0,0-2 0,0 1 0,0 0 0,-1-1 0,0 0 0,0-2 0,-1 0 0,0-1 0,0 0 0,1 2 0,1 0 0,0 1 0,0 0 0,1 0 0,-1 1 0,1-1 0,-1 1 0,0 0 0,1-1 0,-1 1 0,1 0 0,-1 0 0,0 0 0,0 0 0,0 0 0,0 0 0,0 0 0,1 0 0,0-1 0,-1 1 0,1-1 0,-1 0 0,1-1 0,0 2 0,0-1 0,-1 1 0,1 0 0,-1-1 0,0 1 0,0 0 0,-1 1 0,-1-1 0,-2 0 0,1 0 0,-1 1 0,1-1 0,2 0 0,0 0 0,1 0 0,0 0 0,0 1 0,0-1 0,0 0 0,0 0 0,0 0 0,0 1 0,0 0 0,0-1 0,1 1 0,0-1 0,-1 0 0,1 1 0,0-1 0,0 0 0,2-3 0,4-1 0,-3 0 0,2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24575,'-1'1'0,"0"-1"0,0 0 0,1 0 0,-1 0 0,1 0 0,0 0 0,0 0 0,0 0 0,0 0 0,1-1 0,-1 1 0,0-1 0,1 1 0,-1 0 0,0 0 0,0 2 0,-1-1 0,1 1 0,-1 0 0,1-1 0,0-1 0,-1 1 0,1-1 0,0 0 0,0 0 0,0-1 0,-1 1 0,1-1 0,-1-1 0,0 1 0,1-1 0,0 0 0,-1 0 0,1 1 0,1 0 0,-1 1 0,0-1 0,0 1 0,1-1 0,0 1 0,-1 0 0,1 0 0,0 0 0,-1 0 0,1 1 0,-1-1 0,0 1 0,0-1 0,0 1 0,0 0 0,0 0 0,0 0 0,-1-1 0,1 1 0,0-1 0,0 0 0,0 0 0,0-1 0,0 1 0,1 0 0,-1 0 0,0 0 0,0 0 0,0 1 0,0 0 0,0 0 0,0 0 0,-1 1 0,1-1 0,0-1 0,-1 0 0,1 0 0,0 0 0,-1 0 0,1 0 0,-1 0 0,1-1 0,-1 0 0,1 0 0,-1 0 0,1 0 0,0 0 0,0 1 0,0 0 0,1 0 0,0-1 0,0 1 0,0 0 0,0 0 0,0 0 0,1 1 0,-2-1 0,1 1 0,0-1 0,0 1 0,-1-1 0,0 1 0,0-1 0,0 0 0,0 0 0,0 1 0,-1-1 0,1 0 0,-1 1 0,0-1 0,1 0 0,-1 0 0,1 0 0,0 0 0,0 0 0,0-1 0,0 1 0,0-1 0,1-1 0,-1 1 0,0 1 0,0-1 0,0 1 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12 4 24575,'0'0'0,"0"0"0,-1 0 0,1 1 0,-1-1 0,1 0 0,-1 0 0,1 0 0,0 0 0,-1-1 0,1 1 0,-1 0 0,1 0 0,0 0 0,0-1 0,-1 1 0,2 0 0,-1-1 0,0 1 0,0-1 0,0 1 0,1-1 0,-1 1 0,0 0 0,0 0 0,1 0 0,-1 1 0,1 0 0,0 0 0,-1 1 0,1 0 0,-1-1 0,0 0 0,1 0 0,-1-1 0,-1 1 0,1 0 0,-1 0 0,-1 0 0,1 0 0,-1-1 0,0 1 0,1-1 0,0-1 0,0 1 0,0-1 0,1 0 0,0-1 0,0 0 0,1 1 0,-1-1 0,1 1 0,0 1 0,0-1 0,0 1 0,1 0 0,-1 0 0,0 0 0,0 0 0,0 1 0,-1-1 0,0 1 0,0 0 0,0-1 0,-1 1 0,0 0 0,0 0 0,-1-1 0,1 0 0,1 0 0,0 0 0,0 0 0,0 0 0,0 0 0,0-1 0,0 1 0,1-2 0,0 1 0,0 0 0,0 1 0,-1 0 0,0 0 0,0 1 0,-1 0 0,0 1 0,0-1 0,1 0 0,-1-1 0,1 0 0,0-1 0,1 1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 8 24575,'1'-2'0,"0"1"0,0-1 0,1 0 0,-1 1 0,0 1 0,-1 0 0,0 1 0,0 1 0,0-1 0,0 1 0,-1 0 0,-1-1 0,1-1 0,0 1 0,0-1 0,0-1 0,0 1 0,0-1 0,0 0 0,0 0 0,1 1 0,0-1 0,0 1 0,1 0 0,0 0 0,0 1 0,0-1 0,-1 1 0,1-1 0,-1 1 0,0 0 0,-1-1 0,1 1 0,-1-1 0,0 1 0,1-2 0,0 1 0,-1-1 0,1-1 0,0 1 0,1-1 0,0 1 0,0 1 0,0 0 0,0 0 0,1 0 0,-2 1 0,1 0 0,-1-1 0,0 0 0,0 1 0,-1-1 0,1 0 0,0 0 0,-1 0 0,1-1 0,0 1 0,0-1 0,-1 1 0,1-1 0,0 0 0,0 1 0,2 0 0,-1-1 0,1 1 0,-1 1 0,0-1 0,-1 1 0,1 0 0,-2 0 0,1 0 0,-1-1 0,1 1 0,0-1 0,0 0 0,0 0 0,-1 0 0,1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7 24575,'0'-1'0,"1"-1"0,1 0 0,0 1 0,-1 0 0,0 1 0,-1 0 0,0 1 0,0-1 0,0 1 0,0 0 0,0 0 0,-1 0 0,0 0 0,-1 0 0,1-1 0,0 0 0,0 0 0,1-1 0,0 1 0,0 0 0,0-1 0,0 1 0,1 0 0,0 0 0,-1 0 0,1 0 0,-1 0 0,0 0 0,0 1 0,0-1 0,-1 1 0,0 0 0,0-1 0,0 0 0,-1 0 0,1-1 0,0 0 0,0 0 0,1 0 0,0 0 0,0 1 0,1-1 0,0 1 0,1 0 0,-1 1 0,0-1 0,0 1 0,-1 0 0,0 0 0,-1 0 0,1-1 0,-1 1 0,0-1 0,0 0 0,1 0 0,-1 0 0,1 0 0,0-1 0,0 0 0,0 0 0,1 0 0,-1 0 0,2 1 0,-1 0 0,-1 0 0,1 1 0,-1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10 24575,'-2'0'0,"-2"-1"0,-1 1 0,-1-1 0,2 0 0,1 0 0,2 0 0,1 0 0,1 0 0,0 0 0,0 0 0,0 0 0,0 1 0,0 0 0,1 0 0,0 2 0,1-1 0,-1 1 0,-1 0 0,0-1 0,-2 1 0,0-1 0,0-1 0,0 1 0,0-1 0,1 0 0,0-1 0,0-1 0,0 0 0,0 1 0,1-1 0,0 1 0,-1 0 0,1 1 0,-1 0 0,-1 0 0,1 1 0,-1 0 0,1-1 0,-1 1 0,1-1 0,-1-1 0,1 1 0,0-1 0,0 0 0,0 1 0,1-1 0,-1 1 0,0 0 0,0 0 0,0 0 0,0 1 0,1-1 0,-1 0 0,0 0 0,1 0 0,-1 0 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7 24575,'1'0'0,"1"0"0,0-1 0,2 0 0,-2 1 0,0 0 0,-1 0 0,-1 0 0,0 1 0,-1 0 0,1-1 0,-2 1 0,1 0 0,-1-1 0,-1 0 0,1-1 0,0 0 0,1-1 0,0 1 0,1 0 0,0 0 0,1 0 0,0 0 0,1 1 0,-1 0 0,0 0 0,0 1 0,-1-1 0,0 0 0,0 1 0,-1-1 0,1 1 0,-1-1 0,1 0 0,-1 0 0,1 0 0,0-1 0,0 1 0,0 0 0,1 0 0,0 0 0,0 0 0,0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6 24575,'-1'0'0,"0"1"0,-1-1 0,0 0 0,0 0 0,1 0 0,1-1 0,0 1 0,1-2 0,0 1 0,1 0 0,1 0 0,-1 0 0,-1 1 0,-1 0 0,0 1 0,0 0 0,-1 0 0,0 1 0,0-1 0,0-1 0,0 1 0,0-1 0,1 0 0,0-1 0,0 1 0,0 0 0,1 0 0,0 0 0,-1 0 0,2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6 24575,'-1'0'0,"1"0"0,0 0 0,1 0 0,1 0 0,-1 0 0,0 0 0,-1 1 0,1-1 0,-1 0 0,-1 1 0,0-1 0,0 0 0,-1 1 0,0-1 0,1-1 0,-1 0 0,1-1 0,1 0 0,0 1 0,2 0 0,0 0 0,0 1 0,0 0 0,0 0 0,-2 1 0,0 0 0,-1 0 0,1 0 0,-1 0 0,0 0 0,1-1 0,0 0 0,-1 0 0,1 0 0,0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4 24575,'-1'-1'0,"0"1"0,-1 0 0,0 0 0,0 1 0,-1-1 0,1 1 0,0 0 0,1-1 0,0 1 0,-1 0 0,1 0 0,0 1 0,0 0 0,0-1 0,1 1 0,0-1 0,0 0 0,1 0 0,0 0 0,0-1 0,1 1 0,1-1 0,0 0 0,1-1 0,-2 0 0,1 0 0,-1 0 0,0 0 0,-1 0 0,1-1 0,-1 0 0,0 0 0,-1-1 0,0 1 0,0 0 0,-1 1 0,1 1 0,0 0 0,-1 0 0,1 0 0,-2 0 0,0 1 0,-1 1 0,1-1 0,0 1 0,1-2 0,1 0 0,2 0 0,0 0 0,0 0 0,-1 0 0,0 0 0,-1 0 0,0 1 0,0 0 0,-1 1 0,-1 0 0,0 1 0,0-2 0,0 0 0,1 0 0,1-2 0,-1 1 0,1-1 0,0 1 0,0-1 0,1 0 0,-1 0 0,2 0 0,-1 1 0,-1-1 0,0 1 0,-1 1 0,-1 0 0,-1 0 0,0 0 0,0 0 0,2-1 0,1 0 0,0-1 0,1-1 0,1-1 0,2-1 0,2 1 0,0 1 0,-1 0 0,-1 2 0,-3 0 0,-1 1 0,0 0 0,-1 0 0,0 1 0,1-1 0,-1-1 0,1 0 0,1 0 0,-1 0 0,0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31 1 24575,'0'0'0,"0"-1"0,-1 1 0,0 0 0,0 0 0,-2 1 0,-1 1 0,-2 1 0,1 0 0,1 0 0,1 0 0,1-2 0,2 0 0,-1 0 0,1-1 0,0 0 0,0 1 0,1 0 0,1-1 0,0 1 0,1 0 0,1 0 0,1-1 0,1 0 0,-2-1 0,0 0 0,-3-1 0,0 1 0,-1 0 0,1 0 0,-1-1 0,-1 1 0,0-1 0,0 0 0,0 1 0,0 1 0,-1 0 0,0 0 0,-1 1 0,0 0 0,1 2 0,-1 0 0,2-1 0,-1 0 0,2-1 0,-1 0 0,2-2 0,0 0 0,0-1 0,1 0 0,-1 1 0,-1 1 0,0 0 0,0 0 0,0 0 0,0 1 0,1-1 0,-1 1 0,0-1 0,0 0 0,0 0 0,2-2 0,1 0 0,1 0 0,-2 0 0,-1 2 0,-1 0 0,0 1 0,0 0 0,-1 1 0,0-1 0,0 0 0,1-1 0,0 1 0,1-1 0,0 0 0,0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27 0 24575,'0'0'0,"-2"0"0,0 1 0,0 0 0,-1 0 0,0 1 0,0-1 0,1 1 0,0-1 0,0 1 0,0-1 0,1 1 0,0-1 0,0 1 0,0-1 0,1 0 0,0 0 0,0 1 0,1-1 0,0-1 0,-1 1 0,2-1 0,0-1 0,2-1 0,1 0 0,0-1 0,-2 2 0,-1-1 0,-1 1 0,0 1 0,-1-1 0,0 1 0,0-1 0,0 0 0,0 0 0,-1-1 0,0 0 0,0 1 0,1 1 0,1 0 0,0 0 0,-1 0 0,0 1 0,0 0 0,-1 1 0,-1 0 0,-2-1 0,0 1 0,0-1 0,1-1 0,0 0 0,2-1 0,0 1 0,1 0 0,0 0 0,1-1 0,0 1 0,0-1 0,1 0 0,-1 1 0,0 0 0,-1 0 0,0 1 0,0 0 0,0 0 0,-1 1 0,1-1 0,-1 0 0,1-1 0,0 0 0,0 0 0,2-1 0,1-1 0,3-1-1696,4 1 0,-4 1 0,-1 1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24575,'-1'0'0,"0"0"0,-1 1 0,-1 1 0,0 1 0,-1 1 0,0 0 0,2-1 0,1-1 0,0 0 0,1 0 0,0-1 0,1 1 0,1-1 0,0 0 0,1-1 0,0 1 0,2-1 0,-1 1 0,-1-2 0,-1 1 0,-1-2 0,-1 1 0,1-1 0,0 0 0,-1 0 0,0 0 0,0 1 0,0-1 0,-1 1 0,1 0 0,-1 0 0,-2 0 0,-1 1 0,0-1 0,1 1 0,0 0 0,2 1 0,2-2 0,2 0 0,1-1 0,0 0 0,0 1 0,-2 1 0,-1 0 0,0 2 0,-1-1 0,-1 1 0,-1 1 0,0 0 0,-1-1 0,-1 0 0,0-1 0,0-1 0,1 0 0,2-1 0,0 1 0,0-1 0,1 1 0,0 0 0,1 0 0,0 0 0,-1 0 0,1 0 0,0 2 0,0-1 0,0 0 0,-1 1 0,0-1 0,-1 0 0,1-1 0,0 0 0,0-1 0,0-1 0,1 0 0,1-1 0,1 1 0,0 0 0,0 1 0,-1 0 0,-1 1 0,-1 1 0,0-1 0,-1 0 0,1 0 0,-1 1 0,1-1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24575,'0'0'0,"0"0"0,-1 0 0,0 0 0,-1 1 0,-1 0 0,1 1 0,-1 0 0,2 1 0,0-1 0,0 0 0,1 0 0,0-1 0,1 1 0,0-1 0,0 0 0,0-1 0,1 0 0,-1-1 0,1-1 0,-1 0 0,1 0 0,-1 0 0,0 0 0,0 0 0,0 1 0,-1 0 0,1 0 0,-1 0 0,0 1 0,1-1 0,0 1 0,1-1 0,1 0 0,-1 1 0,0 0 0,-1 0 0,0 1 0,-1-1 0,0 1 0,-1 0 0,-1 1 0,-3 0 0,-1 0 0,0 0 0,1-1 0,1-2 0,1 1 0,1-2 0,0 0 0,1 1 0,1-1 0,0 1 0,1 0 0,2 1 0,1-1 0,0 1 0,0 0 0,-2 1 0,-1 1 0,0 0 0,-1 1 0,0 1 0,-2-1 0,0 0 0,-1-1 0,1-1 0,0-1 0,1 0 0,0-2 0,0 0 0,1-1 0,0 1 0,1 0 0,1 1 0,2 1 0,1-1 0,-1 1 0,-2 0 0,-2 1 0,0-1 0,-1 0 0,0 0 0,0 0 0,1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3 24575,'1'1'0,"0"-1"0,-1 1 0,2 0 0,-2 0 0,1 0 0,-1 1 0,-1-1 0,0 1 0,-2 0 0,1 0 0,-1-2 0,1 1 0,0-2 0,1 0 0,0 0 0,1 0 0,0 1 0,0 0 0,0 0 0,1 0 0,0 0 0,-1 0 0,1 0 0,0 0 0,-1 1 0,0 0 0,0 0 0,-1 0 0,0 0 0,0 0 0,0-1 0,0 0 0,1 0 0,-1-1 0,0-1 0,1 0 0,0 0 0,2-1 0,0 1 0,0 0 0,0 1 0,0 1 0,-1 0 0,-1 1 0,1 0 0,0 0 0,-1 0 0,0 1 0,0-1 0,-1 0 0,0 0 0,-1 0 0,1-1 0,-1 0 0,1 0 0,0-1 0,1-1 0,0-1 0,0 0 0,2 1 0,0 0 0,1 1 0,-2 0 0,1 1 0,-1 1 0,-1 1 0,1 1 0,-1 0 0,-1 1 0,0-1 0,-1-1 0,0 0 0,-1-1 0,1-1 0,-2-1 0,1 0 0,0-1 0,1 0 0,1 0 0,1 0 0,2 1 0,1-1 0,4 1 0,0 0 0,0 1 0,-3 0 0,-2 1 0,-2 1 0,0-1 0,0 2 0,-1-1 0,-1 0 0,1 0 0,-1-2 0,1 0 0,0 0 0,0 0 0,0-1 0,0 0 0,1 1 0,0-1 0,0 0 0,0 0 0,0 1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41 0 24575,'-1'1'0,"-1"0"0,0 1 0,-1 0 0,-1 0 0,-1 1 0,1-1 0,1 0 0,1-1 0,0 0 0,1 0 0,-1 0 0,1 0 0,-1 0 0,0 1 0,1-1 0,-1 0 0,1 0 0,0-1 0,1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 0 24575,'0'1'0,"-1"-1"0,0 1 0,-1 0 0,0 1 0,0-1 0,1-1 0,0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12 0 24575,'0'1'0,"0"-1"0,-1 1 0,1 0 0,-1 0 0,0 0 0,0 0 0,0 0 0,-1 0 0,0 1 0,1-1 0,0-1 0,1 1 0,-1-1 0,1 0 0,0 1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9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53 0 21940,'-1'1'0,"-2"0"1272,0 0-1272,-1 1 444,-1 0-444,0-1 226,1 1-226,-1-1 693,0 1-693,0 1 0,0-1 0,2 0 0,1-1 0,1 0 0,0 0 0,1-1 0,0 1 0,-1-1 0,1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 0 24575,'0'1'0,"0"-1"0,0 1 0,-1 0 0,1 0 0,-2 0 0,1 0 0,-1 1 0,1-1 0,-1 0 0,2 1 0,-1-2 0,1 1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24575,'-1'1'0,"1"-1"0,-1 1 0,0 1 0,1-2 0,-1 1 0,1 0 0,0-1 0,-1 1 0,1-1 0,0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92 0 24575,'-1'0'0,"-1"1"0,-1 1 0,-2 0 0,-2 0 0,0 1 0,-1-1 0,0 1 0,1-1 0,1 0 0,1-1 0,2 1 0,-1-1 0,1 1 0,0 0 0,0 0 0,0 0 0,1 0 0,-1 0 0,0 0 0,1 0 0,0 0 0,1-1 0,0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0 24575,'-1'0'0,"1"1"0,-1 0 0,0 0 0,-1 1 0,1-1 0,-2 1 0,0 1 0,0-1 0,-1 0 0,1 0 0,1-1 0,1-1 0,1 1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20423,'-1'1'0,"0"1"1958,0-1-1958,1 0 704,-1 0-704,0 0 362,1-1-362,0 1 0,0-1 0,1 1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68 0 24575,'-1'1'0,"-1"0"0,-2 1 0,-1 0 0,-1 1 0,-1 1 0,1 0 0,1 0 0,0-1 0,1 0 0,2-1 0,-1 0 0,0 1 0,1-1 0,-1 0 0,0 0 0,1-1 0,-1 1 0,2-1 0,0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 0 22299,'0'1'0,"0"0"1104,-1 0-1104,0 1 383,0-2-383,0 1-1599,0 0 1,0-1 0,0 1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0 21536,'0'1'0,"-1"0"1458,1 0-1458,-1 1 513,0-1-513,0 0 262,-1 1-262,0 0-1495,-1 2 1,2-2-1,-1 0 1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90 0 24047,'0'1'0,"-2"1"262,-1 1-262,-1 1 88,-2 1-88,0 1 44,1-1-44,1-1 134,0 0-134,-1 0 0,0 0 0,0-1 0,0 1 0,0 0 0,0 0 0,0-1 0,1 1 0,-1 0 0,1-1 0,1 0 0,1-1 0,1-1 0,1-1 0,-1-1 0,1 0 0,-1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0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24575,'-2'1'0,"0"0"0,-1 0 0,-2 1-2126,2 0 0,0-1 0,2-1 1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0 24575,'-1'1'0,"1"0"0,0-1 0,0 1 0,0-1 0,1 2 0,0-1 0,0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49 0 24575,'0'1'0,"-1"0"0,-1 3 0,-2 2 0,-1 1 0,-2 2 0,1 0 0,-1-1 0,2-2 0,1-2 0,1-2 0,1-1-1696,0 0 0,1 0 0,1-1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22753,'0'1'0,"-1"0"890,0 1-890,0-1 306,0 0-306,1 0 154,-1 0-154,1-1 0,0 1 0,0-1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24575,'0'0'0,"-1"1"0,1 0 0,-1-1 0,1 1 0,-1 0 0,0 0 0,1 0 0,-1-1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18 0 22121,'-1'1'0,"0"0"1188,0 1-1188,0 0 413,-1 0-413,1 0 210,0 1-210,-1-1 643,1 0-643,-1 0 0,1 0 0,-1 0-1696,1 0 0,0-1 0,1-1 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20 0 24575,'0'1'0,"0"1"0,-1 1 0,-1 0 0,0 2 0,-1 0 0,0 0 0,-1 0 0,1-3 0,1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 0 24575,'0'0'0,"0"1"0,0 0 0,0 0 0,0 0 0,-1 0 0,1 0 0,-1 0 0,0 0 0,-1 1 0,1-1 0,0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 0 24575,'0'1'0,"-1"-1"0,1 1 0,0-1 0,-1 1 0,1-1 0,0 0 0,0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8 24575,'0'0'0,"-1"1"0,1-1 0,0 1 0,0-2 0,-4-3 0,3 3 0,-2-3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1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71 0 24575,'0'0'0,"-1"1"0,1-1 0,0 0 0,0 0 0,-1 1 0,1-1 0,-1 1 0,0 0 0,0 0 0,-1 0 0,0 1 0,-1 0 0,1 0 0,-1 0 0,1-1 0,0 1 0,-1-1 0,1 1 0,-1 0 0,0 0 0,1 0 0,-1 0 0,-1 0 0,1 1 0,0-1 0,1 0 0,0 0 0,0-1 0,0 1 0,1-1 0,-1 1 0,1-1 0,-1 1 0,1-1 0,-1 1 0,0 0 0,0-1 0,1 1 0,0-1 0,0-1 0,1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67 0 10941,'-2'2'0,"-2"0"4994,-1 2-4994,-2 0 2373,0 0-2373,1 0 1359,0 0-1359,0-1 4908,2 0-4908,1-1 0,0 1 0,1-1 0,0 0 0,0 0 0,0 0 0,0 0 0,0 1 0,1-2 0,0 1 0,1-2 0,1 0 0,-1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60 0 19859,'-2'2'0,"0"0"2204,0 1-2204,-2 1 801,-1 0-801,0 0 414,-1-1-414,1 1 1297,0-1-1297,1 0 0,0 1 0,0-1 0,1 0 0,0 0 0,1-1 0,1 0 0,-1-1 0,2 0 0,-1 0 0,1-1 0,0 0 0,1 0 0,-1 0 0,1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68 0 21332,'-1'1'0,"0"1"1552,-2 0-1552,-2 2 547,-2 2-547,-1 0 280,-1 1-280,1 0 864,1-2-864,3 0 0,0-1 0,0 0 0,1 0 0,1-1 0,1-1 0,0-1 0,1-1 0,0 0 0,0 0 0,1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61 0 20648,'-1'1'0,"1"1"1859,-2 1-1859,-2 2 665,-2 2-665,2-3 0,0 1 170,-1 0 1,-1 0-171,1 0 0,0 0 531,0-1 0,1 0-531,-1 2 0,2-2 0,1-2 0,2-1 0,1-1 0,0-1 0,0 1 0,1-1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39 0 24575,'-1'2'0,"0"0"0,-2 2 0,0 2 0,-2 3 0,2-5 0,1 2 0,-1-1 0,0 0 0,-3 4 0,2-1 0,2-3 0,0-2 0,1-1 0,1-1 0,0-1 0,1-1 0,1-1 0,-1 0 0,0 1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42 0 22520,'-1'2'0,"0"0"1000,-2 2-1000,-2 3 345,-1 2-345,3-5 0,-1 1 87,1 0 1,-1 0-88,-1 3 535,2-2-535,0-2 0,2-2 0,1-1 0,0-2 0,1-1 0,0 0 0,0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24575,'0'1'0,"-1"0"0,0 1 0,-1 1 0,0 0 0,0 2 0,0 0 0,-1 2 0,1-1 0,0 0 0,0 0 0,1-2 0,0 0 0,0-2 0,1-1 0,0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34 3 8191,'-6'4'0,"-2"1"5063,2-1-5063,0 1 2818,1-1-2818,3-2 1719,1-1-1719,1-1 6784,3-2-6784,4-2 0,3-2 0,-4 3 0,0-1 0,4-1 0,-3 2 0,-4 2 0,-2 1 0,-2 3 0,-2 3 0,-3 3 0,3-4 0,0 0 0,-2 3 0,2-3 0,3-4 0,3-4 0,4-3 0,-2 3 0,1-1 0,-1 0 0,1 0 0,1 0 0,-3 2 0,-5 4 0,-2 2 0,-1 2 0,0 0 0,2-2 0,0-2 0,3-2 0,1-1 0,6-3 0,-3 1 0,1 0 0,0 0 0,0 1 0,2-2 0,-5 4 0,-3 2 0,-1 1 0,1 1 0,-1-1 0,1-1 0,1-2 0,1-1 0,0-1 0,1 1 0,-1-1 0,0 2 0,-2 3 0,0 2 0,1 3 0,-1 1 0,1-3 0,0-3 0,0-3 0,1-2 0,2-3 0,3-2 0,1 0 0,-1 1 0,-3 2 0,-3 4 0,-1 3 0,0 2 0,0 2 0,0 0 0,0-1 0,0-4 0,2-4 0,2-2 0,2-3 0,0 0 0,-1 2 0,-3 3 0,-1 2 0,-1 2 0,0 2 0,0 0 0,0 0 0,1-2 0,-1 0 0,0-1 0,1 0 0,1 1 0,3 1 0,0-1 0,0-1 0,-3-1 0,-1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5 24575,'10'-1'0,"0"-1"0,-5 1 0,0 1 0,-1-1 0,0 1 0,0 0 0,-1 0 0,0 0 0,0 0 0,0 1 0,-1-1 0,0 0 0,-1 1 0,-1-1 0,1 1 0,-1-1 0,1 1 0,-1 1 0,1-2 0,-1 1 0,0 1 0,0-1 0,0 1 0,0 0 0,1 0 0,-1 0 0,1 1 0,0-1 0,1 0 0,0 0 0,0 0 0,1 1 0,0-1 0,0 0 0,0-1 0,0 0 0,-1 0 0,1 0 0,-1-1 0,1 1 0,0-2 0,1 1 0,2-1 0,1-1 0,0 0 0,-1-1 0,-1 2 0,-1 0 0,-1 0 0,-1 1 0,0 0 0,0-1 0,0 1 0,0 0 0,-1 1 0,1-1 0,0 1 0,0-1 0,-1 1 0,-1-1 0,0 0 0,0 1 0,1-1 0,-1 1 0,0 1 0,1-1 0,-1 1 0,1 1 0,0-1 0,1-1 0,-1 1 0,0-1 0,1 0 0,0-1 0,1 0 0,1 0 0,2-2 0,3 1 0,0-1 0,1 0 0,-3 1 0,-2 1 0,-1-1 0,-1 1 0,0-1 0,0 1 0,0 0 0,-1-1 0,-1 2 0,-1-1 0,0 0 0,0 0 0,0 1 0,0 0 0,0 0 0,0 1 0,0 0 0,0 0 0,1 0 0,-1 0 0,1 0 0,1 0 0,0 0 0,2-1 0,0 1 0,1 0 0,-1-1 0,1-1 0,-1 1 0,1-2 0,2-1 0,2 0 0,1-2 0,-4 2 0,-1 0 0,1 0 0,0 0 0,0 0 0,0 0 0,4-1 0,-1 0 0,-4 2 0,-2 0 0,-2 1 0,-1 0 0,0 0 0,0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149 31 24575,'-1'-1'0,"0"-1"0,-3 0 0,-1-2 0,-2 0 0,-2 0 0,1 1 0,0 0 0,-1 1 0,-1 1 0,0-1 0,2 1 0,0 0 0,1 1 0,0-1 0,-1 1 0,2 0 0,2 0 0,1 0 0,0 0 0,1 0 0,-1 1 0,0-1 0,0 0 0,1 0 0,0 0 0,1 1 0,-1-1 0,0 0 0,1 0 0,0 0 0,0 0 0,1 0 0,1 0 0,1 1 0,1-1 0,2 1 0,2 0 0,1 0 0,1 0 0,2 0 0,0-1 0,0 1 0,-1-1 0,-2 1 0,0 0 0,-2 0 0,-1-1 0,-1 1 0,-1 0 0,0 0 0,1 0 0,-1-1 0,1 1 0,0-1 0,-1 0 0,0 0 0,1 0 0,2 0 0,0 0 0,-1 0 0,-1-1 0,-2 1 0,-1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 0 24575,'0'0'0,"1"0"0,-1 0 0,0 0 0,0 1 0,0-1 0,1 1 0,-1 1 0,0-1 0,-1 0 0,1 0 0,0 0 0,0 0 0,-1 0 0,1 1 0,-1-1 0,1 1 0,-1-1 0,1 0 0,0 0 0,-1-1 0,1 0 0,0 0 0,0 1 0,-1-1 0,1 0 0,-1 0 0,-1 1 0,2-1 0,-1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0 24575,'1'0'0,"1"1"0,1 0 0,-1-1 0,-1 1 0,0-1 0,-1 1 0,1 0 0,-1-1 0,0 1 0,0 0 0,0 0 0,0 0 0,-1 1 0,1-1 0,-1 1 0,1-1 0,0 1 0,0-1 0,0 0 0,0 0 0,0-1 0,0 1 0,-1-1 0,1 1 0,0-1 0,0 0 0,-1 0 0,0 1 0,0-1 0,0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31 0 24575,'0'1'0,"-1"0"0,1 1 0,-1-1 0,0 1 0,0-1 0,0 0 0,0 0 0,0 0 0,0 0 0,0 0 0,0-1 0,-1 1 0,-1 0 0,0-1 0,0 1 0,-1 0 0,1 0 0,1-1 0,1 0 0,1 1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31 0 24575,'0'1'0,"0"0"0,-1 0 0,1 1 0,0 0 0,-1 0 0,0 0 0,-1 0 0,1 0 0,-2 0 0,1-1 0,-1 0 0,-1-1 0,0 1 0,0-1 0,1 0 0,2-1 0,0 1 0,1-1 0,0 1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22 0 24575,'0'1'0,"0"0"0,1 0 0,-1 0 0,-1 0 0,1 1 0,-1-1 0,-1 1 0,0 0 0,0-1 0,-1 0 0,0 0 0,0 0 0,1 0 0,1-1 0,-1 0 0,2 0 0,-1 0 0,1 0 0,3-1 0,-2 1 0,1-1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87 0 24575,'-1'1'0,"-1"0"0,0 1 0,-2 1 0,-1 1 0,-1 1 0,0 1 0,-1-1 0,0 0 0,1-1 0,0 0 0,0 0 0,1-1 0,1 0 0,0-1 0,2 1 0,-1-1 0,1 0 0,0 1 0,0 0 0,0 0 0,0 0 0,1 0 0,1-2 0,0 0 0,0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6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73 24575,'1'0'0,"-1"-1"0,3 0 0,1-1 0,3-1 0,3 0 0,-4 1 0,0-1 0,1 1 0,0 0 0,0-1 0,0 1 0,-1-1 0,0 1 0,1-1 0,-1 0 0,0 0 0,0-1 0,0 1 0,-1 0 0,4-3 0,-2 1 0,-1 1 0,-1 1 0,-1 1 0,-1 0 0,2 1 0,-3 0 0,1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123 0 8885,'-6'1'0,"-1"2"5114,-3 0-5114,1 1 2714,2-1-2714,0 0 1624,1 1-1624,-1-1 6238,2 0-6238,-1 1 0,1-1 0,0 1 0,0-1 0,0 1 0,0 0 0,1 1 0,0-1 0,0 1 0,1-1 0,-1 0 0,1-1 0,0 1 0,1-1 0,1 0 0,1-2 0,0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99 24575,'1'-1'0,"1"-2"0,3-3 0,1-2 0,-2 4 0,1-1 0,-1 0 0,1 0 0,0 0 0,0 0 0,0 0 0,0 0 0,-1 0 0,-1 0 0,2-2 0,-1 1 0,-2 2 0,-1 1 0,0 1 0,0 0 0,0 0-1696,2-1 0,-2 1 0,1 1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7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100 0 24575,'0'1'0,"0"0"0,-2 1 0,0 3 0,-2 1 0,-1 2 0,1-3 0,1-1 0,-1 2 0,0-1 0,-1 0 0,1 1 0,-1-1 0,0 0 0,1 0 0,0 0 0,-4 3 0,2-1 0,1-2 0,1 0 0,0 0 0,0-1 0,1-1 0,1 0 0,-1 0 0,0 0 0,1-1 0,1-1 0,1-1 0,1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101 0 24575,'-1'1'0,"0"0"0,-1 2 0,-2 3 0,-3 2 0,3-2 0,0-1 0,-1 2 0,0 0 0,0 0 0,-1 0 0,1 0 0,0 0 0,0-1 0,0 0 0,1-1 0,0 0 0,-1 3 0,1-2 0,2-1 0,-1-1 0,1 1 0,1-1 0,-1 0 0,1 0 0,-1-1 0,0 1 0,0 0 0,1 0 0,0-2 0,0-1 0,1 0 0,0-1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8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67 0 23843,'0'1'0,"-1"1"362,-1 2-362,-2 3 123,-1 3-123,2-4 0,0 0 30,-1 0 1,0 1-31,0 1 0,0-1 93,0 0 0,1 1-93,-1-2 0,1 0 0,-2 4 0,1-3 0,1-1 0,1-2 0,0 0 0,1 0 0,0-1 0,0-1 0,1-1 0,0-1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3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63 0 24575,'0'0'0,"-2"1"0,-1-1 0,-1 2 0,-1 0 0,1 0 0,-1 0 0,0 0 0,1 0 0,-1 1 0,1 0 0,-1 1 0,2-1 0,1-1 0,0 0 0,1 0 0,0 0 0,0 1 0,-1-1 0,1 0 0,0 0 0,-1-1 0,2 0 0,-1-1 0,1 0 0,0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4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52 0 24575,'-1'1'0,"-1"1"0,-1 2 0,-1 0 0,-1 1 0,0-1 0,1 0 0,-1 0 0,0 0 0,1 0 0,0-1 0,2-1 0,0 0 0,1-1 0,0-1 0,0 1 0,0 0 0,0 0 0,1 0 0,-1 0 0,1 1 0,0-1 0,1 0 0,-1 0 0,0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5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49 0 24575,'-1'1'0,"-1"1"0,-1 2 0,-2 2 0,-2 1 0,0 0 0,0 0 0,2-2 0,1-1 0,2-2 0,1 0 0,0-2 0,0 1 0,1-1 0,-1 1 0,0 0 0,0 0 0,1 0 0,0-1 0,0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6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52 0 13388,'-2'2'0,"1"1"4502,-2 2-4502,-2 0 1942,0 2-1942,-2 1 1071,0-1-1071,2-1 3672,0-1-3672,2-1 0,1 0 0,0-1 0,0 1 0,0 0 0,1-2 0,1 0 0,0-1 0,0 0 0,0-1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7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44 0 24575,'0'1'0,"0"1"0,-2 2 0,0 1 0,-2 2 0,-1 1 0,0 1 0,-1-1 0,1 0 0,0-2 0,1-2 0,1 0 0,2-2 0,0 0 0,0-1 0,1-1 0,0 1 0,0-1 0,0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8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44 0 24575,'-1'1'0,"0"2"0,-2 1 0,0 1 0,-1 2 0,-1 0 0,0 1 0,0-1 0,2-2 0,0 0 0,0-2 0,1-1 0,1 0 0,0 0 0,0 0 0,0-1 0,0 0 0,0 0 0,1 0 0,0 0 0,0-1 0,1 0 0,-1 1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4.969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 0 21311,'0'1'0,"-1"1"1561,0 1-1561,0 2 551,0 4-551,-1 1 141,1-4 0,0 0-141,0 0 0,0 0 435,0 0 0,0-1-435,0 5 0,1-2 0,0-4 0,0-3 0,0 0 0,0-1 0,0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0 11 24575,'1'0'0,"1"0"0,0 0 0,1 0 0,0-1 0,2 1 0,-1-1 0,-1 0 0,0 0 0,0 1 0,-1-1 0,1 0 0,-1 0 0,1 1 0,-1-1 0,1 0 0,0 0 0,0 1 0,0-1 0,1 1 0,-1 0 0,-1 0 0,0 0 0,-2 0 0,1 1 0,-1-1 0,1 2 0,-1 0 0,1 0 0,0 1 0,0 0 0,-1 0 0,1 0 0,0-1 0,-1 0 0,1-1 0,-1 0 0,0 0 0,1-1 0,0 1 0,0-1 0,1 0 0,1 1 0,1-1 0,1 0 0,0 0 0,1-1 0,-2 1 0,0-1 0,-3 1 0,1-1 0,-1 1 0,1-1 0,0 0 0,-1 0 0,1 0 0,0 0 0,0 1 0,2-1 0,0 0 0,0 1 0,0 0 0,-2 0 0,-1-1 0,0 1 0,0 0 0,-1 0 0,0 0 0,1 0 0,-1 1 0,0-1 0,1 1 0,-1 0 0,1 0 0,-1 0 0,1 1 0,0 0 0,0-1 0,0 1 0,0-1 0,0 0 0,0 1 0,0-1 0,0 0 0,0-1 0,0 1 0,1 0 0,0 0 0,0-1 0,0 1 0,0-1 0,-1 0 0,1 1 0,0-2 0,0 1 0,1 0 0,0-1 0,1 0 0,1-1 0,0 0 0,1 1 0,-2-1 0,-1 2 0,-1-1 0,1 1 0,0 0 0,0 0 0,-1 0 0,1 0 0,0 0 0,0 1 0,1 0 0,0 0 0,-2 0 0,0-1 0,-2 1 0,1-1 0,-1 1 0,0 0 0,0 1 0,0-1 0,0 1 0,0 0 0,0 0 0,0-1 0,1 1 0,-1-1 0,0-1 0,1 1 0,-1-1 0,1 0 0,3-1 0,2-1 0,4 0 0,2-1 0,-3 0 0,-2 1 0,-3 0 0,-3 1 0,0 1 0,-1 0 0,0 0 0,0 0 0,1 0 0,-1-1 0,0 1 0,1 0 0,1-1 0,0 1 0,1-1 0,0 1 0,0 0 0,-1 0 0,0 0 0,-1 0 0,0 0 0,0 1 0,0-1 0,-1 0 0,0 0 0,0 1 0,0 0 0,0 0 0,0 0 0,1-1 0,-1 1 0,1-1 0,2 1 0,-1 0 0,0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356 57 24575,'-1'0'0,"-1"-1"0,0 0 0,-2 0 0,-1 1 0,0-1 0,0 1 0,1 0 0,1 0 0,0 0 0,0 1 0,1-1 0,-1 0 0,1 1 0,0-1 0,0 1 0,-1 0 0,1 0 0,0 0 0,0 0 0,0 1 0,0-1 0,-1 0 0,1 1 0,0-1 0,-1 0 0,0 1 0,1-1 0,-1 0 0,0-1 0,1 1 0,-1-1 0,0 0 0,0 0 0,-1 0 0,1 0 0,1 0 0,0-1 0,0 1 0,0-1 0,0 0 0,1 0 0,0 0 0,0 0 0,0 0 0,0 0 0,0 0 0,1 0 0,-1 0 0,1-1 0,0 1 0,-1 0 0,1-1 0,0 1 0,0 1 0,0-1 0,0 0 0,0 1 0,0 0 0,0-1 0,-1 1 0,1 0 0,0-1 0,-1 1 0,0-1 0,-1 1 0,1 0 0,-1 0 0,0 0 0,-1 1 0,1-1 0,-1 1 0,0 0 0,1 0 0,-1-1 0,0 1 0,1 0 0,1-1 0,0 1 0,-1-1 0,1 0 0,-1 1 0,0-1 0,0 1 0,0-1 0,-2 0 0,0 0 0,-1 0 0,0 0 0,1-1 0,2 0 0,-1 0 0,1 0 0,-1-1 0,0 0 0,0 0 0,1 0 0,-1 1 0,1 0 0,1 1 0,1-1 0,0 1 0,-1 0 0,1-1 0,0 1 0,0-1 0,0 1 0,0-1 0,0 1 0,0-1 0,0 1 0,0-1 0,-1 1 0,1 0 0,-1 0 0,0 0 0,0-1 0,-1 2 0,0-1 0,0 0 0,-1 1 0,1-1 0,-1 1 0,0-1 0,0 1 0,1-1 0,-1 1 0,0 0 0,0-1 0,0 1 0,1-1 0,-1 1 0,0-1 0,1 0 0,-1 0 0,0 0 0,0 0 0,1-1 0,0 1 0,-1-1 0,1 0 0,0 0 0,0-1 0,0 1 0,0 0 0,1-1 0,1 1 0,-1-1 0,1-1 0,0 1 0,0 0 0,0 1 0,0 0 0,0 0 0,0 1 0,0-1 0,-1 1 0,1-1 0,-1 1 0,0-1 0,0 1 0,-1 0 0,-1 0 0,-1 0 0,0 0 0,0 0 0,1 0 0,1 1 0,-1-1 0,1 0 0,-1 0 0,1 1 0,-1-1 0,0 0 0,0 1 0,0-1 0,1 0 0,0 1 0,0-1 0,0 0 0,1 0 0,-1 0 0,0 0 0,1 0 0,0 0 0,0 0 0,0 0 0,-1 0 0,1 0 0,0 0 0,0 0 0,1 0 0,0 0 0,0 0 0,0 0 0,-1 0 0,1 0 0,0 0 0,0 0 0,0 0 0,0-1 0,0 1 0,1 0 0,-1-1 0,1 1 0,0-1 0,0 1 0,0-1 0,1 1 0,1-1 0,0 0 0,2 0 0,1 0 0,0-1 0,1 0 0,0 0 0,-1 0 0,-1 1 0,-1 0 0,-1 1 0,0 0 0,-1-1 0,0 1 0,-1 0 0,1 0 0,-1 0 0,-1 0 0,1 0 0,-1 0 0,1 0 0,-1 0 0,0 2 0,1 0 0,-1 1 0,1 0 0,-1 0 0,1-1 0,-1 0 0,0 0 0,1 0 0,-1-1 0,1 1 0,0-1 0,-1 1 0,1-1 0,0 0 0,-1 0 0,1 0 0,0 0 0,0 0 0,-1-1 0,1 1 0,0-1 0,0 1 0,0-1 0,0 1 0,0-1 0,0 0 0,0 0 0,0 1 0,1-1 0,0 0 0,0 0 0,1 0 0,0 0 0,1-1 0,0 1 0,0-1 0,0 1 0,-2-1 0,0 1 0,0 0 0,-1 0 0,0-1 0,0 1 0,0 0 0,0-1 0,0 0 0,0 1 0,1-1 0,-1 1 0,0-1 0,0 1 0,0-1 0,0 1 0,1 0 0,0 0 0,1 0 0,-1 0 0,-1 0 0,0 0 0,0 0 0,-1 0 0,0 0 0,0 0 0,0 0 0,0 0 0,0 0 0,1 1 0,-1 0 0,1 0 0,0 1 0,0 0 0,0 0 0,1-1 0,-2 0 0,2 0 0,-1 0 0,0 0 0,1 0 0,0 0 0,-1-1 0,2 1 0,-1 0 0,0-1 0,0 0 0,1 0 0,-2 0 0,1 0 0,-1 0 0,1 0 0,0-1 0,1 0 0,-1 0 0,1 0 0,-1 0 0,0 0 0,0 0 0,1 0 0,-1 0 0,1 0 0,0 0 0,0 1 0,-1-1 0,0 1 0,0-1 0,1 1 0,0 0 0,-1 0 0,1-1 0,-1 1 0,0 0 0,0 0 0,-1 0 0,1-1 0,-1 1 0,0 0 0,0 0 0,-1 1 0,1 0 0,1 0 0,-1 0 0,1 1 0,-2-1 0,1 0 0,-1 0 0,0 0 0,1 0 0,-1 0 0,0 0 0,0 0 0,0 0 0,0 1 0,0 1 0,0-1 0,0 1 0,0-1 0,1 0 0,-1 0 0,1 0 0,-1-1 0,1 0 0,0 0 0,-1 0 0,1-1 0,0 0 0,0 0 0,1 0 0,0 0 0,1-1 0,0 0 0,1 1 0,0-2 0,0 1 0,-1-1 0,0 0 0,0 0 0,0 0 0,0 0 0,0 1 0,1 0 0,0-1 0,0 1 0,-1 0 0,-1 0 0,0 1 0,0-1 0,0 0 0,0 1 0,0-1 0,0 0 0,-1 1 0,1-1 0,-1 1 0,1 0 0,-1 0 0,0 0 0,0 0 0,0 1 0,0-1 0,-1 1 0,1-1 0,-1 1 0,1-1 0,0 1 0,-1-1 0,0 0 0,0 0 0,0 0 0,0-1 0,-2 0 0,1 0 0,-1-1 0,0 1 0,0 0 0,-2 0 0,0 0 0,-1 0 0,0 1 0,0-1 0,0 1 0,2 0 0,0 0 0,0 1 0,-1-1 0,0 1 0,1 0 0,0 1 0,1-1 0,-1 0 0,1 1 0,0 0 0,-1-1 0,1 1 0,0 0 0,0 0 0,1 0 0,0-1 0,0 1 0,0-1 0,0 0 0,0 0 0,1-1 0,-1 1 0,1-1 0,0 1 0,0-1 0,0-1 0,1 0 0,1-1 0,1 0 0,1 0 0,2-1 0,1 1 0,-1 0 0,-1 0 0,0 1 0,-1 0 0,0 0 0,1 0 0,1 0 0,-1 1 0,-1-1 0,-1 1 0,-3-1 0,1 1 0,-2 0 0,1 0 0,-1 1 0,-1-1 0,-2 2 0,-2 0 0,0 1 0,-1-1 0,0 1 0,1-2 0,1 1 0,1-1 0,0-1 0,1 1 0,0-1 0,-1 0 0,-1 1 0,1-1 0,1 0 0,0 0 0,2 0 0,0-1 0,0 1 0,-1 0 0,1-1 0,-1 1 0,1-1 0,0 0 0,-1 0 0,0 0 0,0-2 0,0 0 0,0 0 0,0 0 0,0 0 0,1 0 0,0 1 0,1 0 0,-1 1 0,1 1 0,0 0 0,-1 0 0,0 0 0,-1 0 0,0 0 0,0 1 0,-1 0 0,1 1 0,0-1 0,0 1 0,0-1 0,1 1 0,-1-1 0,0 1 0,-1-1 0,1 0 0,-2 0 0,1 0 0,0 0 0,-1-1 0,2 0 0,0 0 0,0 0 0,0-1 0,-1-1 0,0-1 0,-1 1 0,1-1 0,0 0 0,1 1 0,0 0 0,1 0 0,0 1 0,1 0 0,0 1 0,0-1 0,-1 1 0,1-1 0,0 1 0,0-1 0,0 1 0,0 0 0,0-1 0,0 1 0,-1 0 0,1 0 0,-1 0 0,0 1 0,-1 0 0,-2 1 0,-1 0 0,0 1 0,0-1 0,0-1 0,2 0 0,0 0 0,0-1 0,1 1 0,-1-1 0,1 0 0,1 0 0,0 0 0,0 0 0,0 1 0,0-2 0,0 1 0,0 0 0,-1-1 0,0 0 0,0-2 0,-1 0 0,0-1 0,0 0 0,1 2 0,1 0 0,0 1 0,0 0 0,1 0 0,-1 1 0,1-1 0,-1 1 0,0 0 0,1-1 0,-1 1 0,1 0 0,-1 0 0,0 0 0,0 0 0,0 0 0,0 0 0,0 0 0,1 0 0,0-1 0,-1 1 0,1-1 0,-1 0 0,1-1 0,0 2 0,0-1 0,-1 1 0,1 0 0,-1-1 0,0 1 0,0 0 0,-1 1 0,-1-1 0,-2 0 0,1 0 0,-1 1 0,1-1 0,2 0 0,0 0 0,1 0 0,0 0 0,0 1 0,0-1 0,0 0 0,0 0 0,0 0 0,0 1 0,0 0 0,0-1 0,1 1 0,0-1 0,-1 0 0,1 1 0,0-1 0,0 0 0,2-3 0,4-1 0,-3 0 0,2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24575,'-1'1'0,"0"-1"0,0 0 0,1 0 0,-1 0 0,1 0 0,0 0 0,0 0 0,0 0 0,0 0 0,1-1 0,-1 1 0,0-1 0,1 1 0,-1 0 0,0 0 0,0 2 0,-1-1 0,1 1 0,-1 0 0,1-1 0,0-1 0,-1 1 0,1-1 0,0 0 0,0 0 0,0-1 0,-1 1 0,1-1 0,-1-1 0,0 1 0,1-1 0,0 0 0,-1 0 0,1 1 0,1 0 0,-1 1 0,0-1 0,0 1 0,1-1 0,0 1 0,-1 0 0,1 0 0,0 0 0,-1 0 0,1 1 0,-1-1 0,0 1 0,0-1 0,0 1 0,0 0 0,0 0 0,0 0 0,-1-1 0,1 1 0,0-1 0,0 0 0,0 0 0,0-1 0,0 1 0,1 0 0,-1 0 0,0 0 0,0 0 0,0 1 0,0 0 0,0 0 0,0 0 0,-1 1 0,1-1 0,0-1 0,-1 0 0,1 0 0,0 0 0,-1 0 0,1 0 0,-1 0 0,1-1 0,-1 0 0,1 0 0,-1 0 0,1 0 0,0 0 0,0 1 0,0 0 0,1 0 0,0-1 0,0 1 0,0 0 0,0 0 0,0 0 0,1 1 0,-2-1 0,1 1 0,0-1 0,0 1 0,-1-1 0,0 1 0,0-1 0,0 0 0,0 0 0,0 1 0,-1-1 0,1 0 0,-1 1 0,0-1 0,1 0 0,-1 0 0,1 0 0,0 0 0,0 0 0,0-1 0,0 1 0,0-1 0,1-1 0,-1 1 0,0 1 0,0-1 0,0 1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12 4 24575,'0'0'0,"0"0"0,-1 0 0,1 1 0,-1-1 0,1 0 0,-1 0 0,1 0 0,0 0 0,-1-1 0,1 1 0,-1 0 0,1 0 0,0 0 0,0-1 0,-1 1 0,2 0 0,-1-1 0,0 1 0,0-1 0,0 1 0,1-1 0,-1 1 0,0 0 0,0 0 0,1 0 0,-1 1 0,1 0 0,0 0 0,-1 1 0,1 0 0,-1-1 0,0 0 0,1 0 0,-1-1 0,-1 1 0,1 0 0,-1 0 0,-1 0 0,1 0 0,-1-1 0,0 1 0,1-1 0,0-1 0,0 1 0,0-1 0,1 0 0,0-1 0,0 0 0,1 1 0,-1-1 0,1 1 0,0 1 0,0-1 0,0 1 0,1 0 0,-1 0 0,0 0 0,0 0 0,0 1 0,-1-1 0,0 1 0,0 0 0,0-1 0,-1 1 0,0 0 0,0 0 0,-1-1 0,1 0 0,1 0 0,0 0 0,0 0 0,0 0 0,0 0 0,0-1 0,0 1 0,1-2 0,0 1 0,0 0 0,0 1 0,-1 0 0,0 0 0,0 1 0,-1 0 0,0 1 0,0-1 0,1 0 0,-1-1 0,1 0 0,0-1 0,1 1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 8 24575,'1'-2'0,"0"1"0,0-1 0,1 0 0,-1 1 0,0 1 0,-1 0 0,0 1 0,0 1 0,0-1 0,0 1 0,-1 0 0,-1-1 0,1-1 0,0 1 0,0-1 0,0-1 0,0 1 0,0-1 0,0 0 0,0 0 0,1 1 0,0-1 0,0 1 0,1 0 0,0 0 0,0 1 0,0-1 0,-1 1 0,1-1 0,-1 1 0,0 0 0,-1-1 0,1 1 0,-1-1 0,0 1 0,1-2 0,0 1 0,-1-1 0,1-1 0,0 1 0,1-1 0,0 1 0,0 1 0,0 0 0,0 0 0,1 0 0,-2 1 0,1 0 0,-1-1 0,0 0 0,0 1 0,-1-1 0,1 0 0,0 0 0,-1 0 0,1-1 0,0 1 0,0-1 0,-1 1 0,1-1 0,0 0 0,0 1 0,2 0 0,-1-1 0,1 1 0,-1 1 0,0-1 0,-1 1 0,1 0 0,-2 0 0,1 0 0,-1-1 0,1 1 0,0-1 0,0 0 0,0 0 0,-1 0 0,1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7 24575,'0'-1'0,"1"-1"0,1 0 0,0 1 0,-1 0 0,0 1 0,-1 0 0,0 1 0,0-1 0,0 1 0,0 0 0,0 0 0,-1 0 0,0 0 0,-1 0 0,1-1 0,0 0 0,0 0 0,1-1 0,0 1 0,0 0 0,0-1 0,0 1 0,1 0 0,0 0 0,-1 0 0,1 0 0,-1 0 0,0 0 0,0 1 0,0-1 0,-1 1 0,0 0 0,0-1 0,0 0 0,-1 0 0,1-1 0,0 0 0,0 0 0,1 0 0,0 0 0,0 1 0,1-1 0,0 1 0,1 0 0,-1 1 0,0-1 0,0 1 0,-1 0 0,0 0 0,-1 0 0,1-1 0,-1 1 0,0-1 0,0 0 0,1 0 0,-1 0 0,1 0 0,0-1 0,0 0 0,0 0 0,1 0 0,-1 0 0,2 1 0,-1 0 0,-1 0 0,1 1 0,-1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10 24575,'-2'0'0,"-2"-1"0,-1 1 0,-1-1 0,2 0 0,1 0 0,2 0 0,1 0 0,1 0 0,0 0 0,0 0 0,0 0 0,0 1 0,0 0 0,1 0 0,0 2 0,1-1 0,-1 1 0,-1 0 0,0-1 0,-2 1 0,0-1 0,0-1 0,0 1 0,0-1 0,1 0 0,0-1 0,0-1 0,0 0 0,0 1 0,1-1 0,0 1 0,-1 0 0,1 1 0,-1 0 0,-1 0 0,1 1 0,-1 0 0,1-1 0,-1 1 0,1-1 0,-1-1 0,1 1 0,0-1 0,0 0 0,0 1 0,1-1 0,-1 1 0,0 0 0,0 0 0,0 0 0,0 1 0,1-1 0,-1 0 0,0 0 0,1 0 0,-1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7 24575,'1'0'0,"1"0"0,0-1 0,2 0 0,-2 1 0,0 0 0,-1 0 0,-1 0 0,0 1 0,-1 0 0,1-1 0,-2 1 0,1 0 0,-1-1 0,-1 0 0,1-1 0,0 0 0,1-1 0,0 1 0,1 0 0,0 0 0,1 0 0,0 0 0,1 1 0,-1 0 0,0 0 0,0 1 0,-1-1 0,0 0 0,0 1 0,-1-1 0,1 1 0,-1-1 0,1 0 0,-1 0 0,1 0 0,0-1 0,0 1 0,0 0 0,1 0 0,0 0 0,0 0 0,0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6 24575,'-1'0'0,"0"1"0,-1-1 0,0 0 0,0 0 0,1 0 0,1-1 0,0 1 0,1-2 0,0 1 0,1 0 0,1 0 0,-1 0 0,-1 1 0,-1 0 0,0 1 0,0 0 0,-1 0 0,0 1 0,0-1 0,0-1 0,0 1 0,0-1 0,1 0 0,0-1 0,0 1 0,0 0 0,1 0 0,0 0 0,-1 0 0,2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6 24575,'-1'0'0,"1"0"0,0 0 0,1 0 0,1 0 0,-1 0 0,0 0 0,-1 1 0,1-1 0,-1 0 0,-1 1 0,0-1 0,0 0 0,-1 1 0,0-1 0,1-1 0,-1 0 0,1-1 0,1 0 0,0 1 0,2 0 0,0 0 0,0 1 0,0 0 0,0 0 0,-2 1 0,0 0 0,-1 0 0,1 0 0,-1 0 0,0 0 0,1-1 0,0 0 0,-1 0 0,1 0 0,0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4 24575,'-1'-1'0,"0"1"0,-1 0 0,0 0 0,0 1 0,-1-1 0,1 1 0,0 0 0,1-1 0,0 1 0,-1 0 0,1 0 0,0 1 0,0 0 0,0-1 0,1 1 0,0-1 0,0 0 0,1 0 0,0 0 0,0-1 0,1 1 0,1-1 0,0 0 0,1-1 0,-2 0 0,1 0 0,-1 0 0,0 0 0,-1 0 0,1-1 0,-1 0 0,0 0 0,-1-1 0,0 1 0,0 0 0,-1 1 0,1 1 0,0 0 0,-1 0 0,1 0 0,-2 0 0,0 1 0,-1 1 0,1-1 0,0 1 0,1-2 0,1 0 0,2 0 0,0 0 0,0 0 0,-1 0 0,0 0 0,-1 0 0,0 1 0,0 0 0,-1 1 0,-1 0 0,0 1 0,0-2 0,0 0 0,1 0 0,1-2 0,-1 1 0,1-1 0,0 1 0,0-1 0,1 0 0,-1 0 0,2 0 0,-1 1 0,-1-1 0,0 1 0,-1 1 0,-1 0 0,-1 0 0,0 0 0,0 0 0,2-1 0,1 0 0,0-1 0,1-1 0,1-1 0,2-1 0,2 1 0,0 1 0,-1 0 0,-1 2 0,-3 0 0,-1 1 0,0 0 0,-1 0 0,0 1 0,1-1 0,-1-1 0,1 0 0,1 0 0,-1 0 0,0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31 1 24575,'0'0'0,"0"-1"0,-1 1 0,0 0 0,0 0 0,-2 1 0,-1 1 0,-2 1 0,1 0 0,1 0 0,1 0 0,1-2 0,2 0 0,-1 0 0,1-1 0,0 0 0,0 1 0,1 0 0,1-1 0,0 1 0,1 0 0,1 0 0,1-1 0,1 0 0,-2-1 0,0 0 0,-3-1 0,0 1 0,-1 0 0,1 0 0,-1-1 0,-1 1 0,0-1 0,0 0 0,0 1 0,0 1 0,-1 0 0,0 0 0,-1 1 0,0 0 0,1 2 0,-1 0 0,2-1 0,-1 0 0,2-1 0,-1 0 0,2-2 0,0 0 0,0-1 0,1 0 0,-1 1 0,-1 1 0,0 0 0,0 0 0,0 0 0,0 1 0,1-1 0,-1 1 0,0-1 0,0 0 0,0 0 0,2-2 0,1 0 0,1 0 0,-2 0 0,-1 2 0,-1 0 0,0 1 0,0 0 0,-1 1 0,0-1 0,0 0 0,1-1 0,0 1 0,1-1 0,0 0 0,0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27 0 24575,'0'0'0,"-2"0"0,0 1 0,0 0 0,-1 0 0,0 1 0,0-1 0,1 1 0,0-1 0,0 1 0,0-1 0,1 1 0,0-1 0,0 1 0,0-1 0,1 0 0,0 0 0,0 1 0,1-1 0,0-1 0,-1 1 0,2-1 0,0-1 0,2-1 0,1 0 0,0-1 0,-2 2 0,-1-1 0,-1 1 0,0 1 0,-1-1 0,0 1 0,0-1 0,0 0 0,0 0 0,-1-1 0,0 0 0,0 1 0,1 1 0,1 0 0,0 0 0,-1 0 0,0 1 0,0 0 0,-1 1 0,-1 0 0,-2-1 0,0 1 0,0-1 0,1-1 0,0 0 0,2-1 0,0 1 0,1 0 0,0 0 0,1-1 0,0 1 0,0-1 0,1 0 0,-1 1 0,0 0 0,-1 0 0,0 1 0,0 0 0,0 0 0,-1 1 0,1-1 0,-1 0 0,1-1 0,0 0 0,0 0 0,2-1 0,1-1 0,3-1-1696,4 1 0,-4 1 0,-1 1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24575,'-1'0'0,"0"0"0,-1 1 0,-1 1 0,0 1 0,-1 1 0,0 0 0,2-1 0,1-1 0,0 0 0,1 0 0,0-1 0,1 1 0,1-1 0,0 0 0,1-1 0,0 1 0,2-1 0,-1 1 0,-1-2 0,-1 1 0,-1-2 0,-1 1 0,1-1 0,0 0 0,-1 0 0,0 0 0,0 1 0,0-1 0,-1 1 0,1 0 0,-1 0 0,-2 0 0,-1 1 0,0-1 0,1 1 0,0 0 0,2 1 0,2-2 0,2 0 0,1-1 0,0 0 0,0 1 0,-2 1 0,-1 0 0,0 2 0,-1-1 0,-1 1 0,-1 1 0,0 0 0,-1-1 0,-1 0 0,0-1 0,0-1 0,1 0 0,2-1 0,0 1 0,0-1 0,1 1 0,0 0 0,1 0 0,0 0 0,-1 0 0,1 0 0,0 2 0,0-1 0,0 0 0,-1 1 0,0-1 0,-1 0 0,1-1 0,0 0 0,0-1 0,0-1 0,1 0 0,1-1 0,1 1 0,0 0 0,0 1 0,-1 0 0,-1 1 0,-1 1 0,0-1 0,-1 0 0,1 0 0,-1 1 0,1-1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24575,'0'0'0,"0"0"0,-1 0 0,0 0 0,-1 1 0,-1 0 0,1 1 0,-1 0 0,2 1 0,0-1 0,0 0 0,1 0 0,0-1 0,1 1 0,0-1 0,0 0 0,0-1 0,1 0 0,-1-1 0,1-1 0,-1 0 0,1 0 0,-1 0 0,0 0 0,0 0 0,0 1 0,-1 0 0,1 0 0,-1 0 0,0 1 0,1-1 0,0 1 0,1-1 0,1 0 0,-1 1 0,0 0 0,-1 0 0,0 1 0,-1-1 0,0 1 0,-1 0 0,-1 1 0,-3 0 0,-1 0 0,0 0 0,1-1 0,1-2 0,1 1 0,1-2 0,0 0 0,1 1 0,1-1 0,0 1 0,1 0 0,2 1 0,1-1 0,0 1 0,0 0 0,-2 1 0,-1 1 0,0 0 0,-1 1 0,0 1 0,-2-1 0,0 0 0,-1-1 0,1-1 0,0-1 0,1 0 0,0-2 0,0 0 0,1-1 0,0 1 0,1 0 0,1 1 0,2 1 0,1-1 0,-1 1 0,-2 0 0,-2 1 0,0-1 0,-1 0 0,0 0 0,0 0 0,1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3 24575,'1'1'0,"0"-1"0,-1 1 0,2 0 0,-2 0 0,1 0 0,-1 1 0,-1-1 0,0 1 0,-2 0 0,1 0 0,-1-2 0,1 1 0,0-2 0,1 0 0,0 0 0,1 0 0,0 1 0,0 0 0,0 0 0,1 0 0,0 0 0,-1 0 0,1 0 0,0 0 0,-1 1 0,0 0 0,0 0 0,-1 0 0,0 0 0,0 0 0,0-1 0,0 0 0,1 0 0,-1-1 0,0-1 0,1 0 0,0 0 0,2-1 0,0 1 0,0 0 0,0 1 0,0 1 0,-1 0 0,-1 1 0,1 0 0,0 0 0,-1 0 0,0 1 0,0-1 0,-1 0 0,0 0 0,-1 0 0,1-1 0,-1 0 0,1 0 0,0-1 0,1-1 0,0-1 0,0 0 0,2 1 0,0 0 0,1 1 0,-2 0 0,1 1 0,-1 1 0,-1 1 0,1 1 0,-1 0 0,-1 1 0,0-1 0,-1-1 0,0 0 0,-1-1 0,1-1 0,-2-1 0,1 0 0,0-1 0,1 0 0,1 0 0,1 0 0,2 1 0,1-1 0,4 1 0,0 0 0,0 1 0,-3 0 0,-2 1 0,-2 1 0,0-1 0,0 2 0,-1-1 0,-1 0 0,1 0 0,-1-2 0,1 0 0,0 0 0,0 0 0,0-1 0,0 0 0,1 1 0,0-1 0,0 0 0,0 0 0,0 1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41 0 24575,'-1'1'0,"-1"0"0,0 1 0,-1 0 0,-1 0 0,-1 1 0,1-1 0,1 0 0,1-1 0,0 0 0,1 0 0,-1 0 0,1 0 0,-1 0 0,0 1 0,1-1 0,-1 0 0,1 0 0,0-1 0,1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 0 24575,'0'1'0,"-1"-1"0,0 1 0,-1 0 0,0 1 0,0-1 0,1-1 0,0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12 0 24575,'0'1'0,"0"-1"0,-1 1 0,1 0 0,-1 0 0,0 0 0,0 0 0,0 0 0,-1 0 0,0 1 0,1-1 0,0-1 0,1 1 0,-1-1 0,1 0 0,0 1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53 0 21940,'-1'1'0,"-2"0"1272,0 0-1272,-1 1 444,-1 0-444,0-1 226,1 1-226,-1-1 693,0 1-693,0 1 0,0-1 0,2 0 0,1-1 0,1 0 0,0 0 0,1-1 0,0 1 0,-1-1 0,1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6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 0 24575,'0'1'0,"0"-1"0,0 1 0,-1 0 0,1 0 0,-2 0 0,1 0 0,-1 1 0,1-1 0,-1 0 0,2 1 0,-1-2 0,1 1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24575,'-1'1'0,"1"-1"0,-1 1 0,0 1 0,1-2 0,-1 1 0,1 0 0,0-1 0,-1 1 0,1-1 0,0 0 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92 0 24575,'-1'0'0,"-1"1"0,-1 1 0,-2 0 0,-2 0 0,0 1 0,-1-1 0,0 1 0,1-1 0,1 0 0,1-1 0,2 1 0,-1-1 0,1 1 0,0 0 0,0 0 0,0 0 0,1 0 0,-1 0 0,0 0 0,1 0 0,0 0 0,1-1 0,0 0 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0 24575,'-1'0'0,"1"1"0,-1 0 0,0 0 0,-1 1 0,1-1 0,-2 1 0,0 1 0,0-1 0,-1 0 0,1 0 0,1-1 0,1-1 0,1 1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20423,'-1'1'0,"0"1"1958,0-1-1958,1 0 704,-1 0-704,0 0 362,1-1-362,0 1 0,0-1 0,1 1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68 0 24575,'-1'1'0,"-1"0"0,-2 1 0,-1 0 0,-1 1 0,-1 1 0,1 0 0,1 0 0,0-1 0,1 0 0,2-1 0,-1 0 0,0 1 0,1-1 0,-1 0 0,0 0 0,1-1 0,-1 1 0,2-1 0,0 0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 0 22299,'0'1'0,"0"0"1104,-1 0-1104,0 1 383,0-2-383,0 1-1599,0 0 1,0-1 0,0 1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0 21536,'0'1'0,"-1"0"1458,1 0-1458,-1 1 513,0-1-513,0 0 262,-1 1-262,0 0-1495,-1 2 1,2-2-1,-1 0 1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90 0 24047,'0'1'0,"-2"1"262,-1 1-262,-1 1 88,-2 1-88,0 1 44,1-1-44,1-1 134,0 0-134,-1 0 0,0 0 0,0-1 0,0 1 0,0 0 0,0 0 0,0-1 0,1 1 0,-1 0 0,1-1 0,1 0 0,1-1 0,1-1 0,1-1 0,-1-1 0,1 0 0,-1 0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24575,'-2'1'0,"0"0"0,-1 0 0,-2 1-2126,2 0 0,0-1 0,2-1 1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7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0 24575,'-1'1'0,"1"0"0,0-1 0,0 1 0,0-1 0,1 2 0,0-1 0,0 0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49 0 24575,'0'1'0,"-1"0"0,-1 3 0,-2 2 0,-1 1 0,-2 2 0,1 0 0,-1-1 0,2-2 0,1-2 0,1-2 0,1-1-1696,0 0 0,1 0 0,1-1 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22753,'0'1'0,"-1"0"890,0 1-890,0-1 306,0 0-306,1 0 154,-1 0-154,1-1 0,0 1 0,0-1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24575,'0'0'0,"-1"1"0,1 0 0,-1-1 0,1 1 0,-1 0 0,0 0 0,1 0 0,-1-1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18 0 22121,'-1'1'0,"0"0"1188,0 1-1188,0 0 413,-1 0-413,1 0 210,0 1-210,-1-1 643,1 0-643,-1 0 0,1 0 0,-1 0-1696,1 0 0,0-1 0,1-1 0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20 0 24575,'0'1'0,"0"1"0,-1 1 0,-1 0 0,0 2 0,-1 0 0,0 0 0,-1 0 0,1-3 0,1 0 0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 0 24575,'0'0'0,"0"1"0,0 0 0,0 0 0,0 0 0,-1 0 0,1 0 0,-1 0 0,0 0 0,-1 1 0,1-1 0,0 0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 0 24575,'0'1'0,"-1"-1"0,1 1 0,0-1 0,-1 1 0,1-1 0,0 0 0,0 0 0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8 24575,'0'0'0,"-1"1"0,1-1 0,0 1 0,0-2 0,-4-3 0,3 3 0,-2-3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71 0 24575,'0'0'0,"-1"1"0,1-1 0,0 0 0,0 0 0,-1 1 0,1-1 0,-1 1 0,0 0 0,0 0 0,-1 0 0,0 1 0,-1 0 0,1 0 0,-1 0 0,1-1 0,0 1 0,-1-1 0,1 1 0,-1 0 0,0 0 0,1 0 0,-1 0 0,-1 0 0,1 1 0,0-1 0,1 0 0,0 0 0,0-1 0,0 1 0,1-1 0,-1 1 0,1-1 0,-1 1 0,1-1 0,-1 1 0,0 0 0,0-1 0,1 1 0,0-1 0,0-1 0,1 0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8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67 0 10941,'-2'2'0,"-2"0"4994,-1 2-4994,-2 0 2373,0 0-2373,1 0 1359,0 0-1359,0-1 4908,2 0-4908,1-1 0,0 1 0,1-1 0,0 0 0,0 0 0,0 0 0,0 0 0,0 1 0,1-2 0,0 1 0,1-2 0,1 0 0,-1 0 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60 0 19859,'-2'2'0,"0"0"2204,0 1-2204,-2 1 801,-1 0-801,0 0 414,-1-1-414,1 1 1297,0-1-1297,1 0 0,0 1 0,0-1 0,1 0 0,0 0 0,1-1 0,1 0 0,-1-1 0,2 0 0,-1 0 0,1-1 0,0 0 0,1 0 0,-1 0 0,1 0 0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68 0 21332,'-1'1'0,"0"1"1552,-2 0-1552,-2 2 547,-2 2-547,-1 0 280,-1 1-280,1 0 864,1-2-864,3 0 0,0-1 0,0 0 0,1 0 0,1-1 0,1-1 0,0-1 0,1-1 0,0 0 0,0 0 0,1 0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61 0 20648,'-1'1'0,"1"1"1859,-2 1-1859,-2 2 665,-2 2-665,2-3 0,0 1 170,-1 0 1,-1 0-171,1 0 0,0 0 531,0-1 0,1 0-531,-1 2 0,2-2 0,1-2 0,2-1 0,1-1 0,0-1 0,0 1 0,1-1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39 0 24575,'-1'2'0,"0"0"0,-2 2 0,0 2 0,-2 3 0,2-5 0,1 2 0,-1-1 0,0 0 0,-3 4 0,2-1 0,2-3 0,0-2 0,1-1 0,1-1 0,0-1 0,1-1 0,1-1 0,-1 0 0,0 1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42 0 22520,'-1'2'0,"0"0"1000,-2 2-1000,-2 3 345,-1 2-345,3-5 0,-1 1 87,1 0 1,-1 0-88,-1 3 535,2-2-535,0-2 0,2-2 0,1-1 0,0-2 0,1-1 0,0 0 0,0 0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9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24575,'0'1'0,"-1"0"0,0 1 0,-1 1 0,0 0 0,0 2 0,0 0 0,-1 2 0,1-1 0,0 0 0,0 0 0,1-2 0,0 0 0,0-2 0,1-1 0,0 0 0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2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34 3 8191,'-6'4'0,"-2"1"5063,2-1-5063,0 1 2818,1-1-2818,3-2 1719,1-1-1719,1-1 6784,3-2-6784,4-2 0,3-2 0,-4 3 0,0-1 0,4-1 0,-3 2 0,-4 2 0,-2 1 0,-2 3 0,-2 3 0,-3 3 0,3-4 0,0 0 0,-2 3 0,2-3 0,3-4 0,3-4 0,4-3 0,-2 3 0,1-1 0,-1 0 0,1 0 0,1 0 0,-3 2 0,-5 4 0,-2 2 0,-1 2 0,0 0 0,2-2 0,0-2 0,3-2 0,1-1 0,6-3 0,-3 1 0,1 0 0,0 0 0,0 1 0,2-2 0,-5 4 0,-3 2 0,-1 1 0,1 1 0,-1-1 0,1-1 0,1-2 0,1-1 0,0-1 0,1 1 0,-1-1 0,0 2 0,-2 3 0,0 2 0,1 3 0,-1 1 0,1-3 0,0-3 0,0-3 0,1-2 0,2-3 0,3-2 0,1 0 0,-1 1 0,-3 2 0,-3 4 0,-1 3 0,0 2 0,0 2 0,0 0 0,0-1 0,0-4 0,2-4 0,2-2 0,2-3 0,0 0 0,-1 2 0,-3 3 0,-1 2 0,-1 2 0,0 2 0,0 0 0,0 0 0,1-2 0,-1 0 0,0-1 0,1 0 0,1 1 0,3 1 0,0-1 0,0-1 0,-3-1 0,-1 0 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5 24575,'10'-1'0,"0"-1"0,-5 1 0,0 1 0,-1-1 0,0 1 0,0 0 0,-1 0 0,0 0 0,0 0 0,0 1 0,-1-1 0,0 0 0,-1 1 0,-1-1 0,1 1 0,-1-1 0,1 1 0,-1 1 0,1-2 0,-1 1 0,0 1 0,0-1 0,0 1 0,0 0 0,1 0 0,-1 0 0,1 1 0,0-1 0,1 0 0,0 0 0,0 0 0,1 1 0,0-1 0,0 0 0,0-1 0,0 0 0,-1 0 0,1 0 0,-1-1 0,1 1 0,0-2 0,1 1 0,2-1 0,1-1 0,0 0 0,-1-1 0,-1 2 0,-1 0 0,-1 0 0,-1 1 0,0 0 0,0-1 0,0 1 0,0 0 0,-1 1 0,1-1 0,0 1 0,0-1 0,-1 1 0,-1-1 0,0 0 0,0 1 0,1-1 0,-1 1 0,0 1 0,1-1 0,-1 1 0,1 1 0,0-1 0,1-1 0,-1 1 0,0-1 0,1 0 0,0-1 0,1 0 0,1 0 0,2-2 0,3 1 0,0-1 0,1 0 0,-3 1 0,-2 1 0,-1-1 0,-1 1 0,0-1 0,0 1 0,0 0 0,-1-1 0,-1 2 0,-1-1 0,0 0 0,0 0 0,0 1 0,0 0 0,0 0 0,0 1 0,0 0 0,0 0 0,1 0 0,-1 0 0,1 0 0,1 0 0,0 0 0,2-1 0,0 1 0,1 0 0,-1-1 0,1-1 0,-1 1 0,1-2 0,2-1 0,2 0 0,1-2 0,-4 2 0,-1 0 0,1 0 0,0 0 0,0 0 0,0 0 0,4-1 0,-1 0 0,-4 2 0,-2 0 0,-2 1 0,-1 0 0,0 0 0,0 0 0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149 31 24575,'-1'-1'0,"0"-1"0,-3 0 0,-1-2 0,-2 0 0,-2 0 0,1 1 0,0 0 0,-1 1 0,-1 1 0,0-1 0,2 1 0,0 0 0,1 1 0,0-1 0,-1 1 0,2 0 0,2 0 0,1 0 0,0 0 0,1 0 0,-1 1 0,0-1 0,0 0 0,1 0 0,0 0 0,1 1 0,-1-1 0,0 0 0,1 0 0,0 0 0,0 0 0,1 0 0,1 0 0,1 1 0,1-1 0,2 1 0,2 0 0,1 0 0,1 0 0,2 0 0,0-1 0,0 1 0,-1-1 0,-2 1 0,0 0 0,-2 0 0,-1-1 0,-1 1 0,-1 0 0,0 0 0,1 0 0,-1-1 0,1 1 0,0-1 0,-1 0 0,0 0 0,1 0 0,2 0 0,0 0 0,-1 0 0,-1-1 0,-2 1 0,-1 0 0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 0 24575,'0'0'0,"1"0"0,-1 0 0,0 0 0,0 1 0,0-1 0,1 1 0,-1 1 0,0-1 0,-1 0 0,1 0 0,0 0 0,0 0 0,-1 0 0,1 1 0,-1-1 0,1 1 0,-1-1 0,1 0 0,0 0 0,-1-1 0,1 0 0,0 0 0,0 1 0,-1-1 0,1 0 0,-1 0 0,-1 1 0,2-1 0,-1 0 0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0 24575,'1'0'0,"1"1"0,1 0 0,-1-1 0,-1 1 0,0-1 0,-1 1 0,1 0 0,-1-1 0,0 1 0,0 0 0,0 0 0,0 0 0,-1 1 0,1-1 0,-1 1 0,1-1 0,0 1 0,0-1 0,0 0 0,0 0 0,0-1 0,0 1 0,-1-1 0,1 1 0,0-1 0,0 0 0,-1 0 0,0 1 0,0-1 0,0 0 0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31 0 24575,'0'1'0,"-1"0"0,1 1 0,-1-1 0,0 1 0,0-1 0,0 0 0,0 0 0,0 0 0,0 0 0,0 0 0,0-1 0,-1 1 0,-1 0 0,0-1 0,0 1 0,-1 0 0,1 0 0,1-1 0,1 0 0,1 1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31 0 24575,'0'1'0,"0"0"0,-1 0 0,1 1 0,0 0 0,-1 0 0,0 0 0,-1 0 0,1 0 0,-2 0 0,1-1 0,-1 0 0,-1-1 0,0 1 0,0-1 0,1 0 0,2-1 0,0 1 0,1-1 0,0 1 0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22 0 24575,'0'1'0,"0"0"0,1 0 0,-1 0 0,-1 0 0,1 1 0,-1-1 0,-1 1 0,0 0 0,0-1 0,-1 0 0,0 0 0,0 0 0,1 0 0,1-1 0,-1 0 0,2 0 0,-1 0 0,1 0 0,3-1 0,-2 1 0,1-1 0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87 0 24575,'-1'1'0,"-1"0"0,0 1 0,-2 1 0,-1 1 0,-1 1 0,0 1 0,-1-1 0,0 0 0,1-1 0,0 0 0,0 0 0,1-1 0,1 0 0,0-1 0,2 1 0,-1-1 0,1 0 0,0 1 0,0 0 0,0 0 0,0 0 0,1 0 0,1-2 0,0 0 0,0 0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73 24575,'1'0'0,"-1"-1"0,3 0 0,1-1 0,3-1 0,3 0 0,-4 1 0,0-1 0,1 1 0,0 0 0,0-1 0,0 1 0,-1-1 0,0 1 0,1-1 0,-1 0 0,0 0 0,0-1 0,0 1 0,-1 0 0,4-3 0,-2 1 0,-1 1 0,-1 1 0,-1 1 0,-1 0 0,2 1 0,-3 0 0,1 0 0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6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123 0 8885,'-6'1'0,"-1"2"5114,-3 0-5114,1 1 2714,2-1-2714,0 0 1624,1 1-1624,-1-1 6238,2 0-6238,-1 1 0,1-1 0,0 1 0,0-1 0,0 1 0,0 0 0,1 1 0,0-1 0,0 1 0,1-1 0,-1 0 0,1-1 0,0 1 0,1-1 0,1 0 0,1-2 0,0 0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99 24575,'1'-1'0,"1"-2"0,3-3 0,1-2 0,-2 4 0,1-1 0,-1 0 0,1 0 0,0 0 0,0 0 0,0 0 0,0 0 0,-1 0 0,-1 0 0,2-2 0,-1 1 0,-2 2 0,-1 1 0,0 1 0,0 0 0,0 0-1696,2-1 0,-2 1 0,1 1 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100 0 24575,'0'1'0,"0"0"0,-2 1 0,0 3 0,-2 1 0,-1 2 0,1-3 0,1-1 0,-1 2 0,0-1 0,-1 0 0,1 1 0,-1-1 0,0 0 0,1 0 0,0 0 0,-4 3 0,2-1 0,1-2 0,1 0 0,0 0 0,0-1 0,1-1 0,1 0 0,-1 0 0,0 0 0,1-1 0,1-1 0,1-1 0,1 0 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4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101 0 24575,'-1'1'0,"0"0"0,-1 2 0,-2 3 0,-3 2 0,3-2 0,0-1 0,-1 2 0,0 0 0,0 0 0,-1 0 0,1 0 0,0 0 0,0-1 0,0 0 0,1-1 0,0 0 0,-1 3 0,1-2 0,2-1 0,-1-1 0,1 1 0,1-1 0,-1 0 0,1 0 0,-1-1 0,0 1 0,0 0 0,1 0 0,0-2 0,0-1 0,1 0 0,0-1 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5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67 0 23843,'0'1'0,"-1"1"362,-1 2-362,-2 3 123,-1 3-123,2-4 0,0 0 30,-1 0 1,0 1-31,0 1 0,0-1 93,0 0 0,1 1-93,-1-2 0,1 0 0,-2 4 0,1-3 0,1-1 0,1-2 0,0 0 0,1 0 0,0-1 0,0-1 0,1-1 0,0-1 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2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63 0 24575,'0'0'0,"-2"1"0,-1-1 0,-1 2 0,-1 0 0,1 0 0,-1 0 0,0 0 0,1 0 0,-1 1 0,1 0 0,-1 1 0,2-1 0,1-1 0,0 0 0,1 0 0,0 0 0,0 1 0,-1-1 0,1 0 0,0 0 0,-1-1 0,2 0 0,-1-1 0,1 0 0,0 0 0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3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52 0 24575,'-1'1'0,"-1"1"0,-1 2 0,-1 0 0,-1 1 0,0-1 0,1 0 0,-1 0 0,0 0 0,1 0 0,0-1 0,2-1 0,0 0 0,1-1 0,0-1 0,0 1 0,0 0 0,0 0 0,1 0 0,-1 0 0,1 1 0,0-1 0,1 0 0,-1 0 0,0 0 0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4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49 0 24575,'-1'1'0,"-1"1"0,-1 2 0,-2 2 0,-2 1 0,0 0 0,0 0 0,2-2 0,1-1 0,2-2 0,1 0 0,0-2 0,0 1 0,1-1 0,-1 1 0,0 0 0,0 0 0,1 0 0,0-1 0,0 0 0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5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52 0 13388,'-2'2'0,"1"1"4502,-2 2-4502,-2 0 1942,0 2-1942,-2 1 1071,0-1-1071,2-1 3672,0-1-3672,2-1 0,1 0 0,0-1 0,0 1 0,0 0 0,1-2 0,1 0 0,0-1 0,0 0 0,0-1 0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6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44 0 24575,'0'1'0,"0"1"0,-2 2 0,0 1 0,-2 2 0,-1 1 0,0 1 0,-1-1 0,1 0 0,0-2 0,1-2 0,1 0 0,2-2 0,0 0 0,0-1 0,1-1 0,0 1 0,0-1 0,0 0 0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7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44 0 24575,'-1'1'0,"0"2"0,-2 1 0,0 1 0,-1 2 0,-1 0 0,0 1 0,0-1 0,2-2 0,0 0 0,0-2 0,1-1 0,1 0 0,0 0 0,0 0 0,0-1 0,0 0 0,0 0 0,1 0 0,0 0 0,0-1 0,1 0 0,-1 1 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038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 0 21311,'0'1'0,"-1"1"1561,0 1-1561,0 2 551,0 4-551,-1 1 141,1-4 0,0 0-141,0 0 0,0 0 435,0 0 0,0-1-435,0 5 0,1-2 0,0-4 0,0-3 0,0 0 0,0-1 0,0 0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6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0 11 24575,'1'0'0,"1"0"0,0 0 0,1 0 0,1-1 0,0 1 0,0-1 0,0 0 0,-1 1 0,0-1 0,-1 0 0,0 0 0,1 1 0,-1-1 0,1 0 0,0 0 0,0 0 0,0 1 0,0-1 0,1 1 0,-1 0 0,0 0 0,-2 0 0,0 0 0,-1 1 0,1 0 0,-1 0 0,1 1 0,0 0 0,-1 1 0,1 1 0,0-1 0,0 0 0,-1-1 0,1 0 0,-1-1 0,1 0 0,-1 0 0,1-1 0,-1 0 0,2 1 0,0-1 0,1 0 0,1 0 0,1 0 0,0 0 0,1 0 0,-2 0 0,0-1 0,-2 1 0,-1-1 0,1 0 0,-1 0 0,1 0 0,0 0 0,-1 0 0,1 1 0,1-1 0,1 0 0,0 1 0,0-1 0,0 1 0,-2 0 0,0 0 0,-2 0 0,1 0 0,-1 0 0,0 0 0,1 0 0,-1 0 0,0 0 0,1 1 0,-1 0 0,1 0 0,-1 1 0,1-1 0,0 1 0,0 0 0,0-1 0,0 1 0,0-1 0,0 0 0,0 0 0,0 0 0,0 0 0,1 0 0,-1-1 0,1 1 0,0 0 0,0 0 0,0-1 0,0 0 0,0 0 0,0 0 0,0 0 0,0 0 0,2-1 0,0-1 0,1 1 0,1-1 0,-1 0 0,-1 1 0,-1 0 0,0 1 0,0 0 0,0-1 0,-1 1 0,1 0 0,0 0 0,0 1 0,0 0 0,1-1 0,0 1 0,-2 0 0,0 0 0,-1 0 0,-1-1 0,0 1 0,0 0 0,0 0 0,0 1 0,0 0 0,0 0 0,0 0 0,0-1 0,1 1 0,-1-1 0,0-1 0,1 1 0,-1-1 0,2 0 0,1-1 0,4-1 0,3 0 0,1-1 0,0 0 0,-4 1 0,-4 0 0,-1 1 0,-2 1 0,0 0 0,0 0 0,1-1 0,-1 1 0,0 0 0,1 0 0,0-1 0,0 1 0,2-1 0,-1 1 0,2-1 0,-1 1 0,-1 0 0,0 1 0,-1-1 0,0 0 0,0 0 0,-1 0 0,1 1 0,-1-1 0,0 0 0,0 1 0,0 0 0,0 0 0,1 0 0,-1 0 0,1-1 0,2 1 0,-1 0 0,0 0 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6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363 59 24575,'-1'-1'0,"0"0"0,-1 1 0,-2-1 0,-1 0 0,-1 0 0,1 1 0,1 0 0,1 0 0,0 0 0,0 1 0,1-1 0,-1 0 0,1 1 0,-1 0 0,1-1 0,0 1 0,0 0 0,0 0 0,-1 1 0,1-1 0,0 0 0,0 1 0,-1-1 0,1 1 0,-1-1 0,0 0 0,1 0 0,-1 0 0,0 0 0,0-1 0,1 1 0,-1-1 0,-1 0 0,1 0 0,0 0 0,0-1 0,1 1 0,0-1 0,0 0 0,0 0 0,1 0 0,0 0 0,0 1 0,0-1 0,0 0 0,0 0 0,1-1 0,0 1 0,-1 0 0,1-1 0,-1 1 0,1 0 0,0 0 0,0 0 0,0 0 0,0 1 0,0-1 0,0 1 0,0 0 0,0-1 0,-1 1 0,1-1 0,-1 1 0,0 0 0,-1-1 0,1 1 0,-1 0 0,-1 0 0,1 1 0,0-1 0,-1 1 0,0 0 0,0 0 0,0 0 0,1-1 0,0 1 0,0-1 0,1 1 0,0-1 0,-1 1 0,0-1 0,0 0 0,0 1 0,0-1 0,-1 0 0,-2 0 0,0 0 0,0 0 0,1-1 0,1 1 0,1-1 0,0-1 0,-1 0 0,0 0 0,0 0 0,0 0 0,1 1 0,0 0 0,0 1 0,2-1 0,0 1 0,0-1 0,0 1 0,-1 0 0,1-1 0,0 1 0,0-1 0,0 1 0,0-1 0,0 1 0,0-1 0,-1 1 0,1 0 0,-1 0 0,0-1 0,0 1 0,-1 0 0,0 1 0,0-1 0,-1 1 0,0-1 0,0 1 0,1-1 0,-1 1 0,0-1 0,0 1 0,0 0 0,1-1 0,-1 1 0,0-1 0,0 1 0,0-1 0,1 0 0,-1 0 0,0 0 0,0 0 0,1-1 0,-1 1 0,1-1 0,0 0 0,0 0 0,-1-1 0,1 1 0,1 0 0,0-1 0,0 0 0,1 0 0,-1 0 0,1 0 0,0 0 0,0 1 0,0 0 0,0 0 0,0 0 0,0 1 0,0-1 0,0 1 0,-1-1 0,0 1 0,0-1 0,-2 1 0,0 0 0,-1 0 0,0 0 0,0 1 0,1-1 0,1 0 0,-1 0 0,1 1 0,-1-1 0,0 0 0,1 0 0,-1 1 0,0-1 0,0 0 0,0 1 0,1-1 0,1 0 0,-1 0 0,0 1 0,0-1 0,1 0 0,-1 0 0,1 0 0,0 0 0,0 0 0,-1 0 0,1 0 0,0 0 0,1 0 0,-1-1 0,1 1 0,0 0 0,0 0 0,-1 0 0,1 0 0,0 0 0,0 0 0,0 0 0,0 0 0,0 0 0,1-1 0,-1 1 0,1-1 0,0 0 0,0 1 0,0 0 0,1-1 0,1 0 0,1 1 0,0-1 0,2-1 0,1 0 0,0 0 0,0 0 0,-1 1 0,-1-1 0,-1 2 0,-1-1 0,0 1 0,-1-1 0,0 1 0,0 0 0,-1 0 0,0 0 0,0 0 0,0 0 0,-1 0 0,0 0 0,0 0 0,1 2 0,-1 0 0,1 1 0,-1 0 0,1 0 0,-1 0 0,1-1 0,-1-1 0,0 1 0,1 0 0,0-1 0,-1 1 0,1-1 0,0 1 0,-1-1 0,1 0 0,0 0 0,0 0 0,0-1 0,-1 1 0,1 0 0,0-1 0,0 1 0,0-1 0,0 1 0,0-1 0,0 0 0,0 0 0,0 0 0,1 1 0,0-1 0,1 0 0,-1 0 0,2-1 0,-1 1 0,2 0 0,-1-1 0,-1 1 0,0-1 0,-1 1 0,-1 0 0,0-1 0,0 1 0,0 0 0,1-1 0,-1 1 0,0-1 0,0 1 0,0-1 0,1 0 0,-1 1 0,0-1 0,0 1 0,0 0 0,1 0 0,0 0 0,1 0 0,-1-1 0,0 1 0,-1 0 0,-1 0 0,0 0 0,0 0 0,0 0 0,0 0 0,0 0 0,1 1 0,-1-1 0,1 1 0,-1 1 0,2 0 0,-1 0 0,0-1 0,0 1 0,0-1 0,0 0 0,0 0 0,1 0 0,-1 0 0,1 0 0,0 0 0,0-1 0,0 1 0,1-1 0,-1 0 0,0 1 0,0-1 0,0-1 0,-1 1 0,1 0 0,0-1 0,1 0 0,-1 0 0,1-1 0,-1 1 0,0 1 0,0-1 0,1 0 0,0 0 0,0 0 0,0 0 0,-1 0 0,1 1 0,-1-1 0,0 1 0,1 0 0,0 0 0,-1-1 0,1 1 0,-1 0 0,0 0 0,0 0 0,0-1 0,-1 1 0,0 0 0,0 0 0,0 0 0,0 1 0,0-1 0,0 2 0,1-1 0,-1 1 0,0-1 0,-1 0 0,1 0 0,-1 0 0,0 0 0,0 0 0,0 0 0,0 0 0,0 1 0,0-1 0,0 2 0,1-1 0,-1 1 0,0-1 0,0 1 0,1-2 0,-1 1 0,1-1 0,-1 1 0,1-1 0,0-1 0,0 0 0,0 0 0,0 1 0,0-2 0,2 1 0,-1 0 0,2-1 0,0 0 0,0 0 0,0 0 0,-1-1 0,1 0 0,-1-1 0,0 1 0,0 1 0,0-1 0,1 1 0,0 0 0,-1-1 0,0 1 0,0 1 0,-1-1 0,0 0 0,0 0 0,0 1 0,0-1 0,0 0 0,-1 1 0,1-1 0,0 1 0,-1 0 0,0 0 0,0 0 0,0 0 0,0 1 0,0-1 0,0 1 0,-1-1 0,1 1 0,-1-1 0,1 1 0,-1-1 0,1 0 0,-1 0 0,0 0 0,-1-1 0,0 0 0,-1 0 0,1-1 0,-2 1 0,1 0 0,-2 0 0,0 0 0,-1 0 0,0 1 0,-1-1 0,2 1 0,1 0 0,0 0 0,-1 1 0,1-1 0,-1 1 0,0 0 0,1 1 0,1-1 0,0 0 0,-1 1 0,0 0 0,1 0 0,0-1 0,0 1 0,0 0 0,1 0 0,-1-1 0,1 1 0,0-1 0,1 0 0,-1 0 0,0 0 0,1-1 0,0 1 0,-1-1 0,1 0 0,1-1 0,0 0 0,1-1 0,1 0 0,1 0 0,2 0 0,1-1 0,-1 1 0,0 0 0,-2 1 0,0 0 0,1 0 0,0 0 0,1 0 0,-1 0 0,-1 1 0,-1 0 0,-2-1 0,-1 1 0,0 0 0,-1 0 0,0 1 0,-1-1 0,-2 2 0,-2 0 0,-1 1 0,0 0 0,1-1 0,0-1 0,0 1 0,2-1 0,0 0 0,1-1 0,-1 1 0,1-1 0,-2 0 0,1 0 0,0 0 0,2 0 0,0 0 0,1 0 0,0-1 0,0 1 0,-1 0 0,1-1 0,-1 0 0,1 1 0,-1-2 0,0 1 0,0-2 0,0 1 0,0-2 0,0 1 0,0 0 0,1 0 0,0 1 0,0 0 0,1 1 0,0 0 0,-1 1 0,1 0 0,-1 0 0,-1 1 0,0-1 0,-1 1 0,1 0 0,-1 0 0,1 1 0,0-1 0,1 1 0,-1 0 0,0-1 0,0 1 0,0-1 0,-1 0 0,0 0 0,-1 0 0,1 0 0,-1-1 0,2 0 0,-1 0 0,2 0 0,-1-1 0,-1-1 0,0-1 0,-1 0 0,0 1 0,2-1 0,-1 0 0,2 1 0,-1 1 0,2 0 0,-1 0 0,1 1 0,0-1 0,0 0 0,0 1 0,0-1 0,-1 1 0,1-1 0,0 1 0,0 0 0,0-1 0,0 1 0,-1 0 0,1 0 0,-2 1 0,0 0 0,-2 2 0,-1-1 0,0 0 0,-1 0 0,2 0 0,0-1 0,1 0 0,1-1 0,-1 1 0,1-1 0,0 0 0,0 0 0,1 0 0,0 0 0,0 0 0,0 0 0,0 0 0,0 0 0,-1-1 0,0-1 0,0 0 0,-1-2 0,0 1 0,0-1 0,1 1 0,0 1 0,1 1 0,1 0 0,-1 1 0,1-1 0,-1 1 0,1-1 0,-1 1 0,0 0 0,1-1 0,-1 1 0,1 0 0,-1 0 0,0 0 0,0 0 0,0 0 0,0 0 0,0 0 0,1 0 0,0-1 0,-1 0 0,1 0 0,0 0 0,-1 0 0,1 0 0,0 1 0,-1 0 0,1 0 0,-1 0 0,-1 0 0,0 0 0,-1 0 0,-1 0 0,-1 1 0,0-1 0,1 0 0,2 0 0,0 0 0,1 1 0,0-1 0,-1 0 0,1 0 0,0 0 0,1 0 0,-1 1 0,0-1 0,0 1 0,0-1 0,1 1 0,-1-1 0,1 1 0,0-1 0,0 0 0,0 0 0,2-2 0,3-3 0,-1 1 0,1 0 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24575,'-1'1'0,"1"-1"0,-1 0 0,0 0 0,1 1 0,-1-1 0,1-1 0,0 1 0,0 0 0,0 0 0,1-1 0,-1 1 0,1-1 0,-1 1 0,0 0 0,0 1 0,0 0 0,-1 1 0,1-1 0,-1 1 0,1-1 0,0 0 0,-1-1 0,1 0 0,0 0 0,0 0 0,0 0 0,-1-1 0,1 0 0,-1 0 0,0-1 0,1 0 0,0 0 0,-1 0 0,1 1 0,1 0 0,-1 1 0,0-1 0,0 1 0,1-1 0,0 1 0,-1 0 0,1 0 0,0 0 0,-1 0 0,1 1 0,-1-1 0,1 1 0,-1-1 0,0 1 0,-1 0 0,1 0 0,0 0 0,-1 0 0,1-1 0,0 0 0,0 0 0,0 0 0,0-1 0,1 1 0,-1 0 0,0 0 0,0 0 0,0 0 0,0 1 0,0 0 0,0 0 0,0 1 0,-1-1 0,1 0 0,0-1 0,0 1 0,-1-1 0,1 0 0,-1 0 0,1 0 0,-1-1 0,1 0 0,-1 0 0,1 0 0,-1 0 0,1 0 0,0 0 0,0 1 0,0 0 0,1 0 0,0 0 0,0-1 0,0 1 0,0 0 0,1 1 0,-1-1 0,0 0 0,0 1 0,-1 0 0,1-1 0,-1 0 0,1 1 0,-1-1 0,0 0 0,-1 0 0,1 1 0,0-1 0,-1 1 0,0-1 0,1 0 0,-1 0 0,1 0 0,-1 0 0,1 0 0,0 0 0,0 0 0,0-1 0,0 0 0,1 0 0,-1 0 0,0 0 0,0 0 0,1 1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4 24575,'-1'0'0,"1"1"0,-1-1 0,1 0 0,-1 0 0,1 0 0,0 0 0,-1 0 0,1 0 0,-1 0 0,1-1 0,-1 1 0,1 0 0,0 0 0,0 0 0,0-1 0,0 1 0,0-1 0,0 1 0,0-1 0,0 1 0,1-1 0,-1 1 0,0 0 0,1 0 0,-1 0 0,0 1 0,1 0 0,0 0 0,0 1 0,-1 0 0,1-1 0,-1 0 0,0 0 0,0-1 0,-1 1 0,1 0 0,-1 1 0,0-1 0,-1-1 0,0 1 0,0-1 0,1 0 0,0 0 0,0-1 0,0 0 0,1 0 0,0-1 0,0 1 0,1-1 0,-1 1 0,1 0 0,0 0 0,0 0 0,0 1 0,1 0 0,-1 0 0,0 0 0,0 1 0,0-1 0,-1 1 0,0-1 0,0 1 0,0 0 0,-1-1 0,0 1 0,0 0 0,0-1 0,-1 1 0,2-1 0,0 0 0,0 0 0,0-1 0,0 1 0,0 0 0,0-1 0,1 0 0,0-1 0,0 2 0,0-1 0,-1 1 0,0 0 0,0 1 0,-1 0 0,0 1 0,0 0 0,1-2 0,-1 0 0,1 0 0,1-1 0,-1 1 0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 8 24575,'1'-1'0,"0"-1"0,1 0 0,-1 0 0,1 1 0,-2 1 0,0 0 0,1 1 0,-1 1 0,-1 0 0,1-1 0,-1 1 0,0-1 0,-1 0 0,1-1 0,0 0 0,0 0 0,0-1 0,0 0 0,0 0 0,0 0 0,1 1 0,0 0 0,0-1 0,1 1 0,0 1 0,0-1 0,0 0 0,0 1 0,-1-1 0,0 1 0,0 0 0,0 0 0,-1-1 0,0 1 0,0-1 0,1 0 0,0-1 0,-1 0 0,1-1 0,0 1 0,1-1 0,0 2 0,0-1 0,0 1 0,1 0 0,-1 1 0,0-1 0,-1 1 0,0-1 0,0 0 0,0 1 0,0-1 0,-1 0 0,1 0 0,0 0 0,-1-1 0,1 1 0,0-1 0,-1 1 0,1-1 0,0 0 0,1 1 0,0 0 0,0-1 0,1 1 0,-1 1 0,0-1 0,0 1 0,-1 0 0,0 0 0,-1 0 0,1-1 0,-1 1 0,1-1 0,0 0 0,0 0 0,0 0 0,0 0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7 24575,'0'-1'0,"2"-1"0,-1 1 0,1-1 0,-1 1 0,0 1 0,-1 0 0,0 1 0,1-1 0,-1 1 0,0 0 0,-1 0 0,0 0 0,0 0 0,0 0 0,-1-1 0,1 0 0,0 0 0,1-1 0,0 1 0,0 0 0,0 0 0,0-1 0,1 1 0,0 0 0,-1 0 0,1 0 0,-1 0 0,0 0 0,0 1 0,0-1 0,-1 1 0,0 0 0,0-1 0,0 0 0,-1 0 0,1-1 0,0 0 0,0 0 0,1 0 0,0 0 0,0 1 0,1-1 0,0 1 0,1 0 0,-1 1 0,0-1 0,0 1 0,-1 0 0,0 0 0,-1 0 0,1 0 0,-1-1 0,0 0 0,1 1 0,-1-1 0,0-1 0,1 1 0,0-1 0,0 0 0,0 0 0,1 0 0,0 0 0,0 1 0,0 0 0,0 1 0,-1-1 0,0 1 0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10 24575,'-2'0'0,"-1"-1"0,-2 1 0,-1-1 0,1 0 0,2 0 0,2 0 0,1 0 0,1 0 0,0 0 0,0 0 0,0 0 0,0 1 0,0 0 0,1 0 0,1 2 0,-1-1 0,1 1 0,-2 0 0,-1 0 0,0-1 0,-1 0 0,0-1 0,-1 1 0,1-1 0,1 0 0,0-1 0,0 0 0,0-1 0,0 0 0,1 0 0,0 1 0,0 0 0,-1 1 0,0 0 0,0 0 0,-1 1 0,1 0 0,-1-1 0,0 1 0,1-1 0,0-1 0,0 1 0,0-1 0,0 0 0,0 1 0,0-1 0,0 1 0,0 0 0,1 0 0,-1 0 0,0 1 0,0-1 0,0 0 0,1 0 0,-1 0 0,1 0 0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8 24575,'1'-1'0,"1"1"0,1-1 0,0 0 0,0 1 0,-2 0 0,0 0 0,-1 0 0,0 1 0,0 0 0,-1 0 0,0 0 0,-1-1 0,0 0 0,-1 0 0,1-1 0,0 0 0,1-1 0,0 1 0,1 0 0,0 0 0,1 0 0,0 0 0,1 1 0,-1 0 0,0 0 0,0 1 0,-1-1 0,0 0 0,0 1 0,-1-1 0,1 1 0,-1-1 0,1 0 0,-1 0 0,1 0 0,0-1 0,0 1 0,0 0 0,1 0 0,0 0 0,0 0 0,0 0 0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7 24575,'-1'0'0,"0"0"0,-1 0 0,0 0 0,0 0 0,1 0 0,1-1 0,0 1 0,1-1 0,0-1 0,1 1 0,1 0 0,-1 0 0,-1 1 0,-1 0 0,0 1 0,0 0 0,-1 0 0,0 1 0,0-1 0,0 0 0,0-1 0,1 0 0,-1 0 0,1-1 0,0 1 0,1 0 0,-1 0 0,1 0 0,-1 0 0,2 0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 6 24575,'-1'0'0,"1"0"0,1 0 0,-1 0 0,2 0 0,-1 0 0,0 0 0,0 1 0,-1-1 0,0 0 0,-1 1 0,1-1 0,-2 1 0,0-1 0,0 0 0,1-1 0,-1 0 0,1-1 0,1 0 0,0 1 0,2 0 0,0 0 0,1 1 0,-1 0 0,-1 0 0,-1 1 0,0 0 0,0 0 0,-1 0 0,0 0 0,0 0 0,1-1 0,0 0 0,0 0 0,0 0 0,0 0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24 4 24575,'-1'-1'0,"-1"1"0,0 0 0,0 1 0,0-1 0,-1 0 0,1 1 0,0 0 0,1-1 0,0 1 0,0 0 0,-1 0 0,1 1 0,0 0 0,0-1 0,1 1 0,0-1 0,0 0 0,1 0 0,0 0 0,0 0 0,1-1 0,1 0 0,1 0 0,-1 0 0,0-1 0,-1 0 0,0 0 0,0-1 0,0 1 0,0-1 0,-1 0 0,-1 0 0,1-1 0,-2 1 0,1 0 0,0 1 0,0 1 0,-1 0 0,1 0 0,-1 0 0,0 0 0,-1 1 0,-1 1 0,0 0 0,1-1 0,1-1 0,2 1 0,0-1 0,1-1 0,0 1 0,0 0 0,-2 0 0,1 1 0,-1-1 0,-1 1 0,0 1 0,-1 1 0,0-1 0,0 0 0,1-1 0,0-1 0,0 0 0,1-1 0,-1 1 0,1-1 0,0 0 0,1 0 0,0 0 0,0 0 0,0 1 0,-1 0 0,0 0 0,0 0 0,-3 1 0,0 1 0,0-1 0,0-1 0,2 0 0,1 0 0,0 0 0,1-2 0,1-2 0,3 1 0,1-1 0,0 2 0,-1 0 0,-2 2 0,-1 0 0,-2 1 0,0 0 0,-1 1 0,0-1 0,0 0 0,1-1 0,0 1 0,0-1 0,1-1 0,-1 1 0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32 1 24575,'0'0'0,"-1"-1"0,1 1 0,-1 0 0,-1 0 0,-1 1 0,-1 1 0,-1 1 0,-1 0 0,2 0 0,1 0 0,1-2 0,2 0 0,-1 0 0,1-1 0,0 1 0,0-1 0,1 1 0,1 0 0,0 0 0,1 0 0,1-1 0,1 0 0,1 0 0,-1-1 0,-2 0 0,-1 0 0,-1 0 0,-1-1 0,0 1 0,0 0 0,0-1 0,-1 0 0,0 1 0,0 0 0,0 0 0,-1 1 0,0 0 0,-1 1 0,0 1 0,0 0 0,1 1 0,0 0 0,1-1 0,0-1 0,1-1 0,0 0 0,1-2 0,1 0 0,-1 1 0,0 0 0,-1 0 0,0 1 0,1 1 0,-1-1 0,0 0 0,0 1 0,0-1 0,0 0 0,0 1 0,1-2 0,1 0 0,1-2 0,0 1 0,0 1 0,-2 0 0,-1 1 0,0 1 0,-1 1 0,0-1 0,1 1 0,-1-2 0,0 1 0,1-1 0,2 0 0,-2 0 0,1 0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9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28 0 24575,'-1'0'0,"0"1"0,-1-1 0,-1 1 0,0 0 0,1 1 0,-1-1 0,0 1 0,1 0 0,0-1 0,0 1 0,1-1 0,0 1 0,0-1 0,0 0 0,1 1 0,0-1 0,0 0 0,1 0 0,0 0 0,-1-1 0,2 0 0,0-1 0,3-1 0,-1 0 0,1 0 0,-1 0 0,-2 0 0,-1 1 0,-1 1 0,1-1 0,-1 1 0,0-1 0,0 0 0,-1 0 0,1-1 0,-1 1 0,0-1 0,1 2 0,0 0 0,1 0 0,0 0 0,-1 1 0,-1 0 0,1 1 0,-3 0 0,0 0 0,-1-1 0,-1 0 0,2-1 0,1 0 0,0 0 0,1-1 0,1 1 0,0 0 0,1 0 0,0-1 0,1 0 0,-1 1 0,0-1 0,0 1 0,-1 0 0,0 1 0,0 0 0,0 1 0,-1-1 0,1 1 0,-1-2 0,1 1 0,0-1 0,0-1 0,2 0 0,1-1 0,4 0-1696,2 0 0,-3 0 0,0 2 0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24575,'-1'0'0,"0"0"0,-1 1 0,0 1 0,-2 1 0,0 1 0,0 0 0,2-1 0,1 0 0,0-1 0,1-1 0,1 1 0,-1-1 0,2 0 0,0 0 0,1 0 0,1 0 0,0-1 0,0 0 0,-1 0 0,-1-1 0,-1 0 0,0-1 0,0 0 0,-1 0 0,1 0 0,-1 1 0,0-1 0,0 1 0,-1-1 0,0 1 0,0 0 0,-1 0 0,-2 1 0,0 0 0,0-1 0,2 2 0,1-1 0,1-1 0,3 0 0,1-1 0,1 0 0,-1 1 0,-2 1 0,-1 1 0,-1 0 0,0 0 0,0 2 0,-2-1 0,0 1 0,-2 0 0,0-2 0,0 0 0,0 0 0,1-2 0,2 1 0,0-1 0,0 0 0,1 1 0,0 0 0,1 0 0,0 0 0,-1 0 0,1 1 0,0 0 0,0 0 0,0 1 0,-1-1 0,0 0 0,-1 0 0,1-1 0,0 0 0,0-1 0,0-1 0,1 0 0,1-1 0,1 1 0,1 0 0,-1 1 0,-1 1 0,-2 0 0,0 0 0,0 0 0,0 0 0,-1 1 0,1-1 0,0 0 0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0 24575,'0'0'0,"-1"0"0,0 0 0,0 0 0,-1 1 0,-1 0 0,1 1 0,-1 1 0,2-1 0,0 0 0,0 0 0,1 0 0,0 0 0,1-1 0,0 0 0,0 0 0,0 0 0,1-2 0,-1 1 0,1-2 0,0-1 0,-1 1 0,1 0 0,-1 0 0,-1 1 0,1-1 0,0 1 0,-1 0 0,0 0 0,1 1 0,-1-1 0,2 1 0,0-1 0,1 0 0,-1 1 0,0 0 0,-1 0 0,0 1 0,-1-1 0,0 1 0,-1 0 0,-2 1 0,-1 0 0,-2 0 0,0 0 0,0-1 0,2-1 0,1-1 0,1-1 0,0 0 0,1 1 0,1-1 0,0 1 0,1 1 0,2-1 0,1 0 0,1 1 0,-2 0 0,0 1 0,-2 1 0,0 0 0,-1 1 0,-1 1 0,0-1 0,-2 0 0,1-1 0,-1-1 0,1 0 0,1-2 0,0 0 0,0-2 0,1 0 0,0 1 0,1 0 0,1 1 0,2 1 0,1 0 0,-1 0 0,-2 0 0,-2 0 0,0 0 0,-1 0 0,0 0 0,1 0 0,-1 0 0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 3 24575,'0'1'0,"1"-1"0,0 1 0,0 0 0,0 0 0,-1 0 0,0 1 0,0 0 0,-2 0 0,0 0 0,-1-1 0,0 0 0,1-1 0,0-1 0,1 0 0,0 0 0,1 1 0,0-1 0,0 1 0,0 0 0,1 0 0,0 0 0,0 0 0,-1 0 0,1 1 0,-1-1 0,0 1 0,0 0 0,-1 1 0,0-1 0,0-1 0,0 1 0,1-1 0,-1-1 0,0 0 0,0 0 0,1-1 0,1-1 0,0 0 0,1 1 0,1 0 0,-1 2 0,-1-1 0,0 2 0,0-1 0,0 1 0,-1 0 0,0 0 0,0 1 0,0-1 0,-1 0 0,0 1 0,0-2 0,-1 1 0,1-1 0,-1-1 0,2 0 0,-1-1 0,1-1 0,1 0 0,0 1 0,2 0 0,-1 1 0,0 0 0,-1 1 0,0 1 0,0 1 0,-1 1 0,0 0 0,-1 1 0,0-1 0,-1 0 0,0-2 0,0 0 0,-1-1 0,-1-1 0,1 0 0,0-1 0,1 0 0,1 0 0,1 0 0,2 1 0,2-1 0,2 1 0,1 0 0,0 1 0,-3 1 0,-2-1 0,-1 2 0,-1 0 0,-1 0 0,0 1 0,0-1 0,0-1 0,-1-1 0,0 1 0,1-2 0,0 1 0,0-1 0,1 1 0,0-1 0,-1 0 0,1 0 0,1 1 0,-1-1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42 0 24575,'-1'1'0,"-1"0"0,0 1 0,-2 0 0,0 0 0,0 1 0,0-1 0,1 0 0,0-1 0,2 1 0,-1-2 0,1 1 0,-1 1 0,0-1 0,0 0 0,1 0 0,-1 0 0,1 0 0,0 0 0,1-1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11 0 24575,'-1'1'0,"0"-1"0,0 1 0,-1 0 0,0 1 0,0-1 0,1-1 0,0 1 0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24575,'-1'1'0,"1"-1"0,0 1 0,-1 0 0,0 0 0,0 0 0,0 0 0,0 0 0,-1 1 0,1-1 0,-1 0 0,1 0 0,1-1 0,-1 0 0,1 1 0,0-1 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54 0 21940,'-1'1'0,"-1"0"1272,-2 0-1272,-1 1 444,1 0-444,-1 0 226,1-1-226,-1 1 693,-1 0-693,1 0 0,0 0 0,2 0 0,1 0 0,1-1 0,0-1 0,1 1 0,0-1 0,-1 1 0,1-1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11 0 24575,'-1'1'0,"1"0"0,0-1 0,-1 1 0,1 0 0,-1 0 0,-1 0 0,0 1 0,1-1 0,0 1 0,0-1 0,0-1 0,1 1 0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24575,'-1'1'0,"1"-1"0,-1 1 0,0 1 0,1-1 0,-1-1 0,1 1 0,0-1 0,-1 1 0,1-1 0,0 0 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0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94 0 24575,'-1'0'0,"-1"1"0,-1 1 0,-2 0 0,-2 0 0,-1 1 0,0-1 0,0 1 0,1-1 0,1 0 0,1 0 0,1-1 0,1 1 0,0-1 0,-1 1 0,1 0 0,0 0 0,1 0 0,-1 1 0,1-1 0,-1 0 0,1 0 0,1-1 0,0 0 0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25 0 24575,'0'0'0,"0"1"0,-1 0 0,-1 0 0,1 1 0,-1-1 0,0 1 0,-1 1 0,-1-1 0,0 0 0,1 0 0,1-1 0,1 0 0,1-1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20423,'-1'1'0,"0"1"1958,0-1-1958,1 1 704,-1-1-704,0-1 362,1 0-362,0 1 0,0 0 0,1-1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69 0 24575,'-1'1'0,"-1"0"0,-1 1 0,-2 0 0,-2 2 0,0-1 0,1 1 0,0 0 0,2-1 0,0 0 0,1 0 0,0-1 0,1 0 0,-1 1 0,0-1 0,0 0 0,1-1 0,-1 1 0,2-1 0,0 0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 0 22299,'-1'1'0,"1"0"1104,-1 0-1104,0 1 383,0-1-383,0-1-1599,0 1 1,0-1 0,0 1 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0 21536,'0'1'0,"0"0"1458,-1 0-1458,1 1 513,-1-1-513,-1 0 262,1 1-262,-2 1-1495,0 0 1,2-1-1,-1 0 1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92 0 24047,'0'1'0,"-2"1"262,-1 1-262,-2 1 88,0 1-88,-1 1 44,1-1-44,0 0 134,1-1-134,0-1 0,-2 1 0,1 0 0,-1 0 0,2 0 0,-1 0 0,0 0 0,0-1 0,0 1 0,1-1 0,1 0 0,1-1 0,1-1 0,1-1 0,-1-1 0,1 1 0,-1-2 0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24575,'-1'1'0,"-2"0"0,0 1 0,-1-1-2126,0 1 0,1-1 0,2-1 1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 0 24575,'-1'1'0,"1"0"0,0-1 0,0 1 0,0 0 0,1 0 0,0 0 0,0 0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51 0 24575,'-1'1'0,"0"1"0,-1 1 0,-2 3 0,-1 2 0,-2 1 0,0 0 0,1-1 0,1-2 0,0-2 0,2-2 0,1 0-1696,0-1 0,1-1 0,1 0 0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1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22753,'0'1'0,"-1"0"890,0 1-890,0-1 306,0 0-306,1 0 154,-1 0-154,1 0 0,0-1 0,0 1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24575,'0'0'0,"0"1"0,-1 0 0,0-1 0,1 1 0,-1 0 0,0 0 0,1 0 0,-1-1 0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22121,'-1'1'0,"0"0"1188,0 1-1188,-1 0 413,1 1-413,-1-1 210,1 0-210,-1 0 643,1 0-643,-1 0 0,1 0 0,-1 0-1696,1 0 0,0-1 0,1 0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21 0 24575,'0'1'0,"-1"1"0,0 1 0,0 1 0,-2 0 0,1 1 0,-2 0 0,0 0 0,1-2 0,1-1 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 0 24575,'0'0'0,"-1"1"0,1 0 0,0 0 0,0 0 0,0 0 0,-1 0 0,0 0 0,0 0 0,-1 1 0,1-1 0,0 1 0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 0 24575,'0'1'0,"-1"-1"0,1 1 0,0-1 0,-1 1 0,1-1 0,0 0 0,0 0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 8 24575,'0'1'0,"0"-1"0,-1 1 0,1-1 0,0 0 0,-3-5 0,1 4 0,-1-3 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72 0 24575,'0'0'0,"0"1"0,0-1 0,-1 0 0,1 0 0,0 1 0,0-1 0,-1 1 0,0 0 0,-1 0 0,0 1 0,0-1 0,-1 1 0,1 0 0,-1 0 0,1 0 0,0-1 0,-1 1 0,1-1 0,-1 1 0,0 0 0,0 0 0,0 0 0,0 1 0,0-1 0,0 1 0,0-1 0,1 0 0,0-1 0,1 1 0,-1-1 0,1 1 0,-1-1 0,1 1 0,-1-1 0,0 1 0,0 0 0,0 0 0,1-1 0,0 0 0,0-1 0,1 0 0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69 0 10941,'-3'2'0,"0"0"4994,-3 2-4994,-1 0 2373,0 1-2373,0-1 1359,1-1-1359,1 1 4908,0-1-4908,2-1 0,1 0 0,-1 0 0,1 1 0,0-1 0,0 0 0,0 0 0,0 1 0,1-2 0,0 1 0,1-2 0,1 0 0,-1 0 0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61 0 19859,'-1'2'0,"-1"0"2204,-1 1-2204,-1 1 801,-1 0-801,0 0 414,-1 0-414,1 0 1297,0-1-1297,0 0 0,1 1 0,0-1 0,1 0 0,0 0 0,1-1 0,1 0 0,0-1 0,0 0 0,0 0 0,1-1 0,0 0 0,1 0 0,-1 0 0,1 0 0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2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70 0 21332,'-1'1'0,"0"1"1552,-3 0-1552,0 2 547,-4 2-547,-1 1 280,0 0-280,1-1 864,2 0-864,1-1 0,1-1 0,1 0 0,0 0 0,0-1 0,2-1 0,0-1 0,1 0 0,0-1 0,0 0 0,1 0 0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3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62 0 20648,'0'1'0,"-1"1"1859,-1 1-1859,-2 2 665,-2 2-665,2-2 0,0-1 170,-2 1 1,1 1-171,-1-1 0,1 0 531,1-1 0,-1 0-531,0 3 0,2-3 0,1-2 0,2-1 0,1-1 0,0-1 0,0 0 0,1 1 0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3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40 0 24575,'-1'2'0,"-1"0"0,0 2 0,-1 3 0,-2 1 0,2-3 0,0 0 0,0 1 0,0-1 0,-2 5 0,1-3 0,1-1 0,1-3 0,1-2 0,1 0 0,0-1 0,1-1 0,1-1 0,-1 1 0,1-1 0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3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43 0 22520,'-1'2'0,"0"0"1000,-2 3-1000,-2 1 345,-1 3-345,2-4 0,0 0 87,1 0 1,0 0-88,-3 3 535,3-2-535,1-1 0,0-3 0,2-2 0,0 0 0,2-3 0,-2 2 0,1-2 0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23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0 24575,'0'1'0,"-1"0"0,0 1 0,0 1 0,-1 1 0,-1 0 0,1 2 0,-1 0 0,1 1 0,0-1 0,0 0 0,1-2 0,0 0 0,1-2 0,-1-1 0,1 0 0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6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35 3 8191,'-7'4'0,"0"1"5063,1 0-5063,-1 0 2818,2-2-2818,3-1 1719,1-1-1719,1-1 6784,3-2-6784,4-2 0,4-2 0,-5 3 0,0 0 0,4-3 0,-3 3 0,-4 2 0,-2 1 0,-2 3 0,-2 3 0,-3 3 0,3-4 0,0 1 0,-2 2 0,2-3 0,3-4 0,3-4 0,4-3 0,-2 2 0,1 0 0,-1 0 0,1 1 0,2-2 0,-5 3 0,-4 4 0,-2 3 0,-1 1 0,0 0 0,2-2 0,1-2 0,1-2 0,2-1 0,6-4 0,-2 3 0,0-1 0,0 0 0,0 0 0,2 0 0,-5 2 0,-3 3 0,0 2 0,-1-1 0,1 1 0,0-2 0,0-2 0,2-1 0,1-1 0,-1 0 0,1 1 0,-2 1 0,-1 2 0,1 4 0,-1 2 0,1 1 0,0-3 0,-1-3 0,1-3 0,1-2 0,2-2 0,4-4 0,0 0 0,-1 2 0,-3 3 0,-3 3 0,-1 2 0,0 3 0,0 3 0,0-1 0,0-1 0,0-4 0,2-4 0,2-2 0,2-3 0,1-1 0,-3 3 0,-1 3 0,-2 3 0,-1 1 0,0 1 0,0 2 0,0-1 0,0-2 0,0 0 0,1-1 0,-1 0 0,3 1 0,2 1 0,0-1 0,0-1 0,-2 0 0,-3-1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6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5 24575,'10'-1'0,"0"-1"0,-4 1 0,-2 1 0,1-1 0,-1 1 0,-1 0 0,1 0 0,-1 0 0,0 0 0,0 1 0,-1-1 0,0 0 0,-1 1 0,0-1 0,-1 1 0,1 0 0,-1 0 0,1 0 0,-1 0 0,0 0 0,0 0 0,0 0 0,0 1 0,1 0 0,-1 0 0,1 1 0,0-1 0,0 1 0,0-1 0,1 0 0,1 0 0,0 0 0,-1 0 0,1 0 0,0 0 0,0-1 0,0 0 0,0 0 0,-1-1 0,1 0 0,0 0 0,2 0 0,0-2 0,2 0 0,1 0 0,-2 0 0,-1 1 0,-1 0 0,-1 0 0,-1 0 0,0 1 0,1 0 0,-2 0 0,1 0 0,0 0 0,-1 1 0,1-1 0,0 1 0,-1-1 0,0 1 0,-1-1 0,0 0 0,0 1 0,0 0 0,1 0 0,-1 1 0,1 0 0,0 0 0,0 1 0,0-2 0,0 1 0,1-1 0,0 0 0,0-1 0,1 0 0,1 0 0,2-2 0,3 1 0,1-1 0,-1 0 0,-1 1 0,-3 0 0,-1 1 0,-1-1 0,0 1 0,0 0 0,0-1 0,-1 1 0,-1 0 0,-1 0 0,1 1 0,-1-1 0,0 1 0,0 0 0,0 0 0,0 1 0,0 0 0,0 0 0,0 0 0,1 0 0,0 0 0,0 0 0,2 0 0,0 0 0,1-1 0,1 1 0,0-1 0,0 0 0,-1-1 0,1-1 0,2 0 0,2-2 0,2-1 0,-6 2 0,1 0 0,0 0 0,0 0 0,0 0 0,0 0 0,5-1 0,-2 0 0,-4 2 0,-2 0 0,-2 1 0,-1 0 0,0 0 0,0 0 0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6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152 31 24575,'-1'0'0,"0"-2"0,-3-1 0,-1-1 0,-3 0 0,0 0 0,-1 1 0,1 1 0,-1 0 0,-1 0 0,0 0 0,1 1 0,1 0 0,1 1 0,0-1 0,-1 1 0,2 0 0,2 0 0,0 0 0,2 0 0,-1 0 0,0 1 0,0-1 0,1 0 0,-1 0 0,1 1 0,1-1 0,-1 0 0,0 0 0,1 0 0,0 0 0,0 0 0,1 0 0,1 0 0,1 1 0,2-1 0,1 1 0,1 0 0,2 0 0,2 0 0,1 0 0,0-1 0,0 1 0,-1-1 0,-1 1 0,-1 0 0,-2 0 0,-1 0 0,-1-1 0,-1 1 0,1 0 0,-1 0 0,1 0 0,0-1 0,0 1 0,-1-1 0,0 0 0,1 0 0,2 0 0,0-1 0,-1 1 0,0-1 0,-3 1 0,-2 0 0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 0 24575,'0'0'0,"1"0"0,-1 0 0,0 0 0,1 1 0,-1-1 0,0 1 0,0 1 0,0-1 0,0 0 0,0 0 0,-1 0 0,1 0 0,-1 1 0,1-1 0,-1 1 0,1-1 0,-1 0 0,1 0 0,0 0 0,-1-1 0,1 1 0,0-1 0,0 0 0,0 0 0,-1 0 0,0 1 0,-1-1 0,2 0 0,-1 1 0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0 24575,'1'0'0,"1"1"0,1 0 0,-1-1 0,-1 1 0,0 0 0,0-1 0,-1 1 0,0-1 0,0 1 0,0 0 0,0 0 0,0 1 0,-1-1 0,1 1 0,0-1 0,-1 1 0,1-1 0,0 0 0,0 0 0,0 0 0,0 0 0,0-1 0,0 1 0,0-1 0,-1 1 0,1-1 0,-1 0 0,0 0 0,0 0 0,0 0 0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32 0 24575,'-1'1'0,"1"0"0,-1 1 0,0-1 0,1 1 0,-1-1 0,0 0 0,0 0 0,0 0 0,0 0 0,0 0 0,-1 0 0,0-1 0,0 1 0,-1 0 0,-1 0 0,1-1 0,0 1 0,0 0 0,2-1 0,1 0 0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32 0 24575,'0'1'0,"-1"0"0,1 0 0,0 1 0,-1 0 0,0 0 0,0 0 0,0 0 0,-1 0 0,0 0 0,-1-1 0,0 0 0,0 0 0,-2-1 0,1 0 0,1 0 0,2 0 0,0-1 0,1 1 0,0-1 0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22 0 24575,'1'1'0,"-1"0"0,0 0 0,0 0 0,0 1 0,-1-1 0,0 1 0,0-1 0,-1 1 0,-1-1 0,0 1 0,0-1 0,1-1 0,-1 1 0,2-1 0,-1 0 0,2 0 0,-1 0 0,1 0 0,3 0 0,-2-1 0,2 1 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89 0 24575,'-1'1'0,"-1"0"0,0 1 0,-2 1 0,-1 1 0,-2 2 0,1-1 0,-1 0 0,0 0 0,1 0 0,-1-1 0,2 0 0,0-1 0,0 0 0,2-1 0,0 1 0,0-1 0,1 1 0,0-1 0,0 2 0,0-1 0,0 0 0,1-1 0,1 0 0,0-1 0,0 0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75 24575,'1'-1'0,"-1"1"0,3-1 0,1-1 0,3-1 0,3-1 0,-3 2 0,-1 0 0,1-1 0,0 1 0,0 0 0,0-1 0,0 0 0,-1 1 0,1-1 0,-1 0 0,0-1 0,0 1 0,0 0 0,0 0 0,3-3 0,-2 1 0,-1 1 0,-1 1 0,-1 0 0,0 1 0,0 1 0,-2 0 0,1 0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126 0 8885,'-6'2'0,"-2"0"5114,-2 1-5114,1 1 2714,2-1-2714,0 1 1624,0-1-1624,1 1 6238,0-1-6238,0 0 0,1 1 0,0-1 0,-1 1 0,1 0 0,1 0 0,-1 1 0,2 0 0,-1-1 0,0 0 0,0 0 0,1 0 0,0-1 0,1 1 0,1-2 0,1 0 0,0-1 0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0 101 24575,'1'-1'0,"1"-2"0,3-3 0,2-2 0,-3 3 0,0 1 0,1-1 0,0 0 0,0-1 0,0 1 0,0 0 0,0 0 0,-1 0 0,-1 0 0,3-3 0,-3 2 0,-1 2 0,0 2 0,-1-1 0,0 1 0,0 0-1696,2-1 0,-2 2 0,1-1 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6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103 0 24575,'-1'1'0,"1"0"0,-2 1 0,0 3 0,-2 1 0,-1 2 0,1-3 0,1 0 0,-2 0 0,1 1 0,0-1 0,-1 1 0,0-1 0,1 1 0,-1-1 0,1-1 0,-4 5 0,2-2 0,1-2 0,0 0 0,1 0 0,1-1 0,0 0 0,0-1 0,0 0 0,0-1 0,1 0 0,1 0 0,1-2 0,1 0 0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103 0 24575,'-1'1'0,"0"0"0,-1 3 0,-2 1 0,-3 4 0,3-4 0,0 1 0,-1 1 0,0 0 0,-1 0 0,1 1 0,-1-1 0,1 0 0,0-1 0,0 0 0,1-1 0,0 0 0,-2 3 0,2-2 0,2-1 0,0 0 0,0 0 0,0-1 0,0 0 0,1 0 0,-1-1 0,0 1 0,0 0 0,1 0 0,0-2 0,0 0 0,1-2 0,0 0 0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8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68 0 23843,'0'1'0,"-1"1"362,-1 3-362,-1 2 123,-3 3-123,3-5 0,0 1 30,-1 1 1,0 0-31,0 1 0,0 0 93,0-1 0,0 0-93,1 0 0,-1-1 0,-1 4 0,1-3 0,1-1 0,1-1 0,0-1 0,1-1 0,0 1 0,0-2 0,1-1 0,0-1 0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0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65 0 24575,'-1'0'0,"-1"1"0,-1-1 0,-1 2 0,0 0 0,-1 0 0,0 0 0,0 0 0,0 1 0,1 0 0,-1 0 0,1 0 0,0 0 0,2 0 0,0-1 0,1 0 0,0 0 0,0 0 0,-1 1 0,1-1 0,0 0 0,0-1 0,0-1 0,0 1 0,1-1 0,0 0 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1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53 0 24575,'-1'1'0,"-1"1"0,-1 2 0,-1 0 0,-1 1 0,0-1 0,0 0 0,0 0 0,1 0 0,-1 0 0,1 0 0,2-2 0,0 0 0,1-1 0,0-1 0,0 1 0,0 0 0,0 0 0,1 0 0,-1 0 0,1 1 0,0-1 0,1 0 0,-1 0 0,0 0 0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2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50 0 24575,'-1'1'0,"-1"1"0,-1 2 0,-3 2 0,0 1 0,-2 1 0,1-1 0,2-2 0,1-1 0,2-2 0,1 0 0,0-2 0,0 1 0,1-1 0,-1 1 0,0 0 0,0 0 0,1 0 0,0-1 0,0 1 0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3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53 0 13388,'-2'2'0,"1"1"4502,-2 2-4502,-2 1 1942,0 1-1942,-2 0 1071,0 1-1071,1-2 3672,2-1-3672,0-1 0,2 0 0,0 0 0,0-1 0,0 1 0,2-1 0,-1-1 0,1-1 0,0-1 0,0 1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4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45 0 24575,'0'1'0,"-1"1"0,0 2 0,-1 2 0,-2 1 0,-1 1 0,0 1 0,-1-1 0,0 0 0,1-2 0,1-1 0,1-2 0,2 0 0,0-1 0,0-1 0,1-1 0,0 0 0,0 0 0,0 0 0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5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45 0 24575,'-1'1'0,"0"2"0,-2 1 0,0 1 0,-1 2 0,-1 1 0,-1 0 0,2-1 0,0-2 0,1 0 0,1-2 0,0-1 0,0 1 0,1-2 0,0 1 0,0-1 0,0 1 0,1-1 0,-1 0 0,1-1 0,0 1 0,1-1 0,-1 0 0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176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 0 21311,'0'1'0,"0"1"1561,-1 1-1561,-1 3 551,1 2-551,-1 3 141,1-5 0,0 0-141,0 0 0,0 0 435,0 0 0,0 0-435,0 4 0,1-3 0,0-2 0,0-4 0,0 0 0,0-1 0,0 0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374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376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379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2:07:25.380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0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2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3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84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8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8:53.7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17 348 24575,'0'-3'0,"1"-2"0,0-2 0,1 0 0,1-2 0,0 0 0,-1 2 0,1 2 0,-2 3 0,0 0 0,0 0 0,2-2 0,1-2 0,0-2 0,1-1 0,1-2 0,-1-2 0,1-1 0,-1-2 0,0 2 0,-1 1 0,-1 2 0,1 2 0,-1 2 0,1 1 0,0 0 0,1-1 0,1 0 0,2-4 0,3 0 0,0-3 0,1 0 0,-2 0 0,0 2 0,0 2 0,-2 2 0,0 0 0,2 0 0,-2 2 0,0 2 0,-1 1 0,0 1 0,0 1 0,3 0 0,1 1 0,2-1 0,0 1 0,0 0 0,0 1 0,0-1 0,0 2 0,2 0 0,1 1 0,0 0 0,0 0 0,-1 1 0,-1-1 0,1 0 0,3 1 0,2-1 0,-1 0 0,0 0 0,-4-1 0,-1-1 0,-1 0 0,-1 0 0,-1-1 0,-1 0 0,0 0 0,0 0 0,-2 0 0,-2 0 0,-3-1 0,-2 2 0,-4 0 0,0 0 0,-4 1 0,1 1 0,-1 0 0,-3 0 0,0 1 0,-1 0 0,0 1 0,-1 2 0,-1 0 0,1 1 0,0-1 0,0 2 0,1-2 0,2 0 0,1-1 0,1 1 0,1-1 0,1-1 0,-1 2 0,0-1 0,0 2 0,-1-1 0,0 1 0,0 0 0,-1-1 0,-1 2 0,-2 0 0,-3 1 0,-3 1 0,-3 0 0,-2-1 0,1-1 0,3 0 0,4-4 0,4-1 0,2-1 0,2-1 0,1 0 0,0 0 0,-2 0 0,-2 1 0,-3 1 0,-2 0 0,0 0 0,0-2 0,0 0 0,2-1 0,0 0 0,3-1 0,1 0 0,1 1 0,1-1 0,-1 1 0,0 0 0,0 0 0,-1-1 0,1 2 0,0-1 0,-1 0 0,0 0 0,1 0 0,1 0 0,1 0 0,0 1 0,-1-1 0,2 1 0,0 0 0,2-2 0,1 1 0,0-1 0,1-1 0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537 274 24575,'-1'-4'0,"0"-3"0,1-4 0,0-6 0,-1-2 0,0 1 0,1 1 0,0 4 0,-1 3 0,0 0 0,-1 2 0,-1 0 0,-3-1 0,-2 1 0,-1-2 0,-3 2 0,-2 0 0,0 0 0,-2 1 0,0 1 0,1 2 0,0 0 0,-1 2 0,-1 0 0,-1 1 0,-5 0 0,0 1 0,0 0 0,-1 0 0,4 1 0,3 0 0,3 0 0,0 0 0,0 0 0,-1 0 0,0 0 0,1 1 0,-1-1 0,-2 0 0,0-2 0,0-1 0,2-2 0,2-2 0,3-4 0,1-1 0,0-1 0,3 3 0,2 3 0,3 4 0,1 1 0,1 1 0,1 1 0,3 0 0,0 1 0,2 2 0,0 2 0,3 2 0,-1 1 0,2 1 0,-1-1 0,-3 0 0,0-1 0,-1 0 0,0 2 0,-2 1 0,1 1 0,0 0 0,-1-1 0,-1 0 0,0 0 0,0-1 0,1 2 0,1 0 0,0 0 0,1 0 0,-1-1 0,1 0 0,1 0 0,0-1 0,0 0 0,0-1 0,1 0 0,-1-1 0,1 0 0,2 0 0,0-1 0,1 0 0,0-2 0,1-1 0,1-1 0,-1-1 0,4-1 0,2 0 0,2 0 0,-2 0 0,-3-1 0,-3 0 0,-3 1 0,-2-1 0,-2-1 0,1 0 0,0 0 0,1-1 0,-1 0 0,1 1 0,0-1 0,2 1 0,0 0 0,2 1 0,-2 0 0,-1 0 0,-3 0 0,-1 1 0,0-2 0,0 0 0,4 0 0,3 0 0,3-1 0,2 1 0,-4 0 0,-4 1 0,-4-1 0,-1 0 0,0-2 0,1-2 0,-1-1 0,0 2 0,-3 2 0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19 236 24575,'-3'-10'0,"0"-2"0,-1-1 0,1-1 0,1 1 0,0 2 0,1 0 0,1 0 0,-1 1 0,1 2 0,1 0 0,0 0 0,0 1 0,1 0 0,1 0 0,-2 3 0,2 1 0,1 0 0,0 1 0,2 0 0,1 1 0,5 1 0,3-1 0,3 0 0,-2 1 0,-5 0 0,-2-1 0,-3 1 0,1-1 0,2-1 0,2-1 0,1 0 0,-1 0 0,-1-2 0,1 0 0,0-1 0,2-1 0,-1 0 0,-2 2 0,-2 2 0,1 0 0,3-1 0,0 1 0,1-1 0,-4 3 0,-4 0 0,-3 0 0,0 1 0,-2 0 0,0 1 0,-3 1 0,-1 3 0,-1 0 0,-2 2 0,-1 0 0,0 0 0,1 1 0,0-2 0,1 0 0,2-1 0,2-2 0,-1 1 0,1 2 0,0 0 0,1 1 0,0 1 0,0-1 0,1 0 0,1 0 0,-1-3 0,1 0 0,-1 0 0,0 0 0,0 2 0,0 1 0,-1 0 0,0 1 0,0-1 0,-1 0 0,0 0 0,-2-2 0,1 1 0,-2-1 0,0-1 0,-2 1 0,2-1 0,-2-1 0,1 0 0,0 0 0,0-1 0,0 1 0,2-1 0,0 0 0,0-1 0,0-1 0,-1 1 0,-1-1 0,-1 1 0,0 0 0,-1-1 0,0 1 0,-1-1 0,1 2 0,-2-2 0,1 0 0,-2 0 0,0 1 0,1-1 0,1 0 0,5 0 0,2 0 0,1 0 0,1 0 0,0 0 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251 187 24575,'0'-4'0,"0"-2"0,1-3 0,-1-2 0,0-1 0,0 0 0,-2-1 0,-1 2 0,-2 0 0,0 1 0,0 1 0,0 0 0,-1 1 0,-1 0 0,-2 0 0,-2-1 0,0-1 0,-1 2 0,0 1 0,0 2 0,0 1 0,1 3 0,2 0 0,2 1 0,1 1 0,1 0 0,1 0 0,0 1 0,0 0 0,0-1 0,-3 0 0,-1 0 0,-1 0 0,2 0 0,2-1 0,3 0 0,1 0 0,-1 1 0,1-1 0,-1 1 0,-1-1 0,-1 0 0,0 1 0,-1-1 0,1-1 0,0 1 0,0-1 0,0 0 0,1-1 0,2 2 0,4 1 0,0 0 0,4 1 0,-2-1 0,1 1 0,1 0 0,0-1 0,0 1 0,1 1 0,0 0 0,2 3 0,0 1 0,2 1 0,-2-1 0,-2 0 0,-2-2 0,-2-1 0,-2 1 0,-1-1 0,0 2 0,0 0 0,-1 3 0,1 2 0,0 2 0,0 2 0,-1 1 0,1-1 0,0 0 0,1-2 0,0-2 0,0-2 0,2-3 0,-1-1 0,1-1 0,0-1 0,0-2 0,-1 0 0,0-1 0,1 0 0,2 0 0,1 0 0,1 0 0,1-1 0,-3 0 0,0 1 0,-3 0 0,-1-1 0,1 0 0,1 0 0,0-1 0,-1 1 0,0 0 0,-3 0 0,1 1 0,1-2 0,-1 2 0,0-1 0,0 0 0,0 1 0,-1 0 0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1 411 24575,'45'-36'0,"0"1"0,1 0 0,-1 0 0,-20 14 0,1 2 0,7-7 0,10-7 0,2-1 0,-5 5 0,-15 12 0,-11 11 0,6-1 0,6-1 0,5-2 0,0 0 0,-3 0 0,-3 1 0,-5 1 0,-2 0 0,-2 2 0,-2 1 0,-4 2 0,-5 3 0,-4-1 0,-1 1 0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450 1 24575,'-5'4'0,"-3"2"0,-3 3 0,-4 0 0,-3 3 0,-3 0 0,1 0 0,-1 2 0,-1 0 0,0 1 0,-2-1 0,2 0 0,0-1 0,2-2 0,1 0 0,1-1 0,3-1 0,3-1 0,4-1 0,2-2 0,3 1 0,1-1 0,0 1 0,1 2 0,-1 4 0,0 4 0,-1 3 0,0 4 0,-1 2 0,0 0 0,0-2 0,-1-4 0,1-4 0,0-4 0,0-2 0,-1 0 0,-1-1 0,0 0 0,-2 2 0,-2-1 0,1 1 0,0-1 0,1-1 0,3-3 0,0 1 0,3-3 0,1-2 0,2-1 0,8-8 0,-6 5 0,6-5 0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0 24575,'-6'7'0,"-2"2"0,-6 6 0,-5 3 0,-5 3 0,0 0 0,3-3 0,4-3 0,5-4 0,2-2 0,3 0 0,3-2 0,1 0 0,-1 1 0,1 3 0,-1 2 0,1 3 0,1 0 0,2-1 0,0-1 0,1-1 0,0-1 0,1 3 0,0 0 0,-1 0 0,0 0 0,-1 2 0,-1 3 0,-1 4 0,0 1 0,-1-1 0,0-4 0,-1-2 0,1-4 0,0 0 0,0-1 0,1-5 0,1-4 0,3-8 0,2-5 0,-1 3 0,-1-1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 1 24575,'2'6'0,"0"4"0,0 5 0,0 7 0,-2 3 0,-3 4 0,-2-1 0,0-4 0,-2 0 0,0-5 0,1-4 0,1-2 0,1-3 0,1-1 0,0 0 0,1 4 0,1 5 0,1 2 0,2 3 0,1-1 0,3 0 0,2-3 0,-1-2 0,-1-3 0,-1-5 0,-2-3 0,-1-3 0,-1-2 0,1-1 0,0-1 0,1-2 0,-1 1 0,1 0 0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24575,'5'1'0,"6"4"0,7 5 0,7 6 0,0 2 0,-6 2 0,-6-2 0,-7 0 0,-2 2 0,-3 1 0,0 3 0,0 3 0,3 5 0,2 0 0,0-2 0,-1-5 0,-2-4 0,-2-5 0,1-3 0,0-1 0,0 0 0,1 2 0,2 1 0,1 2 0,2 1 0,0 0 0,0-1 0,0 0 0,1-1 0,-2-2 0,-1-5 0,-3-3 0,1-4 0,1-3 0,7-1 0,6-4-1696,1-5 0,-6 4 0,-6 0 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8 24575,'7'-2'0,"3"-1"0,5 1 0,4 1 0,4 3 0,2 2 0,0 3 0,-3 2 0,-3 1 0,-1 3 0,-2 1 0,1 5 0,0 2 0,0 5 0,1 2 0,2 5 0,-1 2 0,-1 1 0,-3-1 0,-3-6 0,-3-6 0,-3-5 0,-3-5 0,-1-1 0,1-1 0,1 2 0,1 0 0,2 2 0,4 4 0,3 0 0,2 0 0,1-2 0,-1-3 0,0-2 0,-2-4 0,-2-3 0,-2-4 0,-3-4 0,1-5 0,-1-3 0,1-6 0,-4 8 0,-1-1 0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1 231 24575,'2'-4'0,"-1"0"0,2-3 0,1-1 0,0-3 0,1 0 0,2-3 0,-1-3 0,1 0 0,-1 0 0,1 0 0,0 1 0,0-1 0,0-1 0,-1 2 0,-1 2 0,-1 4 0,-2 3 0,-1 4 0,0 2 0,0 0 0,-1 1 0,0-1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139 234 24575,'-1'-7'0,"-1"-1"0,-2-2 0,-2-2 0,-4-5 0,-4-4 0,-3-5 0,-4 0 0,2 0 0,3 4 0,6 5 0,3 5 0,2 1 0,2 4 0,2 1 0,0 3 0,1 1 0,-1 2 0,1-1 0,0 1 0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1 263 24575,'3'-13'0,"3"-2"0,1-3 0,1-4 0,1-4 0,1-2 0,-1 1 0,-2 2 0,0 4 0,-3 3 0,0 4 0,-2 4 0,0 4 0,-1 0 0,0 1 0,0 1 0,-1 1 0,1 2 0,0 1 0,-1 0 0,1 0 0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168 263 24575,'-9'-10'0,"-6"-8"0,-8-9 0,-5-7 0,0-3 0,2 3 0,8 6 0,7 7 0,5 6 0,4 4 0,2 3 0,-1-1 0,1 4 0,0 2 0,0 1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1 368 24575,'3'-11'0,"2"-5"0,0-5 0,3-7 0,2-4 0,1-1 0,4-1 0,0 0 0,0 3 0,-2 2 0,-1 5 0,-1 4 0,-2 2 0,-1 4 0,-1 3 0,-3 5 0,-1 2 0,-1 3 0,-1 0 0,-1 1 0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85 327 24575,'-3'-4'0,"-2"-5"0,-2-6 0,-1-7 0,2-1 0,0 1 0,0-5 0,0-5 0,-1-4 0,-1 0 0,2 7 0,0 6 0,2 4 0,1 6 0,1 4 0,2 4 0,-1 2 0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1 339 24575,'2'-6'0,"2"-4"0,2-5 0,3-4 0,3-3 0,2-2 0,1-2 0,2-4 0,2-3 0,-2 1 0,-2 3 0,-3 4 0,-3 3 0,-3 4 0,-2 5 0,-3 5 0,1 4 0,-2 3 0,0 0 0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202 317 24575,'-4'-6'0,"-4"-4"0,-4-7 0,-6-5 0,-6-9 0,-4-3 0,0-2 0,3 0 0,5 4 0,6 3 0,4 4 0,4 7 0,3 7 0,1 4 0,3 5 0,0 1 0,0 2 0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24575,'2'-5'0,"-1"-4"0,3-3 0,1-7 0,0-6 0,2-6 0,1-3 0,1-2 0,2-2 0,-1 3 0,-1 5 0,-1 6 0,-2 9 0,-3 5 0,-1 6 0,-2 3 0,1 0 0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192 314 24575,'-6'-3'0,"-2"0"0,-2-3 0,-2-3 0,-1-4 0,-1-4 0,-2-5 0,-3-8 0,0-5 0,0 0 0,1 1 0,5 3 0,2 5 0,4 6 0,3 6 0,3 7 0,0 4 0,1 2 0,1 0 0,-1 0 0,0 0 0,1 0 0,-1 1 0,0-1 0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1 361 24575,'2'-9'0,"2"-3"0,3-7 0,3-9 0,2-4 0,1-3 0,-3 3 0,-2 6 0,-3 6 0,-2 6 0,-1 5 0,-1 3 0,0 4 0,-1-1 0,1 0 0,1 0 0,1-1 0,0-1 0,0-3 0,1 0 0,-1-1 0,-1 0 0,0 0 0,-2 1 0,2 1 0,-2 0 0,1 1 0,0 0 0,0 1 0,-1 1 0,1 1 0,-1 1 0,0-1 0,0 1 0,1 1 0,-1 0 0,0 0 0,0 1 0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138 425 24575,'-3'-7'0,"-1"-3"0,-3-7 0,-2-5 0,-1-4 0,1-3 0,0 0 0,0 0 0,1 1 0,0 2 0,0 2 0,1 4 0,2 3 0,0 4 0,2 2 0,1 1 0,0 2 0,0 0 0,0 0 0,0 0 0,-1-1 0,0-1 0,-1-1 0,1 0 0,0 1 0,1 2 0,0 2 0,1 2 0,0 1 0,1 1 0,-1 1 0,1 1 0,0 0 0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1 448 24575,'0'-11'0,"1"-7"0,1-14 0,3-11 0,0-3 0,3 0 0,0 7 0,1 3 0,0 3 0,0 2 0,1 2 0,-1 4 0,-2 3 0,0 6 0,-4 5 0,-1 4 0,-1 5 0,-1 1 0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99 370 24575,'0'-7'0,"-2"-8"0,-2-10 0,-3-9 0,-2-8 0,-2 1 0,0 4 0,0 8 0,2 9 0,4 7 0,0 2 0,1 1 0,2 0 0,-1 0 0,1 0 0,-1 0 0,1 0 0,-1 1 0,2 1 0,-1 2 0,1 1 0,1 1 0,-1 3 0,1 0 0,0 1 0,-1-1 0,1 1 0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1 376 24575,'2'-7'0,"2"-2"0,4-5 0,4-6 0,6-6 0,4-6 0,-1 2 0,-4 2 0,-4 5 0,-5 5 0,-1 3 0,-4 5 0,-2 3 0,0 2 0,0 2 0,0-1 0,-1 0 0,0 1 0,1 0 0,-1 2 0,0 0 0,0 0 0,0-2 0,2-1 0,-1-5 0,2-3 0,1-4 0,0 0 0,-1 1 0,1 2 0,-2 4 0,0 2 0,-1 3 0,-1 2 0,0 1 0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229 277 24575,'-6'-8'0,"-2"-4"0,-4-4 0,-4-6 0,-5-4 0,-3-3 0,-4-4 0,0 1 0,2 3 0,3 4 0,6 7 0,6 5 0,5 7 0,4 2 0,1 2 0,1 1 0,0 1 0,1-1 0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0 154 24575,'1'-5'0,"0"-1"0,0-1 0,-1-1 0,1-1 0,-1 1 0,1 1 0,-1 1 0,0 1 0,1 1 0,-1 0 0,0 0 0,0 0 0,1-1 0,0 1 0,0 0 0,0 0 0,-1 0 0,2 0 0,-2-1 0,1 0 0,1 0 0,0-2 0,1 2 0,-1 0 0,0 0 0,1 2 0,0 0 0,-1 0 0,0 2 0,2-1 0,-1 1 0,0 0 0,0 1 0,-1 0 0,-1-1 0,0 1 0,1 1 0,1-1 0,0 1 0,-1 0 0,0 1 0,-1 1 0,1 0 0,-1 0 0,0 2 0,1-2 0,-2 1 0,1 0 0,-1 0 0,0 0 0,1 0 0,-1 0 0,0 0 0,-1 0 0,1-1 0,0 1 0,-1-1 0,0 0 0,0 0 0,1-2 0,0 1 0,0-1 0,0 0 0,-1-1 0,1 2 0,-1 0 0,-1 1 0,1-1 0,-1 0 0,0 0 0,-1 0 0,1 0 0,0 1 0,0-2 0,-1 2 0,-2-1 0,1 2 0,-1-1 0,2 0 0,1-1 0,1-1 0,0-1 0,-1 0 0,2 0 0,-1 0 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84 132 24575,'1'-7'0,"0"-2"0,-1 0 0,0-3 0,-1 0 0,0 2 0,0 0 0,-1 3 0,0 0 0,-1 0 0,0 2 0,-1 0 0,-1 1 0,0-2 0,0 2 0,-1 0 0,0 0 0,-1 1 0,0 0 0,1 2 0,0 0 0,0 0 0,3 1 0,0 1 0,2 1 0,1 1 0,0 1 0,-1 2 0,1 1 0,-1 1 0,1 0 0,0 0 0,1 0 0,0-2 0,2 2 0,1-1 0,3-1 0,1 1 0,4-1 0,0-2 0,-3-1 0,-2-1 0,-4-2 0,-2 0 0,-1 0 0,1 0 0,0 1 0,0-1 0,0 1 0,2-1 0,0-1 0,0 0 0,0 0 0,-3 1 0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17 131 24575,'-4'-2'0,"0"-1"0,1-2 0,0-1 0,1-2 0,1 0 0,1 0 0,1 0 0,0 0 0,0 0 0,0 0 0,1 0 0,0 3 0,0 0 0,1 0 0,3 0 0,1-1 0,1-1 0,0 2 0,2 0 0,-2 2 0,0 1 0,-2 1 0,-1 0 0,0 1 0,0 0 0,-1 1 0,-1 1 0,0 1 0,-2 1 0,0 0 0,0 2 0,-1 1 0,-1-1 0,-1 2 0,-1 0 0,0 1 0,-1-1 0,-1 0 0,1-1 0,1-2 0,-1-1 0,1 0 0,-1-1 0,1 0 0,0 0 0,1 0 0,0-2 0,1 1 0,-1 0 0,0 0 0,0 0 0,-1 0 0,0-1 0,-1 0 0,0 1 0,0-2 0,1 1 0,1-1 0,0 0 0,2 0 0,-1 0 0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56 115 24575,'1'-3'0,"2"0"0,-1-2 0,2-1 0,0-1 0,0-1 0,0 0 0,-1 0 0,-1-1 0,0 1 0,-2 1 0,0 1 0,0 1 0,0 2 0,-1 0 0,0 1 0,-1-1 0,0 0 0,-1 1 0,0 0 0,-1-1 0,0 2 0,-2 0 0,0-1 0,0 1 0,0-1 0,0 2 0,0-1 0,1 0 0,1 1 0,-2-1 0,2 1 0,0 0 0,1 0 0,2 0 0,0 1 0,1-1 0,0 1 0,1 1 0,1 2 0,3 2 0,1 1 0,1 1 0,0 1 0,0 1 0,-1-1 0,0 0 0,-1-2 0,-1-2 0,-3-3 0,1-1 0,0 1 0,3-1 0,-1 1 0,1 1 0,1 1 0,-2 0 0,0-1 0,-1 0 0,-2-3 0,-1 0 0,1 0 0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1 132 24575,'0'-3'0,"0"-1"0,1-3 0,-1-2 0,1-3 0,1-3 0,0-2 0,2 2 0,-1 3 0,1 2 0,0 4 0,2 1 0,1 1 0,2 0 0,2 1 0,0 1 0,-2 0 0,-2 2 0,-3-1 0,-1 1 0,0 2 0,0 1 0,0 3 0,0 2 0,-2 1 0,1 4 0,-2 1 0,1 1 0,-1-2 0,0-3 0,0-4 0,-1-1 0,-1-2 0,0 0 0,-1 0 0,-1 0 0,-3 0 0,0 0 0,0 0 0,-1-2 0,1 2 0,0-2 0,1 1 0,2-2 0,1 1 0,1-1 0,1-1 0,0 1 0,0-2 0,0 1 0,0 0 0,0 1 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81 116 24575,'1'-5'0,"0"-4"0,0-2 0,0-2 0,0 0 0,-1 2 0,1 1 0,-1 3 0,0-1 0,-1 0 0,1 1 0,-2 2 0,0 2 0,-2 1 0,0 1 0,0 0 0,-1 0 0,0 1 0,-1 1 0,-2 0 0,0 2 0,-1 0 0,2 0 0,2 0 0,-1-1 0,3 0 0,0-1 0,1 0 0,1 0 0,1-1 0,-1 2 0,1-1 0,0 1 0,0 2 0,1 0 0,3 3 0,1 0 0,2 1 0,0 0 0,1 0 0,1 0 0,-1-2 0,-1-2 0,0-1 0,-2-1 0,-2-1 0,0-1 0,0 0 0,-1 0 0,2 1 0,0 1 0,1 0 0,0 1 0,0 0 0,-1 0 0,-2-2 0,-2-1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30 130 24575,'-4'-2'0,"-1"-1"0,0-2 0,0-2 0,0-1 0,2-2 0,1-1 0,2 1 0,-1 0 0,2 2 0,0 1 0,2 0 0,0 1 0,1 1 0,1 0 0,2-1 0,1 0 0,2 1 0,-1 1 0,-1 1 0,-1 2 0,-2 0 0,-2 2 0,0-1 0,-1 1 0,-1 3 0,0 0 0,0 3 0,-2 0 0,-1 3 0,0-1 0,-1 0 0,0 0 0,-1-2 0,1-1 0,-2-1 0,1 1 0,-2-1 0,2 1 0,0-2 0,2 0 0,0-1 0,2 0 0,-1 1 0,0 0 0,1 0 0,0-1 0,-1-2 0,1 0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81 79 24575,'1'-3'0,"-1"-1"0,1-4 0,1 0 0,-1-2 0,-1 2 0,0 1 0,-2 2 0,0 0 0,-2 2 0,1 0 0,-1 1 0,-2 0 0,-2 1 0,-2 0 0,0-1 0,1 0 0,2 0 0,0 1 0,3 0 0,0 1 0,3 0 0,0 1 0,1 0 0,-1 0 0,0 3 0,1 1 0,-1 0 0,1 1 0,2 0 0,1 1 0,4 2 0,0-2 0,1 0 0,3 0 0,-1-2 0,-2 0 0,-1-2 0,-5-3 0,0 2 0,1 0 0,0 1 0,1 0 0,-2-2 0,1 1 0,0-1 0,0-1 0,-1 0 0,-1 0 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 83 24575,'-2'-2'0,"2"0"0,-1-1 0,0-1 0,1-3 0,-1-2 0,2 0 0,-1 0 0,1 1 0,0 3 0,-1 2 0,1 1 0,0 0 0,2 1 0,-1-1 0,1 0 0,1 0 0,1 0 0,1 0 0,3 0 0,-1 1 0,0-1 0,-1 2 0,-1-1 0,1 1 0,0 0 0,-1 0 0,-3 0 0,-2 1 0,-1 0 0,0 2 0,0 1 0,1 3 0,-1 0 0,-1-1 0,1-1 0,-1-2 0,0 0 0,0-1 0,-1 1 0,-1 0 0,0-1 0,-1 1 0,1 0 0,1-1 0,-2 1 0,-1 0 0,0 0 0,1 0 0,2-3 0,0 1 0,-3-1 0,-1 1 0,1 0 0,1 0 0,3-1 0,-1 0 0,1 0 0,0 0 0,1 0 0,0 0 0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48 81 24575,'1'-2'0,"0"-1"0,1-1 0,-1-1 0,1-2 0,-1-1 0,0-1 0,-1 1 0,0 1 0,0 0 0,-1 2 0,0 1 0,1 1 0,-2 2 0,1 0 0,1 0 0,-3 0 0,0 1 0,-1-2 0,-3 2 0,-1-1 0,0 0 0,1 1 0,3 0 0,1-1 0,1 2 0,1-1 0,1 2 0,0 2 0,-1 2 0,1 1 0,-1 0 0,1 1 0,1 2 0,1 0 0,4 1 0,-1-2 0,2-3 0,0-2 0,-1-3 0,1 1 0,-2-1 0,0-1 0,-1 0 0,-2 1 0,0-1 0,0 0 0,1 0 0,-1 0 0,1 0 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3 108 24575,'3'-2'0,"0"1"0,2-3 0,2 0 0,4-3 0,0-1 0,-1 1 0,-2 0 0,-4 2 0,-1 1 0,-2 1 0,0 2 0,-1-2 0,-1 0 0,1-1 0,-2 0 0,1 0 0,-1-1 0,0 0 0,1 0 0,-1 0 0,0 1 0,0 1 0,-1 0 0,0 1 0,-1 0 0,0 1 0,0 0 0,-1 1 0,-1-1 0,-2 1 0,1 1 0,2 0 0,1 0 0,3-1 0,1 2 0,0-1 0,1 3 0,0 0 0,2 3 0,0 2 0,0 0 0,0 2 0,-1-2 0,-1-2 0,-1-2 0,0-1 0,0-2 0,0 0 0,0 0 0,0-1 0,0 1 0,0 0 0,0 0 0,0-1 0,1 0 0,-1-1 0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0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71 143 24575,'1'-6'0,"2"-3"0,1-7 0,2-1 0,-2 0 0,-2 3 0,-2 4 0,-1 2 0,0 2 0,-2 1 0,-2 1 0,-2 0 0,-5-1 0,-4-2 0,0 1 0,2 1 0,5 2 0,5 3 0,2 1 0,2 2 0,-1 3 0,2 3 0,0 1 0,1 2 0,1-1 0,0-3 0,1-1 0,0-2 0,-1-3 0,2-1 0,0 1 0,2 0 0,2 1 0,1 1 0,1 0 0,-1 2 0,-3 1 0,-2-2 0,-2 0 0,-1-3 0,-2 1 0,1-2 0,0 0 0,0-1 0,0 0 0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1 118 24575,'0'-4'0,"0"-1"0,0-2 0,-1-3 0,2-1 0,0 0 0,2-1 0,3 1 0,2 0 0,1 2 0,1 0 0,0 2 0,0 3 0,-1 1 0,-1 2 0,-1 0 0,-1 0 0,-3 1 0,-1 0 0,-1 2 0,0 1 0,0 1 0,0 1 0,1 2 0,-2-1 0,0-1 0,-2 1 0,0-2 0,-3 2 0,0-1 0,-3 0 0,1 0 0,0-2 0,-1 1 0,0-2 0,0 1 0,2 0 0,0-1 0,2 0 0,0 0 0,1 0 0,1 0 0,0-2 0,2 1 0,-1-1 0,1 0 0,-1 0 0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113 67 24575,'-2'-3'0,"0"0"0,0 0 0,-2-1 0,-1-2 0,-1-1 0,0-2 0,-1-1 0,0 2 0,2 1 0,0 4 0,1 1 0,3 1 0,-2 1 0,-1 0 0,-3 0 0,-1 1 0,-2 0 0,2 0 0,1 1 0,1-2 0,4 0 0,1 1 0,1-1 0,0 2 0,1 0 0,0 1 0,3 3 0,3 1 0,0 1 0,3 2 0,1 0 0,0 0 0,0-2 0,-2-1 0,-2-2 0,-1-1 0,1-1 0,0 0 0,1-1 0,0 0 0,1-1 0,-3-1 0,-1 0 0,-3 0 0,2 0 0,0-2 0,1 1 0,0 0 0,-1 0 0,0 0 0,-2 0 0,0 0 0,-1 1 0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 68 24575,'-1'-3'0,"1"0"0,0-1 0,1 0 0,0-1 0,1 0 0,2-1 0,1 0 0,2-2 0,0 1 0,0 2 0,0 1 0,-2 2 0,0 0 0,0 1 0,0 0 0,-1 0 0,-1 1 0,-1 0 0,1 0 0,0 0 0,-2 0 0,1 0 0,-2 1 0,0 1 0,0 1 0,0 1 0,-1 0 0,0-1 0,-2 1 0,0 1 0,-2 0 0,0 0 0,-2 0 0,0-1 0,-1-1 0,0 1 0,0-1 0,1-1 0,3 0 0,1-1 0,2-1 0,0 1 0,0-1 0,0 0 0,0 2 0,0-2 0,-1 1 0,2-1 0,-3 0 0,2 0 0,-1 0 0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105 87 24575,'0'-4'0,"-1"-3"0,1-1 0,-1-2 0,-1-1 0,1 2 0,-2 0 0,0 3 0,0 1 0,-1 1 0,-2 1 0,0 1 0,-2 0 0,-1 0 0,1 1 0,0 0 0,2 0 0,0 1 0,0 0 0,0-1 0,0 1 0,2 0 0,1 1 0,1 0 0,1 1 0,1 2 0,-1 0 0,1 1 0,1 3 0,2 1 0,0 0 0,1 0 0,0 0 0,1 0 0,2-1 0,0-1 0,2-1 0,0-1 0,0-1 0,-2-1 0,0-1 0,1-1 0,2 0 0,1-1 0,0 1 0,-4-1 0,-3 0 0,-2 0 0,-1-1 0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640 259 24575,'0'-4'0,"0"-2"0,-1-5 0,0-4 0,-1-3 0,-2-2 0,-2 2 0,-1 2 0,-2 1 0,-1 0 0,-1 2 0,-1 2 0,2 3 0,-2 1 0,-1 1 0,-2 0 0,-2 1 0,-1 1 0,-3 1 0,-1 1 0,-1 0 0,-2 1 0,0 2 0,1 1 0,1-1 0,4 2 0,0-1 0,0 1 0,-2-2 0,-3 0 0,-1-3 0,1 0 0,-2-3 0,-2-2 0,0-2 0,-1-2 0,4 2 0,7 1 0,4 1 0,7 4 0,5 1 0,1 1 0,1 1 0,3 1 0,2 1 0,6 3 0,2 3 0,3 2 0,0 0 0,-1 3 0,-1 0 0,0 3 0,0 1 0,0 2 0,-1 0 0,-1 0 0,-1-2 0,0-2 0,-2 0 0,-1 1 0,2 0 0,0 1 0,2-1 0,1-1 0,0-2 0,-1-4 0,-4-3 0,0-3 0,0-1 0,2-1 0,4-1 0,4-2 0,1-1 0,1 0 0,-3 0 0,-3-1 0,-2 1 0,1 0 0,4-1 0,-1 1 0,-1 0 0,-4 1 0,-4 0 0,0 0 0,-1 1 0,1 0 0,0 1 0,0-1 0,2 2 0,0-1 0,0 1 0,-2 0 0,-3 0 0,-3-1 0,2 0 0,2 1 0,2 1 0,2 0 0,1 0 0,1 0 0,-3 1 0,-1-3 0,-3 0 0,-1 0 0,3-3 0,2-2 0,-2 2 0,-1 0 0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3 113 24575,'2'-7'0,"0"-2"0,1-3 0,3-1 0,2 1 0,0 1 0,2 1 0,0 1 0,0 1 0,0 2 0,0 1 0,0 2 0,0 0 0,-1 1 0,1 1 0,0 0 0,1 0 0,-1 2 0,3 0 0,2 2 0,3 1 0,-1 1 0,-2-1 0,-5-1 0,-4 0 0,-1-2 0,-3 0 0,1 0 0,3 0 0,3 0 0,5 1 0,5-1 0,6-1 0,2 0 0,-1-2 0,-3 0 0,-7 1 0,-7 0 0,-5 1 0,-2 0 0,-2 0 0,-3 1 0,-1 1 0,-5 2 0,0 0 0,-2 1 0,-2 0 0,-1 1 0,0-1 0,1 0 0,0 0 0,2-1 0,1-1 0,0 1 0,0 1 0,2 0 0,1 0 0,1 0 0,3-1 0,-1 0 0,2 2 0,-1-2 0,0 1 0,0 0 0,1 1 0,-1 0 0,-1-1 0,1 1 0,0-1 0,0 0 0,0-1 0,-1 0 0,-1-1 0,-1 1 0,0-2 0,-1 1 0,0-1 0,-2-2 0,1 1 0,-1-1 0,-1 0 0,-1 0 0,-1-1 0,-1-1 0,-2-1 0,-3-1 0,-1 0 0,1-1 0,4 1 0,5 2 0,1-1 0,4 2 0,0 0 0,2-1 0,1 0 0,-1-1 0,0 1 0,1 0 0,-1 2 0,2 3-1696,-3 11 0,3-7 0,-3 7 0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310 221 24575,'3'-3'0,"-1"-2"0,1-3 0,-1-1 0,-1-2 0,-1 1 0,0 0 0,-1-1 0,-1 1 0,-1 0 0,0 2 0,1 1 0,0 0 0,-1 1 0,-1-3 0,-1-1 0,-2-1 0,0 0 0,0 3 0,1 2 0,0 2 0,-1 3 0,1 0 0,-2 2 0,-3 1 0,-3 2 0,-4 2 0,-1 0 0,2 0 0,3-1 0,5-2 0,3-1 0,2-2 0,1 1 0,0-1 0,-1-1 0,-2 0 0,-3-2 0,-2-1 0,-3-4 0,-1-3 0,-1-2 0,-2 0 0,4 1 0,4 4 0,5 3 0,4 4 0,1 1 0,1 2 0,0 0 0,3 2 0,0 1 0,2 2 0,1 2 0,0 0 0,1 2 0,-1-1 0,0 0 0,0-2 0,-2-1 0,-2-2 0,0-1 0,0 0 0,-1 1 0,0 0 0,-1 2 0,1-1 0,-1 2 0,-1 0 0,1 1 0,-1 0 0,-1 1 0,1-1 0,-1 0 0,1-1 0,-1-1 0,2 0 0,0 1 0,2 0 0,1 0 0,1 1 0,3-2 0,1 0 0,0-3 0,1-1 0,0-1 0,-1 0 0,2-2 0,0 1 0,-1-1 0,1-1 0,-1-1 0,1-1 0,-2 0 0,-1 0 0,-2 1 0,1 0 0,-1 0 0,-1 1 0,-2 1 0,0-2 0,4 2 0,4 0 0,3 0 0,0 0 0,-6 1 0,-4-1 0,-1-1 0,-2-1 0,0 0 0,1-1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234 329 24575,'1'-3'0,"2"-2"0,0-6 0,0-2 0,1-1 0,-1 2 0,-2 2 0,-1 3 0,1 3 0,-1-1 0,0-1 0,0-1 0,0-1 0,-2-1 0,-2-2 0,-2 0 0,-3-1 0,-1 2 0,0 3 0,2 2 0,2 3 0,2 1 0,0 1 0,-1-1 0,-1 0 0,-5-1 0,-3-1 0,-4-3 0,-5-1 0,0-2 0,1 1 0,5 0 0,5 1 0,4 1 0,3 1 0,0-1 0,1-1 0,1-2 0,0-3 0,1-1 0,-1 0 0,1 1 0,0 2 0,1 3 0,0 5 0,2 1 0,0 4 0,0 2 0,1 1 0,-1 2 0,0 1 0,0 3 0,0 3 0,0 0 0,-1 1 0,2-2 0,-2 0 0,1-2 0,0-2 0,-1 1 0,1-2 0,0 0 0,-1-2 0,0 0 0,0 1 0,0 0 0,0 2 0,-2 0 0,1 2 0,0 1 0,-1 1 0,1 1 0,1-1 0,0-1 0,0-2 0,0-3 0,0-2 0,2-1 0,1 0 0,0-1 0,2-1 0,1 0 0,2-1 0,0 1 0,1-2 0,1 2 0,0-2 0,1 1 0,0-1 0,0-1 0,-2 1 0,-2-1 0,-1 0 0,-1-1 0,1 0 0,1 0 0,0 0 0,-3 0 0,-2-1 0,0 2 0,-1-1 0,1 1 0,0 0 0,0-1 0,-1 1 0,0 0 0,2-1 0,5 1-1696,2 1 0,-3-1 0,-1 0 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7 129 24575,'0'-10'0,"1"0"0,1-8 0,-1 2 0,1 2 0,0 3 0,-1 4 0,1 3 0,0 1 0,0 0 0,3-1 0,1 0 0,2 1 0,1-1 0,0 2 0,1 0 0,0 1 0,0 1 0,1 0 0,0 2 0,0 2 0,0 1 0,0 0 0,1-1 0,-2-1 0,-1 0 0,-4-2 0,-1-1 0,-3 0 0,3-1 0,1 0 0,3-2 0,1-1 0,2 0 0,2 0 0,2-1 0,2 1 0,0-1 0,-2 2 0,-3 0 0,-4 2 0,-4 0 0,-3 2 0,-3 0 0,-4 3 0,-1 2 0,-2-1 0,-2 2 0,0-1 0,-2 0 0,2-1 0,0 0 0,3-1 0,2-1 0,2 1 0,2-1 0,0 0 0,1 0 0,0-1 0,1 1 0,0 1 0,1 1 0,0 0 0,0 1 0,1 0 0,-1-2 0,1 1 0,-1-1 0,-1 0 0,1 0 0,-2 0 0,1 0 0,-2-1 0,-1 2 0,0 0 0,-2-1 0,-1 1 0,-1 0 0,-2-1 0,0 1 0,-2-2 0,1 1 0,-1-2 0,1 0 0,-1 0 0,-1-2 0,0 0 0,-1 0 0,1 0 0,4 0 0,1 0 0,0-1 0,-2-1 0,-2-1 0,1 0 0,1 1 0,3 1 0,2 0 0,0 1 0,1-1 0,1 1 0,1-1 0,1 1 0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1 128 24575,'0'-2'0,"0"-1"0,1 0 0,0 0 0,0-1 0,0 2 0,0-1 0,0 3 0,0-1 0,0-1 0,3-1 0,2-2 0,3-3 0,2-2 0,1-1 0,1-1 0,-1 1 0,-1 0 0,-1 1 0,-2 3 0,-2 2 0,0 1 0,-2 2 0,0 0 0,0 1 0,3 0 0,2 0 0,3 1 0,2 0 0,1-1 0,-2 1 0,-2 1 0,-2 0 0,-1 1 0,2 0 0,-1 1 0,1 1 0,-2 0 0,1 0 0,0 2 0,2-2 0,2 1 0,-1-2 0,-3 0 0,-3-3 0,-1 1 0,-1-1 0,0-1 0,3 1 0,0 0 0,0 0 0,-3 0 0,-2 0 0,-1 0 0,-2 1 0,1-1 0,-1 0 0,-2 1 0,-1 0 0,0-1 0,-2 1 0,-3 1 0,-2 0 0,-3 3 0,0 0 0,0 1 0,3 0 0,3-1 0,4 0 0,2-1 0,1 0 0,1 2 0,3 1 0,1 1 0,2 2 0,2 1 0,1 0 0,0 0 0,-1-1 0,-2-1 0,-2-2 0,-2 0 0,0-1 0,-1-1 0,-1-1 0,1 0 0,-1-1 0,-1 0 0,-1 0 0,-1 0 0,-3 1 0,-2 0 0,-3-1 0,-4-1 0,-4-1 0,-3-2 0,-4 0 0,2-3 0,0 0 0,2-1 0,2 0 0,0-1 0,3 2 0,2 1 0,4-1 0,1 1 0,3-1 0,1 1 0,0-2 0,-1-2 0,0 0 0,-1 0 0,2 2 0,2 1 0,2 3 0,1 0 0,3 4 0,-2-3 0,2 3 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451 223 24575,'1'-10'0,"1"-7"0,-2-6 0,0-3 0,-1 4 0,-1 7 0,0 5 0,1 5 0,0 3 0,-1 0 0,-3 0 0,-7-4 0,-9-3 0,-10-4 0,-7-3 0,-1 1 0,1 2 0,6 4 0,7 4 0,7 4 0,5 1 0,2 1 0,0 1 0,-2 1 0,-1 0 0,-1-1 0,-1 0 0,0-2 0,-1 0 0,0-2 0,5 0 0,1-1 0,3 1 0,2-1 0,2 2 0,2 0 0,3 1 0,3 2 0,2 1 0,0 0 0,-1 0 0,-1 0 0,-2 1 0,0 1 0,-1 2 0,0 2 0,0 2 0,-1 2 0,0 3 0,0 4 0,1 2 0,-1 0 0,1-2 0,1-4 0,0-3 0,2-3 0,0-2 0,2-1 0,4 1 0,4 0 0,4-1 0,4 0 0,1-1 0,1-2 0,0 0 0,4-1 0,-2-2 0,0 0 0,-2-1 0,-4 0 0,-4-1 0,-4-1 0,-3 0 0,-1 0 0,2 0 0,1 0 0,2 0 0,0 1 0,-1 0 0,-2 1 0,-1 0 0,-2 0 0,-2 1 0,-2-2 0,-1 1 0,1-2 0,-1 2 0,0-1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8 169 24575,'-1'-4'0,"0"-2"0,0-3 0,1-5 0,1-3 0,3-1 0,0 2 0,2 2 0,-1 2 0,1 4 0,0 2 0,2 0 0,3 2 0,2-1 0,4-1 0,1 1 0,-1 0 0,-1 0 0,-3 2 0,2 0 0,3 2 0,2 0 0,-1 0 0,-4 2 0,-2 0 0,-1 2 0,-1 0 0,-2-1 0,-2 0 0,-1 0 0,-2 0 0,0-1 0,1 0 0,2 0 0,1-1 0,0 1 0,-1-1 0,0 0 0,1 0 0,1 0 0,1 0 0,0 0 0,-3 0 0,-2 0 0,-2 0 0,-1 0 0,-1-1 0,0 1 0,-5 2 0,-2 1 0,-4 3 0,-2-1 0,0 1 0,1 0 0,3-1 0,3-2 0,1-1 0,3-1 0,1 0 0,-1 0 0,1 1 0,1 2 0,0 3 0,0 2 0,1 0 0,1 0 0,-1-1 0,0 1 0,-1-1 0,-1 2 0,1-1 0,-1 1 0,-1-2 0,1 0 0,-1-1 0,0 0 0,-1-1 0,0-2 0,-1 1 0,0-1 0,-2 0 0,0 0 0,-3 0 0,-1 0 0,-2 0 0,-2-1 0,-5-1 0,-3 1 0,-4-1 0,0-2 0,1 1 0,2-1 0,2-1 0,3 0 0,2 0 0,3 0 0,0-1 0,-1 0 0,1-2 0,1-1 0,0 0 0,4 0 0,1 2 0,3 0 0,1 1 0,2 2 0,-1 0 0,1 0 0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395 266 24575,'3'-12'0,"0"-6"0,-1-7 0,-2-6 0,-3-1 0,-6 2 0,-2 5 0,-2 5 0,1 9 0,2 6 0,2 2 0,0 3 0,-1 1 0,-3 1 0,-4-1 0,-6-1 0,-3 0 0,0-1 0,-1-1 0,4 0 0,4-1 0,4 2 0,4-1 0,3 0 0,-2 0 0,-1 0 0,-3-1 0,-2-1 0,-1-2 0,0 0 0,-1-1 0,4 1 0,5 1 0,4 3 0,3 1 0,2 2 0,2 1 0,1 3 0,2 0 0,0 2 0,0-1 0,-1 0 0,2 1 0,-2 1 0,1 0 0,-3-1 0,-2 1 0,1 0 0,-2 2 0,0 3 0,0 1 0,1 2 0,-1 0 0,1-1 0,0-1 0,0-3 0,1 0 0,1-1 0,1 0 0,0-1 0,1-2 0,2 0 0,0-2 0,3 0 0,3 0 0,3-1 0,2 0 0,1 0 0,-3-2 0,-2-1 0,0 1 0,2-1 0,3-1 0,1 0 0,-5-1 0,-5-1 0,-3 0 0,0 0 0,1-1 0,-1 1 0,-1-1 0,-2 1 0,0 2 0,2-1 0,3 1 0,2 0 0,0 0 0,-2 0 0,-3 1 0,-2-1 0,-3-1 0,1 0 0,3-2 0,-2 0 0,1 2 0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1 233 24575,'1'-6'0,"0"-1"0,0-6 0,1-3 0,1-8 0,2-5 0,1 0 0,-1 2 0,2 6 0,-3 7 0,1 5 0,0 3 0,2 1 0,2-1 0,5 0 0,4 1 0,6 1 0,3 1 0,-2 2 0,-6 0 0,-5 1 0,-6 1 0,-2 1 0,2 3 0,4 0 0,1 2 0,-1-2 0,-4-2 0,-1-1 0,0-1 0,1 0 0,1-1 0,-2 2 0,-1-2 0,-3 0 0,2 0 0,5 0 0,2 0 0,2 0 0,-2 0 0,-1 1 0,-1-1 0,-2 0 0,-3 1 0,-2-1 0,-2 1 0,-3 0 0,0 0 0,-3 2 0,-1 0 0,-2 1 0,0 0 0,0 1 0,1 0 0,1 0 0,2-1 0,2-1 0,2-1 0,-1-1 0,1 1 0,0 0 0,1 2 0,0 0 0,0 2 0,0 2 0,0 1 0,-1-1 0,1 1 0,-1-1 0,0-2 0,-1-2 0,1 1 0,-2-1 0,0 0 0,-3 1 0,-1 1 0,-3 1 0,-3 1 0,-3 0 0,1-1 0,1-1 0,3-2 0,0-1 0,0-1 0,-1 0 0,-2-2 0,-2 1 0,-1-1 0,-3-1 0,-1 1 0,0-2 0,4 2 0,6 0 0,4-1 0,2 1 0,1 0 0,0 0 0,-1 0 0,0 0 0,-2 0 0,0 0 0,-2 1 0,0 1 0,1-1 0,1-1 0,3 2 0,0-2 0,3 0 0,0 0 0,0 0 0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389 187 24575,'3'-6'0,"0"1"0,1-2 0,0-2 0,0-1 0,-1 0 0,0 0 0,-2-1 0,-1 1 0,-1 2 0,-1 2 0,-3 0 0,-3 1 0,-4-1 0,-4-2 0,-3 0 0,-2 0 0,0 0 0,3 3 0,5 1 0,4 2 0,3 0 0,-1 2 0,-1-1 0,-2 1 0,1 0 0,-2 1 0,-1-1 0,-3 0 0,-2 0 0,0-1 0,0-1 0,1-1 0,-2 0 0,-2-1 0,-2-1 0,0 0 0,4 1 0,4 1 0,7 2 0,5 0 0,2 1 0,3 3 0,0 2 0,3 2 0,-1 1 0,-1 0 0,0 2 0,-1 0 0,0 2 0,0-1 0,-1 0 0,0-1 0,1-1 0,-1-2 0,1 0 0,1 1 0,1 0 0,3 1 0,1-2 0,2 0 0,1-3 0,3 0 0,4-1 0,5-1 0,1 0 0,1-1 0,0 1 0,-5-2 0,-5 0 0,-5 0 0,-2-2 0,0 1 0,0-1 0,-2 1 0,-3 0 0,-2 1 0,0 0 0,-2 0 0,1 0 0,-1 0 0,3 0 0,1 1 0,3 1 0,4 4 0,2 1 0,2 2 0,-3-2 0,-3-3 0,-3-2 0,0 0 0,2-1 0,8 0 0,1 0 0,-4-1 0,-4 0 0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72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19 178 24575,'2'-5'0,"2"-4"0,1-7 0,-1-5 0,0-2 0,-1 2 0,-1 5 0,-1 6 0,0 4 0,0 2 0,1 0 0,1-2 0,2-1 0,3-1 0,2 1 0,2 2 0,2 0 0,3 2 0,5 2 0,5 1 0,4 1 0,3 1 0,-2 2 0,-7-1 0,-6 0 0,-8-1 0,-3 0 0,-2 1 0,2 1 0,3 2 0,5 2 0,2-1 0,5 0 0,-1-2 0,2-1 0,-3-2 0,-5-1 0,-4-1 0,-6-1 0,-2 1 0,-3 0 0,-1 0 0,1 0 0,0 0 0,0 0 0,-5 1 0,-1 1 0,-5 2 0,0 0 0,0 0 0,2-1 0,1 0 0,1-1 0,1 0 0,1-1 0,1 2 0,2-2 0,-2 2 0,2 1 0,-1 0 0,1 0 0,0 2 0,-1-1 0,2 2 0,0 0 0,0 1 0,0-2 0,-1 1 0,1-3 0,-2 1 0,1 1 0,-2 0 0,-2 2 0,-2 0 0,-1 0 0,-2 0 0,-3 0 0,-1-1 0,-2-2 0,-3-1 0,-2-2 0,-3-2 0,-1-2 0,-1-2 0,0-1 0,1-2 0,1 1 0,2 1 0,2 0 0,5 2 0,3 0 0,2 1 0,4 1 0,1-1 0,0 2 0,0 0 0,1-1 0,1 1 0,1 0 0,0 1 0,-1-1 0,-1 2 0,0 0 0,-3 2 0,0 0 0,0 0 0,-1-1 0,2-1 0,1 0 0,4-2 0,0-3 0,1 1 0,1-1 0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17 348 24575,'0'-3'0,"1"-2"0,0-2 0,1 0 0,1-2 0,0 0 0,-1 2 0,1 2 0,-2 3 0,0 0 0,0 0 0,2-2 0,1-2 0,0-2 0,1-1 0,1-2 0,-1-2 0,1-1 0,-1-2 0,0 2 0,-1 1 0,-1 2 0,1 2 0,-1 2 0,1 1 0,0 0 0,1-1 0,1 0 0,2-4 0,3 0 0,0-3 0,1 0 0,-2 0 0,0 2 0,0 2 0,-2 2 0,0 0 0,2 0 0,-2 2 0,0 2 0,-1 1 0,0 1 0,0 1 0,3 0 0,1 1 0,2-1 0,0 1 0,0 0 0,0 1 0,0-1 0,0 2 0,2 0 0,1 1 0,0 0 0,0 0 0,-1 1 0,-1-1 0,1 0 0,3 1 0,2-1 0,-1 0 0,0 0 0,-4-1 0,-1-1 0,-1 0 0,-1 0 0,-1-1 0,-1 0 0,0 0 0,0 0 0,-2 0 0,-2 0 0,-3-1 0,-2 2 0,-4 0 0,0 0 0,-4 1 0,1 1 0,-1 0 0,-3 0 0,0 1 0,-1 0 0,0 1 0,-1 2 0,-1 0 0,1 1 0,0-1 0,0 2 0,1-2 0,2 0 0,1-1 0,1 1 0,1-1 0,1-1 0,-1 2 0,0-1 0,0 2 0,-1-1 0,0 1 0,0 0 0,-1-1 0,-1 2 0,-2 0 0,-3 1 0,-3 1 0,-3 0 0,-2-1 0,1-1 0,3 0 0,4-4 0,4-1 0,2-1 0,2-1 0,1 0 0,0 0 0,-2 0 0,-2 1 0,-3 1 0,-2 0 0,0 0 0,0-2 0,0 0 0,2-1 0,0 0 0,3-1 0,1 0 0,1 1 0,1-1 0,-1 1 0,0 0 0,0 0 0,-1-1 0,1 2 0,0-1 0,-1 0 0,0 0 0,1 0 0,1 0 0,1 0 0,0 1 0,-1-1 0,2 1 0,0 0 0,2-2 0,1 1 0,0-1 0,1-1 0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537 274 24575,'-1'-4'0,"0"-3"0,1-4 0,0-6 0,-1-2 0,0 1 0,1 1 0,0 4 0,-1 3 0,0 0 0,-1 2 0,-1 0 0,-3-1 0,-2 1 0,-1-2 0,-3 2 0,-2 0 0,0 0 0,-2 1 0,0 1 0,1 2 0,0 0 0,-1 2 0,-1 0 0,-1 1 0,-5 0 0,0 1 0,0 0 0,-1 0 0,4 1 0,3 0 0,3 0 0,0 0 0,0 0 0,-1 0 0,0 0 0,1 1 0,-1-1 0,-2 0 0,0-2 0,0-1 0,2-2 0,2-2 0,3-4 0,1-1 0,0-1 0,3 3 0,2 3 0,3 4 0,1 1 0,1 1 0,1 1 0,3 0 0,0 1 0,2 2 0,0 2 0,3 2 0,-1 1 0,2 1 0,-1-1 0,-3 0 0,0-1 0,-1 0 0,0 2 0,-2 1 0,1 1 0,0 0 0,-1-1 0,-1 0 0,0 0 0,0-1 0,1 2 0,1 0 0,0 0 0,1 0 0,-1-1 0,1 0 0,1 0 0,0-1 0,0 0 0,0-1 0,1 0 0,-1-1 0,1 0 0,2 0 0,0-1 0,1 0 0,0-2 0,1-1 0,1-1 0,-1-1 0,4-1 0,2 0 0,2 0 0,-2 0 0,-3-1 0,-3 0 0,-3 1 0,-2-1 0,-2-1 0,1 0 0,0 0 0,1-1 0,-1 0 0,1 1 0,0-1 0,2 1 0,0 0 0,2 1 0,-2 0 0,-1 0 0,-3 0 0,-1 1 0,0-2 0,0 0 0,4 0 0,3 0 0,3-1 0,2 1 0,-4 0 0,-4 1 0,-4-1 0,-1 0 0,0-2 0,1-2 0,-1-1 0,0 2 0,-3 2 0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19 236 24575,'-3'-10'0,"0"-2"0,-1-1 0,1-1 0,1 1 0,0 2 0,1 0 0,1 0 0,-1 1 0,1 2 0,1 0 0,0 0 0,0 1 0,1 0 0,1 0 0,-2 3 0,2 1 0,1 0 0,0 1 0,2 0 0,1 1 0,5 1 0,3-1 0,3 0 0,-2 1 0,-5 0 0,-2-1 0,-3 1 0,1-1 0,2-1 0,2-1 0,1 0 0,-1 0 0,-1-2 0,1 0 0,0-1 0,2-1 0,-1 0 0,-2 2 0,-2 2 0,1 0 0,3-1 0,0 1 0,1-1 0,-4 3 0,-4 0 0,-3 0 0,0 1 0,-2 0 0,0 1 0,-3 1 0,-1 3 0,-1 0 0,-2 2 0,-1 0 0,0 0 0,1 1 0,0-2 0,1 0 0,2-1 0,2-2 0,-1 1 0,1 2 0,0 0 0,1 1 0,0 1 0,0-1 0,1 0 0,1 0 0,-1-3 0,1 0 0,-1 0 0,0 0 0,0 2 0,0 1 0,-1 0 0,0 1 0,0-1 0,-1 0 0,0 0 0,-2-2 0,1 1 0,-2-1 0,0-1 0,-2 1 0,2-1 0,-2-1 0,1 0 0,0 0 0,0-1 0,0 1 0,2-1 0,0 0 0,0-1 0,0-1 0,-1 1 0,-1-1 0,-1 1 0,0 0 0,-1-1 0,0 1 0,-1-1 0,1 2 0,-2-2 0,1 0 0,-2 0 0,0 1 0,1-1 0,1 0 0,5 0 0,2 0 0,1 0 0,1 0 0,0 0 0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13 358 24575,'-1'-9'0,"0"-2"0,0-6 0,0-2 0,0 0 0,0 0 0,1 2 0,-1 2 0,1-1 0,-1 0 0,1 0 0,-1 0 0,1 1 0,0 1 0,0 1 0,0 1 0,0 1 0,0 0 0,0 1 0,0 1 0,0 0 0,0 0 0,0 0 0,0 1 0,-1 0 0,1 0 0,0 2 0,-1 0 0,0 3 0,1 0 0,-1 1 0,1 1 0,0 0 0,0 1 0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335 546 24575,'-2'0'0,"0"-1"0,-3-2 0,-3-3 0,-3-5 0,-6-6 0,-3-6 0,-4-7 0,-4-5 0,-2-3 0,0 1 0,3 3 0,5 4 0,4 3 0,3 3 0,3 1 0,1 3 0,2 3 0,1 2 0,2 1 0,1 1 0,1 0 0,0 0 0,1 0 0,0 0 0,1 0 0,-1 0 0,2 0 0,-1 1 0,1 2 0,0 2 0,1 4 0,-1 2 0,3 1 0,2 3 0,-1-2 0,1 2 0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0 357 24575,'13'1'0,"4"-2"0,9-2 0,7-4 0,5-5 0,4-6 0,-1-4 0,-3-4 0,-6 1 0,-9 4 0,-8 3 0,-6 4 0,-2 2 0,0-3 0,0-2 0,-1-2 0,-1-1 0,-2 3 0,-1 1 0,-1 0 0,-1 2 0,0 2 0,0 2 0,-1 3 0,0 1 0,0 3 0,1 1 0,0 1 0,-1 1 0,1 0 0,0-1 0,-1 1 0,1-1 0,-1 0 0,1 0 0,0 1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362 219 24575,'-13'-2'0,"-6"-1"0,-9-1 0,-11-3 0,-1 0 0,-2-3 0,5 0 0,6-2 0,4-1 0,8 2 0,5 0 0,4 2 0,2 1 0,1 1 0,2 1 0,1 0 0,1 0 0,0-1 0,1-1 0,0-3 0,1 1 0,-1-1 0,1 1 0,0 2 0,0 1 0,0 1 0,1 2 0,-1 1 0,1 2 0,0 0 0,0 1 0,-1 0 0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 24575,'2'-1'0,"0"0"0,1 1 0,2-1 0,0 1 0,-1 0 0,-2 0 0,0 1 0,-1 1 0,0 1 0,0 0 0,0 2 0,0 0 0,0 3 0,0 0 0,1 0 0,0 2 0,0 0 0,2 1 0,-1 1 0,2-2 0,0 0 0,1 2 0,2 0 0,1 0 0,-1-2 0,1-1 0,1-1 0,2-1 0,1 1 0,2 0 0,1 1 0,2 0 0,0-2 0,-2-1 0,-2-2 0,-5-2 0,-3 0 0,-4-2 0,-1 0 0,0 1 0,1-1 0,0 1 0,0 1 0,-1-2 0,0 1 0,-1-1 0,0 0 0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4 625 24575,'0'-5'0,"-1"-3"0,0-6 0,0-3 0,1-4 0,0-2 0,0-1 0,2-2 0,1 1 0,0 0 0,0 3 0,0 3 0,0 2 0,0 2 0,0 1 0,-1 2 0,0-1 0,-1 2 0,0 1 0,1 1 0,-1 0 0,0 0 0,1 0 0,-1 1 0,0-1 0,0 0 0,0-1 0,0-1 0,0-3 0,0-2 0,0-1 0,0 1 0,0 3 0,0 1 0,0 4 0,-1 0 0,1 2 0,-1 2 0,1-1 0,-1 1 0,1 0 0,1-3 0,0-1 0,1-2 0,0 0 0,1-1 0,0 0 0,0 2 0,0 1 0,0 3 0,0 1 0,1 2 0,0 1 0,1 0 0,0 1 0,0-1 0,0 0 0,0 0 0,-1 1 0,-2 0 0,-1-1 0,1 1 0,1 0 0,1 0 0,0-1 0,-1 1 0,0 0 0,-1 0 0,1-1 0,-1 1 0,-1 0 0,0-1 0,-1 1 0,-1 0 0,1 0 0,0 0 0,0 0 0,0 0 0,-1 0 0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0 24575,'6'1'0,"1"2"0,3 2 0,2 3 0,2 3 0,2 2 0,0-1 0,-2 0 0,-2-1 0,-2-2 0,-3-2 0,-2-1 0,-2 0 0,0 0 0,0 1 0,0 0 0,-1 1 0,0 0 0,0-1 0,-1 2 0,0 1 0,0 1 0,0 0 0,-1 3 0,1 1 0,-1 2 0,1 2 0,0-1 0,-1-1 0,0 0 0,0 1 0,0 0 0,0 1 0,1 1 0,1-1 0,-1 0 0,1 0 0,-1-3 0,0-2 0,-1-1 0,0-1 0,1-1 0,-1 1 0,1 1 0,0 1 0,1-1 0,-1-2 0,1-1 0,-1 0 0,1 1 0,1 2 0,0 1 0,-1-2 0,0-2 0,-1-4 0,-1-3 0,0-1 0,0-1 0,0-1 0,0 1 0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0 24575,'0'3'0,"-2"2"0,1 3 0,-1 1 0,0 4 0,0 2 0,1 2 0,0 3 0,0-3 0,1-1 0,0-1 0,0-3 0,0-1 0,1-1 0,0-1 0,1 1 0,-1-1 0,1 1 0,0 0 0,1 0 0,0-1 0,0 1 0,-1-1 0,0 0 0,0-2 0,-2-1 0,1-2 0,-1-1 0,0-2 0,0-1 0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0 245 24575,'4'-9'0,"1"-3"0,2-5 0,1-1 0,0-5 0,-2-1 0,0 2 0,-2 2 0,-2 7 0,0 1 0,0 2 0,-1 1 0,0 3 0,1 0 0,-1 3 0,0 0 0,0 2 0,1 0 0,0-1 0,2 1 0,-1-1 0,1-1 0,-1 0 0,1 0 0,-1 0 0,1 0 0,1 0 0,-1-1 0,-1 2 0,-1 0 0,-1 1 0,0 0 0,0 0 0,0 0 0,0 0 0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310 555 24575,'0'-3'0,"0"0"0,0-2 0,0 0 0,0-1 0,-1-1 0,-1-2 0,0-3 0,-1-4 0,-3-5 0,-1-1 0,0-2 0,-1 2 0,-1-1 0,-1-1 0,-1 0 0,-1-2 0,-2 1 0,1 1 0,0 1 0,-1 0 0,1 2 0,0-1 0,0 2 0,2 3 0,1 2 0,1 2 0,0 1 0,0 0 0,0 1 0,0 0 0,2 2 0,1 1 0,0 2 0,1 1 0,0 1 0,-1 1 0,0-1 0,0 1 0,1 0 0,0 2 0,1-1 0,1 1 0,0 0 0,0-1 0,1 1 0,2 0 0,-1 1 0,2 0 0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1 411 24575,'0'-7'0,"2"-2"0,0-5 0,2-2 0,1-4 0,1-1 0,2-2 0,0 1 0,0 2 0,-1 2 0,0 3 0,-1 1 0,1 2 0,0 0 0,-1 1 0,0 1 0,0 1 0,-1 1 0,0 0 0,1 0 0,0 0 0,1-1 0,1-1 0,1 1 0,1 1 0,1 0 0,-1 0 0,1 1 0,-2 0 0,1 0 0,-1 0 0,0 1 0,0 1 0,-1 0 0,0 2 0,-2 0 0,0 1 0,0 0 0,0 0 0,0-1 0,0 1 0,0 0 0,0 0 0,-1 1 0,0-1 0,0 1 0,1 0 0,-2 0 0,-1 0 0,-1 0 0,-2 0 0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93 185 24575,'-4'-6'0,"-2"-2"0,-1-2 0,0 0 0,0 1 0,1 0 0,1-1 0,-1 0 0,1 0 0,1-1 0,0 1 0,1 0 0,0 1 0,0 1 0,1-1 0,-1 1 0,0 0 0,1 0 0,0 2 0,-1 1 0,1 1 0,-1 1 0,1 1 0,2 1 0,-1 1 0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0 541 24575,'2'0'0,"1"-3"0,2-2 0,8-13 0,-1 2 0,5-8 0,-7 7 0,0 1 0,-1 1 0,-1 0 0,-1 2 0,-1 0 0,-1-1 0,-1-1 0,0 0 0,-2-1 0,1-1 0,-1 0 0,0-1 0,0 0 0,0 1 0,-1-1 0,-1 1 0,1 1 0,-1 2 0,1 1 0,-1 1 0,0 2 0,0 1 0,0 1 0,1 2 0,0-1 0,0 2 0,0-1 0,1 0 0,0-1 0,1-1 0,1 1 0,0-2 0,1 1 0,0-1 0,0 0 0,0 1 0,1 1 0,-1 1 0,-1 2 0,0 0 0,-1 1 0,0 1 0,-3 2 0,0-1 0,-1 1 0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3.6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340 377 24575,'-4'-2'0,"-4"0"0,-3-2 0,-3-1 0,2-1 0,0-4 0,0-2 0,0-4 0,-1-5 0,1-2 0,0-3 0,1 0 0,0 1 0,2 3 0,1 4 0,3 3 0,1 2 0,2 3 0,0 1 0,0-1 0,1 0 0,0 1 0,0 0 0,0 1 0,-1 0 0,-1 1 0,-1 0 0,-2 1 0,-1 0 0,-2 0 0,-3 1 0,-1 1 0,-2 1 0,2 1 0,2 0 0,2 1 0,2 0 0,1 0 0,1 0 0,0 0 0,0 0 0,-1 0 0,1 0 0,0 1 0,1-1 0,0 1 0,2 0 0,1 0 0,0 0 0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0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17 348 24575,'0'-3'0,"1"-2"0,0-2 0,1 0 0,1-2 0,0 0 0,-1 2 0,1 2 0,-2 3 0,0 0 0,0 0 0,2-2 0,1-2 0,0-2 0,1-1 0,1-2 0,-1-2 0,1-1 0,-1-2 0,0 2 0,-1 1 0,-1 2 0,1 2 0,-1 2 0,1 1 0,0 0 0,1-1 0,1 0 0,2-4 0,3 0 0,0-3 0,1 0 0,-2 0 0,0 2 0,0 2 0,-2 2 0,0 0 0,2 0 0,-2 2 0,0 2 0,-1 1 0,0 1 0,0 1 0,3 0 0,1 1 0,2-1 0,0 1 0,0 0 0,0 1 0,0-1 0,0 2 0,2 0 0,1 1 0,0 0 0,0 0 0,-1 1 0,-1-1 0,1 0 0,3 1 0,2-1 0,-1 0 0,0 0 0,-4-1 0,-1-1 0,-1 0 0,-1 0 0,-1-1 0,-1 0 0,0 0 0,0 0 0,-2 0 0,-2 0 0,-3-1 0,-2 2 0,-4 0 0,0 0 0,-4 1 0,1 1 0,-1 0 0,-3 0 0,0 1 0,-1 0 0,0 1 0,-1 2 0,-1 0 0,1 1 0,0-1 0,0 2 0,1-2 0,2 0 0,1-1 0,1 1 0,1-1 0,1-1 0,-1 2 0,0-1 0,0 2 0,-1-1 0,0 1 0,0 0 0,-1-1 0,-1 2 0,-2 0 0,-3 1 0,-3 1 0,-3 0 0,-2-1 0,1-1 0,3 0 0,4-4 0,4-1 0,2-1 0,2-1 0,1 0 0,0 0 0,-2 0 0,-2 1 0,-3 1 0,-2 0 0,0 0 0,0-2 0,0 0 0,2-1 0,0 0 0,3-1 0,1 0 0,1 1 0,1-1 0,-1 1 0,0 0 0,0 0 0,-1-1 0,1 2 0,0-1 0,-1 0 0,0 0 0,1 0 0,1 0 0,1 0 0,0 1 0,-1-1 0,2 1 0,0 0 0,2-2 0,1 1 0,0-1 0,1-1 0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537 274 24575,'-1'-4'0,"0"-3"0,1-4 0,0-6 0,-1-2 0,0 1 0,1 1 0,0 4 0,-1 3 0,0 0 0,-1 2 0,-1 0 0,-3-1 0,-2 1 0,-1-2 0,-3 2 0,-2 0 0,0 0 0,-2 1 0,0 1 0,1 2 0,0 0 0,-1 2 0,-1 0 0,-1 1 0,-5 0 0,0 1 0,0 0 0,-1 0 0,4 1 0,3 0 0,3 0 0,0 0 0,0 0 0,-1 0 0,0 0 0,1 1 0,-1-1 0,-2 0 0,0-2 0,0-1 0,2-2 0,2-2 0,3-4 0,1-1 0,0-1 0,3 3 0,2 3 0,3 4 0,1 1 0,1 1 0,1 1 0,3 0 0,0 1 0,2 2 0,0 2 0,3 2 0,-1 1 0,2 1 0,-1-1 0,-3 0 0,0-1 0,-1 0 0,0 2 0,-2 1 0,1 1 0,0 0 0,-1-1 0,-1 0 0,0 0 0,0-1 0,1 2 0,1 0 0,0 0 0,1 0 0,-1-1 0,1 0 0,1 0 0,0-1 0,0 0 0,0-1 0,1 0 0,-1-1 0,1 0 0,2 0 0,0-1 0,1 0 0,0-2 0,1-1 0,1-1 0,-1-1 0,4-1 0,2 0 0,2 0 0,-2 0 0,-3-1 0,-3 0 0,-3 1 0,-2-1 0,-2-1 0,1 0 0,0 0 0,1-1 0,-1 0 0,1 1 0,0-1 0,2 1 0,0 0 0,2 1 0,-2 0 0,-1 0 0,-3 0 0,-1 1 0,0-2 0,0 0 0,4 0 0,3 0 0,3-1 0,2 1 0,-4 0 0,-4 1 0,-4-1 0,-1 0 0,0-2 0,1-2 0,-1-1 0,0 2 0,-3 2 0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19 236 24575,'-3'-10'0,"0"-2"0,-1-1 0,1-1 0,1 1 0,0 2 0,1 0 0,1 0 0,-1 1 0,1 2 0,1 0 0,0 0 0,0 1 0,1 0 0,1 0 0,-2 3 0,2 1 0,1 0 0,0 1 0,2 0 0,1 1 0,5 1 0,3-1 0,3 0 0,-2 1 0,-5 0 0,-2-1 0,-3 1 0,1-1 0,2-1 0,2-1 0,1 0 0,-1 0 0,-1-2 0,1 0 0,0-1 0,2-1 0,-1 0 0,-2 2 0,-2 2 0,1 0 0,3-1 0,0 1 0,1-1 0,-4 3 0,-4 0 0,-3 0 0,0 1 0,-2 0 0,0 1 0,-3 1 0,-1 3 0,-1 0 0,-2 2 0,-1 0 0,0 0 0,1 1 0,0-2 0,1 0 0,2-1 0,2-2 0,-1 1 0,1 2 0,0 0 0,1 1 0,0 1 0,0-1 0,1 0 0,1 0 0,-1-3 0,1 0 0,-1 0 0,0 0 0,0 2 0,0 1 0,-1 0 0,0 1 0,0-1 0,-1 0 0,0 0 0,-2-2 0,1 1 0,-2-1 0,0-1 0,-2 1 0,2-1 0,-2-1 0,1 0 0,0 0 0,0-1 0,0 1 0,2-1 0,0 0 0,0-1 0,0-1 0,-1 1 0,-1-1 0,-1 1 0,0 0 0,-1-1 0,0 1 0,-1-1 0,1 2 0,-2-2 0,1 0 0,-2 0 0,0 1 0,1-1 0,1 0 0,5 0 0,2 0 0,1 0 0,1 0 0,0 0 0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251 187 24575,'0'-4'0,"0"-2"0,1-3 0,-1-2 0,0-1 0,0 0 0,-2-1 0,-1 2 0,-2 0 0,0 1 0,0 1 0,0 0 0,-1 1 0,-1 0 0,-2 0 0,-2-1 0,0-1 0,-1 2 0,0 1 0,0 2 0,0 1 0,1 3 0,2 0 0,2 1 0,1 1 0,1 0 0,1 0 0,0 1 0,0 0 0,0-1 0,-3 0 0,-1 0 0,-1 0 0,2 0 0,2-1 0,3 0 0,1 0 0,-1 1 0,1-1 0,-1 1 0,-1-1 0,-1 0 0,0 1 0,-1-1 0,1-1 0,0 1 0,0-1 0,0 0 0,1-1 0,2 2 0,4 1 0,0 0 0,4 1 0,-2-1 0,1 1 0,1 0 0,0-1 0,0 1 0,1 1 0,0 0 0,2 3 0,0 1 0,2 1 0,-2-1 0,-2 0 0,-2-2 0,-2-1 0,-2 1 0,-1-1 0,0 2 0,0 0 0,-1 3 0,1 2 0,0 2 0,0 2 0,-1 1 0,1-1 0,0 0 0,1-2 0,0-2 0,0-2 0,2-3 0,-1-1 0,1-1 0,0-1 0,0-2 0,-1 0 0,0-1 0,1 0 0,2 0 0,1 0 0,1 0 0,1-1 0,-3 0 0,0 1 0,-3 0 0,-1-1 0,1 0 0,1 0 0,0-1 0,-1 1 0,0 0 0,-3 0 0,1 1 0,1-2 0,-1 2 0,0-1 0,0 0 0,0 1 0,-1 0 0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1 411 24575,'45'-36'0,"0"1"0,1 0 0,-1 0 0,-20 14 0,1 2 0,7-7 0,10-7 0,2-1 0,-5 5 0,-15 12 0,-11 11 0,6-1 0,6-1 0,5-2 0,0 0 0,-3 0 0,-3 1 0,-5 1 0,-2 0 0,-2 2 0,-2 1 0,-4 2 0,-5 3 0,-4-1 0,-1 1 0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450 1 24575,'-5'4'0,"-3"2"0,-3 3 0,-4 0 0,-3 3 0,-3 0 0,1 0 0,-1 2 0,-1 0 0,0 1 0,-2-1 0,2 0 0,0-1 0,2-2 0,1 0 0,1-1 0,3-1 0,3-1 0,4-1 0,2-2 0,3 1 0,1-1 0,0 1 0,1 2 0,-1 4 0,0 4 0,-1 3 0,0 4 0,-1 2 0,0 0 0,0-2 0,-1-4 0,1-4 0,0-4 0,0-2 0,-1 0 0,-1-1 0,0 0 0,-2 2 0,-2-1 0,1 1 0,0-1 0,1-1 0,3-3 0,0 1 0,3-3 0,1-2 0,2-1 0,8-8 0,-6 5 0,6-5 0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0 24575,'-6'7'0,"-2"2"0,-6 6 0,-5 3 0,-5 3 0,0 0 0,3-3 0,4-3 0,5-4 0,2-2 0,3 0 0,3-2 0,1 0 0,-1 1 0,1 3 0,-1 2 0,1 3 0,1 0 0,2-1 0,0-1 0,1-1 0,0-1 0,1 3 0,0 0 0,-1 0 0,0 0 0,-1 2 0,-1 3 0,-1 4 0,0 1 0,-1-1 0,0-4 0,-1-2 0,1-4 0,0 0 0,0-1 0,1-5 0,1-4 0,3-8 0,2-5 0,-1 3 0,-1-1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 1 24575,'2'6'0,"0"4"0,0 5 0,0 7 0,-2 3 0,-3 4 0,-2-1 0,0-4 0,-2 0 0,0-5 0,1-4 0,1-2 0,1-3 0,1-1 0,0 0 0,1 4 0,1 5 0,1 2 0,2 3 0,1-1 0,3 0 0,2-3 0,-1-2 0,-1-3 0,-1-5 0,-2-3 0,-1-3 0,-1-2 0,1-1 0,0-1 0,1-2 0,-1 1 0,1 0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24575,'5'1'0,"6"4"0,7 5 0,7 6 0,0 2 0,-6 2 0,-6-2 0,-7 0 0,-2 2 0,-3 1 0,0 3 0,0 3 0,3 5 0,2 0 0,0-2 0,-1-5 0,-2-4 0,-2-5 0,1-3 0,0-1 0,0 0 0,1 2 0,2 1 0,1 2 0,2 1 0,0 0 0,0-1 0,0 0 0,1-1 0,-2-2 0,-1-5 0,-3-3 0,1-4 0,1-3 0,7-1 0,6-4-1696,1-5 0,-6 4 0,-6 0 0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8 24575,'7'-2'0,"3"-1"0,5 1 0,4 1 0,4 3 0,2 2 0,0 3 0,-3 2 0,-3 1 0,-1 3 0,-2 1 0,1 5 0,0 2 0,0 5 0,1 2 0,2 5 0,-1 2 0,-1 1 0,-3-1 0,-3-6 0,-3-6 0,-3-5 0,-3-5 0,-1-1 0,1-1 0,1 2 0,1 0 0,2 2 0,4 4 0,3 0 0,2 0 0,1-2 0,-1-3 0,0-2 0,-2-4 0,-2-3 0,-2-4 0,-3-4 0,1-5 0,-1-3 0,1-6 0,-4 8 0,-1-1 0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1 231 24575,'2'-4'0,"-1"0"0,2-3 0,1-1 0,0-3 0,1 0 0,2-3 0,-1-3 0,1 0 0,-1 0 0,1 0 0,0 1 0,0-1 0,0-1 0,-1 2 0,-1 2 0,-1 4 0,-2 3 0,-1 4 0,0 2 0,0 0 0,-1 1 0,0-1 0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139 234 24575,'-1'-7'0,"-1"-1"0,-2-2 0,-2-2 0,-4-5 0,-4-4 0,-3-5 0,-4 0 0,2 0 0,3 4 0,6 5 0,3 5 0,2 1 0,2 4 0,2 1 0,0 3 0,1 1 0,-1 2 0,1-1 0,0 1 0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1 263 24575,'3'-13'0,"3"-2"0,1-3 0,1-4 0,1-4 0,1-2 0,-1 1 0,-2 2 0,0 4 0,-3 3 0,0 4 0,-2 4 0,0 4 0,-1 0 0,0 1 0,0 1 0,-1 1 0,1 2 0,0 1 0,-1 0 0,1 0 0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168 263 24575,'-9'-10'0,"-6"-8"0,-8-9 0,-5-7 0,0-3 0,2 3 0,8 6 0,7 7 0,5 6 0,4 4 0,2 3 0,-1-1 0,1 4 0,0 2 0,0 1 0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1 368 24575,'3'-11'0,"2"-5"0,0-5 0,3-7 0,2-4 0,1-1 0,4-1 0,0 0 0,0 3 0,-2 2 0,-1 5 0,-1 4 0,-2 2 0,-1 4 0,-1 3 0,-3 5 0,-1 2 0,-1 3 0,-1 0 0,-1 1 0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85 327 24575,'-3'-4'0,"-2"-5"0,-2-6 0,-1-7 0,2-1 0,0 1 0,0-5 0,0-5 0,-1-4 0,-1 0 0,2 7 0,0 6 0,2 4 0,1 6 0,1 4 0,2 4 0,-1 2 0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1 339 24575,'2'-6'0,"2"-4"0,2-5 0,3-4 0,3-3 0,2-2 0,1-2 0,2-4 0,2-3 0,-2 1 0,-2 3 0,-3 4 0,-3 3 0,-3 4 0,-2 5 0,-3 5 0,1 4 0,-2 3 0,0 0 0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202 317 24575,'-4'-6'0,"-4"-4"0,-4-7 0,-6-5 0,-6-9 0,-4-3 0,0-2 0,3 0 0,5 4 0,6 3 0,4 4 0,4 7 0,3 7 0,1 4 0,3 5 0,0 1 0,0 2 0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4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24575,'2'-5'0,"-1"-4"0,3-3 0,1-7 0,0-6 0,2-6 0,1-3 0,1-2 0,2-2 0,-1 3 0,-1 5 0,-1 6 0,-2 9 0,-3 5 0,-1 6 0,-2 3 0,1 0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192 314 24575,'-6'-3'0,"-2"0"0,-2-3 0,-2-3 0,-1-4 0,-1-4 0,-2-5 0,-3-8 0,0-5 0,0 0 0,1 1 0,5 3 0,2 5 0,4 6 0,3 6 0,3 7 0,0 4 0,1 2 0,1 0 0,-1 0 0,0 0 0,1 0 0,-1 1 0,0-1 0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1 361 24575,'2'-9'0,"2"-3"0,3-7 0,3-9 0,2-4 0,1-3 0,-3 3 0,-2 6 0,-3 6 0,-2 6 0,-1 5 0,-1 3 0,0 4 0,-1-1 0,1 0 0,1 0 0,1-1 0,0-1 0,0-3 0,1 0 0,-1-1 0,-1 0 0,0 0 0,-2 1 0,2 1 0,-2 0 0,1 1 0,0 0 0,0 1 0,-1 1 0,1 1 0,-1 1 0,0-1 0,0 1 0,1 1 0,-1 0 0,0 0 0,0 1 0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138 425 24575,'-3'-7'0,"-1"-3"0,-3-7 0,-2-5 0,-1-4 0,1-3 0,0 0 0,0 0 0,1 1 0,0 2 0,0 2 0,1 4 0,2 3 0,0 4 0,2 2 0,1 1 0,0 2 0,0 0 0,0 0 0,0 0 0,-1-1 0,0-1 0,-1-1 0,1 0 0,0 1 0,1 2 0,0 2 0,1 2 0,0 1 0,1 1 0,-1 1 0,1 1 0,0 0 0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1 448 24575,'0'-11'0,"1"-7"0,1-14 0,3-11 0,0-3 0,3 0 0,0 7 0,1 3 0,0 3 0,0 2 0,1 2 0,-1 4 0,-2 3 0,0 6 0,-4 5 0,-1 4 0,-1 5 0,-1 1 0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99 370 24575,'0'-7'0,"-2"-8"0,-2-10 0,-3-9 0,-2-8 0,-2 1 0,0 4 0,0 8 0,2 9 0,4 7 0,0 2 0,1 1 0,2 0 0,-1 0 0,1 0 0,-1 0 0,1 0 0,-1 1 0,2 1 0,-1 2 0,1 1 0,1 1 0,-1 3 0,1 0 0,0 1 0,-1-1 0,1 1 0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1 376 24575,'2'-7'0,"2"-2"0,4-5 0,4-6 0,6-6 0,4-6 0,-1 2 0,-4 2 0,-4 5 0,-5 5 0,-1 3 0,-4 5 0,-2 3 0,0 2 0,0 2 0,0-1 0,-1 0 0,0 1 0,1 0 0,-1 2 0,0 0 0,0 0 0,0-2 0,2-1 0,-1-5 0,2-3 0,1-4 0,0 0 0,-1 1 0,1 2 0,-2 4 0,0 2 0,-1 3 0,-1 2 0,0 1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229 277 24575,'-6'-8'0,"-2"-4"0,-4-4 0,-4-6 0,-5-4 0,-3-3 0,-4-4 0,0 1 0,2 3 0,3 4 0,6 7 0,6 5 0,5 7 0,4 2 0,1 2 0,1 1 0,0 1 0,1-1 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0 154 24575,'1'-5'0,"0"-1"0,0-1 0,-1-1 0,1-1 0,-1 1 0,1 1 0,-1 1 0,0 1 0,1 1 0,-1 0 0,0 0 0,0 0 0,1-1 0,0 1 0,0 0 0,0 0 0,-1 0 0,2 0 0,-2-1 0,1 0 0,1 0 0,0-2 0,1 2 0,-1 0 0,0 0 0,1 2 0,0 0 0,-1 0 0,0 2 0,2-1 0,-1 1 0,0 0 0,0 1 0,-1 0 0,-1-1 0,0 1 0,1 1 0,1-1 0,0 1 0,-1 0 0,0 1 0,-1 1 0,1 0 0,-1 0 0,0 2 0,1-2 0,-2 1 0,1 0 0,-1 0 0,0 0 0,1 0 0,-1 0 0,0 0 0,-1 0 0,1-1 0,0 1 0,-1-1 0,0 0 0,0 0 0,1-2 0,0 1 0,0-1 0,0 0 0,-1-1 0,1 2 0,-1 0 0,-1 1 0,1-1 0,-1 0 0,0 0 0,-1 0 0,1 0 0,0 1 0,0-2 0,-1 2 0,-2-1 0,1 2 0,-1-1 0,2 0 0,1-1 0,1-1 0,0-1 0,-1 0 0,2 0 0,-1 0 0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84 132 24575,'1'-7'0,"0"-2"0,-1 0 0,0-3 0,-1 0 0,0 2 0,0 0 0,-1 3 0,0 0 0,-1 0 0,0 2 0,-1 0 0,-1 1 0,0-2 0,0 2 0,-1 0 0,0 0 0,-1 1 0,0 0 0,1 2 0,0 0 0,0 0 0,3 1 0,0 1 0,2 1 0,1 1 0,0 1 0,-1 2 0,1 1 0,-1 1 0,1 0 0,0 0 0,1 0 0,0-2 0,2 2 0,1-1 0,3-1 0,1 1 0,4-1 0,0-2 0,-3-1 0,-2-1 0,-4-2 0,-2 0 0,-1 0 0,1 0 0,0 1 0,0-1 0,0 1 0,2-1 0,0-1 0,0 0 0,0 0 0,-3 1 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17 131 24575,'-4'-2'0,"0"-1"0,1-2 0,0-1 0,1-2 0,1 0 0,1 0 0,1 0 0,0 0 0,0 0 0,0 0 0,1 0 0,0 3 0,0 0 0,1 0 0,3 0 0,1-1 0,1-1 0,0 2 0,2 0 0,-2 2 0,0 1 0,-2 1 0,-1 0 0,0 1 0,0 0 0,-1 1 0,-1 1 0,0 1 0,-2 1 0,0 0 0,0 2 0,-1 1 0,-1-1 0,-1 2 0,-1 0 0,0 1 0,-1-1 0,-1 0 0,1-1 0,1-2 0,-1-1 0,1 0 0,-1-1 0,1 0 0,0 0 0,1 0 0,0-2 0,1 1 0,-1 0 0,0 0 0,0 0 0,-1 0 0,0-1 0,-1 0 0,0 1 0,0-2 0,1 1 0,1-1 0,0 0 0,2 0 0,-1 0 0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56 115 24575,'1'-3'0,"2"0"0,-1-2 0,2-1 0,0-1 0,0-1 0,0 0 0,-1 0 0,-1-1 0,0 1 0,-2 1 0,0 1 0,0 1 0,0 2 0,-1 0 0,0 1 0,-1-1 0,0 0 0,-1 1 0,0 0 0,-1-1 0,0 2 0,-2 0 0,0-1 0,0 1 0,0-1 0,0 2 0,0-1 0,1 0 0,1 1 0,-2-1 0,2 1 0,0 0 0,1 0 0,2 0 0,0 1 0,1-1 0,0 1 0,1 1 0,1 2 0,3 2 0,1 1 0,1 1 0,0 1 0,0 1 0,-1-1 0,0 0 0,-1-2 0,-1-2 0,-3-3 0,1-1 0,0 1 0,3-1 0,-1 1 0,1 1 0,1 1 0,-2 0 0,0-1 0,-1 0 0,-2-3 0,-1 0 0,1 0 0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1 132 24575,'0'-3'0,"0"-1"0,1-3 0,-1-2 0,1-3 0,1-3 0,0-2 0,2 2 0,-1 3 0,1 2 0,0 4 0,2 1 0,1 1 0,2 0 0,2 1 0,0 1 0,-2 0 0,-2 2 0,-3-1 0,-1 1 0,0 2 0,0 1 0,0 3 0,0 2 0,-2 1 0,1 4 0,-2 1 0,1 1 0,-1-2 0,0-3 0,0-4 0,-1-1 0,-1-2 0,0 0 0,-1 0 0,-1 0 0,-3 0 0,0 0 0,0 0 0,-1-2 0,1 2 0,0-2 0,1 1 0,2-2 0,1 1 0,1-1 0,1-1 0,0 1 0,0-2 0,0 1 0,0 0 0,0 1 0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81 116 24575,'1'-5'0,"0"-4"0,0-2 0,0-2 0,0 0 0,-1 2 0,1 1 0,-1 3 0,0-1 0,-1 0 0,1 1 0,-2 2 0,0 2 0,-2 1 0,0 1 0,0 0 0,-1 0 0,0 1 0,-1 1 0,-2 0 0,0 2 0,-1 0 0,2 0 0,2 0 0,-1-1 0,3 0 0,0-1 0,1 0 0,1 0 0,1-1 0,-1 2 0,1-1 0,0 1 0,0 2 0,1 0 0,3 3 0,1 0 0,2 1 0,0 0 0,1 0 0,1 0 0,-1-2 0,-1-2 0,0-1 0,-2-1 0,-2-1 0,0-1 0,0 0 0,-1 0 0,2 1 0,0 1 0,1 0 0,0 1 0,0 0 0,-1 0 0,-2-2 0,-2-1 0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30 130 24575,'-4'-2'0,"-1"-1"0,0-2 0,0-2 0,0-1 0,2-2 0,1-1 0,2 1 0,-1 0 0,2 2 0,0 1 0,2 0 0,0 1 0,1 1 0,1 0 0,2-1 0,1 0 0,2 1 0,-1 1 0,-1 1 0,-1 2 0,-2 0 0,-2 2 0,0-1 0,-1 1 0,-1 3 0,0 0 0,0 3 0,-2 0 0,-1 3 0,0-1 0,-1 0 0,0 0 0,-1-2 0,1-1 0,-2-1 0,1 1 0,-2-1 0,2 1 0,0-2 0,2 0 0,0-1 0,2 0 0,-1 1 0,0 0 0,1 0 0,0-1 0,-1-2 0,1 0 0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81 79 24575,'1'-3'0,"-1"-1"0,1-4 0,1 0 0,-1-2 0,-1 2 0,0 1 0,-2 2 0,0 0 0,-2 2 0,1 0 0,-1 1 0,-2 0 0,-2 1 0,-2 0 0,0-1 0,1 0 0,2 0 0,0 1 0,3 0 0,0 1 0,3 0 0,0 1 0,1 0 0,-1 0 0,0 3 0,1 1 0,-1 0 0,1 1 0,2 0 0,1 1 0,4 2 0,0-2 0,1 0 0,3 0 0,-1-2 0,-2 0 0,-1-2 0,-5-3 0,0 2 0,1 0 0,0 1 0,1 0 0,-2-2 0,1 1 0,0-1 0,0-1 0,-1 0 0,-1 0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 83 24575,'-2'-2'0,"2"0"0,-1-1 0,0-1 0,1-3 0,-1-2 0,2 0 0,-1 0 0,1 1 0,0 3 0,-1 2 0,1 1 0,0 0 0,2 1 0,-1-1 0,1 0 0,1 0 0,1 0 0,1 0 0,3 0 0,-1 1 0,0-1 0,-1 2 0,-1-1 0,1 1 0,0 0 0,-1 0 0,-3 0 0,-2 1 0,-1 0 0,0 2 0,0 1 0,1 3 0,-1 0 0,-1-1 0,1-1 0,-1-2 0,0 0 0,0-1 0,-1 1 0,-1 0 0,0-1 0,-1 1 0,1 0 0,1-1 0,-2 1 0,-1 0 0,0 0 0,1 0 0,2-3 0,0 1 0,-3-1 0,-1 1 0,1 0 0,1 0 0,3-1 0,-1 0 0,1 0 0,0 0 0,1 0 0,0 0 0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48 81 24575,'1'-2'0,"0"-1"0,1-1 0,-1-1 0,1-2 0,-1-1 0,0-1 0,-1 1 0,0 1 0,0 0 0,-1 2 0,0 1 0,1 1 0,-2 2 0,1 0 0,1 0 0,-3 0 0,0 1 0,-1-2 0,-3 2 0,-1-1 0,0 0 0,1 1 0,3 0 0,1-1 0,1 2 0,1-1 0,1 2 0,0 2 0,-1 2 0,1 1 0,-1 0 0,1 1 0,1 2 0,1 0 0,4 1 0,-1-2 0,2-3 0,0-2 0,-1-3 0,1 1 0,-2-1 0,0-1 0,-1 0 0,-2 1 0,0-1 0,0 0 0,1 0 0,-1 0 0,1 0 0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3 108 24575,'3'-2'0,"0"1"0,2-3 0,2 0 0,4-3 0,0-1 0,-1 1 0,-2 0 0,-4 2 0,-1 1 0,-2 1 0,0 2 0,-1-2 0,-1 0 0,1-1 0,-2 0 0,1 0 0,-1-1 0,0 0 0,1 0 0,-1 0 0,0 1 0,0 1 0,-1 0 0,0 1 0,-1 0 0,0 1 0,0 0 0,-1 1 0,-1-1 0,-2 1 0,1 1 0,2 0 0,1 0 0,3-1 0,1 2 0,0-1 0,1 3 0,0 0 0,2 3 0,0 2 0,0 0 0,0 2 0,-1-2 0,-1-2 0,-1-2 0,0-1 0,0-2 0,0 0 0,0 0 0,0-1 0,0 1 0,0 0 0,0 0 0,0-1 0,1 0 0,-1-1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71 143 24575,'1'-6'0,"2"-3"0,1-7 0,2-1 0,-2 0 0,-2 3 0,-2 4 0,-1 2 0,0 2 0,-2 1 0,-2 1 0,-2 0 0,-5-1 0,-4-2 0,0 1 0,2 1 0,5 2 0,5 3 0,2 1 0,2 2 0,-1 3 0,2 3 0,0 1 0,1 2 0,1-1 0,0-3 0,1-1 0,0-2 0,-1-3 0,2-1 0,0 1 0,2 0 0,2 1 0,1 1 0,1 0 0,-1 2 0,-3 1 0,-2-2 0,-2 0 0,-1-3 0,-2 1 0,1-2 0,0 0 0,0-1 0,0 0 0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1 118 24575,'0'-4'0,"0"-1"0,0-2 0,-1-3 0,2-1 0,0 0 0,2-1 0,3 1 0,2 0 0,1 2 0,1 0 0,0 2 0,0 3 0,-1 1 0,-1 2 0,-1 0 0,-1 0 0,-3 1 0,-1 0 0,-1 2 0,0 1 0,0 1 0,0 1 0,1 2 0,-2-1 0,0-1 0,-2 1 0,0-2 0,-3 2 0,0-1 0,-3 0 0,1 0 0,0-2 0,-1 1 0,0-2 0,0 1 0,2 0 0,0-1 0,2 0 0,0 0 0,1 0 0,1 0 0,0-2 0,2 1 0,-1-1 0,1 0 0,-1 0 0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113 67 24575,'-2'-3'0,"0"0"0,0 0 0,-2-1 0,-1-2 0,-1-1 0,0-2 0,-1-1 0,0 2 0,2 1 0,0 4 0,1 1 0,3 1 0,-2 1 0,-1 0 0,-3 0 0,-1 1 0,-2 0 0,2 0 0,1 1 0,1-2 0,4 0 0,1 1 0,1-1 0,0 2 0,1 0 0,0 1 0,3 3 0,3 1 0,0 1 0,3 2 0,1 0 0,0 0 0,0-2 0,-2-1 0,-2-2 0,-1-1 0,1-1 0,0 0 0,1-1 0,0 0 0,1-1 0,-3-1 0,-1 0 0,-3 0 0,2 0 0,0-2 0,1 1 0,0 0 0,-1 0 0,0 0 0,-2 0 0,0 0 0,-1 1 0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 68 24575,'-1'-3'0,"1"0"0,0-1 0,1 0 0,0-1 0,1 0 0,2-1 0,1 0 0,2-2 0,0 1 0,0 2 0,0 1 0,-2 2 0,0 0 0,0 1 0,0 0 0,-1 0 0,-1 1 0,-1 0 0,1 0 0,0 0 0,-2 0 0,1 0 0,-2 1 0,0 1 0,0 1 0,0 1 0,-1 0 0,0-1 0,-2 1 0,0 1 0,-2 0 0,0 0 0,-2 0 0,0-1 0,-1-1 0,0 1 0,0-1 0,1-1 0,3 0 0,1-1 0,2-1 0,0 1 0,0-1 0,0 0 0,0 2 0,0-2 0,-1 1 0,2-1 0,-3 0 0,2 0 0,-1 0 0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105 87 24575,'0'-4'0,"-1"-3"0,1-1 0,-1-2 0,-1-1 0,1 2 0,-2 0 0,0 3 0,0 1 0,-1 1 0,-2 1 0,0 1 0,-2 0 0,-1 0 0,1 1 0,0 0 0,2 0 0,0 1 0,0 0 0,0-1 0,0 1 0,2 0 0,1 1 0,1 0 0,1 1 0,1 2 0,-1 0 0,1 1 0,1 3 0,2 1 0,0 0 0,1 0 0,0 0 0,1 0 0,2-1 0,0-1 0,2-1 0,0-1 0,0-1 0,-2-1 0,0-1 0,1-1 0,2 0 0,1-1 0,0 1 0,-4-1 0,-3 0 0,-2 0 0,-1-1 0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640 259 24575,'0'-4'0,"0"-2"0,-1-5 0,0-4 0,-1-3 0,-2-2 0,-2 2 0,-1 2 0,-2 1 0,-1 0 0,-1 2 0,-1 2 0,2 3 0,-2 1 0,-1 1 0,-2 0 0,-2 1 0,-1 1 0,-3 1 0,-1 1 0,-1 0 0,-2 1 0,0 2 0,1 1 0,1-1 0,4 2 0,0-1 0,0 1 0,-2-2 0,-3 0 0,-1-3 0,1 0 0,-2-3 0,-2-2 0,0-2 0,-1-2 0,4 2 0,7 1 0,4 1 0,7 4 0,5 1 0,1 1 0,1 1 0,3 1 0,2 1 0,6 3 0,2 3 0,3 2 0,0 0 0,-1 3 0,-1 0 0,0 3 0,0 1 0,0 2 0,-1 0 0,-1 0 0,-1-2 0,0-2 0,-2 0 0,-1 1 0,2 0 0,0 1 0,2-1 0,1-1 0,0-2 0,-1-4 0,-4-3 0,0-3 0,0-1 0,2-1 0,4-1 0,4-2 0,1-1 0,1 0 0,-3 0 0,-3-1 0,-2 1 0,1 0 0,4-1 0,-1 1 0,-1 0 0,-4 1 0,-4 0 0,0 0 0,-1 1 0,1 0 0,0 1 0,0-1 0,2 2 0,0-1 0,0 1 0,-2 0 0,-3 0 0,-3-1 0,2 0 0,2 1 0,2 1 0,2 0 0,1 0 0,1 0 0,-3 1 0,-1-3 0,-3 0 0,-1 0 0,3-3 0,2-2 0,-2 2 0,-1 0 0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3 113 24575,'2'-7'0,"0"-2"0,1-3 0,3-1 0,2 1 0,0 1 0,2 1 0,0 1 0,0 1 0,0 2 0,0 1 0,0 2 0,0 0 0,-1 1 0,1 1 0,0 0 0,1 0 0,-1 2 0,3 0 0,2 2 0,3 1 0,-1 1 0,-2-1 0,-5-1 0,-4 0 0,-1-2 0,-3 0 0,1 0 0,3 0 0,3 0 0,5 1 0,5-1 0,6-1 0,2 0 0,-1-2 0,-3 0 0,-7 1 0,-7 0 0,-5 1 0,-2 0 0,-2 0 0,-3 1 0,-1 1 0,-5 2 0,0 0 0,-2 1 0,-2 0 0,-1 1 0,0-1 0,1 0 0,0 0 0,2-1 0,1-1 0,0 1 0,0 1 0,2 0 0,1 0 0,1 0 0,3-1 0,-1 0 0,2 2 0,-1-2 0,0 1 0,0 0 0,1 1 0,-1 0 0,-1-1 0,1 1 0,0-1 0,0 0 0,0-1 0,-1 0 0,-1-1 0,-1 1 0,0-2 0,-1 1 0,0-1 0,-2-2 0,1 1 0,-1-1 0,-1 0 0,-1 0 0,-1-1 0,-1-1 0,-2-1 0,-3-1 0,-1 0 0,1-1 0,4 1 0,5 2 0,1-1 0,4 2 0,0 0 0,2-1 0,1 0 0,-1-1 0,0 1 0,1 0 0,-1 2 0,2 3-1696,-3 11 0,3-7 0,-3 7 0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310 221 24575,'3'-3'0,"-1"-2"0,1-3 0,-1-1 0,-1-2 0,-1 1 0,0 0 0,-1-1 0,-1 1 0,-1 0 0,0 2 0,1 1 0,0 0 0,-1 1 0,-1-3 0,-1-1 0,-2-1 0,0 0 0,0 3 0,1 2 0,0 2 0,-1 3 0,1 0 0,-2 2 0,-3 1 0,-3 2 0,-4 2 0,-1 0 0,2 0 0,3-1 0,5-2 0,3-1 0,2-2 0,1 1 0,0-1 0,-1-1 0,-2 0 0,-3-2 0,-2-1 0,-3-4 0,-1-3 0,-1-2 0,-2 0 0,4 1 0,4 4 0,5 3 0,4 4 0,1 1 0,1 2 0,0 0 0,3 2 0,0 1 0,2 2 0,1 2 0,0 0 0,1 2 0,-1-1 0,0 0 0,0-2 0,-2-1 0,-2-2 0,0-1 0,0 0 0,-1 1 0,0 0 0,-1 2 0,1-1 0,-1 2 0,-1 0 0,1 1 0,-1 0 0,-1 1 0,1-1 0,-1 0 0,1-1 0,-1-1 0,2 0 0,0 1 0,2 0 0,1 0 0,1 1 0,3-2 0,1 0 0,0-3 0,1-1 0,0-1 0,-1 0 0,2-2 0,0 1 0,-1-1 0,1-1 0,-1-1 0,1-1 0,-2 0 0,-1 0 0,-2 1 0,1 0 0,-1 0 0,-1 1 0,-2 1 0,0-2 0,4 2 0,4 0 0,3 0 0,0 0 0,-6 1 0,-4-1 0,-1-1 0,-2-1 0,0 0 0,1-1 0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234 329 24575,'1'-3'0,"2"-2"0,0-6 0,0-2 0,1-1 0,-1 2 0,-2 2 0,-1 3 0,1 3 0,-1-1 0,0-1 0,0-1 0,0-1 0,-2-1 0,-2-2 0,-2 0 0,-3-1 0,-1 2 0,0 3 0,2 2 0,2 3 0,2 1 0,0 1 0,-1-1 0,-1 0 0,-5-1 0,-3-1 0,-4-3 0,-5-1 0,0-2 0,1 1 0,5 0 0,5 1 0,4 1 0,3 1 0,0-1 0,1-1 0,1-2 0,0-3 0,1-1 0,-1 0 0,1 1 0,0 2 0,1 3 0,0 5 0,2 1 0,0 4 0,0 2 0,1 1 0,-1 2 0,0 1 0,0 3 0,0 3 0,0 0 0,-1 1 0,2-2 0,-2 0 0,1-2 0,0-2 0,-1 1 0,1-2 0,0 0 0,-1-2 0,0 0 0,0 1 0,0 0 0,0 2 0,-2 0 0,1 2 0,0 1 0,-1 1 0,1 1 0,1-1 0,0-1 0,0-2 0,0-3 0,0-2 0,2-1 0,1 0 0,0-1 0,2-1 0,1 0 0,2-1 0,0 1 0,1-2 0,1 2 0,0-2 0,1 1 0,0-1 0,0-1 0,-2 1 0,-2-1 0,-1 0 0,-1-1 0,1 0 0,1 0 0,0 0 0,-3 0 0,-2-1 0,0 2 0,-1-1 0,1 1 0,0 0 0,0-1 0,-1 1 0,0 0 0,2-1 0,5 1-1696,2 1 0,-3-1 0,-1 0 0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7 129 24575,'0'-10'0,"1"0"0,1-8 0,-1 2 0,1 2 0,0 3 0,-1 4 0,1 3 0,0 1 0,0 0 0,3-1 0,1 0 0,2 1 0,1-1 0,0 2 0,1 0 0,0 1 0,0 1 0,1 0 0,0 2 0,0 2 0,0 1 0,0 0 0,1-1 0,-2-1 0,-1 0 0,-4-2 0,-1-1 0,-3 0 0,3-1 0,1 0 0,3-2 0,1-1 0,2 0 0,2 0 0,2-1 0,2 1 0,0-1 0,-2 2 0,-3 0 0,-4 2 0,-4 0 0,-3 2 0,-3 0 0,-4 3 0,-1 2 0,-2-1 0,-2 2 0,0-1 0,-2 0 0,2-1 0,0 0 0,3-1 0,2-1 0,2 1 0,2-1 0,0 0 0,1 0 0,0-1 0,1 1 0,0 1 0,1 1 0,0 0 0,0 1 0,1 0 0,-1-2 0,1 1 0,-1-1 0,-1 0 0,1 0 0,-2 0 0,1 0 0,-2-1 0,-1 2 0,0 0 0,-2-1 0,-1 1 0,-1 0 0,-2-1 0,0 1 0,-2-2 0,1 1 0,-1-2 0,1 0 0,-1 0 0,-1-2 0,0 0 0,-1 0 0,1 0 0,4 0 0,1 0 0,0-1 0,-2-1 0,-2-1 0,1 0 0,1 1 0,3 1 0,2 0 0,0 1 0,1-1 0,1 1 0,1-1 0,1 1 0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1 128 24575,'0'-2'0,"0"-1"0,1 0 0,0 0 0,0-1 0,0 2 0,0-1 0,0 3 0,0-1 0,0-1 0,3-1 0,2-2 0,3-3 0,2-2 0,1-1 0,1-1 0,-1 1 0,-1 0 0,-1 1 0,-2 3 0,-2 2 0,0 1 0,-2 2 0,0 0 0,0 1 0,3 0 0,2 0 0,3 1 0,2 0 0,1-1 0,-2 1 0,-2 1 0,-2 0 0,-1 1 0,2 0 0,-1 1 0,1 1 0,-2 0 0,1 0 0,0 2 0,2-2 0,2 1 0,-1-2 0,-3 0 0,-3-3 0,-1 1 0,-1-1 0,0-1 0,3 1 0,0 0 0,0 0 0,-3 0 0,-2 0 0,-1 0 0,-2 1 0,1-1 0,-1 0 0,-2 1 0,-1 0 0,0-1 0,-2 1 0,-3 1 0,-2 0 0,-3 3 0,0 0 0,0 1 0,3 0 0,3-1 0,4 0 0,2-1 0,1 0 0,1 2 0,3 1 0,1 1 0,2 2 0,2 1 0,1 0 0,0 0 0,-1-1 0,-2-1 0,-2-2 0,-2 0 0,0-1 0,-1-1 0,-1-1 0,1 0 0,-1-1 0,-1 0 0,-1 0 0,-1 0 0,-3 1 0,-2 0 0,-3-1 0,-4-1 0,-4-1 0,-3-2 0,-4 0 0,2-3 0,0 0 0,2-1 0,2 0 0,0-1 0,3 2 0,2 1 0,4-1 0,1 1 0,3-1 0,1 1 0,0-2 0,-1-2 0,0 0 0,-1 0 0,2 2 0,2 1 0,2 3 0,1 0 0,3 4 0,-2-3 0,2 3 0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451 223 24575,'1'-10'0,"1"-7"0,-2-6 0,0-3 0,-1 4 0,-1 7 0,0 5 0,1 5 0,0 3 0,-1 0 0,-3 0 0,-7-4 0,-9-3 0,-10-4 0,-7-3 0,-1 1 0,1 2 0,6 4 0,7 4 0,7 4 0,5 1 0,2 1 0,0 1 0,-2 1 0,-1 0 0,-1-1 0,-1 0 0,0-2 0,-1 0 0,0-2 0,5 0 0,1-1 0,3 1 0,2-1 0,2 2 0,2 0 0,3 1 0,3 2 0,2 1 0,0 0 0,-1 0 0,-1 0 0,-2 1 0,0 1 0,-1 2 0,0 2 0,0 2 0,-1 2 0,0 3 0,0 4 0,1 2 0,-1 0 0,1-2 0,1-4 0,0-3 0,2-3 0,0-2 0,2-1 0,4 1 0,4 0 0,4-1 0,4 0 0,1-1 0,1-2 0,0 0 0,4-1 0,-2-2 0,0 0 0,-2-1 0,-4 0 0,-4-1 0,-4-1 0,-3 0 0,-1 0 0,2 0 0,1 0 0,2 0 0,0 1 0,-1 0 0,-2 1 0,-1 0 0,-2 0 0,-2 1 0,-2-2 0,-1 1 0,1-2 0,-1 2 0,0-1 0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8 169 24575,'-1'-4'0,"0"-2"0,0-3 0,1-5 0,1-3 0,3-1 0,0 2 0,2 2 0,-1 2 0,1 4 0,0 2 0,2 0 0,3 2 0,2-1 0,4-1 0,1 1 0,-1 0 0,-1 0 0,-3 2 0,2 0 0,3 2 0,2 0 0,-1 0 0,-4 2 0,-2 0 0,-1 2 0,-1 0 0,-2-1 0,-2 0 0,-1 0 0,-2 0 0,0-1 0,1 0 0,2 0 0,1-1 0,0 1 0,-1-1 0,0 0 0,1 0 0,1 0 0,1 0 0,0 0 0,-3 0 0,-2 0 0,-2 0 0,-1 0 0,-1-1 0,0 1 0,-5 2 0,-2 1 0,-4 3 0,-2-1 0,0 1 0,1 0 0,3-1 0,3-2 0,1-1 0,3-1 0,1 0 0,-1 0 0,1 1 0,1 2 0,0 3 0,0 2 0,1 0 0,1 0 0,-1-1 0,0 1 0,-1-1 0,-1 2 0,1-1 0,-1 1 0,-1-2 0,1 0 0,-1-1 0,0 0 0,-1-1 0,0-2 0,-1 1 0,0-1 0,-2 0 0,0 0 0,-3 0 0,-1 0 0,-2 0 0,-2-1 0,-5-1 0,-3 1 0,-4-1 0,0-2 0,1 1 0,2-1 0,2-1 0,3 0 0,2 0 0,3 0 0,0-1 0,-1 0 0,1-2 0,1-1 0,0 0 0,4 0 0,1 2 0,3 0 0,1 1 0,2 2 0,-1 0 0,1 0 0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395 266 24575,'3'-12'0,"0"-6"0,-1-7 0,-2-6 0,-3-1 0,-6 2 0,-2 5 0,-2 5 0,1 9 0,2 6 0,2 2 0,0 3 0,-1 1 0,-3 1 0,-4-1 0,-6-1 0,-3 0 0,0-1 0,-1-1 0,4 0 0,4-1 0,4 2 0,4-1 0,3 0 0,-2 0 0,-1 0 0,-3-1 0,-2-1 0,-1-2 0,0 0 0,-1-1 0,4 1 0,5 1 0,4 3 0,3 1 0,2 2 0,2 1 0,1 3 0,2 0 0,0 2 0,0-1 0,-1 0 0,2 1 0,-2 1 0,1 0 0,-3-1 0,-2 1 0,1 0 0,-2 2 0,0 3 0,0 1 0,1 2 0,-1 0 0,1-1 0,0-1 0,0-3 0,1 0 0,1-1 0,1 0 0,0-1 0,1-2 0,2 0 0,0-2 0,3 0 0,3 0 0,3-1 0,2 0 0,1 0 0,-3-2 0,-2-1 0,0 1 0,2-1 0,3-1 0,1 0 0,-5-1 0,-5-1 0,-3 0 0,0 0 0,1-1 0,-1 1 0,-1-1 0,-2 1 0,0 2 0,2-1 0,3 1 0,2 0 0,0 0 0,-2 0 0,-3 1 0,-2-1 0,-3-1 0,1 0 0,3-2 0,-2 0 0,1 2 0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1 233 24575,'1'-6'0,"0"-1"0,0-6 0,1-3 0,1-8 0,2-5 0,1 0 0,-1 2 0,2 6 0,-3 7 0,1 5 0,0 3 0,2 1 0,2-1 0,5 0 0,4 1 0,6 1 0,3 1 0,-2 2 0,-6 0 0,-5 1 0,-6 1 0,-2 1 0,2 3 0,4 0 0,1 2 0,-1-2 0,-4-2 0,-1-1 0,0-1 0,1 0 0,1-1 0,-2 2 0,-1-2 0,-3 0 0,2 0 0,5 0 0,2 0 0,2 0 0,-2 0 0,-1 1 0,-1-1 0,-2 0 0,-3 1 0,-2-1 0,-2 1 0,-3 0 0,0 0 0,-3 2 0,-1 0 0,-2 1 0,0 0 0,0 1 0,1 0 0,1 0 0,2-1 0,2-1 0,2-1 0,-1-1 0,1 1 0,0 0 0,1 2 0,0 0 0,0 2 0,0 2 0,0 1 0,-1-1 0,1 1 0,-1-1 0,0-2 0,-1-2 0,1 1 0,-2-1 0,0 0 0,-3 1 0,-1 1 0,-3 1 0,-3 1 0,-3 0 0,1-1 0,1-1 0,3-2 0,0-1 0,0-1 0,-1 0 0,-2-2 0,-2 1 0,-1-1 0,-3-1 0,-1 1 0,0-2 0,4 2 0,6 0 0,4-1 0,2 1 0,1 0 0,0 0 0,-1 0 0,0 0 0,-2 0 0,0 0 0,-2 1 0,0 1 0,1-1 0,1-1 0,3 2 0,0-2 0,3 0 0,0 0 0,0 0 0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389 187 24575,'3'-6'0,"0"1"0,1-2 0,0-2 0,0-1 0,-1 0 0,0 0 0,-2-1 0,-1 1 0,-1 2 0,-1 2 0,-3 0 0,-3 1 0,-4-1 0,-4-2 0,-3 0 0,-2 0 0,0 0 0,3 3 0,5 1 0,4 2 0,3 0 0,-1 2 0,-1-1 0,-2 1 0,1 0 0,-2 1 0,-1-1 0,-3 0 0,-2 0 0,0-1 0,0-1 0,1-1 0,-2 0 0,-2-1 0,-2-1 0,0 0 0,4 1 0,4 1 0,7 2 0,5 0 0,2 1 0,3 3 0,0 2 0,3 2 0,-1 1 0,-1 0 0,0 2 0,-1 0 0,0 2 0,0-1 0,-1 0 0,0-1 0,1-1 0,-1-2 0,1 0 0,1 1 0,1 0 0,3 1 0,1-2 0,2 0 0,1-3 0,3 0 0,4-1 0,5-1 0,1 0 0,1-1 0,0 1 0,-5-2 0,-5 0 0,-5 0 0,-2-2 0,0 1 0,0-1 0,-2 1 0,-3 0 0,-2 1 0,0 0 0,-2 0 0,1 0 0,-1 0 0,3 0 0,1 1 0,3 1 0,4 4 0,2 1 0,2 2 0,-3-2 0,-3-3 0,-3-2 0,0 0 0,2-1 0,8 0 0,1 0 0,-4-1 0,-4 0 0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19 178 24575,'2'-5'0,"2"-4"0,1-7 0,-1-5 0,0-2 0,-1 2 0,-1 5 0,-1 6 0,0 4 0,0 2 0,1 0 0,1-2 0,2-1 0,3-1 0,2 1 0,2 2 0,2 0 0,3 2 0,5 2 0,5 1 0,4 1 0,3 1 0,-2 2 0,-7-1 0,-6 0 0,-8-1 0,-3 0 0,-2 1 0,2 1 0,3 2 0,5 2 0,2-1 0,5 0 0,-1-2 0,2-1 0,-3-2 0,-5-1 0,-4-1 0,-6-1 0,-2 1 0,-3 0 0,-1 0 0,1 0 0,0 0 0,0 0 0,-5 1 0,-1 1 0,-5 2 0,0 0 0,0 0 0,2-1 0,1 0 0,1-1 0,1 0 0,1-1 0,1 2 0,2-2 0,-2 2 0,2 1 0,-1 0 0,1 0 0,0 2 0,-1-1 0,2 2 0,0 0 0,0 1 0,0-2 0,-1 1 0,1-3 0,-2 1 0,1 1 0,-2 0 0,-2 2 0,-2 0 0,-1 0 0,-2 0 0,-3 0 0,-1-1 0,-2-2 0,-3-1 0,-2-2 0,-3-2 0,-1-2 0,-1-2 0,0-1 0,1-2 0,1 1 0,2 1 0,2 0 0,5 2 0,3 0 0,2 1 0,4 1 0,1-1 0,0 2 0,0 0 0,1-1 0,1 1 0,1 0 0,0 1 0,-1-1 0,-1 2 0,0 0 0,-3 2 0,0 0 0,0 0 0,-1-1 0,2-1 0,1 0 0,4-2 0,0-3 0,1 1 0,1-1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17 348 24575,'0'-3'0,"1"-2"0,0-2 0,1 0 0,1-2 0,0 0 0,-1 2 0,1 2 0,-2 3 0,0 0 0,0 0 0,2-2 0,1-2 0,0-2 0,1-1 0,1-2 0,-1-2 0,1-1 0,-1-2 0,0 2 0,-1 1 0,-1 2 0,1 2 0,-1 2 0,1 1 0,0 0 0,1-1 0,1 0 0,2-4 0,3 0 0,0-3 0,1 0 0,-2 0 0,0 2 0,0 2 0,-2 2 0,0 0 0,2 0 0,-2 2 0,0 2 0,-1 1 0,0 1 0,0 1 0,3 0 0,1 1 0,2-1 0,0 1 0,0 0 0,0 1 0,0-1 0,0 2 0,2 0 0,1 1 0,0 0 0,0 0 0,-1 1 0,-1-1 0,1 0 0,3 1 0,2-1 0,-1 0 0,0 0 0,-4-1 0,-1-1 0,-1 0 0,-1 0 0,-1-1 0,-1 0 0,0 0 0,0 0 0,-2 0 0,-2 0 0,-3-1 0,-2 2 0,-4 0 0,0 0 0,-4 1 0,1 1 0,-1 0 0,-3 0 0,0 1 0,-1 0 0,0 1 0,-1 2 0,-1 0 0,1 1 0,0-1 0,0 2 0,1-2 0,2 0 0,1-1 0,1 1 0,1-1 0,1-1 0,-1 2 0,0-1 0,0 2 0,-1-1 0,0 1 0,0 0 0,-1-1 0,-1 2 0,-2 0 0,-3 1 0,-3 1 0,-3 0 0,-2-1 0,1-1 0,3 0 0,4-4 0,4-1 0,2-1 0,2-1 0,1 0 0,0 0 0,-2 0 0,-2 1 0,-3 1 0,-2 0 0,0 0 0,0-2 0,0 0 0,2-1 0,0 0 0,3-1 0,1 0 0,1 1 0,1-1 0,-1 1 0,0 0 0,0 0 0,-1-1 0,1 2 0,0-1 0,-1 0 0,0 0 0,1 0 0,1 0 0,1 0 0,0 1 0,-1-1 0,2 1 0,0 0 0,2-2 0,1 1 0,0-1 0,1-1 0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537 274 24575,'-1'-4'0,"0"-3"0,1-4 0,0-6 0,-1-2 0,0 1 0,1 1 0,0 4 0,-1 3 0,0 0 0,-1 2 0,-1 0 0,-3-1 0,-2 1 0,-1-2 0,-3 2 0,-2 0 0,0 0 0,-2 1 0,0 1 0,1 2 0,0 0 0,-1 2 0,-1 0 0,-1 1 0,-5 0 0,0 1 0,0 0 0,-1 0 0,4 1 0,3 0 0,3 0 0,0 0 0,0 0 0,-1 0 0,0 0 0,1 1 0,-1-1 0,-2 0 0,0-2 0,0-1 0,2-2 0,2-2 0,3-4 0,1-1 0,0-1 0,3 3 0,2 3 0,3 4 0,1 1 0,1 1 0,1 1 0,3 0 0,0 1 0,2 2 0,0 2 0,3 2 0,-1 1 0,2 1 0,-1-1 0,-3 0 0,0-1 0,-1 0 0,0 2 0,-2 1 0,1 1 0,0 0 0,-1-1 0,-1 0 0,0 0 0,0-1 0,1 2 0,1 0 0,0 0 0,1 0 0,-1-1 0,1 0 0,1 0 0,0-1 0,0 0 0,0-1 0,1 0 0,-1-1 0,1 0 0,2 0 0,0-1 0,1 0 0,0-2 0,1-1 0,1-1 0,-1-1 0,4-1 0,2 0 0,2 0 0,-2 0 0,-3-1 0,-3 0 0,-3 1 0,-2-1 0,-2-1 0,1 0 0,0 0 0,1-1 0,-1 0 0,1 1 0,0-1 0,2 1 0,0 0 0,2 1 0,-2 0 0,-1 0 0,-3 0 0,-1 1 0,0-2 0,0 0 0,4 0 0,3 0 0,3-1 0,2 1 0,-4 0 0,-4 1 0,-4-1 0,-1 0 0,0-2 0,1-2 0,-1-1 0,0 2 0,-3 2 0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19 236 24575,'-3'-10'0,"0"-2"0,-1-1 0,1-1 0,1 1 0,0 2 0,1 0 0,1 0 0,-1 1 0,1 2 0,1 0 0,0 0 0,0 1 0,1 0 0,1 0 0,-2 3 0,2 1 0,1 0 0,0 1 0,2 0 0,1 1 0,5 1 0,3-1 0,3 0 0,-2 1 0,-5 0 0,-2-1 0,-3 1 0,1-1 0,2-1 0,2-1 0,1 0 0,-1 0 0,-1-2 0,1 0 0,0-1 0,2-1 0,-1 0 0,-2 2 0,-2 2 0,1 0 0,3-1 0,0 1 0,1-1 0,-4 3 0,-4 0 0,-3 0 0,0 1 0,-2 0 0,0 1 0,-3 1 0,-1 3 0,-1 0 0,-2 2 0,-1 0 0,0 0 0,1 1 0,0-2 0,1 0 0,2-1 0,2-2 0,-1 1 0,1 2 0,0 0 0,1 1 0,0 1 0,0-1 0,1 0 0,1 0 0,-1-3 0,1 0 0,-1 0 0,0 0 0,0 2 0,0 1 0,-1 0 0,0 1 0,0-1 0,-1 0 0,0 0 0,-2-2 0,1 1 0,-2-1 0,0-1 0,-2 1 0,2-1 0,-2-1 0,1 0 0,0 0 0,0-1 0,0 1 0,2-1 0,0 0 0,0-1 0,0-1 0,-1 1 0,-1-1 0,-1 1 0,0 0 0,-1-1 0,0 1 0,-1-1 0,1 2 0,-2-2 0,1 0 0,-2 0 0,0 1 0,1-1 0,1 0 0,5 0 0,2 0 0,1 0 0,1 0 0,0 0 0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13 358 24575,'-1'-9'0,"0"-2"0,0-6 0,0-2 0,0 0 0,0 0 0,1 2 0,-1 2 0,1-1 0,-1 0 0,1 0 0,-1 0 0,1 1 0,0 1 0,0 1 0,0 1 0,0 1 0,0 0 0,0 1 0,0 1 0,0 0 0,0 0 0,0 0 0,0 1 0,-1 0 0,1 0 0,0 2 0,-1 0 0,0 3 0,1 0 0,-1 1 0,1 1 0,0 0 0,0 1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335 546 24575,'-2'0'0,"0"-1"0,-3-2 0,-3-3 0,-3-5 0,-6-6 0,-3-6 0,-4-7 0,-4-5 0,-2-3 0,0 1 0,3 3 0,5 4 0,4 3 0,3 3 0,3 1 0,1 3 0,2 3 0,1 2 0,2 1 0,1 1 0,1 0 0,0 0 0,1 0 0,0 0 0,1 0 0,-1 0 0,2 0 0,-1 1 0,1 2 0,0 2 0,1 4 0,-1 2 0,3 1 0,2 3 0,-1-2 0,1 2 0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2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0 357 24575,'13'1'0,"4"-2"0,9-2 0,7-4 0,5-5 0,4-6 0,-1-4 0,-3-4 0,-6 1 0,-9 4 0,-8 3 0,-6 4 0,-2 2 0,0-3 0,0-2 0,-1-2 0,-1-1 0,-2 3 0,-1 1 0,-1 0 0,-1 2 0,0 2 0,0 2 0,-1 3 0,0 1 0,0 3 0,1 1 0,0 1 0,-1 1 0,1 0 0,0-1 0,-1 1 0,1-1 0,-1 0 0,1 0 0,0 1 0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362 219 24575,'-13'-2'0,"-6"-1"0,-9-1 0,-11-3 0,-1 0 0,-2-3 0,5 0 0,6-2 0,4-1 0,8 2 0,5 0 0,4 2 0,2 1 0,1 1 0,2 1 0,1 0 0,1 0 0,0-1 0,1-1 0,0-3 0,1 1 0,-1-1 0,1 1 0,0 2 0,0 1 0,0 1 0,1 2 0,-1 1 0,1 2 0,0 0 0,0 1 0,-1 0 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 24575,'2'-1'0,"0"0"0,1 1 0,2-1 0,0 1 0,-1 0 0,-2 0 0,0 1 0,-1 1 0,0 1 0,0 0 0,0 2 0,0 0 0,0 3 0,0 0 0,1 0 0,0 2 0,0 0 0,2 1 0,-1 1 0,2-2 0,0 0 0,1 2 0,2 0 0,1 0 0,-1-2 0,1-1 0,1-1 0,2-1 0,1 1 0,2 0 0,1 1 0,2 0 0,0-2 0,-2-1 0,-2-2 0,-5-2 0,-3 0 0,-4-2 0,-1 0 0,0 1 0,1-1 0,0 1 0,0 1 0,-1-2 0,0 1 0,-1-1 0,0 0 0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4 625 24575,'0'-5'0,"-1"-3"0,0-6 0,0-3 0,1-4 0,0-2 0,0-1 0,2-2 0,1 1 0,0 0 0,0 3 0,0 3 0,0 2 0,0 2 0,0 1 0,-1 2 0,0-1 0,-1 2 0,0 1 0,1 1 0,-1 0 0,0 0 0,1 0 0,-1 1 0,0-1 0,0 0 0,0-1 0,0-1 0,0-3 0,0-2 0,0-1 0,0 1 0,0 3 0,0 1 0,0 4 0,-1 0 0,1 2 0,-1 2 0,1-1 0,-1 1 0,1 0 0,1-3 0,0-1 0,1-2 0,0 0 0,1-1 0,0 0 0,0 2 0,0 1 0,0 3 0,0 1 0,1 2 0,0 1 0,1 0 0,0 1 0,0-1 0,0 0 0,0 0 0,-1 1 0,-2 0 0,-1-1 0,1 1 0,1 0 0,1 0 0,0-1 0,-1 1 0,0 0 0,-1 0 0,1-1 0,-1 1 0,-1 0 0,0-1 0,-1 1 0,-1 0 0,1 0 0,0 0 0,0 0 0,0 0 0,-1 0 0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0 24575,'6'1'0,"1"2"0,3 2 0,2 3 0,2 3 0,2 2 0,0-1 0,-2 0 0,-2-1 0,-2-2 0,-3-2 0,-2-1 0,-2 0 0,0 0 0,0 1 0,0 0 0,-1 1 0,0 0 0,0-1 0,-1 2 0,0 1 0,0 1 0,0 0 0,-1 3 0,1 1 0,-1 2 0,1 2 0,0-1 0,-1-1 0,0 0 0,0 1 0,0 0 0,0 1 0,1 1 0,1-1 0,-1 0 0,1 0 0,-1-3 0,0-2 0,-1-1 0,0-1 0,1-1 0,-1 1 0,1 1 0,0 1 0,1-1 0,-1-2 0,1-1 0,-1 0 0,1 1 0,1 2 0,0 1 0,-1-2 0,0-2 0,-1-4 0,-1-3 0,0-1 0,0-1 0,0-1 0,0 1 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3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0 24575,'0'3'0,"-2"2"0,1 3 0,-1 1 0,0 4 0,0 2 0,1 2 0,0 3 0,0-3 0,1-1 0,0-1 0,0-3 0,0-1 0,1-1 0,0-1 0,1 1 0,-1-1 0,1 1 0,0 0 0,1 0 0,0-1 0,0 1 0,-1-1 0,0 0 0,0-2 0,-2-1 0,1-2 0,-1-1 0,0-2 0,0-1 0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0 245 24575,'4'-9'0,"1"-3"0,2-5 0,1-1 0,0-5 0,-2-1 0,0 2 0,-2 2 0,-2 7 0,0 1 0,0 2 0,-1 1 0,0 3 0,1 0 0,-1 3 0,0 0 0,0 2 0,1 0 0,0-1 0,2 1 0,-1-1 0,1-1 0,-1 0 0,1 0 0,-1 0 0,1 0 0,1 0 0,-1-1 0,-1 2 0,-1 0 0,-1 1 0,0 0 0,0 0 0,0 0 0,0 0 0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310 555 24575,'0'-3'0,"0"0"0,0-2 0,0 0 0,0-1 0,-1-1 0,-1-2 0,0-3 0,-1-4 0,-3-5 0,-1-1 0,0-2 0,-1 2 0,-1-1 0,-1-1 0,-1 0 0,-1-2 0,-2 1 0,1 1 0,0 1 0,-1 0 0,1 2 0,0-1 0,0 2 0,2 3 0,1 2 0,1 2 0,0 1 0,0 0 0,0 1 0,0 0 0,2 2 0,1 1 0,0 2 0,1 1 0,0 1 0,-1 1 0,0-1 0,0 1 0,1 0 0,0 2 0,1-1 0,1 1 0,0 0 0,0-1 0,1 1 0,2 0 0,-1 1 0,2 0 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1 411 24575,'0'-7'0,"2"-2"0,0-5 0,2-2 0,1-4 0,1-1 0,2-2 0,0 1 0,0 2 0,-1 2 0,0 3 0,-1 1 0,1 2 0,0 0 0,-1 1 0,0 1 0,0 1 0,-1 1 0,0 0 0,1 0 0,0 0 0,1-1 0,1-1 0,1 1 0,1 1 0,1 0 0,-1 0 0,1 1 0,-2 0 0,1 0 0,-1 0 0,0 1 0,0 1 0,-1 0 0,0 2 0,-2 0 0,0 1 0,0 0 0,0 0 0,0-1 0,0 1 0,0 0 0,0 0 0,-1 1 0,0-1 0,0 1 0,1 0 0,-2 0 0,-1 0 0,-1 0 0,-2 0 0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93 185 24575,'-4'-6'0,"-2"-2"0,-1-2 0,0 0 0,0 1 0,1 0 0,1-1 0,-1 0 0,1 0 0,1-1 0,0 1 0,1 0 0,0 1 0,0 1 0,1-1 0,-1 1 0,0 0 0,1 0 0,0 2 0,-1 1 0,1 1 0,-1 1 0,1 1 0,2 1 0,-1 1 0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0 541 24575,'2'0'0,"1"-3"0,2-2 0,8-13 0,-1 2 0,5-8 0,-7 7 0,0 1 0,-1 1 0,-1 0 0,-1 2 0,-1 0 0,-1-1 0,-1-1 0,0 0 0,-2-1 0,1-1 0,-1 0 0,0-1 0,0 0 0,0 1 0,-1-1 0,-1 1 0,1 1 0,-1 2 0,1 1 0,-1 1 0,0 2 0,0 1 0,0 1 0,1 2 0,0-1 0,0 2 0,0-1 0,1 0 0,0-1 0,1-1 0,1 1 0,0-2 0,1 1 0,0-1 0,0 0 0,0 1 0,1 1 0,-1 1 0,-1 2 0,0 0 0,-1 1 0,0 1 0,-3 2 0,0-1 0,-1 1 0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21:36.2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340 377 24575,'-4'-2'0,"-4"0"0,-3-2 0,-3-1 0,2-1 0,0-4 0,0-2 0,0-4 0,-1-5 0,1-2 0,0-3 0,1 0 0,0 1 0,2 3 0,1 4 0,3 3 0,1 2 0,2 3 0,0 1 0,0-1 0,1 0 0,0 1 0,0 0 0,0 1 0,-1 0 0,-1 1 0,-1 0 0,-2 1 0,-1 0 0,-2 0 0,-3 1 0,-1 1 0,-2 1 0,2 1 0,2 0 0,2 1 0,2 0 0,1 0 0,1 0 0,0 0 0,0 0 0,-1 0 0,1 0 0,0 1 0,1-1 0,0 1 0,2 0 0,1 0 0,0 0 0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0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4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55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8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2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3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4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5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09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0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9:33.6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0 297 24575,'2'0'0,"-2"-4"0,5 1 0,-2-2 0,2-2 0,-1 2 0,-1 0 0,2 0 0,0 1 0,-1-1 0,-1 2 0,2-2 0,0 1 0,-1-1 0,-1 2 0,2-2 0,0 1 0,-3-1 0,3 0 0,0 0 0,-3 0 0,3 0 0,-3 0 0,3 1 0,-2-1 0,-1 2 0,3-2 0,-3 1 0,1-1 0,-1 2 0,3-2 0,-2 3 0,-1-3 0,3 0 0,-3 0 0,1 3 0,2-3 0,0-2 0,-3 2 0,3-2 0,0 2 0,-3-3 0,3 4 0,-3-4 0,3 3 0,-2-2 0,2 2 0,-3-2 0,3 2 0,-3-2 0,3 2 0,-2 0 0,-1 3 0,0-3 0,1 2 0,-1-1 0,1 1 0,-1 1 0,1-1 0,-3 1 0,2-1 0,-2 3 0,0-2 0,2 0 0,-2 2 0,0 0 0,0-3 0,0 3 0,3-2 0,-3 2 0,0-3 0,0 1 0,2 2 0,-2-3 0,0 1 0,0 2 0,0 0 0,3 0 0,-3 0 0,0 0 0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0 24575,'-3'2'0,"1"1"0,-5 2 0,-3 2 0,-2 3 0,0-1 0,-3 4 0,0-1 0,1 0 0,2 0 0,-3-2 0,3 2 0,-3-2 0,3 2 0,0-2 0,0-1 0,2-1 0,-2 1 0,2-1 0,-2 1 0,0-1 0,0 1 0,0 1 0,0 0 0,-3-1 0,0 4 0,3-4 0,-2 1 0,4 0 0,-2-3 0,0 0 0,-1 1 0,4-1 0,-1-2 0,3 0 0,2-1 0,-2 1 0,2 0 0,0 0 0,0 0 0,0-3 0,0 1 0,3-1 0,-1 1 0,1-3 0,2 0 0,2 0 0,1-3 0,-1 3 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690 0 24575,'-7'2'0,"-3"6"0,-9 1 0,-8 4 0,10-4 0,-5 1 0,-2 0 0,-1 2 0,-4 0 0,0 0 0,0 0 0,0 3 0,5-5 0,-1-1 0,3 1 0,3-3 0,-15 6 0,10-4 0,4-1 0,3-1 0,3-2 0,-1 2 0,-2-2 0,-2 2 0,-3 3 0,0-3 0,2 3 0,3-3 0,3 0 0,2-2 0,-1 0 0,1 0 0,3 0 0,-1-3 0,0 3 0,3-2 0,4-1 0,1-2 0,7 0 0,-3 0 0,3-2 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864 0 24575,'-5'0'0,"-3"2"0,-11 3 0,-10 3 0,9-4 0,-4 1 0,-3 3 0,1-1 0,-6 0 0,0 0 0,-4 3 0,0 0 0,-1 0 0,1-3 0,2 3 0,0-3 0,7 0 0,-2 0 0,7-2 0,2 0 0,-11 3 0,4-1 0,5-2 0,0 0 0,3-1 0,2 1 0,-2 0 0,-3 0 0,0 0 0,-3 0 0,4 0 0,-1-1 0,7 1 0,1-2 0,4-1 0,0 1 0,5-3 0,0 2 0,3-2 0,9 0-1696,15 0 0,-10-2 0,8 2 0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915 0 24575,'0'0'0,"-3"0"0,-4 2 0,-3-2 0,-14 3 0,-13-3 0,13 2 0,0-2 0,-5 3 0,0-1 0,-3 1 0,-2-1 0,0 0 0,-3 1 0,1-1 0,0 1 0,-1-1 0,3 1 0,5-1 0,2 0 0,3 1 0,2-1 0,-12 3 0,5-2 0,2 1 0,0-1 0,3 2 0,-3-3 0,3 1 0,2-1 0,0 0 0,8 1 0,2-3 0,-3 0 0,0 2 0,-2-2 0,3 0 0,2 0 0,7 0 0,0 0 0,5 0 0,0-2 0,0 2 0,2 0 0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1294 0 24575,'-5'0'0,"-2"0"0,-10 2 0,-8 1 0,-4-1 0,5 1 0,-3-1 0,-5 1 0,1-3 0,-6 2 0,-1 0 0,-4 1 0,1-1 0,5 1 0,1-1 0,1 1 0,0-1 0,5-2 0,-2 2 0,-1 1 0,1-1 0,1 1 0,4-3 0,-4 2 0,1 1 0,3-1 0,-1-2 0,0 2 0,0-2 0,1 3 0,1-3 0,-1 2 0,-1-2 0,-2 0 0,0 0 0,-1 0 0,1 0 0,-2-2 0,-3 2 0,-8 0 0,3-3 0,-2 3 0,19-2 0,-2 2 0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24575,'2'0'0,"6"0"0,4 2 0,12 1 0,8-1 0,7 3 0,-17-2 0,2-1 0,0 0 0,3 1 0,4-1 0,1 1 0,-3-1 0,3 1 0,-3-1 0,-2 0 0,-1-2 0,-1 3 0,-3-3 0,-1 2 0,16-2 0,-3 3 0,-3-1 0,-1-2 0,1 3 0,-4-3 0,-3 2 0,-4-2 0,-6 0 0,-6 0 0,-4 0 0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24575,'2'2'0,"3"1"0,7 4 0,13 5 0,-3 0 0,2 1 0,7 4 0,1-3 0,-10-2 0,2-2 0,-2 2 0,10 5 0,-1-2 0,-6-3 0,-4 0 0,-1-2 0,-3 0 0,15 4 0,-8-2 0,-5-2 0,-4-3 0,-1 1 0,-1-4 0,-6-1 0,-2-1 0,-3 1 0,1-3 0,-3 0 0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24575,'2'0'0,"1"2"0,4 1 0,8 2 0,11 2 0,-6-2 0,-1 0 0,10 2 0,-2 0 0,5 3 0,-1-3 0,1 1 0,0 1 0,-1-1 0,-2-1 0,-2-2 0,-3 2 0,-2-2 0,0 0 0,15 2 0,-8-2 0,-5 0 0,-2 0 0,0-3 0,-8 1 0,1-1 0,-8-2 0,-2 0 0,-3 0 0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24326,'7'2'0,"5"-2"124,3 3-124,9-1 41,8 3-41,-10-2 0,0-1 10,2 3 1,3-3-11,-1 1 0,4-1 31,-4 1 1,1-1-32,0 0 0,2 1 0,-2-1 0,-1 1 0,1-1 0,0 1 0,-3-1 0,3-2 0,-5 2 0,-3-2 0,15 3 0,-7-3 0,-8 2 0,-2-2 0,-4 0 0,-9 0 0,-1 0 0,-3 0 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24575,'7'-2'0,"15"2"0,0-3 0,5 3 0,9-2 0,6-1 0,-4 3 0,1-2 0,3 2-572,-11-2 0,1 2 0,2 0 0,0-3 572,-3 3 0,3 0 0,0-2 0,-2 2 0,7 0 0,0 0 0,-5-3 273,7 3 1,-4-2-274,-11 2 0,-1-3 0,-4 3 0,-11-2 0,-7 2 0,-1 0 0,-2 0 0,-2 0 0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24575,'2'0'0,"6"0"0,6-2 0,11 2 0,13-3 0,-8 1 0,1 2 0,6-3 0,2 1 0,2-3 0,-2 3 0,0-1 0,-3 1 0,-7-1 0,-2 1 0,14-3 0,-19 3 0,0 2 0,17-5 0,-3 2 0,-7 1 0,-12 2 0,-7-3 0,0 3 0,-3 0 0,-2 0 0,0 0 0,-3 0 0,1 0 0,2 0 0,2 0 0,0 0 0,5 0 0,3 0 0,4 0 0,1 0 0,-1-2 0,-7 2 0,1 0 0,1 0 0,3 0 0,0 0 0,-7 0 0,-3 0 0,-7 0 0,3 0 0,-3 0 0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781 0 24575,'-10'2'0,"-7"3"0,-17 3 0,12-1 0,-4-2 0,-4 2 0,1 3 0,-5-3 0,0 3 0,0-3 0,0 0 0,0 3 0,3-3 0,-1 1 0,3-4 0,5 4 0,-1-3 0,-14 2 0,3 3 0,7-3 0,0 0 0,0 1 0,2-1 0,2-2 0,1 2 0,5-2 0,2 2 0,2-2 0,8-3 0,2 1 0,5-3-1696,12-3 0,-7 3 0,7-2 0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564 0 24575,'-3'2'0,"-4"3"0,-15 7 0,5-2 0,-2 0 0,-3 2 0,-2 0 0,-3 0 0,-2 3 0,-3-3 0,0 3 0,1-1 0,-1-2 0,1 3 0,-1-3 0,5 0 0,3-2 0,5 0 0,-1-3 0,-11 5 0,6-5 0,6 1 0,2-3 0,7-1 0,5-1 0,0-1 0,5-2 0,0 0 0,0 0 0,0 0 0,0 0 0,-2 0 0,2-2 0,0 2 0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24575,'5'-2'0,"2"2"0,5-3 0,17-2 0,-9 3 0,2 2 0,7-2 0,5-3 0,5 2 0,0 1-363,-8-1 0,1 3 0,-1-2 363,1 0 0,0-1 0,-1 1 0,11-1 0,-1 1 133,-7-1 1,-5 1-134,10-3 0,-15 3 0,-12-1-1628,-2-2 0,-5 5 0,0-2 0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153 0 24575,'0'2'0,"-2"3"0,-3 7 0,-2 5 0,-3 8 0,2-8 0,1 0 0,0 2 0,-3 1 0,0 2 0,1-1 0,-1 4 0,3-3 0,-1-3 0,1 0 0,0-2 0,2 0 0,0-2 0,0-3 0,-2 12 0,0-4 0,2-5 0,2-6 0,1-4 0,2-5 0,0 0 0,0 0 0,0 0 0,2-2 0,-2-1 0,0 1 0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292 0 24575,'0'2'0,"-5"3"0,-5 5 0,-5 9 0,3-6 0,-2 1 0,-1 6 0,-2-1 0,-2 0 0,2 6 0,2-11 0,3 1 0,0 2 0,-5 5 0,0 0 0,2-3 0,1 1 0,4-6 0,0 1 0,-7 7 0,7-5 0,3-5 0,2-3 0,0-4 0,5 0 0,-2-2 0,2-3 0,0 0 0,0-3 0,2-2 0,1 3 0,-3-3 0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24575,'0'2'0,"-2"3"0,2 5 0,0 2 0,0 8 0,2 6 0,1-11 0,-1 2 0,1 2 0,-1-2 0,3 5 0,0-2 0,0-1 0,0 1 0,-3-1 0,3-2 0,-3-2 0,1-1 0,2 10 0,-3-7 0,0-7 0,-2-5 0,0-3 0,3-2 0,-3-2 0,0 0 0,0-1 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24575,'2'2'0,"1"6"0,7 6 0,-1-2 0,1 1 0,2 1 0,0 1 0,5 2 0,3 2 0,-1 1 0,3-1 0,0 1 0,0-1 0,-3 0 0,3-2 0,-7-2 0,2-3 0,2 5 0,-4-5 0,-6-4 0,-4-6 0,0 0 0,-2-2 0,-1 0 0,-2-2 0,0 2 0,2 0 0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24575,'5'2'0,"12"6"0,12 6 0,-5-4 0,3 2 0,5 3 0,-1-1-309,-6-4 0,1 0 0,-1 2 309,1-2 0,1 2 0,-3-2 0,1 2 0,-1-3 0,-2 1 0,12 5 0,0-1 113,-7-4 1,-3 2-114,-2-2 0,0-3 0,7 5 0,-5-7 0,-9 0 0,-3-3 700,-7-2-700,-3 0 0,-2 0 0,0 0 0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24575,'2'0'0,"3"2"0,7 6 0,10-1 0,15 3 0,-13-5 0,3 2 0,4-2 0,1 0 0,4-1 0,1 4 0,2-3 0,2-1 0,0 1 0,-2 0 0,3 0 0,-1 0 0,-2 0 0,-3 0 0,-2-1 0,-2-1 0,-5 2 0,-1 0 0,-4-3 0,-2 0 0,11 6 0,-9-6 0,-7 1 0,-6-1 0,-4 1 0,-2-3 0,-3 0 0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24575,'5'0'0,"7"2"0,10 3 0,19 0 0,-14-2 0,2 1 0,3-1 0,-3-1 0,5 1 0,-3-3 0,1 2 0,0-2 0,-1 3 0,1-3 0,-1 0 0,1 0 0,-3 0 0,-2 0 0,0 0 0,-3 0 0,15 0 0,-15 0 0,-4 0 0,-8 0 0,-3 0 0,-1 0 0,4 2 0,2-2 0,-4 2 0,2-2 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0 24575,'0'2'0,"-2"3"0,-5 12 0,2-5 0,2 1 0,-4 6 0,2-2 0,-2 5 0,2 0 0,0 2 0,0-2 0,1-3 0,1 3 0,-2-5 0,5-2 0,-2 9 0,-1-9 0,3-6 0,0-4 0,0-2 0,0-1 0,0-2 0,0 0 0,-2 0 0,2 0 0,0 0 0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24575,'0'2'0,"0"1"0,2 2 0,-2 4 0,3 8 0,2 8 0,-3-13 0,1 2 0,-1 1 0,0 2 0,1 0 0,-1-2 0,1 2 0,-1 0 0,3-3 0,-3 1 0,1-1 0,-1-1 0,3 11 0,0-5 0,0-4 0,-3-5 0,1-1 0,-1-4 0,-2 0 0,0-3 0,0 1 0,0-1 0,0-2 0,0 0 0,0 0 0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24575,'0'2'0,"2"6"0,1 6 0,-1 1 0,1-3 0,2 5 0,-3 2 0,3 1 0,0 2 0,0-3 0,-1 3 0,1-5 0,0 3 0,0-3 0,2-3 0,-2 1 0,0-1 0,0-2 0,0 1 0,2 8 0,0-4 0,-2-4 0,-2-6 0,-1-2 0,0-3 0,-2 1 0,-2-3 0,2 0 0,-2-3 0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24575,'5'2'0,"5"8"0,11 7 0,-6-7 0,2 4 0,5 1 0,0 0 0,2 4 0,0-2 0,1 3 0,1-1 0,-1 0 0,1 1 0,-4-3 0,0 2 0,-2-2 0,-6-2 0,1-1 0,-3-1 0,7 8 0,-4-4 0,-5-4 0,-1-1 0,-4-7 0,-2-1 0,-3-4 0,2 0 0,-4 0 0,2 0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24575,'7'5'0,"8"5"0,-1-1 0,3 1 0,5 5 0,3-3 0,1 5 0,4 0 0,-11-5 0,3 0 0,-3 0 0,10 5 0,1 0 0,-4 0 0,1 0 0,-3 0 0,-2-2 0,-2-3 0,-3 0 0,-3 0 0,-2-2 0,5 5 0,-4-6 0,-9-4 0,1-2 0,-2-1 0,-3-2 0,0 0 0,0 0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24575,'2'2'0,"1"1"0,4 4 0,17 5 0,-7-2 0,3 0 0,7 2 0,4 2 0,-6-4 0,-1 0 0,0 0-293,5-1 1,0 3 0,1-2 292,-4 0 0,3 0 0,1-1 0,6 6 0,1-3 107,-8-5 1,-3 3-108,-6-3 0,-1-2 0,8 3 0,-10-6 0,-5 0 0,-9-2 0,-3 0 0,0 0 0,0 0 0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 24575,'0'2'0,"0"3"0,0 3 0,0 4 0,0 5 0,-2 2 0,0-7 0,-1 3 0,1-1 0,-1 1 0,1 0 0,-3 2 0,0-3 0,0 3 0,0-2 0,1 2 0,-1 0 0,0 0 0,0 0 0,0 0 0,3-3 0,-1 1 0,-2 12 0,5-10 0,-2-5 0,2-7 0,0 0 0,0-5 0,0 2 0,0-2 0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0 24575,'0'2'0,"-2"6"0,-3 4 0,-2 10 0,2-8 0,0 1 0,-2 4 0,-1 1 0,1 2 0,-3 0 0,1-1 0,-1 4 0,3-3 0,-1-3 0,1 0 0,2 1 0,3-6 0,-3-1 0,2 4 0,1-8 0,2-4 0,0-5 0,0 0 0,0 0 0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24575,'0'2'0,"0"3"0,0 3 0,0 1 0,-3 8 0,3-5 0,-2 3 0,2 2 0,0 0 0,0 2 0,-3 1 0,3 2 0,0 0 0,0 2 0,-2-2 0,2 0 0,0-3 0,0 1 0,0-3 0,0-3 0,0 3 0,0-5 0,0 0 0,2 10 0,-2-7 0,0-5 0,0-8 0,0-2 0,0 0 0,0 0 0,0 0 0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24575,'2'2'0,"3"1"0,10 7 0,9 2 0,-7-5 0,3 0 0,6 3 0,1 2 0,2-2 0,3 2 0,-1-2 0,1 2 0,0-2 0,-1 2 0,-2-2 0,-2-3 0,-3 3 0,-2-3 0,-2-2 0,-3 2 0,12 0 0,-10 3 0,-2-5 0,-5 2 0,-2-2 0,-3 0 0,-2 0 0,0-3 0,-2 1 0,-1-1 0,0-2 0,-2 0 0,0 0 0,0 0 0,3 0 0,-1 0 0,1 0 0,-3 0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24575,'5'2'0,"5"1"0,4 2 0,18 2 0,-13-2 0,3 0 0,2 2 0,3-2 0,10 0 0,1 2-244,-11-2 0,2 0 0,-2 0 244,2-1 0,3 1 0,-3-2 0,0 2 0,3-1 0,-6 1 90,8-2 0,-4 2-90,-4-3 0,-4 3 0,12-3 0,-14 1 0,-6-1 0,-4-2 552,-3 3-552,1-1 0,-1-2 0,-5 2 0,1-2 0,-3 0 0,2 0 0,-2 0 0,0 0 0,0 0 0,0 0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24575,'0'2'0,"2"1"0,6 4 0,4 8 0,2-3 0,6 2 0,4 3 0,3 3 0,-8-6 0,3-1 0,0 1 0,0 1 0,0-3 0,0 3 0,4-1 0,1 3 0,0-5 0,-5 3 0,-3-5 0,1-1 0,9 6 0,-10-5 0,-9-6 0,-5-1 0,-3-3 0,1 2 0,-3-2 0,0 0 0,0 0 0,0 0 0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14:18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24575,'0'5'0,"0"5"0,0 4 0,0 6 0,0-8 0,2 2 0,-2-2 0,3 3 0,-1 2 0,1-2 0,-1 2 0,3 0 0,-3 0 0,3-3 0,-2 3 0,2 0 0,-1-5 0,1 3 0,3 9 0,-1-4 0,-2-6 0,0-2 0,-3-4 0,-2-3 0,2-3 0,-2 0 0,0 1 0,0-3 0,0 0 0,0 0 0,0 0 0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31:01.260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31:07.862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3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0 29 24575,'3'0'0,"0"0"0,4 0 0,1-2 0,1 1 0,1-1 0,1 0 0,-1 1 0,-2-1 0,-2 1 0,1-1 0,-1-1 0,-1 1 0,3 1 0,-2-1 0,1-1 0,1 1 0,0 1 0,0 1 0,2-2 0,-2 2 0,-2 0 0,-3 0 0,-1 0 0,-1 2 0,1-1 0,0 2 0,-1 2 0,1 2 0,-1 1 0,1 1 0,0-1 0,1-1 0,-3-1 0,1-1 0,1-2 0,0-1 0,-2-1 0,1 1 0,2-2 0,1 2 0,0-2 0,4 1 0,4-1 0,-1 0 0,3 0 0,-1-1 0,0 1 0,-5-2 0,-3 0 0,0 1 0,-2-1 0,2-1 0,-2 1 0,2-1 0,-2 2 0,3-1 0,1 0 0,2 1 0,1-1 0,1 1 0,-1 1 0,-4-2 0,-3 2 0,-1 0 0,0 0 0,-2 0 0,1 0 0,-1 0 0,2 0 0,-2 2 0,1-1 0,1 2 0,0 1 0,-1-1 0,1 2 0,0-2 0,1 2 0,0-1 0,-1 0 0,1-1 0,-2 0 0,3-1 0,-1 1 0,-2-2 0,4 1 0,-2 0 0,2 1 0,0-2 0,1 1 0,-1 0 0,-2-2 0,2 0 0,0 0 0,1 0 0,1-2 0,1-1 0,3 0 0,2-1 0,1 0 0,-1-1 0,-3 2 0,-2 1 0,0 0 0,0 2 0,-2 0 0,1-1 0,-1 1 0,2 1 0,0-1 0,0 2 0,2 1 0,-1 0 0,-2-1 0,-2 0 0,-4-1 0,-1 1 0,0-1 0,0 3 0,2-1 0,-2 2 0,0-2 0,0 2 0,0-1 0,0 1 0,2-2 0,-2 1 0,1-3 0,-1 1 0,2-2 0,1 0 0,7-3 0,6-1 0,9-2 0,6-2 0,-6 0 0,-7 3 0,-10 0 0,-3 4 0,-4-1 0,-1 2 0,0 0 0,0 0 0,2-1 0,0 1 0,-2-2 0,3 2 0,0-2 0,3 1 0,1-1 0,1 2 0,0 0 0,-2 0 0,-1 0 0,-2 0 0,1 2 0,-3-2 0,1 0 0,-2 1 0,0-1 0,0 2 0,0 0 0,1 1 0,-1 0 0,0-1 0,2-1 0,1-1 0,4 3 0,-3-1 0,1 1 0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3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924 149 24575,'-2'-1'0,"-1"-1"0,-3 0 0,-4-1 0,-3 2 0,-1-1 0,1 2 0,2 0 0,3 0 0,1 0 0,1 2 0,-2-2 0,1 1 0,1 1 0,1-1 0,-1 1 0,1 0 0,-2 1 0,3 0 0,-3 0 0,2 0 0,-1 1 0,1-1 0,-1 2 0,-1-2 0,1 0 0,-2 0 0,2 0 0,-1-1 0,-1 0 0,2-1 0,-1 1 0,-1-2 0,-1 0 0,1-2 0,0 2 0,1 0 0,2-1 0,1-1 0,-1 0 0,0-1 0,0 0 0,4 1 0,-3 1 0,1-2 0,1 1 0,1-1 0,-1 0 0,2-1 0,-1 1 0,1 0 0,-2-2 0,2 2 0,-2 1 0,2-1 0,0 2 0,0 1 0,0-2 0,0 0 0,0 2 0,0-1 0,-1 1 0,-1-2 0,1 1 0,-1 1 0,-3-2 0,0 2 0,1 0 0,-1 0 0,-2 2 0,1-1 0,0 1 0,-2-1 0,1 3 0,-1-3 0,2 1 0,1-1 0,0 1 0,2 0 0,0-2 0,-1 1 0,0 1 0,-1-2 0,-2 1 0,3-1 0,-4 2 0,-4-2 0,-2 0 0,1-2 0,3 1 0,4-1 0,0-1 0,-1 0 0,1-2 0,-2 0 0,1-1 0,-1 2 0,2 1 0,1 0 0,2 1 0,1 2 0,2-1 0,0 1 0,0-2 0,0 1 0,0-1 0,0 2 0,0-2 0,-1 1 0,1 1 0,0-2 0,-2 1 0,2-1 0,-2 2 0,1 0 0,-2-2 0,-1 2 0,1 0 0,-2 2 0,-1-2 0,0 2 0,-2-1 0,0 1 0,1-1 0,1 1 0,-1 0 0,-1-1 0,0 1 0,2-1 0,-2 1 0,1-2 0,-1 2 0,2-2 0,0 0 0,-2 0 0,1 0 0,-1 0 0,2-2 0,1 2 0,-1-3 0,1 1 0,-2-1 0,1-2 0,1 2 0,2 0 0,0 0 0,1-2 0,0 0 0,2-1 0,0 1 0,0 0 0,0 2 0,0 0 0,0 1 0,0 0 0,-1 1 0,1-1 0,0 1 0,-2-1 0,-1 2 0,0-2 0,-4 2 0,-1 0 0,-3 0 0,2 0 0,-1 2 0,3-2 0,1 0 0,0 2 0,-2-2 0,1 1 0,1-1 0,-1 2 0,-1-2 0,0 1 0,2-1 0,0 2 0,1-2 0,0 0 0,0 2 0,0-2 0,0 0 0,2 0 0,0 0 0,0 0 0,0 0 0,-1 0 0,1 0 0,0 0 0,1 0 0,-1 0 0,3 0 0,-1 0 0,1 0 0,0 0 0,0-2 0,-2 2 0,2 0 0,0 0 0,0 0 0,0 0 0,0 0 0,2-2 0,-1 1 0,1-1 0,-1 1 0,3-1 0,-1 2 0,2-2 0,3 1 0,0-1 0,5-1 0,1-2 0,4 2 0,1-4 0,-2 3 0,0 0 0,-6 1 0,-2 0 0,-1 3 0,0-2 0,-1 2 0,-2-1 0,-2 1 0,0 0 0,-1 0 0,1 0 0,-2 0 0,1-2 0,-2 2 0,0 2 0,2 3 0,-2 1 0,1 0 0,1 2 0,-1 1 0,1-3 0,-2-1 0,2 0 0,-1-2 0,1 2 0,-1-1 0,1 0 0,0-1 0,-1 0 0,1 0 0,0 0 0,-1-1 0,1 1 0,1-1 0,-1-1 0,-1 1 0,2 0 0,-1-1 0,1-1 0,0 2 0,-1-1 0,0-1 0,1 0 0,0 0 0,0 2 0,4-2 0,-1 0 0,2 0 0,0-2 0,2 2 0,1-1 0,-1-1 0,-1 2 0,-2-1 0,-3-1 0,0 2 0,-1 0 0,0-2 0,-1 2 0,1-1 0,0-1 0,0 1 0,0-1 0,1 0 0,-1 1 0,0-1 0,0 2 0,-1-1 0,1 1 0,2 0 0,0-2 0,1 2 0,1 0 0,-3 0 0,-2 0 0,-2 0 0,2 0 0,-2 0 0,0 0 0,0 0 0,0 0 0,1 2 0,-1-1 0,2 1 0,-1 3 0,3-2 0,-1 3 0,0-3 0,0 2 0,-1-3 0,1 1 0,0 0 0,0-1 0,2 1 0,0-1 0,0-1 0,0 1 0,1 0 0,1-1 0,-3-1 0,3 0 0,-2 0 0,-2 0 0,0 0 0,2-1 0,1-1 0,1-1 0,-1-1 0,0 1 0,-1 2 0,2-3 0,-3 3 0,3-1 0,-1 1 0,2-3 0,0 3 0,-1-2 0,-1 1 0,-1 2 0,1-2 0,2 2 0,-1-1 0,-1 1 0,1 0 0,-3-2 0,3 2 0,-2 0 0,-2-1 0,2 1 0,-2 0 0,-1 0 0,-1 0 0,1 1 0,1 1 0,0 1 0,2 0 0,-2 2 0,-1-2 0,-1 0 0,1-1 0,-2 1 0,0-1 0,0 1 0,0-1 0,2 1 0,-2 0 0,0 2 0,0 1 0,0 1 0,0-1 0,1 1 0,-1-1 0,2-3 0,-2 2 0,1-2 0,1 0 0,0 1 0,1-3 0,-2-1 0,3 0 0,-1 0 0,0 0 0,2 0 0,3-1 0,0-1 0,2-1 0,1 1 0,-2-3 0,1 1 0,-2-1 0,0 0 0,0-1 0,-2 2 0,4 0 0,-2 0 0,3 1 0,-1 0 0,-2 1 0,-2-1 0,-1 2 0,0-1 0,0 0 0,0 1 0,-1-1 0,1 0 0,0 1 0,0-1 0,-2 2 0,0-1 0,0 1 0,-1 0 0,1 1 0,-1 1 0,1-1 0,-1 1 0,-1-2 0,1 2 0,0-1 0,-1 1 0,1-2 0,-2 0 0,0 0 0,0 0 0,-2-3 0,-1 1 0,0-1 0,-2 0 0,0-1 0,-3 1 0,0 2 0,-2-3 0,-2 3 0,-3-2 0,1 3 0,3-2 0,2 2 0,1 2 0,0-2 0,-1 1 0,-1 2 0,1 1 0,2-1 0,1 0 0,-1 0 0,1 2 0,0-2 0,-1 2 0,1 0 0,1 0 0,2 0 0,-2-1 0,2 1 0,1-2 0,-1-1 0,1 1 0,1 0 0,-1-1 0,0 0 0,2-2 0,0 1 0,0-1 0,0-1 0,4-3 0,0 0 0,3-1 0,6-2 0,1 1 0,4 0 0,-2 1 0,-2 0 0,-3 2 0,-1-1 0,1 3 0,2-2 0,3 1 0,-3 0 0,-2 1 0,-4 1 0,-6-2 0,-1 2 0,0 0 0,0 0 0,-3 2 0,-3-1 0,-4 3 0,-4 2 0,-4 2 0,0-1 0,1-3 0,2 1 0,1-2 0,3 1 0,1-3 0,2 1 0,0-2 0,-2 1 0,-3-1 0,2 0 0,3 0 0,2 0 0,3 0 0,-1-1 0,1 1 0,0-2 0,0 2 0,-2-1 0,2-1 0,0 0 0,-2-1 0,0-2 0,-2-1 0,3 0 0,-3-3 0,4 0 0,-2 1 0,2 1 0,1 1 0,1 1 0,-1 4 0,2-1 0,-1 2 0,-1 0 0,0 0 0,-2 0 0,-3 2 0,1-1 0,-1 2 0,1 1 0,1 0 0,0 0 0,2 0 0,-2 0 0,0 0 0,-1 0 0,0-1 0,-1 0 0,-1 0 0,-1-1 0,1 0 0,0-1 0,0-1 0,3 0 0,0-1 0,0-3 0,-1 1 0,-4-3 0,0-2 0,2 0 0,2 1 0,0 1 0,1 1 0,2 2 0,1 0 0,0 1 0,2 0 0,0 1 0,0-1 0,0 1 0,-1-1 0,1 2 0,0-2 0,0 1 0,0 1 0,-2-2 0,2 2 0,-1 0 0,-1 0 0,-1 2 0,-4 3 0,-2-1 0,-4 3 0,0-1 0,-1-1 0,2-2 0,4 0 0,0-1 0,2 0 0,-1-2 0,1 1 0,1-1 0,0 0 0,2 0 0,2 2 0,-3-2 0,3 0 0,-2-2 0,-1 2 0,1-3 0,-2 0 0,-1-4 0,-2-2 0,2-1 0,-2 2 0,1 0 0,4 3 0,0 2 0,1 2 0,2-1 0,-2 0 0,1 2 0,-1-1 0,1-1 0,-1 2 0,0-2 0,1 2 0,1 0 0,-3 0 0,-1 0 0,1 0 0,2 0 0,-1 0 0,0 0 0,1-1 0,1-1 0,-2 1 0,1-3 0,1 1 0,-2 0 0,2 3 0,0-2 0,-2 2 0,1 0 0,-2 0 0,-1 0 0,0 0 0,-4 0 0,-4 2 0,0-2 0,-1 2 0,5-2 0,1 0 0,2 1 0,2-1 0,0 0 0,0 0 0,0 0 0,1 0 0,0 2 0,-1-2 0,2 1 0,-3 1 0,3 0 0,-1-1 0,2 1 0,-1-2 0,1 0 0,0 1 0,0-1 0,6-6 0,7-7 0,-4 5 0,3-3 0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18 24575,'-1'1'0,"-1"1"0,-1-2 0,1 0 0,2 1 0,-1-1 0,1-1 0,0 1 0,0 0 0,1 0 0,-1-2 0,2 1 0,0-1 0,-2 0 0,0 2 0,0 2 0,0 3 0,-2-2 0,0 2 0,2 0 0,-1-4 0,-1 1 0,2-1 0,0-1 0,0 0 0,-1 0 0,1-1 0,-2-1 0,0 1 0,1-3 0,-1 0 0,1-1 0,1 0 0,0 0 0,0 2 0,0 1 0,0 1 0,1-1 0,-1 1 0,2 1 0,-1-2 0,1 2 0,1 0 0,-1 0 0,-1 0 0,1 2 0,-2-1 0,0 1 0,2-2 0,-4 3 0,2-1 0,0 1 0,-2-2 0,1 1 0,1 0 0,-2-2 0,2 0 0,2 0 0,-2-2 0,1 0 0,-1 2 0,2 0 0,-2 0 0,0 2 0,0 0 0,0-1 0,0 4 0,-2-2 0,2 0 0,-1-1 0,1 0 0,-2-1 0,2-1 0,-1 0 0,-1 0 0,2 0 0,-2-1 0,1-1 0,-1-1 0,1 0 0,1-1 0,-2 3 0,2-1 0,0 1 0,2 1 0,-2 0 0,1-2 0,2 2 0,1 0 0,-1 0 0,2 0 0,-4 2 0,2-1 0,-1 1 0,0-1 0,-1-1 0,1 2 0,-2 0 0,0-2 0,0 0 0,0 1 0,0-1 0,-2 2 0,1-2 0,-1 1 0,0-1 0,1 0 0,-1 0 0,2 0 0,-1 0 0,1 0 0,0-1 0,0-1 0,1 1 0,-1-3 0,2 1 0,-2 2 0,0-1 0,0 2 0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32 11 24575,'0'0'0,"-2"0"0,1 0 0,-1 0 0,1 2 0,1-2 0,-2 0 0,2 0 0,-2-2 0,1 2 0,-1 0 0,2 0 0,-1-1 0,1 1 0,0 0 0,0-2 0,0 2 0,0-2 0,0 1 0,0-1 0,1 1 0,-1 1 0,2-2 0,-2 2 0,1 0 0,-1 0 0,2 2 0,0 1 0,-1 0 0,1 2 0,-1 0 0,1-2 0,-2-2 0,0 3 0,0-3 0,0 1 0,-2 1 0,-1 0 0,0-1 0,0-1 0,-2 1 0,0-2 0,0 0 0,4 0 0,-1-2 0,1 1 0,-1-2 0,2-2 0,0 0 0,2 2 0,-1-2 0,1 3 0,1 1 0,0-1 0,0 2 0,1-1 0,-1 2 0,0-1 0,-1 0 0,-1 2 0,1-1 0,-2 1 0,0 0 0,0-1 0,-2 1 0,-1-1 0,0 1 0,-2 0 0,3-1 0,1-1 0,1 0 0,-2 0 0,2 0 0,0-1 0,2-1 0,-2 0 0,3-1 0,-1 0 0,1 1 0,-2 1 0,1 1 0,-2 0 0,-2 3 0,1 0 0,-1 0 0,-1 2 0,1-3 0,2-2 0,0-2 0,0 1 0,0 1 0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 21 24575,'1'-5'0,"2"2"0,2-2 0,0 0 0,-2 4 0,-1-1 0,-2 4 0,0-1 0,0 2 0,0 2 0,-2 0 0,1-2 0,-3 0 0,0-1 0,0 0 0,1-2 0,2-2 0,-3 0 0,3 1 0,-2-2 0,3 1 0,-2 0 0,2 2 0,0 0 0,2 0 0,1 0 0,0 0 0,-1 2 0,-1 0 0,1-1 0,-2 1 0,0-1 0,-2 1 0,1 0 0,-1-1 0,0-1 0,1 0 0,1-1 0,-2-3 0,2 1 0,0-2 0,2 2 0,1 2 0,-1-1 0,1 0 0,0 4 0,0 0 0,-1-1 0,-1-1 0,-1 2 0,0-2 0,0 1 0,0-1 0,-1 0 0,1 0 0,-2 0 0,2 0 0,-1-1 0,1-1 0,-2 1 0,2-1 0,0 0 0,2 1 0,-1 1 0,4-2 0,0 2 0,-2 2 0,-1-1 0,-1 1 0,-1 0 0,0 1 0,-1-2 0,-1 1 0,2 0 0,-2-2 0,2 0 0,0 0 0,0 0 0,-1 0 0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18 24575,'2'-4'0,"1"1"0,2-2 0,-2 2 0,0 0 0,-1 3 0,0 0 0,-2 2 0,1-1 0,-1 1 0,-1 1 0,1 0 0,-2 0 0,-1-1 0,-2 0 0,2-2 0,0 0 0,1 0 0,2-2 0,-2 2 0,2-2 0,2 2 0,-2-1 0,2 1 0,-1 0 0,1 0 0,-1 0 0,1 0 0,-2 0 0,0 1 0,-2 1 0,1 1 0,-2-1 0,1-2 0,-1 0 0,-2 0 0,2-3 0,1-1 0,1 1 0,-1 2 0,2-1 0,2 0 0,-1 2 0,2 0 0,1 0 0,-1 0 0,0 2 0,-1 0 0,-2 1 0,0-2 0,-2 3 0,0-3 0,1 1 0,-1-2 0,1 1 0,-1-1 0,0-1 0,1-1 0,1 1 0,0-3 0,0 1 0,1 2 0,3-1 0,-3 2 0,2-2 0,-1 6 0,0-4 0,-2 1 0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64 26 24575,'-5'-2'0,"-4"2"0,-4-2 0,-2 1 0,3-2 0,5-1 0,4 3 0,3-2 0,3-1 0,-1 3 0,1-2 0,0 1 0,0 2 0,-1 0 0,3 2 0,1-1 0,1 4 0,-1 0 0,-3 0 0,-3-1 0,0-2 0,-3 1 0,0-1 0,0-1 0,1-1 0,0 0 0,2-3 0,0 0 0,0-2 0,2 0 0,0 1 0,-1 0 0,1 3 0,-1 1 0,-1 0 0,-1 1 0,1 1 0,-2 0 0,1-1 0,-1-1 0,0 0 0,2 0 0,-1-1 0,1-1 0,0 0 0,1 1 0,-1-1 0,0 2 0,2 0 0,-2 0 0,0 0 0,0 0 0,0 2 0,2-2 0,-1 0 0,-1 0 0,2 0 0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 19 24575,'2'0'0,"3"-1"0,1-1 0,4 0 0,-4 1 0,-1 1 0,-4 0 0,-1 1 0,0-1 0,-1 4 0,-1-3 0,-1 2 0,-2-3 0,0 2 0,-1-4 0,0 1 0,1-2 0,2-2 0,1 2 0,2-1 0,2 3 0,-1-1 0,2 1 0,1-1 0,-1 2 0,0 2 0,-1-2 0,-1 1 0,-1-1 0,-1 2 0,-1-1 0,0-1 0,1 2 0,-1-2 0,2 0 0,0-2 0,0 2 0,0 0 0,0-1 0,2 1 0,1 0 0,-1 0 0,1 0 0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16 24575,'-1'0'0,"-2"2"0,-2-2 0,0 0 0,0 0 0,4 0 0,-1-2 0,2 0 0,2-1 0,1 0 0,3 0 0,1 0 0,-3 1 0,0 2 0,-4 0 0,1 2 0,-2 1 0,-1 0 0,-1 0 0,0 0 0,-1 1 0,3-4 0,-1 0 0,2 0 0,0-2 0,0 2 0,0-2 0,0 2 0,5 0 0,-5 0 0,3 0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14 14 24575,'0'0'0,"-1"0"0,2 2 0,1-2 0,1 0 0,0 0 0,1 0 0,-3 2 0,-1-2 0,0 1 0,0-1 0,-3 2 0,0-1 0,-2-1 0,0 0 0,0-1 0,2-2 0,0-2 0,3 0 0,2 2 0,1 0 0,2 3 0,1-2 0,0 2 0,-4 0 0,0 2 0,-2 1 0,-2 0 0,0 0 0,1-1 0,-1-1 0,1-1 0,1 2 0,0-2 0,-2 0 0,2 0 0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61 10 24575,'-3'0'0,"0"-2"0,-2 2 0,-2 2 0,2-2 0,-1 1 0,0 1 0,1-1 0,2 1 0,-1 0 0,1 1 0,0 0 0,0 0 0,1 2 0,1 0 0,-1-2 0,2 0 0,0 1 0,2-1 0,-1-2 0,4 1 0,0 0 0,3-2 0,0 0 0,1-2 0,-2-1 0,-1 1 0,-1-1 0,0 0 0,0-1 0,0 0 0,-2-1 0,-2-2 0,-1 1 0,0 1 0,-1 0 0,1 2 0,-2 2 0,2 1 0,-1 0 0,-1 0 0,-1 1 0,-4 2 0,1 1 0,0 0 0,1 0 0,1-3 0,6-1 0,1 0 0,2 0 0,2 0 0,-4-1 0,-2 2 0,1-1 0,-2 2 0,-2-1 0,-1 6 0,-2-1 0,1 1 0,-1-4 0,0 0 0,3-3 0,1 0 0,-1-1 0,2-1 0,-2 0 0,4 1 0,-2-3 0,3 1 0,0 2 0,-1-1 0,0 2 0,-2 0 0,-2 2 0,-4 1 0,-2 0 0,0 0 0,1-1 0,4-2 0,1-2 0,2 1 0,4-4 0,2-3 0,5-2 0,4 1 0,1 4 0,-3 2 0,-4 1 0,-6 2 0,-1 3 0,-4-1 0,1 3 0,-2-2 0,1-2 0,0 1 0,2-2 0,2 0 0,0 0 0,-2 0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82 3 24575,'-2'-1'0,"2"1"0,-1-2 0,-3 2 0,1 0 0,-5 3 0,-3 2 0,-2 1 0,0 4 0,2-2 0,3-2 0,3-2 0,4-1 0,-1-3 0,2 2 0,0-1 0,2 1 0,-1-1 0,2 1 0,4 1 0,1-1 0,1-1 0,6-1 0,-1 0 0,-2-3 0,-3 0 0,-6 0 0,1 1 0,-4-1 0,0 0 0,0-2 0,0 0 0,-4 2 0,3-2 0,-2 3 0,-1 1 0,0-1 0,-1 4 0,-3-1 0,1 4 0,-1 2 0,2-1 0,1 1 0,2-1 0,1-3 0,2-3 0,0 0 0,3-5 0,2 1 0,-2-1 0,-1 3 0,0 0 0,-2 2 0,0 2 0,1-2 0,-1 2 0,0-2 0,0 1 0,0 1 0,0-2 0,2-2 0,4-1 0,1-3 0,2 1 0,-2 0 0,-6 5 0,1 0 0,-4 2 0,1 2 0,-1 0 0,1-1 0,-1-2 0,0 1 0,2-2 0,4 0 0,-3 2 0,2-2 0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71 0 24575,'-2'0'0,"-1"2"0,-2-1 0,-1 1 0,-2 1 0,1 2 0,-1-2 0,2 2 0,-1-2 0,2 2 0,2-2 0,-2 2 0,4-2 0,-2 0 0,3 1 0,-2-1 0,2 0 0,2 0 0,-1 0 0,1-1 0,-1 0 0,3-4 0,2-1 0,5 0 0,0-4 0,2 2 0,-5 0 0,-1 1 0,-4 2 0,-1 0 0,-2 1 0,0-1 0,0 1 0,0-3 0,0 1 0,-4 0 0,3-2 0,-1 2 0,1 3 0,2-2 0,1 2 0,-1 2 0,-1 0 0,0 1 0,-1 2 0,-6-1 0,-1 1 0,-3-2 0,0 1 0,3-4 0,1 0 0,4-2 0,0 0 0,3 2 0,0 0 0,2-1 0,1-1 0,0 1 0,2-1 0,-2 2 0,-1 0 0,-2 0 0,0 2 0,0 1 0,0 0 0,-2 2 0,0-2 0,1-1 0,1-2 0,-2 1 0,4-2 0,1-3 0,7 0 0,7-3-1696,6 2 0,-7 2 0,-2 2 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56 0 24575,'-1'0'0,"-3"2"0,0-1 0,-3 4 0,-3 3 0,-1 2 0,3-1 0,2-1 0,3-1 0,1-2 0,2-1 0,2 0 0,-1 0 0,2-2 0,4 1 0,-1-1 0,4-1 0,1 1 0,0-2 0,-3-2 0,-3 1 0,-3-2 0,1-1 0,-1 0 0,-1-3 0,1 2 0,-2 1 0,0 0 0,-2 1 0,1 0 0,-1 0 0,-1-1 0,-4 3 0,-1-1 0,-3 2 0,1 0 0,4 0 0,4 0 0,2 0 0,8-5 0,2 1 0,3-1 0,-3 2 0,-6 3 0,0 1 0,-3 2 0,-1 2 0,-1 0 0,-4 3 0,0-2 0,-5 1 0,1-2 0,-3-4 0,3 1 0,2-4 0,3 1 0,0-1 0,4 1 0,-1 1 0,2 0 0,1 0 0,0 0 0,-1 0 0,2 1 0,-1 2 0,0 1 0,-1-1 0,1 2 0,-4-4 0,2 1 0,-1-1 0,1-1 0,0-3 0,0-2 0,3-1 0,2 0 0,3-1 0,0 2 0,0 2 0,-3 3 0,-4 0 0,1 0 0,-4 2 0,1-2 0,1 1 0,-2-1 0,2 2 0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58 2 24575,'0'-2'0,"-2"2"0,1 0 0,-3 2 0,-2-1 0,-1 2 0,1 2 0,1 0 0,0 1 0,2-1 0,2 0 0,1 1 0,1-2 0,-1 1 0,3-2 0,1-2 0,-1 1 0,0-4 0,2 1 0,0-4 0,-2-2 0,2 3 0,-2-3 0,-1 4 0,1-2 0,-2 2 0,1 0 0,-2 0 0,2 1 0,-2 0 0,1 2 0,2-1 0,4-1 0,-1 1 0,1-1 0,-3 2 0,0 2 0,-3-2 0,1 1 0,-4 1 0,1 1 0,-7 2 0,-4 0 0,-2 1 0,-2-3 0,1 0 0,4-4 0,3-1 0,3-1 0,2-2 0,2 0 0,-1 2 0,2 0 0,3 1 0,4 1 0,4-1 0,0 1 0,-1 2 0,-4 1 0,-3 3 0,-1 1 0,-2 2 0,-2 0 0,-1 2 0,-3-4 0,-1 1 0,1-6 0,1 1 0,2-4 0,0-1 0,1-3 0,2-3 0,0 3 0,2 3 0,4 1 0,4 1 0,3-1 0,-4 2 0,-4 0 0,-3 0 0,-4 2 0,0-2 0,1 0 0,-1 0 0,1 1 0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58 8 24575,'1'2'0,"1"-1"0,1 1 0,-1 1 0,1 0 0,-3-1 0,0 3 0,-2-2 0,-1 3 0,-3-1 0,-1-2 0,1-1 0,-1 0 0,3-4 0,0-1 0,3 1 0,-1-1 0,2 3 0,0-2 0,2 2 0,-1 0 0,1 0 0,1 0 0,-1 2 0,-1-2 0,-1 1 0,0 1 0,0 1 0,-3 1 0,2-1 0,-3 0 0,3-3 0,-1 0 0,1-2 0,-3 1 0,3-4 0,1 0 0,1-1 0,3-2 0,2 3 0,-1 0 0,0 3 0,-2 2 0,0 0 0,0 0 0,-1 4 0,-2-1 0,2 0 0,-2 0 0,-2 0 0,0 1 0,1-1 0,-4-2 0,2 1 0,-2-2 0,2-2 0,1-1 0,0-2 0,2-1 0,2-2 0,3 2 0,0 1 0,1 2 0,-1 1 0,-2 4 0,0-1 0,-1 4 0,-2 1 0,0 4 0,-2 0 0,-1-2 0,-2-2 0,1-3 0,-3-1 0,-1-2 0,0-2 0,-2-1 0,2-2 0,4 0 0,2 1 0,2-1 0,5 2 0,4-2 0,7 2 0,4 1 0,-4 2 0,-5 0 0,-6 3 0,-4 0 0,-1 2 0,-1 2 0,-1-1 0,-1-1 0,-2-2 0,2-1 0,-2-2 0,2 0 0,1-2 0,-1 1 0,3-1 0,-1 0 0,1 1 0,0-3 0,0 3 0,0-1 0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107 0 24575,'-3'2'0,"-2"1"0,-1 2 0,-2-1 0,-3 3 0,0-1 0,1 1 0,2-3 0,1 0 0,4-1 0,-2-1 0,2 1 0,-2 0 0,1 0 0,0-1 0,0 1 0,0 0 0,1 0 0,2-3 0,-1 2 0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27 0 24575,'-1'2'0,"-1"-1"0,-1 2 0,-2 1 0,0-3 0,-1 2 0,4-1 0,-1 0 0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32 0 24575,'0'2'0,"-2"-1"0,1 1 0,-1 1 0,1 0 0,-3-1 0,3 1 0,-2 0 0,-2 0 0,2 1 0,-2-3 0,3 1 0,1-1 0,1 1 0,-2-2 0,2 0 0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7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138 0 21940,'-3'2'0,"-4"1"1272,-2 0-1272,-3 2 444,1 0-444,0-1 226,-2 0-226,0 0 693,1 1-693,-3 0 0,4 2 0,3-3 0,3 1 0,2-3 0,1-1 0,2 1 0,-1 0 0,1-2 0,-2 0 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27 0 24575,'-1'2'0,"1"-1"0,0 1 0,-2 1 0,0-1 0,-1 1 0,0 0 0,-2 0 0,0 2 0,2-2 0,2 0 0,1-1 0,-2 0 0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24575,'-2'2'0,"1"-1"0,-1 2 0,0 1 0,1-3 0,-1 1 0,1-1 0,1 1 0,-2 0 0,2-2 0,0 0 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239 0 24575,'-2'2'0,"-2"-1"0,-4 2 0,-5 4 0,-5-1 0,-3 1 0,0-1 0,2 0 0,1-1 0,2 0 0,4 0 0,2-2 0,2 0 0,0 2 0,-2 0 0,2 0 0,2 1 0,-1-1 0,1 0 0,0 1 0,-1-1 0,1 1 0,3-2 0,1-3 0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64 0 24575,'0'2'0,"-1"-1"0,-3 1 0,1 1 0,0 0 0,-2 2 0,-1 0 0,-1 1 0,-2 1 0,-1-1 0,2-3 0,3 1 0,4-3 0,-1-1 0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20423,'-2'3'0,"-1"0"1958,1 2-1958,-1-2 704,2-1-704,-1 0 362,2-1-362,0 1 0,2-1 0,-2 1 0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176 0 24575,'-3'2'0,"-2"1"0,-4 2 0,-4 1 0,-3 2 0,-2 2 0,2-1 0,2 1 0,3 0 0,1-4 0,2 0 0,2 1 0,-1-1 0,1-1 0,-2 0 0,1 0 0,1-1 0,-1 1 0,4-2 0,0-1 0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22299,'-1'3'0,"1"-1"1104,-4 1-1104,3 0 383,-2 0-383,1-1-1599,-1 0 1,1-2 0,-1 1 0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37 0 21536,'-2'3'0,"2"-1"1458,-1 1-1458,-1 0 513,0 2-513,-2-2 262,0 2-262,-2 0-1495,-2 4 1,5-4-1,-2 0 1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236 0 24047,'-3'3'0,"-1"0"262,-4 5-262,-3 4 88,-3 2-88,-2-1 44,3 0-44,2 0 134,1-4-134,-3 1 0,0-1 0,-1 3 0,1-3 0,0 1 0,2 0 0,-2-1 0,0 1 0,0-1 0,2-1 0,3-1 0,3-1 0,4-4 0,1-2 0,-3-3 0,3 1 0,-2-1 0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8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48 0 24575,'-3'2'0,"-4"1"0,-1 2 0,-3-2-2126,2 2 0,2-4 0,4 1 1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 0 24575,'0'2'0,"-2"1"0,2-2 0,0 1 0,0 0 0,3 1 0,-1-2 0,1 3 0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128 0 24575,'0'2'0,"-3"2"0,-2 6 0,-4 4 0,-6 6 0,-2 4 0,-1-2 0,2-1 0,3-6 0,2-6 0,3-2 0,1-3-1696,4-2 0,0 0 0,3-2 0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22753,'-2'3'0,"1"-1"890,-1 3-890,-1-2 306,1 0-306,1 0 154,1-3-154,-2 3 0,2-3 0,0 2 0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13 0 24575,'0'2'0,"-2"-2"0,1 1 0,-1 2 0,0-1 0,1 1 0,-1-1 0,1-1 0,-1 1 0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47 0 22121,'-2'3'0,"0"0"1188,-1 2-1188,-2 0 413,2 1-413,0-1 210,0 0-210,-2 1 643,2-1-643,-2 0 0,2 2 0,-1-3-1696,1 1 0,2-2 0,-1-1 0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53 0 24575,'0'3'0,"-2"2"0,-1 1 0,0 4 0,-2 1 0,-3 2 0,-2 0 0,-1 0 0,6-5 0,-1-3 0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19 0 24575,'0'2'0,"0"-1"0,0 1 0,-1-1 0,1 3 0,0-1 0,-2-2 0,-1 3 0,1-1 0,-3 2 0,2-2 0,0 0 0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7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 0 24575,'-2'2'0,"2"-1"0,0 1 0,-1-1 0,1-1 0,-2 0 0,2 0 0,0 0 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8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22 21 24575,'0'1'0,"0"-1"0,-1 2 0,1 0 0,0-4 0,-10-8 0,7 6 0,-5-6 0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99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184 0 24575,'-1'0'0,"1"2"0,0-2 0,-2 1 0,2-1 0,0 2 0,-1-1 0,-1 1 0,-1 0 0,0 1 0,-2 0 0,-2 2 0,1 0 0,0-1 0,-1 1 0,1 0 0,1-2 0,-2 2 0,1-2 0,-2 2 0,2 0 0,-2 1 0,0-1 0,0 2 0,0-1 0,0 0 0,1-1 0,2 0 0,1-2 0,0 2 0,-1-2 0,2 2 0,-2-2 0,2 0 0,-2 2 0,1 0 0,-1 0 0,0-2 0,2 0 0,0 1 0,1-4 0,2 0 0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175 0 10941,'-7'5'0,"-2"1"4994,-6 4-4994,-1 1 2373,-1 0-2373,-1-1 1359,2 0-1359,2-2 4908,2 0-4908,4-2 0,2-1 0,-1 0 0,1 1 0,1-1 0,0 1 0,1 1 0,0-3 0,0 1 0,2-1 0,4-3 0,-2-1 0,1-1 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1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156 0 19859,'-4'5'0,"-2"0"2204,0 3-2204,-6 1 801,1 2-801,-3-1 414,1 0-414,-2-1 1297,3-1-1297,0 2 0,1-2 0,1 2 0,2-4 0,2 2 0,0-3 0,2 0 0,1-2 0,2 0 0,-1-1 0,2-2 0,0 0 0,3 0 0,-3 0 0,3 0 0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2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178 0 21332,'-3'3'0,"0"0"1552,-5 5-1552,-4 2 547,-7 4-547,-3 4 280,-1 0-280,2-2 864,4-2-864,5-3 0,1 2 0,3-3 0,0 0 0,3-2 0,1-4 0,2 0 0,2-3 0,0-1 0,2 0 0,-2 0 0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3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157 0 20648,'0'3'0,"-1"2"1859,-4 3-1859,-5 5 665,-6 5-665,6-7 0,-2 2 170,-1-1 1,-2 1-171,3 0 0,-3 0 531,4-2 0,0-1-531,-4 6 0,9-5 0,3-6 0,1-2 0,4-3 0,2-3 0,-2 1 0,1 1 0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4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101 0 24575,'-3'5'0,"0"1"0,-2 4 0,-5 6 0,-1 6 0,3-9 0,0 0 0,2 0 0,-3 0 0,-5 12 0,4-5 0,2-6 0,5-6 0,2-5 0,-1-1 0,2-1 0,2-4 0,2-2 0,0 2 0,0-2 0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5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109 0 22520,'-2'3'0,"-1"4"1000,-5 5-1000,-3 4 345,-7 7-345,10-10 0,-1 0 87,-1-1 1,2 0-88,-5 10 535,4-6-535,2-6 0,6-5 0,-1-2 0,2-6 0,3-4 0,-1 4 0,1-3 0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6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56 0 24575,'0'2'0,"-1"1"0,-3 2 0,1 3 0,-3 1 0,1 2 0,-2 4 0,1 1 0,0 2 0,1-2 0,0-4 0,2 1 0,1-5 0,1-1 0,-1-4 0,2-1 0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0"/>
    </inkml:context>
    <inkml:brush xml:id="br0">
      <inkml:brushProperty name="width" value="0.025" units="cm"/>
      <inkml:brushProperty name="height" value="0.025" units="cm"/>
      <inkml:brushProperty name="color" value="#FFFFFF"/>
    </inkml:brush>
  </inkml:definitions>
  <inkml:trace contextRef="#ctx0" brushRef="#br0">88 6 8191,'-16'12'0,"-3"0"5063,3 1-5063,0 0 2818,3-5-2818,8-1 1719,2-6-1719,3-1 6784,8-5-6784,11-6 0,7-3 0,-12 6 0,2-2 0,10-3 0,-8 5 0,-9 5 0,-7 3 0,-5 6 0,-5 10 0,-7 9 0,7-13 0,0 1 0,-5 10 0,7-12 0,4-8 0,10-11 0,12-6 0,-8 4 0,3 0 0,-1-1 0,-1 3 0,8-5 0,-13 8 0,-10 10 0,-6 8 0,-3 2 0,2 1 0,2-7 0,6-2 0,1-7 0,4-4 0,17-7 0,-6 3 0,1 2 0,-2-2 0,1 1 0,7-2 0,-16 7 0,-6 9 0,0 1 0,-1 1 0,-1 1 0,2-7 0,2-1 0,3-6 0,1 1 0,2-3 0,-3 3 0,-2 3 0,-1 8 0,-2 6 0,1 7 0,1 0 0,-1-7 0,3-6 0,-3-6 0,4-7 0,6-8 0,7-5 0,4-2 0,-6 5 0,-4 6 0,-11 9 0,1 6 0,-2 7 0,0 6 0,-2 0 0,2-4 0,2-10 0,3-9 0,4-8 0,7-6 0,0-1 0,-3 6 0,-6 8 0,-6 7 0,-1 2 0,0 6 0,0 0 0,2 1 0,-2-5 0,0-1 0,0-3 0,3 1 0,4 3 0,4 1 0,3-2 0,-3-2 0,-3-2 0,-6-1 0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13 24575,'27'-3'0,"-3"-2"0,-9 3 0,-4 1 0,2 1 0,-4-2 0,-1 2 0,2 0 0,-2 0 0,0 2 0,-1-2 0,-1 1 0,-1-1 0,-2 2 0,-3-2 0,2 1 0,-1 3 0,1-3 0,-2 2 0,1-1 0,-1 1 0,0 0 0,0 1 0,0 0 0,2 3 0,0-2 0,-1 1 0,1 1 0,1-3 0,0 3 0,4-2 0,-1 1 0,0-1 0,1 0 0,1 1 0,0-3 0,0 0 0,-2 1 0,1-3 0,-1-1 0,1 2 0,1-2 0,4-2 0,3-3 0,3 1 0,-1-1 0,1 0 0,-5 0 0,-5 4 0,0-3 0,-2 4 0,-1-1 0,1 1 0,-1 0 0,-2 0 0,2 0 0,0 1 0,0 1 0,-2 0 0,0-1 0,-1-1 0,-2 2 0,0-2 0,1 1 0,-1 3 0,0-1 0,2 2 0,0-1 0,1 3 0,0-2 0,0-1 0,0 0 0,1-1 0,0 0 0,1-3 0,3 0 0,4-2 0,4-1 0,4-2 0,6 2 0,-2-2 0,-5 2 0,-4 2 0,-7-1 0,0 2 0,0-2 0,0 1 0,-2 1 0,-1 0 0,-2 0 0,-1 0 0,-2 0 0,0 1 0,0 1 0,0 1 0,0 0 0,0 2 0,0 0 0,0 1 0,2-1 0,-1 0 0,1 0 0,3 0 0,1 0 0,2-1 0,3 0 0,2 0 0,-2 0 0,2-3 0,-2-1 0,2-1 0,5-3 0,4-4 0,5-1 0,-12 4 0,-1 0 0,2 0 0,-1-1 0,-1 1 0,2 0 0,12-3 0,-6 2 0,-8 1 0,-7 3 0,-4 2 0,-3 0 0,0 0 0,-2 0 0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387 80 24575,'-2'-3'0,"-1"0"0,-7-4 0,-4-2 0,-6-2 0,0-1 0,-1 4 0,-2 3 0,1-1 0,-4 1 0,0 2 0,4 0 0,3 1 0,0 1 0,-1 1 0,3-2 0,1 2 0,4 0 0,4 0 0,2 0 0,0 2 0,-2-2 0,1 0 0,-1 1 0,2-1 0,1 0 0,2 2 0,-2-2 0,0 0 0,2 0 0,0 1 0,1-1 0,2 0 0,2 0 0,2 0 0,6 2 0,4 1 0,3 0 0,3-1 0,4 0 0,4-1 0,1 1 0,-1-1 0,-2 1 0,-3 0 0,-4-1 0,-3 2 0,-3-1 0,-2 0 0,-3-1 0,0 2 0,0-1 0,2 1 0,-1-1 0,1-2 0,-2 0 0,1 0 0,3 0 0,0 0 0,5 0 0,-3-2 0,-4 1 0,-6 1 0,-2-2 0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19 0 24575,'2'0'0,"-1"0"0,-1 0 0,2 2 0,-2-2 0,0 1 0,0 2 0,0 1 0,0-1 0,0 0 0,0 0 0,0-1 0,-2 1 0,1 0 0,-1 0 0,2 1 0,-1 0 0,-1 0 0,2-3 0,-2 1 0,2 0 0,-1-1 0,1-1 0,0 0 0,-2 0 0,1 2 0,-3-2 0,1 1 0,2-1 0,-1 2 0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0 24575,'3'2'0,"2"-2"0,1 1 0,-1 2 0,-2-1 0,1 0 0,-3-1 0,-1 1 0,2-1 0,-2 1 0,0 0 0,-2 1 0,2 0 0,0 2 0,-1-2 0,-1 2 0,2-2 0,-2 0 0,2 1 0,0-1 0,0-2 0,0 1 0,0 0 0,0-1 0,0-1 0,-1 2 0,-1-2 0,1 0 0,-3 1 0,3-1 0,-1 0 0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2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80 0 24575,'0'2'0,"-1"1"0,-1 2 0,0-2 0,-1 2 0,2-2 0,-1 0 0,-1 0 0,0-1 0,1 1 0,-1-1 0,0-1 0,-2 1 0,-3-1 0,1 1 0,-2 0 0,-1 1 0,4-1 0,-1-1 0,6-1 0,-1 0 0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3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82 0 24575,'-2'2'0,"2"1"0,-1 0 0,1 2 0,-2 0 0,0-1 0,-1 3 0,-2-2 0,2-1 0,-3 1 0,-1-1 0,1-3 0,-4 1 0,-1-1 0,0-1 0,3 0 0,5-1 0,1-1 0,2 2 0,0-1 0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4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56 0 24575,'2'2'0,"-2"1"0,1-2 0,-1 4 0,-1-2 0,-1 1 0,1 0 0,-4 0 0,0 0 0,-2 0 0,-1-1 0,2 0 0,-2-1 0,3-1 0,0-1 0,2 0 0,2 2 0,-1-2 0,2 0 0,8-2 0,-6 1 0,6-1 0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5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225 0 24575,'-2'2'0,"-1"1"0,-4 2 0,-2 3 0,-6 3 0,1 2 0,-4 1 0,1-1 0,0 0 0,0-2 0,1 0 0,1-1 0,3-2 0,0 0 0,4-2 0,0 1 0,2-2 0,1 1 0,-1 2 0,1 0 0,0-2 0,0 2 0,2-1 0,3-2 0,0-2 0,2-2 0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6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0 189 24575,'2'0'0,"-1"-1"0,6-3 0,2 0 0,10-3 0,7-2 0,-10 2 0,2 2 0,-1-1 0,1 0 0,0-1 0,-1 1 0,-1-1 0,0 1 0,2-2 0,-2 0 0,0 0 0,0 0 0,-1 0 0,-3 0 0,13-8 0,-6 3 0,-5 3 0,-1 2 0,-3 2 0,-1 1 0,3 2 0,-6 0 0,0 1 0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7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319 0 8885,'-14'3'0,"-7"4"5114,-3 1-5114,1 1 2714,4 1-2714,1-2 1624,2 0-1624,-1 2 6238,2-2-6238,1 1 0,1 1 0,-1-2 0,1 1 0,0 1 0,0 1 0,4 1 0,-1 0 0,0 0 0,1-3 0,-1 1 0,0-1 0,4 1 0,1-2 0,4-1 0,-1-3 0,2-2 0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8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0 257 24575,'3'-4'0,"2"-4"0,8-6 0,3-7 0,-5 10 0,-1 0 0,3-2 0,-1 0 0,1 0 0,0-1 0,0 1 0,0 0 0,-4 0 0,1 0 0,3-6 0,-4 5 0,-4 4 0,-2 2 0,1 2 0,-1 1 0,0-2-1696,3 1 0,-2 1 0,0 2 0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59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261 0 24575,'-1'2'0,"-1"1"0,-1 3 0,-3 5 0,-4 5 0,-4 5 0,6-8 0,-2 0 0,0 0 0,-1 0 0,0 1 0,-2 1 0,2-1 0,0-1 0,-1 0 0,1-1 0,-8 9 0,3-3 0,3-4 0,0-1 0,4-2 0,-1 1 0,3-4 0,-1 0 0,2 0 0,-2-2 0,3-1 0,4-2 0,-1-1 0,4-2 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0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261 0 24575,'-1'2'0,"-1"1"0,-4 6 0,-5 6 0,-5 6 0,4-7 0,1 1 0,-2 2 0,0 1 0,1 1 0,-3-1 0,1 1 0,1-1 0,0-2 0,0-2 0,2-1 0,1 0 0,-4 8 0,6-7 0,0 0 0,3-2 0,0 1 0,0-2 0,2-2 0,-2 1 0,2 0 0,-2-1 0,-1 1 0,3 0 0,0-4 0,1-3 0,2-1 0,0-2 0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61"/>
    </inkml:context>
    <inkml:brush xml:id="br0">
      <inkml:brushProperty name="width" value="0.025" units="cm"/>
      <inkml:brushProperty name="height" value="0.025" units="cm"/>
      <inkml:brushProperty name="color" value="#DDA05A"/>
    </inkml:brush>
  </inkml:definitions>
  <inkml:trace contextRef="#ctx0" brushRef="#br0">173 0 23843,'0'2'0,"-1"4"362,-6 5-362,-1 7 123,-6 8-123,6-12 0,0 2 30,-2 2 1,0-1-31,-1 3 0,2-1 93,-1 0 0,0-1-93,1-1 0,1-2 0,-7 10 0,6-5 0,1-6 0,3-3 0,0 1 0,2-3 0,0-1 0,1-3 0,2-2 0,0-3 0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3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165 0 24575,'-1'0'0,"-4"2"0,-3-1 0,-2 4 0,-3 0 0,0 0 0,1-1 0,0 3 0,0-1 0,0 1 0,1 1 0,0 1 0,3-2 0,1-1 0,3 1 0,0-3 0,3 1 0,-2 2 0,-1-1 0,0 0 0,0-1 0,1-3 0,2-1 0,1 1 0,-2-2 0,2 0 0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4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135 0 24575,'-3'3'0,"-2"2"0,-3 5 0,-2 1 0,-3 0 0,0 0 0,2 1 0,-2-3 0,1 2 0,0-1 0,4-2 0,0-2 0,5-2 0,0-1 0,0-2 0,1 1 0,-1 0 0,1 1 0,1 0 0,-1 0 0,2 1 0,0-1 0,2 0 0,-1-1 0,-1-1 0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5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127 0 24575,'-4'2'0,"1"4"0,-6 4 0,-4 6 0,-5 1 0,-1 3 0,1-3 0,5-4 0,4-2 0,4-6 0,2-2 0,0 0 0,1-3 0,0 2 0,1 1 0,-2-1 0,1 1 0,2-1 0,0-1 0,2-1 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6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135 0 13388,'-3'5'0,"-2"3"4502,-3 3-4502,-4 5 1942,-2 2-1942,-4 1 1071,1 0-1071,2-3 3672,4-3-3672,3-2 0,2-3 0,-1 2 0,2 0 0,2-1 0,2-2 0,-1-3 0,2 0 0,0-3 0,0-1 0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7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115 0 24575,'0'2'0,"-3"4"0,0 4 0,-3 4 0,-2 5 0,-5 1 0,-2 2 0,1 0 0,-1-2 0,3-6 0,2-1 0,2-3 0,5-4 0,0-3 0,1 0 0,2-1 0,0-2 0,0 0 0,0 2 0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8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114 0 24575,'-2'3'0,"-1"4"0,-3 2 0,-2 6 0,-4 2 0,0 3 0,-1-1 0,0 0 0,3-5 0,2-2 0,3-4 0,-1-2 0,3-1 0,0 0 0,-1-2 0,3 2 0,-1-2 0,1 0 0,-1-1 0,2-1 0,2 1 0,-2-2 0,0 0 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449"/>
    </inkml:context>
    <inkml:brush xml:id="br0">
      <inkml:brushProperty name="width" value="0.025" units="cm"/>
      <inkml:brushProperty name="height" value="0.025" units="cm"/>
      <inkml:brushProperty name="color" value="#DCB792"/>
    </inkml:brush>
  </inkml:definitions>
  <inkml:trace contextRef="#ctx0" brushRef="#br0">34 0 21311,'0'3'0,"-2"0"1561,0 5-1561,-1 7 551,-2 7-551,1 6 141,2-14 0,-1 2-141,0 0 0,1-1 435,-1 1 0,1-2-435,1 12 0,-1-7 0,2-8 0,0-8 0,0-1 0,0-2 0,0 0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7-31T23:02:09.507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0 295 24575,'2'10'0,"-2"1"0,1-1 0,-1-2 0,2 1 0,-2 1 0,1-1 0,-1 3 0,2-3 0,0 1 0,-1 0 0,1-1 0,-1 1 0,-1-2 0,2 0 0,0 0 0,-1-2 0,1 7 0,-1-3 0,1-4 0,-2-1 0,2 0 0,-1 1 0,1 1 0,-1-3 0,1 1 0,-2 0 0,2 0 0,-2 1 0,0 1 0,0 1 0,0-2 0,0 2 0,-2 0 0,2-1 0,-2 1 0,1-2 0,-1 0 0,2 2 0,-1-1 0,1-2 0,0-1 0,0 3 0,0-1 0,1 1 0,-1-1 0,2 1 0,-1 1 0,1-2 0,0 0 0,-1 1 0,1-1 0,-1 1 0,3 1 0,-3-2 0,1-1 0,0 0 0,-1 0 0,1-2 0,-2 2 0,1-2 0,-1-2 0,0 1 0,2-2 0,-2-5 0,0-4 0,2 2 0,-2-1 0,0-2 0,1 1 0,-1-2 0,2 1 0,-2 0 0,0 1 0,0 1 0,1-2 0,-2 4 0,1-1 0,0-4 0,1 3 0,-1-2 0,2 1 0,0-2 0,-1 3 0,1 1 0,-1 1 0,1-1 0,0-6 0,-2 2 0,1 3 0,-1 2 0,-1-1 0,-1 3 0,0-3 0,-2-1 0,-3-1 0,2 0 0,1 0 0,-1-1 0,1 2 0,3 0 0,1 2 0,0-1 0,0 3 0,0-1 0,0-2 0,0 3 0,0-1 0,1-2 0,-1 2 0,0 2 0,0 0 0,2 1 0,-2 2 0,0 4 0,0 4 0,0 3 0,0-3 0,0 0 0,0 0 0,0 0 0,0 0 0,0 0 0,0-2 0,0 1 0,2 6 0,-2 0 0,0-7 0,0 0 0,1 1 0,-1 1 0,2 0 0,0-2 0,-1 4 0,1-2 0,-1 0 0,1 2 0,1-1 0,0 1 0,1 1 0,0 0-228,0-1 1,-1-2 0,0 1 227,0 1 0,0 0 0,2-1 0,-2 3 0,1-3 0,-1 1 0,0-1 0,-1 1 0,1 0 0,0 3 0,-1-2 0,1-2 0,-3 1 0,1-2 0,-1 0 0,2 3 0,-2-1 0,0-4 682,0-3-682,0-1 0,0 0 0,0-1 0,0-1 0,0 2 0,0-2 0,0 2 0,0-2 0,0 1 0,0 1 0,0 3 0,0-1 0,2 4 0,-1-3 0,4 0 0,2-2 0,1-1 0,-2-2 0,-1 0 0,-2 0 0,-1 0 0,-1 0 0,-1 0 0,0 0 0,0-2 0,0 1 0,0-4 0,0-5 0,0 4 0,0-2 0,-1-2 0,-1-1 0,2 1 0,-2 1 0,1-1 0,-1 0 0,1-1 0,-3 2 0,3-4 0,-2 0 0,1 5 0,0 0 0,1-2 0,-1 5 0,2-1 0,0-2 0,0-2 0,0-2 0,0 3 0,0 3 0,-1-2 0,1 0 0,0 2 0,0-2 0,0-2 0,0 0 0,0-1 0,-2 0 0,2 0 0,0-2 0,0 2 0,-2-1 0,2 3 0,0-1 0,0 2 0,2-1 0,-2 0 0,2 1 0,-2 0 0,1 0 0,-1 2 0,2 0 0,-1-6 0,1 3 0,0 1 0,-2-2 0,0 0 0,0-1 0,0-2 0,-4 1 0,3 5 0,-1 1 0,-1-1 0,1-1 0,-1 2 0,0-1 0,-2 1 0,2 0 0,-2-1 0,2 2 0,-2-1 0,0 1 0,-1-4 0,-1 1 0,4 1 0,-2 1 0,4-1 0,-2 1 0,1-1 0,-1 3 0,1-3 0,1 2 0,-1-1 0,0 0 0,1-1 0,-1 1 0,2 3 0,-1 1 0,1 0 0,1 2 0,-1 2 0,3 1 0,-1 4 0,3 4 0,-4-5 0,1 1 0,0 2 0,-1-1 0,1 4 0,-1-3 0,1 2 0,1 1 0,-1-1 0,-1 0 0,3 0 0,-1 2 0,-2-3 0,3 1 0,-1-3 0,0 2 0,0-4 0,-1-1 0,3 4 0,-1-2 0,1-2 0,0-1 0,-2 1 0,1-1 0,-3 0 0,-1 1 0,2 3 0,-2 5 0,1-3 0,-1-2 0,0 3 0,0 0 0,0 2 0,2 0 0,-2-5 0,0 1 0,0-1-164,0 2 0,0 0 0,0-1 164,0 1 0,0 0 0,0 1 0,2-2 0,-2 3 0,1-3 0,-1 1 0,2 1 0,-1-1 0,1 3 0,1-2 0,-1-3 0,-1 0 0,3 1 0,-3-4 0,1-2 0,-2-1 0,0 1 492,0-1-492,0 1 0,0 2 0,0 0 0,0 3 0,0 0 0,0 3 0,0 0 0,0-1 0,1-4 0,-1-3 0,0-1 0,0-2 0,2 0 0,1 0 0,4-3 0,1-2 0,1-3 0,-6 3 0,2-1 0,-2-1 0,-1-1 0,1-1 0,-1-1 0,-1-3 0,1 2 0,-2 1 0,0 1 0,2 1 0,-2-7 0,0 2 0,0 2 0,0-2 0,0 2 0,-2 2 0,2-3 0,0 3 0,-2-1 0,2 0 0,0 2 0,0-1 0,0 1 0,0 0 0,2 0 0,-2-2 0,2-1 0,-1 0 0,1-1 0,0 1 0,-1 2 0,1-1 0,-1 0 0,3 4 0,-3-4 0,2 2 0,-1 4 0,0-3 0,1 2 0,-2-1 0,1-2 0,0-2 0,-1-1 0,-1 5 0,0-2 0,0 1 0,0-1 0,0 0 0,-1 0 0,1-2 0,-2 2 0,0-1 0,1-1 0,-1 2 0,1-1 0,1 1 0,-2 0 0,2 1 0,-2 1 0,2-4 0,0 4 0,0 2 0,2 3 0,-2-1 0,0-1 0,-2-5 0,1 0 0,1 0 0,-2-3 0,2 0 0,0 1 0,-1-1 0,1 1 0,0 2 0,0-5 0,0 4 0,1 2 0,-1 4 0,0 1 0,0 1 0,2 4 0,-2 5 0,1 0 0,1 2 0,0-2 0,1 1 0,-2 1-395,1 1 0,1 0 0,0 1 395,1 0 0,0 1 0,0 0 0,-1-2 0,0 2 0,2-2 0,-2 1 0,0-1 0,0-2-22,1-1 0,-1 2 1,-2-2 21,4 3 0,-2 1 0,1-3 0,-1-1 0,0 0 0,0-1 0,1 2 0,-1-2 1180,0-3-1180,0 3 70,2-1-70,-2 2 0,0-1 0,1-2 0,-3-2 0,-1 2 0,2 1 0,-2 4 0,0-4 0,0 2 0,0 2 0,0-1 0,0 3 0,0-1 0,0 0 0,1 0 0,-1 0 0,0-1 0,2 0 0,-2-1 0,0 3 0,2-1 0,-2 2 0,1-1 0,1-4 0,-2 2 0,1-2 0,1 2 0,0-1 0,-1-1 0,1 5 0,1 0 0,-1-3 0,1 1 0,-2-2 0,1-1 0,0-1 0,1 1 0,-2 2 0,1-4 0,0-1 0,-2-2 0,-2-1 0,0-2 0,-1 1 0,2-1 0,2 2 0,1 1 0,-2 0 0,0 2 0,1 0 0,-2 0 0,1-1 0,-2 3 0,1 2 0,-4 1 0,0 3 0,0 0 0,0-4 0,1 1 0,-1-2 0,0-2 0,2 1 0,-4-1 0,-1 4 0,4-4 0,-1 1 0,2-1 0,-2 2 0,0 2 0,0-1 0,2 3 0,0-1 0,-1 0 0,3-1 0,-1 1 0,1-3 0,1 0 0,-2-2 0,2 6 0,0-6 0,0-1 0,0-2 0,0 0 0,0-1 0,0-1 0,0-1 0,-2-1 0,1-2 0,-1-4 0,1-2 0,-1-3 0,0 6 0,2 0 0,2-2 0,-2 0 0,2-1 0,-1 1 0,2-1 0,-1 1 0,3-2 0,-2 2 0,2-1 0,0-1 0,-1-1 0,1-1 0,0 1 0,0 0 0,-2 1 0,0 1 0,-1 1 0,0 0 0,-1-3 0,-2-1 0,-1 3 0,0-1 0,-2 2 0,-1 0 0,-2-2 0,-1 2 0,3 0 0,4 5 0,-1 2 0,2 1 0,0 1 0,-3 2 0,0 7 0,0-2 0,-1 0 0,1 3 0,2-1 0,-3 3 0,1-2 0,2 0 0,-3-1 0,4-1 0,-1 1 0,-1-2 0,2 0 0,-1 3 0,-1 1 0,2-3 0,-2 2 0,1 2 0,-2-2 0,-1 1 0,3-4 0,-1-2 0,1 0 0,-1 3 0,0-1 0,1 0 0,-1-2 0,1 0 0,-3 6 0,1-3 0,0-1 0,0-1 0,-1-1 0,1 0 0,2 1 0,-3 1 0,3-2 0,-1 1 0,1-1 0,1-1 0,0 1 0,0-1 0,-2-2 0,0 1 0,1-1 0,-1 0 0,-1 2 0,0 0 0,0-2 0,1 0 0,2-1 0,0-2 0,0 0 0,-2-4 0,1 0 0,-1-6 0,1-3 0,1 7 0,0-2 0,1 0 0,-1-2 0,2 1 0,-1-3 0,1 1 0,1-2 0,-1 2 0,-1 0 0,1 1 0,-2 1 0,2 1 0,-1 1 0,-1-4 0,2 3 0,-1 0 0,1 0 0,0 1 0,1-1 0,-2 2 0,1 1 0,1 0 0,0-1 0,2 1 0,-1 0 0,-1 0 0,0 1 0,-1 0 0,-1 3 0,-1-2 0,-1 1 0,-3-1 0,0-2 0,-1 2 0,1 1 0,1 2 0,-2 5 0,1 5 0,-1-4 0,2 4 0,-2-1 0,0 3 0,0-1 0,2 2 0,-2-2 0,2 0 0,1-3 0,-1 0 0,0 2 0,3-5 0,-2-4 0,2-1 0,0 2 0,-1 1 0,1 0 0,-2 4 0,2 2 0,0 6 0,0-7 0,2 0 0,-1 0 0,-1 0 0,2 0 0,0-2 0,-1 5 0,-1-6 0,0-2 0,-1-1 0,-3 0 0,0-2 0,-1 0 0,0-2 0,2 0 0,1-4 0,1-7 0,1 4 0,0-1 0,0-1 0,-2-2 0,2 0 0,0 0 0,0 0 0,0 2 0,0 1 0,0 1 0,0 2 0,0 1 0,0-4 0,-2 6 0,2 0 0,-1 3 0,-1-1 0,-1 1 0,0-3 0,-2 3 0,-2-2 0,3-1 0,-1 3 0,3-2 0,1-1 0,-3-2 0,3 0 0,1-1 0,-2 4 0,2 1 0,0 4 0,0 6 0,0 2 0,0 1 0,0 0 0,0 0 0,2 0-301,-2-1 0,0 1 1,1 1-1,-1-3 301,2 6 0,-2-3 0,2 1 0,-2-3 0,1 1 0,1-3 0,-1 3 0,-1-1 0,2-4 0,0 1 0,1 4 0,2-1 0,-1-2 0,4 1 1203,2-1-1203,1-1 0,1-1 0,0-1 0,-4-3 0,-1 1 0,1-2 0,-2 1 0,9 1 0,-6-1 0,1-5 0,-4-5 0,-1 3 0,-3-3 0,1 0 0,-1-2 0,-1 2 0,-1 0 0,2-5 0,-2 5 0,0 5 0,0 1 0,0 2 0,0 0 0,0 4 0,5 0 0,3 6 0,-4-4 0,1-1 0,2 2 0,-1-1 0,5 2 0,-4-3 0,-1-2 0,-3-3 0,1 0 0,-1-2 0,3-2 0,4-3 0,1-1 0,0 2 0,-3-1 0,-3 3 0,-3 0 0,-1 1 0,1-2 0,1-1 0,-1-4 0,1-2 0,-1 3 0,-1 3 0,1-2 0,-1 0 0,-1 2 0,2-2 0,0-5 0,-1 2 0,-1-2 0,0 3 0,0 0 0,-3 1 0,1-1 0,-2-3 0,2 5 0,-1-1 0,-1-2 0,1-1 0,0 1 0,1 0 0,-1 1 0,2-1 0,1 3 0,-2 0 0,2-3 0,2 1 0,-1 4 0,1-1 0,1 1 0,0 1 0,0 0 0,2-3 0,0 0 0,2-1 0,-3-3 0,1 0 0,-2-1 0,-1 0 0,0 2 0,-2-1 0,0 1 0,-2 0 0,0 1 0,1 1 0,-1 1 0,-1-2 0,0-1 0,0 0 0,1 3 0,2 1 0,-2-1 0,1-1 0,-1-1 0,2 0 0,0-1 0,-1 0 0,1 0 0,0-1 0,0 1 0,0 0 0,0 0 0,0 1 0,0-1 0,0 0 0,1-1 0,-1 1 0,0-2 0,2 1 0,-1-1 0,1 0 0,0 0 0,-1 0 0,1 0 0,-1 1 0,1 2 0,0 0 0,-1 2 0,1-1 0,-1-1 0,1 2 0,0-2 0,-1 1 0,1 1 0,1-2 0,-1 2 0,-1-2 0,2-2 0,1-1 0,-1 0 0,0 2 0,0-2 0,-1 2 0,1 1 0,-1 0 0,1 1 0,-2-1 0,1 2 0,0 0 0,-1 2 0,-1-2 0,2-5 0,-1 3 0,-1 5 0,0 2 0,0 3 0,0 0 0,0-1 0,0 1 0,0 0 0,0-2 0,0-1 0,0 0 0,2-1 0,-2 1 0,2 2 0,-1-1 0,3 0 0,-1 2 0,0 0 0,2 4 0,1 2 0,-3 0 0,1 2 0,-4 2 0,-2 0 0,-1 1 0,-2 0 0,3-4 0,-1-1 0,0 2 0,1-2 0,-1 2 0,0 0 0,1 0 0,-1 1 0,1-3 0,1 2 0,-1-2 0,1 2 0,-1 5 0,2-6 0,-2-1 0,2 2 0,0-2 0,0 1 0,0 1 0,0 0 0,0 0 0,-1 0 0,1-2 0,0 4 0,0-2 0,0 0 0,-2 0 0,2 0 0,0 2 0,-1-1 0,1 1 0,-2 0 0,0 1 0,1 0 0,1 0 0,-2 2 0,1 0 0,-1-2 0,0 2 0,1 0 0,-1-2 0,2 2 0,-1-2 0,1-1 0,-2 1 0,2-3 0,0 2 0,0-2 0,-2 0 0,2 0 0,0-2 0,0 2 0,0-2 0,0 7 0,0-3 0,0 0 0,0-4 0,2 4 0,-2-1 0,2 1 0,1 3 0,-2-7 0,1 2 0,0 0 0,-2 0 0,3 0 0,-2 2 0,1-1 0,0 3 0,-1-1 0,1 0 0,-1 4 0,-1-3-189,2-2 0,0 0 0,-2-2 189,1 1 0,-1 1 0,0-1 0,2 4 0,-1 0 0,-1 0 0,0 1 0,0-6 0,2 2 0,-2 0 0,0-1 0,0 1 0,0-2 0,0 2 0,-2-1 0,2 1 0,0-1 0,0 1 0,-1-2 0,-1 5 0,2 0 0,-1-2 0,-1 2 0,0-4 0,-1 3 0,2-3 0,-1 1 0,0-2 0,1 0 0,-1 0 0,1-2 0,-1 2 0,0-1 567,1 4-567,-1-1 0,1-2 0,-1-4 0,0 3 0,-1-2 0,2 0 0,-1-1 0,-1 0 0,0-1 0,-1-2 0,0-1 0,0 2 0,0-2 0,-1 0 0,2 0 0,3 0 0,-2 0 0,4-3 0,-1-2 0,4-1 0,1-4 0,2 2 0,0 0 0,-1 5 0,-1-2 0,2 2 0,2-2 0,-1 0 0,4-1 0,-5 2 0,0 0 0,2-1 0,1-2 0,2 1 0,-3-2 0,-2 1 0,0 1 0,-2-2 0,-3 2 0,2-2 0,-2 0 0,-1 0 0,0 0 0,-1-2 0,-1 2 0,0 0 0,0-2 0,-1 2 0,1 0 0,-2 0 0,0 0 0,1 0 0,-1-1 0,1 1 0,-1-2 0,2 2 0,-2 0 0,1-2 0,-1 2 0,2 0 0,0 2 0,-1-2 0,1 0 0,0 0 0,0 0 0,0 0 0,0 0 0,0-2 0,0 2 0,0-2 0,0 2 0,0-1 0,0-1 0,0 1 0,0-1 0,0-1 0,0-1 0,1 1 0,-1 0 0,0-2 0,0 4 0,0 1 0,0-2-245,0 0 1,2 1 0,-2-1 244,0 0 0,0 1 0,1-1 0,-1-1 0,0 1 0,0 1 0,0-3 0,2 3 0,-2-2 0,0-1 0,0 3 0,2-2 0,-2-1 0,1 1 0,-1 0 0,2 1 0,-2 1 0,1-3 0,-1 3 0,2-1 0,0 1 0,-2-1 0,1 0 0,1 2 0,-2-1 0,1 1 0,1-2 0,0-3 0,-1 0-39,1 2 1,-1 0 38,1 1 0,-2 1 0,2-1 0,-1 2 0,-1 0 0,0 0 0,2 0 0,-2 2 0,0-7 729,0 1-729,0 1 81,0 0-81,1 1 0,-1-1 0,0 2 0,0-1 0,0 0 0,0 2 0,2 2 0,-2 1 0,0 2 0,0 1 0,0 1 0,0-1 0,0 2 0,0-2 0,-2-1 0,2-2 0,-1-1 0,-1-4 0,1-2 0,1 4 0,0 0 0,-2-1 0,2 1 0,0-4 0,2 4 0,-2 1 0,1 6 0,-1-1 0,0 2 0,0 2 0,0-1 0,2 7 0,-2-1 0,0 1 0,0 3 0,0 2 0,0-2 0,0 0 0,0 2-480,0-3 0,0 1 0,0 0 0,0 0 480,0 2 0,0 0 0,0 0 0,0 0 0,0-1 0,0 1 0,0 0 0,0 0 0,1 0 0,-1 1 0,2-1 0,-2 0 0,2-2 0,-2 2 0,1-2 0,1 0 0,-2 1 0,1-1 0,1-2 0,0 3-195,-2 1 0,1-2 0,1 2 195,-1-4 0,1 1 0,0-1 0,-1 4 0,1 0 0,-1-2 0,1 2-14,0-2 0,1 1 14,-2-1 0,1 0 0,0-1 0,-1 1 0,1-1 0,-1-2 928,1 1 0,0-1-928,-1 0 0,1-1 645,0 5-645,-1 0 32,1-1-32,1 0 0,-1 0 0,-1 1 0,1-3 0,-2-1 0,0 2 0,0-2 0,-2 0 0,-3 2 0,2-4 0,0-1 0,-2 3 0,0-2 0,-1 2 0,-1 0 0,1 0 0,1 2 0,-3-1 0,2 1 0,-1 0 0,1 1 0,0 0 0,-1 0 0,1 1 0,1-3 0,0 2 0,0-1 0,2-2 0,0 2 0,0-4 0,1 1 0,-1 4 0,0-3 0,1 0 0,0-2 0,-1 1 0,2 1 0,-1 0 0,-1 3 0,0 2 0,1-5 0,0-2 0,1 1 0,-1-1 0,1 5 0,-3-1 0,3-2 0,-1-3 0,1 1 0,-1-1 0,0 1 0,2 2 0,-1 2 0,-1 0 0,1-1 0,1-1 0,-2-1 0,2-3 0,-2-2 0,1 1 0,1-1 0,-2 0 0,1-1 0,1 1 0,-2-2 0,2 1 0,0-1 0,2 0 0,-1-3 0,9-5 0,-4 2 0,2-1 0,-1 1 0,1-1 0,0 1-515,1-2 1,-1-2-1,2 1 515,-2 2 0,0-1 0,-2 0 0,2 0 0,-1-1 0,1 1 0,-2-2 0,1 0 0,-1 2 0,0-1 0,1-1 0,-2 1 0,1-3 0,1 1 0,-1 0-195,-1 0 0,0-1 0,-2 1 195,0 2 0,0-1 0,-1 0 0,-1-1 0,1 1 0,0 1 0,-2-1 0,0-1 0,0 1 0,0-1 0,0 0 0,0 0 0,0-1 0,0 1 0,0 0 0,-2 1 0,2-1 0,0 0 0,0 1 0,0 1 0,0-1 0,2 0 0,-2 1 0,0-1 0,1 1 0,-1-1 0,2-1 0,-1 1 0,1 0 0,-2 1 0,2 1 0,-1-2 0,1 1 0,-1-4 0,1 0 0,0 2 0,-1-1 0,1 3 0,-2-1 0,1 1 0,-1 1 0,2 0 0,-2 0 747,0 0 1,2 1-748,-2-1 0,0 2 634,0-7-634,0 2 0,0 1 0,0-3 0,0 7 0,0-2 0,0 0 0,0 0 0,0 0 0,0-2 0,0 2 0,0-2 0,0 1 0,0-1 0,0 1 0,0-1 0,-2 0 0,2 2 0,0-5 0,0 4 0,2 4 0,-2 3 0,0 1 0,0-1 0,0 1 0,0-1 0,0-1 0,0 0 0,0-5 0,0 0 0,0-5 0,0 6 0,0-1 0,0 0 0,0 0 0,1 0 0,-1-1 0,0 1 0,0-2 0,0 2 0,0 0 0,0 0 0,0 1 0,0-5 0,0 2 0,0 4 0,-1-1 0,1 4 0,0-2 0,-2 2 0,0 0 0,2-2 0,-1-1 0,1 1 0,-2-3 0,2 3 0,0-2 0,0 3 0,0 0 0,0 1 0,0 3 0,0 0 0,0 0 0,0 0 0,2 2 0,1 1 0,0 3 0,0 4 0,-1-4 0,0 3 0,1-1 0,-2 1 0,1 2 0,1 2 0,-1-5 0,0 2 0,-1-2-177,1 1 1,-1 1 0,1 0 176,0-1 0,-1 1 0,1 0 0,-2-1 0,1-1 0,1 2 0,0-1 0,-2 0 0,1 0 0,1 2 0,-2 1 0,1-3 0,-1 1 0,2-2 0,-2-2 0,2 5 0,-2-2 0,0-5 0,0 0 529,0 0-529,0 0 0,-2-1 0,2 0 0,-2 2 0,2 1 0,-1 2 0,1 2 0,0 1 0,-2 0 0,4-1 0,-2 0 0,0-2 0,0 0 0,1-2 0,-1 2 0,2 0 0,0 0 0,1 2 0,-2 1 0,3 0 0,-3 2 0,-1 0 0,2-7 0,-2 2 0,0 0 0,0-1 0,1 1 0,-1-2 0,0 7 0,0-3 0,0-2 0,0-2 0,0-1 0,0-2 0,0-1 0,0-1 0,0 1 0,0-1 0,-1 4 0,-1 2 0,1 1 0,-1 0 0,0 1 0,1 1 0,-2 1 0,1 2 0,0-3 0,1-1 0,1-2 0,-2-3 0,2 3 0,-1-2 0,-1 3 0,0-2 0,2 1 0,-1-1 0,-1 2 0,1 0 0,-3 0 0,1 2 0,0-1 0,0 2 0,-1-3 0,1 1 0,2-5 0,-1 0 0,2-3 0,0-1 0,0 2 0,0-2 0,2-2 0,1-3 0,2 1 0,-2-3 0,3-3 0,2 1 0,-1 1 0,-2 0 0,1 0-242,2-2 0,-2 1 0,1-1 242,-1 0 0,1 1 0,-1 1 0,2-5 0,-1 2 0,-4 3 0,2 0 0,-2-2 0,-3 5 0,0 0 0,0 2 0,1-2 726,-1-6-726,0-2 0,0 7 0,0-1 0,2-7 0,-2 4 0,2 1 0,-1 1 0,1 1 0,1 2 0,0 2 0,0 0 0,2-2 0,3 2 0,3-3 0,-4 1 0,-1 2 0,4-7 0,-2 2 0,-3 2 0,-5 1 0,1 2 0,-2-1 0,1 3 0,0 1 0,-5 5 0,-3 4 0,0 1 0,0 1 0,1-1 0,1-1 0,0 2-431,-1-1 0,2 0 1,1-1-1,-1 1 431,0 0 0,0 1 0,0-2 0,1 3 0,0-3 0,1 1 0,0 1 0,0-1-217,-1 3 0,1-1 1,0 0 216,1-1 0,1-1 0,-1-1 0,1 4 0,-1-2 0,0-1 0,2-2 0,0 5 0,0-2 1662,0-1-1662,0-1 711,0 4-711,0-7 0,-1 2 0,1 0 0,-2 0 0,1 0 0,-1 2 0,0 0 0,1-1 0,-2 4 0,-1-2 0,1 2 0,0 0 0,0 0 0,0-2 0,-1 0 0,3-1 0,-1-4 0,-1 2 0,1 2 0,1-2 0,-1 0 0,1-2 0,1-1 0,0 0 0,-2-2 0,2 0 0,0 1 0,-2-1 0,2 0 0,-1 0 0,1 1 0,0-1 0,-2 0 0,1-1 0,-1 1 0,0 0 0,2-1 0,4 1 0,7-2 0,0 1 0,2-2 0,0 0 0,-1 0 0,1-2-483,-1 2 1,0-1 0,0 1 0,0-2 482,0 1 0,0-1 0,1 0 0,0 1 0,-2-1 0,1 1 0,-3-3 0,1 3 0,1-2 0,0 1 0,-3-1 0,2-2 0,-4 0 0,1-8 0,-7 7 0,1-1 0,-1-2 0,-1 1 0,1-2 0,0-1 0,-2 0 0,1-1 0,1 1 0,-2 0 964,0 1 1,2 1-965,-1 2 0,1 1 0,-2-5 0,2 3 0,0 0 0,0 0 0,0 1 0,0 1 0,2-1 0,-1-1 0,3-1 0,-1-1 0,0-1 0,2 1 0,-2 1 0,0 2 0,-1-1 0,-1 3 0,1 1 0,0 0 0,-2 0 0,1 0 0,-1 0 0,2 0 0,-2 1 0,0 2 0,0 1 0,0 0 0,0 1 0,0 2 0,-2 4 0,-1 1 0,0 1 0,0 1 0,-1 1-523,1-1 0,-2 1 1,2-1-1,-2 1 523,1 2 0,-1-2 0,-2 2 0,2 0 0,-1-2 0,1 0 0,-1 0 0,1 1-75,-1-1 1,-1 0 0,1-1 74,-2 1 0,0-1 0,3-4 0,0-1 0,-1 1 0,1-1 0,0-2 2065,0 2-2065,2 0 249,0-2-249,-2 2 0,0 0 0,0-1 0,-1 1 0,-2 2 0,3-1 0,2-1 0,1 0 0,4-2 0,0 0 0,1 0 0,0-1 0,-1 0 0,-1-2 0,-2 1 0,1-1 0,-4 2 0,1 1 0,-3 2 0,-1 1 0,1 1 0,1 1 0,2 0 0,1-2 0,2 0 0,7-2 0,4-3 0,-3-1 0,3 0 0,2 0 0,1-1-313,-2-1 1,-1 0 0,0 1 312,0-1 0,2 1 0,-2-3 0,1 1 0,-1 0 0,-2 0 0,1-2 0,-2 0 0,0 0 0,2-1 0,-2 0 0,-2-1 0,-3 1 0,2-5 0,-3 4 0,-1 2 937,-1 2-937,0 1 0,0 1 0,0-1 0,2-1 0,0 0 0,1-4 0,-2 4 0,1 0 0,0 3 0,-1 2 0,-1 2 0,2 3 0,-2 4 0,-7 0 0,1-4 0,-2-1 0,-2-3 0,2 2 0,-3-2-501,2 1 1,-1-3-1,-1 2 1,-1-1 500,0 0 0,-3 1 0,2-2 0,-1 1 0,3 0 0,-1-1 0,1-1 0,0 2 0,0-1 0,-2 1 0,0-2 0,0 2 0,2-1 0,-3-1 0,1 2 0,0-1 0,3-1 0,1 2 0,-1-2 0,0 0 0,1 2 0,1-2 0,1 1 0,-4-1 0,-2 2 0,7-2 0,-2 1 1001,0-1 0,0 0-1001,1 2 0,-1-2 0,-3 2 0,2-1 0,1 1 0,3-1 0,0 1 0,-1 0 0,-1-1 0,-1 1 0,-1 0 0,-4-1 0,5-1 0,-2 2 0,-1-2 0,-2 0 0,0 0 0,-1-2 0,4 2 0,0 0 0,1 0 0,-4-1 0,0 1 0,5 0 0,0 0 0,-1 0 0,5 0 0,3 0 0,1 0 0,0 1 0,-2 1 0,2-2 0,-2 1 0,-2 1 0,-3 1 0,-2 0 0,1 1 0,0-3 0,0 2 0,0 1 0,0-3 0,1 2 0,-4 1 0,1-1 0,5-2 0,2 1 0,-2-2 0,1 0 0,-9 0 0,3 0 0,1 0 0,-4-2 0,0 2 0,-2 0 0,1 0 0,1-1 0,2 1 0,1 0 0,2 0 0,-3 0 0,6 0 0,2 1 0,3-1 0,-2 0 0,2 0 0,0 0 0,-1 0 0,-1 0 0,-1 0 0,0 0 0,0 0 0,-1 0 0,1 0 0,2 0 0,1 0 0,-2 0 0,2 0 0,0-1 0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31:31.123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31:44.568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1 0,0-1 0,1 2 0,0-1 0,0 0 0,0 0 0,-1 0 0,1-1 0,-1-1 0,0 0 0,1 4 0,-1-3 0,0-3 0,-1-2 0,0-1 0,1-1 0,-1-1 0,0 0 0,0 0 0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38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37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8:42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1 0,0-1 0,1 2 0,0-1 0,0 0 0,0 0 0,-1 0 0,1-1 0,-1-1 0,0 0 0,1 4 0,-1-3 0,0-3 0,-1-2 0,0-1 0,1-1 0,-1-1 0,0 0 0,0 0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0,-2-1 0,0 1 0,-2 0 0,-1 0 0,-1 0 0,0 0 0,2 0 0,1 0 0,0 0 0,0 0 0,2-1 0,-1 1 0,0 0 0,0 0 0,1 0 0,1-1 0,-1 1 0,0 0 0,1 0 0,0-1 0,0 1 0,0-1 0,0 1 0,1-1 0,-1 1 0,0-1 0,-1 0 0,0 0 0,0 0 0,0 0 0,-1-1 0,-1 1 0,-3 0 0,1-1 0,-1 1 0,8-1 0,-1 1 0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59:19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1 0,0-1 0,1 2 0,0-1 0,0 0 0,0 0 0,-1 0 0,1-1 0,-1-1 0,0 0 0,1 4 0,-1-3 0,0-3 0,-1-2 0,0-1 0,1-1 0,-1-1 0,0 0 0,0 0 0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24575,'1'0'0,"-1"-2"0,2 1 0,-1-1 0,1-1 0,0 1 0,-1 0 0,1 0 0,0 0 0,0 0 0,-1 1 0,1-1 0,0 0 0,0 0 0,-1 1 0,1-1 0,0 0 0,-1 0 0,1 0 0,0 0 0,-1 0 0,1 0 0,-1 0 0,1 0 0,-1 0 0,0 1 0,1-1 0,-1 0 0,0 0 0,0 1 0,1-1 0,-1 1 0,0-1 0,1 0 0,-1 0 0,0 1 0,1-1 0,0-1 0,-1 1 0,1-1 0,0 1 0,-1-1 0,1 1 0,-1-1 0,1 1 0,-1-1 0,1 1 0,-1-1 0,1 1 0,-1-1 0,1 1 0,-1 0 0,0 1 0,0-1 0,0 1 0,0-1 0,0 1 0,0 0 0,0 0 0,-1 0 0,1 0 0,-1 1 0,0-1 0,1 0 0,-1 1 0,0 0 0,0-1 0,0 1 0,1-1 0,-1 1 0,0-1 0,0 0 0,1 1 0,-1-1 0,0 0 0,0 1 0,0 0 0,1 0 0,-1 0 0,0 0 0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0 24575,'-1'1'0,"0"0"0,-2 1 0,-1 1 0,-1 1 0,0 0 0,-1 1 0,0 0 0,0 0 0,1 0 0,-1-1 0,1 1 0,-1-1 0,1 1 0,0-1 0,0 0 0,1-1 0,-1 1 0,1-1 0,-1 1 0,0-1 0,0 1 0,0 0 0,0 0 0,-1 0 0,0 1 0,1-1 0,-1 0 0,2 0 0,-1-1 0,0 0 0,0 0 0,1 0 0,0-1 0,1 0 0,1 0 0,-1 0 0,1 0 0,0 0 0,0 0 0,0-1 0,0 0 0,1 0 0,0 0 0,0-1 0,1 0 0,1 0 0,0-1 0,0 1 0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0 24575,'-3'1'0,"-1"2"0,-4 1 0,-3 1 0,4-1 0,-2 0 0,-1 0 0,0 1 0,-2 0 0,0 0 0,0 0 0,0 1 0,2-2 0,0 0 0,1 0 0,1-1 0,-6 2 0,4-1 0,2-1 0,1 0 0,1-1 0,0 1 0,-1-1 0,-1 1 0,-1 1 0,0-1 0,1 1 0,1-1 0,1 0 0,1-1 0,0 0 0,0 0 0,1 0 0,0-1 0,0 1 0,1-1 0,2 0 0,0-1 0,3 0 0,-1 0 0,1-1 0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24575,'-2'0'0,"-1"1"0,-5 1 0,-4 1 0,4-1 0,-2 0 0,-1 1 0,0 0 0,-2 0 0,0 0 0,-2 1 0,0 0 0,0 0 0,0-1 0,1 1 0,0-1 0,3 0 0,-1 0 0,3-1 0,1 0 0,-5 1 0,2 0 0,2-1 0,0 0 0,1 0 0,1 0 0,-1 0 0,-1 0 0,0 0 0,-1 0 0,1 0 0,0 0 0,3 0 0,0-1 0,2 0 0,0 0 0,2-1 0,0 1 0,1-1 0,4 0-1696,6 0 0,-4-1 0,3 1 0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377 0 24575,'0'0'0,"-1"0"0,-2 1 0,-1-1 0,-6 1 0,-5-1 0,5 1 0,0-1 0,-2 1 0,0 0 0,-1 0 0,-1 0 0,0 0 0,-1 0 0,0 0 0,0 0 0,0 0 0,1 0 0,2 0 0,1 0 0,1 0 0,1 0 0,-5 1 0,2-1 0,1 1 0,0-1 0,1 1 0,-1-1 0,1 0 0,1 0 0,0 0 0,3 0 0,1-1 0,-1 0 0,0 1 0,-1-1 0,1 0 0,1 0 0,3 0 0,0 0 0,2 0 0,0-1 0,0 1 0,1 0 0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0 24575,'-2'0'0,"-1"0"0,-4 1 0,-3 0 0,-2 0 0,2 0 0,-1 0 0,-2 0 0,0-1 0,-2 1 0,-1 0 0,-1 0 0,0 0 0,2 0 0,1 0 0,0 0 0,0 0 0,2-1 0,-1 1 0,0 0 0,0 0 0,1 0 0,1-1 0,-1 1 0,0 0 0,1 0 0,0-1 0,0 1 0,0-1 0,0 1 0,1-1 0,-1 1 0,0-1 0,-1 0 0,0 0 0,0 0 0,0 0 0,-1-1 0,-1 1 0,-3 0 0,1-1 0,-1 1 0,8-1 0,-1 1 0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24575,'1'0'0,"2"0"0,2 1 0,5 0 0,3 0 0,3 1 0,-7-1 0,1 0 0,0 0 0,1 0 0,2 0 0,0 0 0,-1 0 0,1 0 0,-1 0 0,-1 0 0,0-1 0,-1 1 0,-1-1 0,0 1 0,6-1 0,-1 1 0,-1 0 0,-1-1 0,1 1 0,-2-1 0,-1 1 0,-2-1 0,-2 0 0,-3 0 0,-1 0 0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24575,'1'1'0,"1"0"0,3 2 0,5 2 0,-1 0 0,1 0 0,3 2 0,0-1 0,-4-1 0,1-1 0,-1 1 0,4 2 0,0-1 0,-3-1 0,-1 0 0,-1-1 0,-1 0 0,6 2 0,-3-1 0,-2-1 0,-2-1 0,0 0 0,-1-1 0,-2-1 0,-1 0 0,-1 0 0,0-1 0,-1 0 0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24575,'1'0'0,"0"1"0,2 0 0,3 1 0,5 1 0,-3-1 0,0 0 0,4 1 0,-1 0 0,2 1 0,0-1 0,0 0 0,0 1 0,0-1 0,-1 0 0,-1-1 0,-1 1 0,-1-1 0,0 0 0,6 1 0,-3-1 0,-2 0 0,-1 0 0,0-1 0,-3 0 0,0 0 0,-3-1 0,-1 0 0,-1 0 0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24326,'3'1'0,"2"-1"124,1 1-124,4 0 41,3 1-41,-4-1 0,0 0 10,1 1 1,1-1-11,0 0 0,1 0 31,-1 0 1,0 0-32,0 0 0,1 0 0,-1 0 0,0 0 0,0 0 0,0 0 0,-1 0 0,1-1 0,-2 1 0,-1-1 0,6 1 0,-3-1 0,-3 1 0,-1-1 0,-2 0 0,-3 0 0,-1 0 0,-1 0 0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24575,'3'-1'0,"6"1"0,0-1 0,2 1 0,4-1 0,2 0 0,-1 1 0,0-1 0,1 1-572,-4-1 0,0 1 0,1 0 0,0-1 572,-1 1 0,1 0 0,0-1 0,-1 1 0,3 0 0,0 0 0,-2-1 273,3 1 1,-2-1-274,-4 1 0,-1-1 0,-1 1 0,-5-1 0,-3 1 0,0 0 0,-1 0 0,-1 0 0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24575,'1'0'0,"2"0"0,3-1 0,4 1 0,6-1 0,-4 0 0,1 1 0,2-1 0,1 0 0,1-1 0,-1 1 0,0 0 0,-1 0 0,-3 0 0,-1 0 0,6-1 0,-8 1 0,0 1 0,7-2 0,-1 1 0,-3 0 0,-5 1 0,-3-1 0,0 1 0,-1 0 0,-1 0 0,0 0 0,-1 0 0,0 0 0,1 0 0,1 0 0,0 0 0,2 0 0,1 0 0,2 0 0,0 0 0,0-1 0,-3 1 0,0 0 0,1 0 0,1 0 0,0 0 0,-3 0 0,-1 0 0,-3 0 0,1 0 0,-1 0 0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0 24575,'-4'1'0,"-3"1"0,-7 1 0,5 0 0,-2-1 0,-1 1 0,0 1 0,-2-1 0,0 1 0,0-1 0,0 0 0,0 1 0,1-1 0,0 0 0,1-1 0,2 1 0,0-1 0,-6 1 0,1 1 0,3-1 0,0 0 0,0 0 0,1 0 0,1-1 0,0 1 0,2-1 0,1 1 0,1-1 0,3-1 0,1 0 0,2-1-1696,5-1 0,-3 1 0,3-1 0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24575,'-1'1'0,"-2"1"0,-6 3 0,2-1 0,-1 0 0,-1 1 0,-1 0 0,-1 0 0,-1 1 0,-1-1 0,0 1 0,0 0 0,0-1 0,0 1 0,0-1 0,2 0 0,1-1 0,2 0 0,0-1 0,-5 2 0,3-2 0,2 0 0,1-1 0,3 0 0,2-1 0,0 0 0,2-1 0,0 0 0,0 0 0,0 0 0,0 0 0,-1 0 0,1-1 0,0 1 0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24575,'2'-1'0,"1"1"0,2-1 0,7-1 0,-4 1 0,1 1 0,3-1 0,2-1 0,2 1 0,0 0-363,-3 0 0,0 1 0,0-1 363,0 0 0,0 0 0,0 0 0,4 0 0,0 0 133,-3 0 1,-2 0-134,4-1 0,-6 1 0,-5 0-1628,-1-1 0,-2 2 0,0-1 0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24575,'0'1'0,"-1"1"0,-1 3 0,-1 2 0,-1 3 0,1-3 0,0 0 0,0 1 0,-1 0 0,0 1 0,0 0 0,0 1 0,1-1 0,0-1 0,0 0 0,0-1 0,1 0 0,0-1 0,0-1 0,-1 5 0,0-2 0,1-2 0,1-2 0,0-2 0,1-2 0,0 0 0,0 0 0,0 0 0,1-1 0,-1 0 0,0 0 0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24575,'0'1'0,"-2"1"0,-2 2 0,-2 4 0,1-3 0,-1 1 0,0 2 0,-1 0 0,-1 0 0,1 2 0,1-4 0,1 0 0,0 1 0,-2 2 0,0 0 0,1-1 0,0 0 0,2-2 0,0 0 0,-3 3 0,3-2 0,1-2 0,1-1 0,0-2 0,2 0 0,-1-1 0,1-1 0,0 0 0,0-1 0,1-1 0,0 1 0,-1-1 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24575,'0'1'0,"-1"1"0,1 2 0,0 1 0,0 3 0,1 3 0,0-5 0,0 1 0,0 0 0,0 1 0,1 1 0,0-1 0,0 0 0,0 0 0,-1 0 0,1-1 0,-1-1 0,0 0 0,1 4 0,-1-3 0,0-3 0,-1-2 0,0-1 0,1-1 0,-1-1 0,0 0 0,0 0 0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24575,'1'1'0,"0"2"0,3 3 0,0-1 0,0 0 0,1 1 0,0 0 0,2 1 0,1 1 0,0 0 0,1 0 0,0 0 0,0 0 0,-1 0 0,1-1 0,-3-1 0,1-1 0,1 2 0,-2-2 0,-2-2 0,-2-2 0,0 0 0,-1-1 0,0 0 0,-1-1 0,0 1 0,1 0 0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24575,'2'1'0,"5"2"0,5 3 0,-2-2 0,1 1 0,2 1 0,0 0-309,-3-2 0,1 0 0,-1 1 309,1-1 0,0 1 0,-1-1 0,0 1 0,0-1 0,-1 0 0,5 2 0,0 0 113,-3-2 1,-1 1-114,-1-1 0,0-1 0,3 2 0,-2-3 0,-4 0 0,-1-1 700,-3-1-700,-1 0 0,-1 0 0,0 0 0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24575,'1'0'0,"1"1"0,3 2 0,4 0 0,6 1 0,-5-2 0,1 1 0,2-1 0,0 0 0,2 0 0,0 1 0,1-1 0,1 0 0,0 0 0,-1 0 0,1 0 0,0 0 0,-1 0 0,-1 0 0,-1 0 0,-1-1 0,-2 1 0,0 0 0,-2-1 0,-1 0 0,5 2 0,-4-2 0,-3 0 0,-2 0 0,-2 0 0,-1-1 0,-1 0 0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24575,'2'0'0,"3"1"0,4 1 0,8 0 0,-6-1 0,1 1 0,1-1 0,-1 0 0,2 0 0,-1-1 0,0 1 0,0-1 0,0 1 0,0-1 0,0 0 0,0 0 0,-1 0 0,-1 0 0,0 0 0,-1 0 0,6 0 0,-6 0 0,-2 0 0,-3 0 0,-1 0 0,-1 0 0,2 1 0,1-1 0,-2 1 0,1-1 0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24575,'0'1'0,"-1"1"0,-2 5 0,1-2 0,1 0 0,-2 3 0,1-1 0,-1 2 0,1 0 0,0 1 0,0-1 0,0-1 0,1 1 0,-1-2 0,2-1 0,-1 4 0,0-4 0,1-2 0,0-2 0,0-1 0,0 0 0,0-1 0,0 0 0,-1 0 0,1 0 0,0 0 0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24575,'0'1'0,"0"0"0,1 1 0,-1 2 0,1 3 0,1 3 0,-1-5 0,0 1 0,0 0 0,0 1 0,0 0 0,0-1 0,0 1 0,0 0 0,1-1 0,-1 0 0,0 0 0,0-1 0,1 5 0,0-2 0,0-2 0,-1-2 0,0 0 0,0-2 0,-1 0 0,0-1 0,0 0 0,0 0 0,0-1 0,0 0 0,0 0 0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24575,'0'1'0,"1"2"0,0 3 0,0 0 0,0-1 0,1 2 0,-1 1 0,1 0 0,0 1 0,0-1 0,0 1 0,0-2 0,0 1 0,0-1 0,1-1 0,-1 0 0,0 0 0,0-1 0,0 0 0,1 4 0,0-2 0,-1-2 0,-1-2 0,0-1 0,0-1 0,-1 0 0,-1-1 0,1 0 0,-1-1 0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24575,'2'1'0,"2"3"0,5 3 0,-3-3 0,1 2 0,2 0 0,0 0 0,1 2 0,0-1 0,0 1 0,1 0 0,-1 0 0,1 0 0,-2-1 0,0 1 0,-1-1 0,-2-1 0,0 0 0,-1-1 0,3 4 0,-2-2 0,-2-2 0,0 0 0,-2-3 0,-1 0 0,-1-2 0,1 0 0,-2 0 0,1 0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24575,'3'2'0,"3"2"0,0 0 0,1 0 0,2 2 0,1-1 0,1 2 0,1 0 0,-4-2 0,1 0 0,-1 0 0,4 2 0,0 0 0,-1 0 0,0 0 0,-1 0 0,-1-1 0,-1-1 0,-1 0 0,-1 0 0,-1-1 0,2 2 0,-2-2 0,-3-2 0,0-1 0,-1 0 0,-1-1 0,0 0 0,0 0 0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24575,'1'1'0,"0"0"0,2 2 0,7 2 0,-3-1 0,1 0 0,3 1 0,2 1 0,-3-2 0,0 0 0,0 0-293,2 0 1,0 1 0,0-1 292,-1 0 0,1 0 0,0 0 0,3 2 0,0-1 107,-3-2 1,-1 1-108,-3-1 0,0-1 0,3 1 0,-4-2 0,-2 0 0,-4-1 0,-1 0 0,0 0 0,0 0 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24575,'0'1'0,"0"1"0,0 1 0,0 2 0,0 2 0,-1 1 0,0-3 0,0 1 0,0 0 0,0 0 0,0 0 0,-1 1 0,0-1 0,0 1 0,0-1 0,0 1 0,0 0 0,0 0 0,0 0 0,0 0 0,1-1 0,0 0 0,-1 5 0,2-4 0,-1-2 0,1-3 0,0 0 0,0-2 0,0 1 0,0-1 0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24575,'0'1'0,"-1"2"0,-1 2 0,-1 4 0,1-3 0,0 0 0,-1 2 0,0 0 0,0 1 0,-1 0 0,0 0 0,0 1 0,1-1 0,0-1 0,0 0 0,1 0 0,1-2 0,-1-1 0,1 2 0,0-3 0,1-2 0,0-2 0,0 0 0,0 0 0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24575,'0'1'0,"0"1"0,0 1 0,0 1 0,-1 3 0,1-2 0,-1 1 0,1 1 0,0 0 0,0 1 0,-1 0 0,1 1 0,0 0 0,0 1 0,-1-1 0,1 0 0,0-1 0,0 0 0,0-1 0,0-1 0,0 1 0,0-2 0,0 0 0,1 4 0,-1-3 0,0-2 0,0-3 0,0-1 0,0 0 0,0 0 0,0 0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24575,'1'1'0,"1"0"0,4 3 0,4 1 0,-3-2 0,1 0 0,3 1 0,0 1 0,1-1 0,1 1 0,0-1 0,0 1 0,0-1 0,0 1 0,-1-1 0,-1-1 0,-1 1 0,-1-1 0,-1-1 0,-1 1 0,5 0 0,-4 1 0,-1-2 0,-2 1 0,-1-1 0,-1 0 0,-1 0 0,0-1 0,-1 0 0,0 0 0,0-1 0,-1 0 0,0 0 0,0 0 0,1 0 0,0 0 0,0 0 0,-1 0 0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24575,'2'1'0,"2"0"0,2 1 0,7 1 0,-5-1 0,1 0 0,1 1 0,1-1 0,4 0 0,1 1-244,-5-1 0,1 0 0,-1 0 244,1 0 0,1 0 0,-1-1 0,0 1 0,1 0 0,-2 0 90,3-1 0,-2 1-90,-1-1 0,-2 1 0,5-1 0,-6 0 0,-2 0 0,-2-1 552,-1 1-552,0 0 0,0-1 0,-2 1 0,0-1 0,-1 0 0,1 0 0,-1 0 0,0 0 0,0 0 0,0 0 0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24575,'0'1'0,"1"0"0,2 2 0,2 3 0,1-1 0,2 1 0,2 1 0,1 1 0,-3-2 0,1-1 0,0 1 0,0 0 0,0-1 0,0 1 0,2 0 0,0 1 0,0-2 0,-2 1 0,-1-2 0,0 0 0,4 2 0,-4-2 0,-4-2 0,-2-1 0,-1-1 0,0 1 0,-1-1 0,0 0 0,0 0 0,0 0 0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09:56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24575,'0'2'0,"0"2"0,0 2 0,0 2 0,0-3 0,1 1 0,-1-1 0,1 1 0,0 1 0,0-1 0,0 1 0,1 0 0,-1 0 0,1-1 0,-1 1 0,1 0 0,0-2 0,0 1 0,1 4 0,0-2 0,-1-2 0,0-1 0,-1-2 0,-1-1 0,1-1 0,-1 0 0,0 0 0,0-1 0,0 0 0,0 0 0,0 0 0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0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2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73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8:58.6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1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2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3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4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2 194 24575,'0'-4'0,"0"-2"0,0-3 0,0-3 0,-1-1 0,2 1 0,0-1 0,2 1 0,0 1 0,1 0 0,1 2 0,-1 0 0,0 1 0,2-1 0,1 0 0,2 0 0,0-1 0,0 2 0,1 0 0,0 3 0,-1 1 0,0 3 0,-2 0 0,-1 1 0,-1 1 0,-1 0 0,-1 1 0,0-1 0,0 1 0,0-1 0,3 1 0,0-1 0,1-1 0,0 1 0,-4-1 0,-1 0 0,-1 1 0,0-1 0,0 1 0,1-1 0,0 1 0,1-1 0,1 1 0,-1-1 0,1-1 0,-1 0 0,0 0 0,0 0 0,0 0 0,-2 0 0,-4 2 0,0 0 0,-2 1 0,1 0 0,-1-1 0,0 1 0,-1 0 0,0 0 0,0 1 0,0 1 0,-2 1 0,-1 2 0,0 2 0,1-2 0,1 1 0,3-3 0,1-1 0,1 1 0,1-1 0,0 2 0,1 1 0,-1 2 0,1 3 0,-1 1 0,0 2 0,1 2 0,-1-2 0,1 1 0,-2-2 0,1-3 0,-2-2 0,1-2 0,-1-2 0,0 0 0,0-3 0,0-1 0,0 1 0,0-2 0,0 0 0,-1 0 0,-2 0 0,-1-1 0,1 0 0,0 1 0,2-1 0,2 1 0,0-1 0,-1 0 0,0 0 0,0-1 0,0 1 0,2 0 0,0 0 0,0 1 0,0-2 0,0 2 0,0-1 0,0 0 0,1 1 0,0-1 0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543 427 24575,'-36'-37'0,"0"1"0,0-1 0,-1 0 0,17 16 0,0 1 0,-7-7 0,-7-7 0,-3-2 0,6 6 0,10 13 0,10 11 0,-5-2 0,-5-1 0,-3-1 0,-2 0 0,4 0 0,3 1 0,2 0 0,3 1 0,1 1 0,2 2 0,3 2 0,4 3 0,3-1 0,1 1 0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1 24575,'4'4'0,"3"2"0,2 3 0,3 2 0,2 1 0,3 0 0,-1 1 0,1 1 0,0 0 0,1 2 0,1-1 0,-1-1 0,0 0 0,-3-2 0,1-1 0,-2-1 0,-2-1 0,-2 0 0,-4-2 0,-1-1 0,-3-1 0,0 0 0,-1 1 0,0 4 0,1 2 0,-1 4 0,2 4 0,-1 4 0,1 2 0,1 0 0,-1-2 0,1-4 0,-1-5 0,1-3 0,-1-3 0,1 0 0,0-1 0,1 1 0,2 1 0,0 0 0,1 0 0,-1-1 0,-1-1 0,-1-2 0,-2 0 0,-1-3 0,-1-1 0,-2-2 0,-6-9 0,5 6 0,-6-6 0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24575,'5'7'0,"1"3"0,5 5 0,5 4 0,3 3 0,0 0 0,-2-4 0,-4-3 0,-3-3 0,-2-2 0,-3-1 0,-2-2 0,0 1 0,0 0 0,0 3 0,0 3 0,-1 2 0,0 1 0,-2-1 0,0-2 0,-1-1 0,0 1 0,0 1 0,-1 0 0,1 1 0,1 0 0,0 1 0,0 4 0,2 4 0,-1 1 0,2-1 0,0-4 0,-1-3 0,1-3 0,0 0 0,-1-2 0,-1-5 0,0-4 0,-3-8 0,0-5 0,-1 2 0,1 1 0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1 24575,'-1'7'0,"-1"2"0,1 7 0,-1 7 0,2 3 0,3 4 0,0-1 0,2-3 0,0-2 0,1-4 0,-1-4 0,-2-3 0,1-3 0,-2 0 0,1-1 0,-2 5 0,0 4 0,-1 3 0,-1 3 0,-2-1 0,-2 0 0,-1-4 0,1-1 0,0-4 0,1-4 0,1-4 0,1-2 0,1-3 0,0-1 0,-1-1 0,0-3 0,0 2 0,0 0 0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248 1 24575,'-5'1'0,"-3"5"0,-7 4 0,-4 6 0,-1 3 0,4 1 0,6 0 0,4-2 0,4 3 0,1 1 0,0 3 0,0 3 0,-2 5 0,-2 0 0,0-1 0,2-6 0,0-5 0,2-4 0,0-4 0,-1 0 0,0-1 0,0 3 0,-2 1 0,-1 1 0,-1 2 0,0-1 0,-1 0 0,0 0 0,1-1 0,0-3 0,1-4 0,2-5 0,0-2 0,-1-4 0,-6-1 0,-4-4-1696,-1-6 0,4 5 0,6-1 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446 8 24575,'-6'-2'0,"-2"0"0,-4-1 0,-3 2 0,-3 3 0,-2 2 0,0 3 0,2 3 0,2 0 0,3 3 0,0 2 0,-1 5 0,0 2 0,1 5 0,-2 2 0,-1 5 0,1 3 0,1 0 0,2-1 0,2-5 0,3-7 0,2-5 0,2-6 0,2-1 0,-2 0 0,0 1 0,-1 1 0,-1 1 0,-4 5 0,-2 0 0,-2 0 0,-1-3 0,1-2 0,1-3 0,1-4 0,1-2 0,2-6 0,2-3 0,0-4 0,0-6 0,0-3 0,3 5 0,0 2 0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76 240 24575,'-1'-4'0,"-1"-1"0,0-1 0,-1-3 0,0-2 0,-1-1 0,-1-3 0,0-1 0,-1-3 0,1 2 0,0-1 0,-1 1 0,0 0 0,1-2 0,0 3 0,1 1 0,1 4 0,1 5 0,1 2 0,1 3 0,-1 0 0,1 1 0,-1-1 0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2 243 24575,'1'-7'0,"1"-1"0,0-2 0,3-4 0,3-3 0,3-5 0,4-4 0,1-2 0,-1 1 0,-2 4 0,-5 6 0,-2 4 0,-3 2 0,0 4 0,-2 1 0,0 2 0,-1 2 0,0 2 0,0-1 0,0 1 0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69 273 24575,'-3'-13'0,"-1"-3"0,-2-3 0,0-4 0,-2-4 0,0-2 0,1 1 0,1 3 0,1 2 0,2 5 0,0 3 0,1 5 0,1 3 0,0 1 0,0 1 0,0 1 0,1 1 0,-1 2 0,0 1 0,1 0 0,-1 0 0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1 273 24575,'8'-10'0,"4"-9"0,6-9 0,4-7 0,1-3 0,-2 2 0,-7 7 0,-5 7 0,-5 7 0,-2 3 0,-1 3 0,-1 1 0,0 2 0,0 3 0,0 1 0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127 382 24575,'-2'-11'0,"-2"-6"0,0-5 0,-2-6 0,-2-5 0,-2-2 0,-1 0 0,-1-1 0,0 4 0,1 1 0,2 7 0,0 3 0,1 3 0,2 3 0,0 4 0,3 4 0,1 3 0,0 3 0,2 0 0,-1 1 0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1 340 24575,'3'-4'0,"0"-5"0,3-7 0,1-7 0,-2-1 0,-1 1 0,1-5 0,0-5 0,1-4 0,0-1 0,-2 8 0,1 6 0,-2 4 0,0 6 0,-2 5 0,0 4 0,-1 2 0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132 352 24575,'-1'-6'0,"-2"-4"0,-2-6 0,-3-4 0,-1-2 0,-2-3 0,-1-3 0,-2-3 0,-1-3 0,1 1 0,2 2 0,3 5 0,2 4 0,2 3 0,2 6 0,1 4 0,1 5 0,1 3 0,0 0 0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8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0 330 24575,'4'-6'0,"2"-5"0,4-7 0,4-5 0,6-9 0,2-4 0,0 0 0,-1-2 0,-6 4 0,-4 4 0,-2 5 0,-5 6 0,-1 7 0,-1 6 0,-3 3 0,0 2 0,0 2 0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73 343 24575,'-1'-6'0,"0"-2"0,-2-5 0,-1-7 0,-1-6 0,0-6 0,-1-3 0,-2-3 0,0-1 0,0 2 0,0 6 0,2 7 0,2 8 0,1 6 0,1 5 0,2 4 0,-1 0 0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2 326 24575,'5'-2'0,"1"-2"0,2-3 0,2-2 0,1-4 0,0-4 0,2-7 0,1-7 0,2-5 0,-1-1 0,-1 2 0,-3 3 0,-3 5 0,-2 6 0,-3 7 0,-1 7 0,-2 3 0,0 3 0,0 0 0,0 0 0,-1 0 0,1 0 0,0 1 0,0-1 0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88 375 24575,'-2'-9'0,"-1"-4"0,-2-7 0,-3-8 0,-2-6 0,0-2 0,2 3 0,2 6 0,2 6 0,1 6 0,1 6 0,2 3 0,-1 3 0,1 0 0,-1 1 0,-1-1 0,0-2 0,0-1 0,-1-1 0,0-2 0,1 0 0,0 0 0,0-1 0,2 2 0,-1 0 0,1 1 0,-1 1 0,0 0 0,1 1 0,-1 1 0,1 1 0,0 0 0,-1 0 0,1 2 0,0-1 0,0 1 0,-1 0 0,1 1 0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2 441 24575,'2'-6'0,"1"-5"0,3-7 0,1-5 0,1-4 0,-1-2 0,1-1 0,-1-1 0,-1 2 0,1 2 0,-1 2 0,-1 4 0,0 3 0,-1 5 0,-2 1 0,0 3 0,-1 0 0,1 1 0,0-1 0,-1 1 0,1-1 0,1-2 0,0-1 0,0 2 0,-1-1 0,0 3 0,-1 1 0,0 3 0,0 1 0,-1 1 0,1 1 0,-1 1 0,0 0 0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78 465 24575,'0'-11'0,"-1"-8"0,-1-14 0,-1-12 0,-2-3 0,-1 1 0,-1 6 0,0 4 0,0 3 0,0 2 0,-1 1 0,1 5 0,1 4 0,1 5 0,2 5 0,1 6 0,2 3 0,-1 2 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0 384 24575,'0'-7'0,"2"-8"0,1-11 0,2-10 0,3-7 0,0 0 0,1 4 0,0 10 0,-2 8 0,-2 7 0,-2 3 0,0 0 0,-1 1 0,0 0 0,0-1 0,1 0 0,-2 1 0,1 1 0,0 1 0,-1 1 0,0 2 0,-1 2 0,0 1 0,1 1 0,-1 1 0,0-1 0,0 1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135 390 24575,'-2'-7'0,"-1"-2"0,-3-5 0,-4-7 0,-5-7 0,-2-4 0,0 0 0,3 3 0,4 5 0,3 5 0,2 4 0,3 5 0,1 3 0,0 1 0,0 3 0,1-2 0,-1 2 0,1-1 0,0 2 0,0 1 0,0-1 0,0 1 0,-1-1 0,0-3 0,0-4 0,-1-4 0,-1-3 0,0-1 0,0 1 0,0 3 0,1 3 0,1 3 0,0 3 0,1 2 0,-1 1 0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0 288 24575,'5'-9'0,"2"-3"0,2-5 0,4-5 0,4-5 0,3-4 0,1-3 0,2 1 0,-2 3 0,-3 4 0,-4 7 0,-6 6 0,-3 6 0,-3 3 0,-1 2 0,-1 1 0,0 1 0,-1-1 0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58 160 24575,'-1'-5'0,"0"-2"0,1 0 0,-1-1 0,1-1 0,0 1 0,-1 0 0,1 2 0,0 1 0,-1 0 0,1 2 0,0-2 0,0 1 0,-1-1 0,1 1 0,-1-1 0,0 1 0,1 0 0,-1 0 0,0-1 0,0-1 0,0 1 0,0-2 0,-2 2 0,1-1 0,1 2 0,-2 0 0,1 1 0,0 1 0,1 0 0,-2 1 0,0-1 0,1 1 0,-1 1 0,2 0 0,0-1 0,0 1 0,-1 1 0,0-1 0,0 1 0,0 1 0,1-1 0,-1 2 0,2 0 0,-1 1 0,-1 0 0,1 0 0,1 0 0,-1 0 0,1 1 0,0-1 0,-1 0 0,1 0 0,0 0 0,1 0 0,-1 0 0,0-1 0,1 0 0,0 0 0,-1 0 0,0-1 0,1 0 0,-1-1 0,0 0 0,0-1 0,1 2 0,0 1 0,0-1 0,0 0 0,0 0 0,1 1 0,0-2 0,0 2 0,-1-1 0,1 0 0,0 0 0,2 1 0,0 1 0,0 0 0,-2-2 0,0 0 0,-1-1 0,-1-1 0,2 0 0,-2 0 0,0 0 0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9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3 137 24575,'-1'-7'0,"1"-2"0,0-1 0,0-2 0,0 0 0,1 1 0,0 0 0,1 4 0,-1-1 0,1 2 0,1 0 0,0 2 0,1-1 0,0-1 0,0 2 0,1-1 0,0 2 0,0-1 0,1 2 0,-1 0 0,0 1 0,-1 0 0,-1 1 0,-1 1 0,-1 1 0,-1 2 0,0 0 0,1 2 0,-1 1 0,1 1 0,-1 0 0,0 1 0,-1-1 0,0-1 0,-1 1 0,-2-1 0,-1 0 0,-2 0 0,-2-1 0,0-2 0,1-1 0,3-1 0,2-2 0,2 0 0,1 0 0,-1 0 0,1 1 0,-1-1 0,0 1 0,-1-1 0,-1-1 0,1 0 0,0 0 0,1 1 0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68 136 24575,'4'-2'0,"-1"-1"0,0-2 0,-1-2 0,-1-1 0,0 0 0,-1-1 0,0 2 0,-1-2 0,0 1 0,0-1 0,0 1 0,-1 3 0,0 0 0,0 0 0,-3-1 0,0 0 0,-2-1 0,0 1 0,0 1 0,0 2 0,1 1 0,1 1 0,1 0 0,0 1 0,0 0 0,1 1 0,0 1 0,1 1 0,1 1 0,0 1 0,0 1 0,1 1 0,1-1 0,1 3 0,0-1 0,1 1 0,0 0 0,1-1 0,-1-1 0,0-1 0,0-2 0,-1 0 0,1-1 0,0 0 0,-1 0 0,0 0 0,-1-1 0,1-1 0,-1 2 0,0-1 0,1 0 0,0-1 0,0 1 0,2-1 0,-1 0 0,1 0 0,-2 0 0,-1-1 0,1 0 0,-2 0 0,1 0 0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33 120 24575,'-1'-3'0,"-1"-1"0,0-1 0,-1-1 0,0-2 0,0 0 0,-1 0 0,2-1 0,1 0 0,-1 1 0,2 1 0,0 0 0,0 3 0,0 0 0,1 1 0,0 1 0,0-2 0,0 2 0,2 0 0,-1-1 0,1 1 0,1 0 0,1 1 0,0-1 0,-1 1 0,1 0 0,0 0 0,-1 0 0,1 0 0,-2 1 0,1-1 0,0 1 0,-1 0 0,-1 0 0,0 0 0,-2 1 0,0-1 0,0 1 0,0 1 0,-3 2 0,0 3 0,-2 0 0,-1 1 0,0 1 0,1 1 0,0 0 0,1 0 0,-1-3 0,3-2 0,0-3 0,1-1 0,-1 1 0,-1-1 0,-1 2 0,0 0 0,0 0 0,0 2 0,1-2 0,0 0 0,2-3 0,1 0 0,0 0 0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85 137 24575,'0'-3'0,"0"-2"0,0-1 0,-1-4 0,0-3 0,0-2 0,-1-2 0,-1 1 0,0 4 0,0 1 0,0 5 0,-2 0 0,0 2 0,-3 0 0,0 1 0,-1 1 0,2 0 0,1 2 0,3-1 0,0 1 0,1 2 0,0 1 0,-1 3 0,1 2 0,1 3 0,0 2 0,0 1 0,1 2 0,-1-3 0,1-3 0,1-3 0,0-2 0,0-2 0,1 0 0,0 1 0,2-1 0,1 0 0,0 0 0,1 0 0,0-2 0,0 2 0,0-2 0,-1 1 0,-2-2 0,-1 1 0,0-1 0,-1-1 0,-1 1 0,1-1 0,0-1 0,0 1 0,-1 1 0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25 121 24575,'-1'-6'0,"0"-3"0,0-3 0,0-1 0,1 0 0,-1 1 0,1 2 0,0 2 0,0 0 0,0 0 0,1 1 0,0 1 0,1 3 0,1 2 0,0-1 0,0 1 0,1 0 0,0 1 0,1 1 0,2 0 0,-1 2 0,1 0 0,-1 0 0,-2 0 0,0 0 0,-1-1 0,0-1 0,-2 0 0,0 0 0,-1-1 0,1 2 0,-1-1 0,0 1 0,0 2 0,-1 1 0,-2 1 0,-1 1 0,-2 2 0,0 0 0,0-1 0,-1 0 0,0-1 0,2-3 0,0-2 0,0 0 0,3-1 0,-1-1 0,1 1 0,0-1 0,-1 1 0,0 0 0,-1 2 0,0 0 0,0 1 0,1-2 0,1-1 0,2 0 0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42 135 24575,'3'-2'0,"1"-1"0,0-2 0,0-2 0,0-2 0,-2-2 0,0 0 0,-2 1 0,1 0 0,-2 1 0,0 2 0,-1 0 0,0 0 0,-1 2 0,-2 0 0,0-2 0,-2 1 0,-1 1 0,1 1 0,1 1 0,0 2 0,2 0 0,1 2 0,1-1 0,1 1 0,0 3 0,0 1 0,0 1 0,2 2 0,0 2 0,2 0 0,-1-1 0,0 0 0,1-1 0,0-2 0,1 0 0,-1-1 0,1 1 0,0-1 0,-1 0 0,-1-1 0,-1-1 0,0 1 0,-1-1 0,1 1 0,-1 1 0,0-2 0,1-2 0,-1 0 0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82 24575,'0'-3'0,"-1"-1"0,0-4 0,0-1 0,1-1 0,-1 1 0,2 2 0,0 2 0,1 0 0,1 1 0,-1 1 0,2 2 0,0-1 0,3 1 0,1-1 0,0 0 0,-1 0 0,-1 0 0,-1 1 0,-2 0 0,0 1 0,-2 0 0,0 1 0,-1 0 0,1 1 0,-1 1 0,1 2 0,-1 0 0,0 2 0,-1-1 0,-1 1 0,-4 2 0,0-1 0,0-1 0,-3 1 0,1-3 0,1 0 0,2-2 0,3-2 0,1 0 0,-1 1 0,-1 1 0,0 0 0,1-1 0,0 0 0,0-2 0,-1 0 0,1 0 0,1 0 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80 86 24575,'1'-2'0,"0"0"0,0-1 0,-1-1 0,1-4 0,-1-1 0,0 0 0,-1-1 0,1 2 0,-1 3 0,0 2 0,1 1 0,-1 0 0,-1 0 0,0 0 0,-1 1 0,0-2 0,-1 1 0,-1 1 0,-1-2 0,-1 2 0,0-1 0,2 2 0,0-1 0,0 1 0,-1 0 0,1 0 0,3 0 0,1 1 0,1 0 0,0 2 0,0 2 0,-1 1 0,1 2 0,1-2 0,-1-1 0,1-1 0,-1-1 0,1-1 0,1 0 0,0 1 0,1 0 0,0 0 0,-1 0 0,0-1 0,2 1 0,-1 1 0,1-1 0,-1-1 0,-1-1 0,0 0 0,2-1 0,0 1 0,1 0 0,-3 0 0,0-1 0,-1 0 0,0 0 0,-1 0 0,1 0 0,-1 0 0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18 84 24575,'-2'-2'0,"1"-1"0,0-1 0,0-2 0,0-1 0,0-1 0,0-1 0,1 1 0,0 0 0,0 1 0,1 2 0,0 1 0,-1 1 0,1 1 0,0 1 0,-1 0 0,2 0 0,1 1 0,0-1 0,3 0 0,0 0 0,1 0 0,-2 1 0,-1 0 0,-2-1 0,-1 2 0,0-1 0,-1 3 0,0 0 0,1 3 0,-1 1 0,1 1 0,-1 1 0,-1 0 0,-1 2 0,-2 0 0,-1-1 0,0-4 0,-1-2 0,1-2 0,0 0 0,1-2 0,0 1 0,1-1 0,1 0 0,1 0 0,-1 0 0,-1 1 0,2-1 0,-2 0 0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55 112 24575,'-2'-2'0,"0"1"0,-2-3 0,-2 0 0,-2-4 0,-2 1 0,3-1 0,0 1 0,4 1 0,0 2 0,2 1 0,1 2 0,0-2 0,0 0 0,1-1 0,0 0 0,0-1 0,1 0 0,-1 0 0,0 0 0,1 0 0,-1 1 0,1 0 0,0 1 0,1 1 0,0 0 0,0 1 0,0 0 0,2 1 0,-1-1 0,2 1 0,0 1 0,-2 0 0,-1 0 0,-2 0 0,-1 0 0,0 1 0,0 1 0,-1 1 0,-2 4 0,1 1 0,-1 1 0,1 1 0,1-2 0,0-2 0,1-1 0,0-2 0,0-2 0,0 0 0,0 0 0,0 0 0,0-1 0,0 2 0,0-1 0,-1-1 0,1-1 0,0 0 0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0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23 148 24575,'-1'-5'0,"-2"-5"0,0-6 0,-1-2 0,0 0 0,2 3 0,2 5 0,1 2 0,0 2 0,2 1 0,0 0 0,3 1 0,4-1 0,2-2 0,1 0 0,-2 2 0,-3 2 0,-5 3 0,-2 1 0,0 2 0,-1 3 0,0 3 0,-1 2 0,-1 1 0,0 0 0,-1-3 0,0-2 0,0-2 0,0-3 0,0-1 0,-2 1 0,0 0 0,-2 1 0,-2 1 0,1 1 0,0 1 0,2 1 0,2-1 0,2-2 0,1-1 0,0-1 0,1 0 0,-2-1 0,2-1 0,-1 0 0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78 123 24575,'0'-4'0,"1"-2"0,-1-1 0,0-3 0,0-2 0,-1 1 0,-2-1 0,-1 0 0,-2 1 0,-2 1 0,0 0 0,0 4 0,0 2 0,1 1 0,0 1 0,1 1 0,2 0 0,1 1 0,2 0 0,0 2 0,1 1 0,-2 2 0,1 0 0,0 2 0,1-1 0,0 0 0,1-1 0,1 0 0,2 0 0,1 1 0,1-1 0,0 0 0,-1-1 0,1-1 0,1 0 0,-1 0 0,-1 0 0,0-1 0,-2 1 0,0-2 0,-1 1 0,0 0 0,0-1 0,-2-1 0,1 1 0,-1-1 0,0 0 0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46 69 24575,'1'-2'0,"1"-1"0,0 0 0,1-2 0,1-1 0,1-1 0,0-2 0,0-2 0,1 3 0,-2 1 0,0 3 0,-1 2 0,-2 1 0,1 1 0,2 0 0,1 0 0,1 1 0,2 0 0,-1 1 0,-1-1 0,-2-1 0,-2 0 0,-1 1 0,-1 0 0,0 0 0,-1 1 0,0 2 0,-2 2 0,-3 1 0,0 2 0,-1 1 0,-2 0 0,0 1 0,0-3 0,2 0 0,1-4 0,1 1 0,0-2 0,0 0 0,-2-1 0,0 0 0,1-1 0,1-1 0,1 0 0,2 0 0,-1-1 0,0 0 0,-2 0 0,1 0 0,1 0 0,0-1 0,1 1 0,1 1 0,0 0 0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63 71 24575,'0'-3'0,"0"0"0,0-1 0,0-1 0,-1-1 0,-1 2 0,-1-2 0,-1-1 0,-2-1 0,0 1 0,1 1 0,0 2 0,0 2 0,2 0 0,-1 1 0,0 0 0,1 0 0,0 1 0,1 0 0,0 0 0,0 0 0,0 0 0,1 0 0,1 1 0,0 2 0,0 0 0,0 0 0,1 1 0,0 0 0,1 0 0,0 1 0,2 1 0,1-2 0,0 1 0,1-1 0,0 0 0,1 0 0,-1-1 0,0-1 0,-3 0 0,-1-1 0,-1 0 0,0-1 0,0 0 0,-1 1 0,1 0 0,0 0 0,0-1 0,0 1 0,1-1 0,-2 0 0,2 0 0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21 91 24575,'1'-5'0,"-1"-2"0,0-2 0,1-1 0,1-1 0,-1 1 0,1 2 0,0 1 0,1 1 0,0 2 0,2 1 0,0 1 0,2 0 0,-1 0 0,1 1 0,-1 0 0,-1 0 0,0 1 0,0 0 0,0-1 0,-1 1 0,-1 0 0,0 1 0,-2 0 0,0 1 0,0 2 0,-1 0 0,0 2 0,-1 2 0,-1 1 0,-1 1 0,0-1 0,0 1 0,-1-1 0,-1-1 0,-1-1 0,-1 0 0,-1-2 0,1-1 0,2-1 0,-1-1 0,0-1 0,-2 1 0,-2-2 0,2 0 0,2 0 0,3 0 0,1 0 0,1 0 0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17 269 24575,'-1'-4'0,"2"-3"0,-1-3 0,1-6 0,1-3 0,1-1 0,2 0 0,0 4 0,3 0 0,0 1 0,1 2 0,0 0 0,-1 6 0,2-1 0,0 2 0,2 0 0,2 1 0,0 1 0,3 0 0,0 2 0,2 0 0,1 1 0,0 2 0,-1 1 0,-1-1 0,-2 2 0,-1 0 0,0-1 0,3 0 0,0-2 0,2-1 0,0-2 0,1-2 0,1-2 0,1-3 0,-1-1 0,-2 2 0,-5 0 0,-4 3 0,-5 2 0,-5 2 0,0 1 0,-1 1 0,-2 1 0,-2 1 0,-4 3 0,-4 3 0,0 3 0,-1-1 0,1 4 0,1-1 0,-1 4 0,1 1 0,0 2 0,1-1 0,0 1 0,1-3 0,1 0 0,1-2 0,0 2 0,-1-1 0,0 1 0,-2 1 0,0-3 0,0-2 0,0-3 0,3-4 0,1-3 0,-1-1 0,-1-1 0,-3-1 0,-3-2 0,-1-1 0,-1 0 0,2-1 0,3 1 0,1 0 0,0-1 0,-3 1 0,-1 0 0,3 0 0,2 0 0,3 1 0,1 0 0,-1 1 0,1-1 0,0 2 0,-1 0 0,-1 0 0,-1 1 0,1 0 0,2 0 0,2-1 0,1 0 0,0 1 0,-2 0 0,-1 1 0,-3 0 0,0 0 0,0 1 0,1-1 0,2-1 0,2-1 0,0-1 0,-2-2 0,-1-2 0,1 2 0,1 0 0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358 118 24575,'-1'-8'0,"-1"-1"0,-1-4 0,-2 0 0,-1 0 0,0 2 0,-2 0 0,0 2 0,0 1 0,-1 1 0,1 2 0,0 2 0,1 0 0,-1 1 0,0 1 0,0 0 0,0 0 0,0 2 0,-3 0 0,-1 2 0,-2 1 0,0 1 0,2 0 0,4-2 0,3 0 0,2-2 0,0 0 0,1 0 0,-2 0 0,-4 0 0,-3 1 0,-5-1 0,-4 0 0,-1-2 0,0-1 0,3 1 0,5-1 0,6 1 0,3 1 0,3 0 0,1 0 0,3 1 0,0 1 0,4 2 0,0 1 0,2-1 0,1 2 0,1 0 0,1-1 0,-2 1 0,0-1 0,-1-1 0,-1-1 0,0 2 0,0-1 0,-1 1 0,-2 1 0,0-2 0,-2 1 0,0 0 0,-1 0 0,0 0 0,0 0 0,0 0 0,1 1 0,-1 0 0,1 0 0,-1 0 0,1 0 0,-1-2 0,1 1 0,0-2 0,0 1 0,2-1 0,0 0 0,1 0 0,0-1 0,0-2 0,1 1 0,0-1 0,2 0 0,-1 0 0,2-1 0,0-1 0,2-1 0,3-1 0,0-1 0,-1 1 0,-3-1 0,-3 3 0,-2 0 0,-2 0 0,-2 1 0,0-1 0,-1 0 0,1-1 0,-1 0 0,0 2 0,0 0 0,-1 5-1696,3 11 0,-3-8 0,2 7 0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6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13 229 24575,'-2'-3'0,"0"-2"0,0-3 0,1-1 0,0-2 0,1 0 0,0 0 0,1 0 0,0 1 0,1 0 0,1 1 0,-2 1 0,1 2 0,1-1 0,-1-2 0,3-2 0,1 0 0,-1-1 0,1 4 0,-2 2 0,2 2 0,-1 2 0,0 2 0,1 0 0,3 3 0,2 1 0,4 2 0,-1 1 0,0-1 0,-3-1 0,-3-2 0,-3-1 0,-2-1 0,-1-1 0,1 0 0,0 0 0,2-2 0,2-1 0,2-1 0,1-5 0,2-2 0,2-3 0,0 1 0,-3 0 0,-3 5 0,-4 3 0,-3 4 0,-1 1 0,-1 2 0,0 0 0,-2 2 0,0 2 0,-2 1 0,0 2 0,-1 1 0,0 1 0,0-1 0,0 1 0,1-3 0,1-1 0,1-2 0,1 0 0,0-1 0,0 1 0,0 1 0,1 0 0,0 1 0,0 1 0,1 1 0,0 0 0,0 0 0,0 1 0,0 0 0,1-1 0,-1-1 0,0 0 0,0-1 0,-1 1 0,-1 0 0,-1 1 0,-2 0 0,-1-1 0,-1-2 0,-1-1 0,1-2 0,-1-1 0,0 0 0,-1-2 0,1 1 0,0 0 0,-1-3 0,1 1 0,-1-2 0,2-1 0,1 1 0,0 1 0,1 0 0,1 0 0,-1 1 0,3 0 0,-1 0 0,-2 1 0,-4 0 0,-2 0 0,0 0 0,4 1 0,4-1 0,1-2 0,1 0 0,0 0 0,0 0 0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7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16 342 24575,'-1'-3'0,"-1"-3"0,0-5 0,-1-3 0,0 0 0,1 1 0,1 4 0,0 1 0,1 4 0,-1-2 0,1 0 0,0-1 0,1-1 0,0-2 0,2-1 0,3 0 0,1-2 0,0 3 0,1 2 0,-1 3 0,-2 3 0,-2 1 0,0 1 0,1-1 0,1 0 0,4-1 0,2-1 0,4-3 0,3-2 0,0-1 0,0 0 0,-4 1 0,-5 1 0,-2 1 0,-3 1 0,-1-1 0,0-2 0,0-2 0,0-2 0,-2-1 0,2-1 0,-2 1 0,1 3 0,-1 4 0,-1 3 0,0 2 0,-1 5 0,0 0 0,0 3 0,0 1 0,0 2 0,0 2 0,0 3 0,0 1 0,1 0 0,-1-1 0,1-1 0,-1-1 0,0-2 0,1 0 0,-1-1 0,1-2 0,-1 0 0,1-1 0,0 1 0,0 1 0,1 1 0,0 1 0,0 1 0,0 2 0,0 1 0,0 0 0,-1 0 0,0-2 0,0-2 0,0-3 0,0-1 0,-1-2 0,-2 0 0,0-1 0,0-1 0,-2 0 0,-1 0 0,-1-1 0,0 0 0,-1 0 0,0 0 0,-1 0 0,0-1 0,0-1 0,2 1 0,1-1 0,2 0 0,0-1 0,-1 0 0,-1 0 0,1 0 0,2-1 0,1 1 0,1 1 0,-1-1 0,1 0 0,-1 1 0,1 0 0,0-1 0,0 1 0,-2 0 0,-3 0-1696,-1 0 0,1 0 0,1 1 0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255 134 24575,'0'-11'0,"0"1"0,-2-9 0,1 3 0,-1 1 0,1 4 0,0 3 0,0 4 0,-1 1 0,0 0 0,-2 0 0,-1-2 0,-1 2 0,-1-1 0,0 2 0,-1-1 0,0 2 0,-1 1 0,1 1 0,-1 1 0,0 2 0,1 1 0,-2 0 0,1-1 0,1 0 0,1-2 0,3-1 0,1 0 0,1-2 0,0 1 0,-3-2 0,-1-1 0,-1-1 0,-2 0 0,-2 0 0,-1-1 0,-1 0 0,-1 0 0,2 2 0,3 0 0,2 2 0,4 0 0,2 2 0,3 0 0,2 4 0,2 0 0,2 1 0,0 1 0,2-1 0,-1 0 0,1-1 0,-2 1 0,-2-2 0,-1-1 0,-2 2 0,0-2 0,-2 0 0,0 0 0,-1-1 0,0 1 0,0 1 0,0 1 0,-1 1 0,0 0 0,0 0 0,-1-2 0,1 1 0,0 0 0,1-1 0,0 0 0,0 0 0,0 0 0,2-1 0,0 2 0,1 0 0,1 0 0,0 0 0,2 0 0,1-1 0,1 1 0,0-1 0,0-1 0,1 0 0,-1-1 0,1-1 0,0 0 0,2-1 0,-1 0 0,-1 0 0,-2 0 0,-2 0 0,1-1 0,1-1 0,2-1 0,-1 0 0,-1 1 0,-2 0 0,-2 1 0,0 1 0,0 0 0,-2-1 0,0 0 0,-1 1 0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1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310 133 24575,'0'-2'0,"0"-1"0,-1 0 0,0-1 0,0 1 0,0 0 0,1 1 0,-1 1 0,0 0 0,0-1 0,-2-1 0,-1-2 0,-4-3 0,0-2 0,-2-2 0,0-1 0,0 1 0,1 1 0,1 1 0,2 2 0,0 3 0,2 1 0,1 2 0,0 0 0,-1 1 0,-2 0 0,0 0 0,-4 1 0,-1 0 0,-1-1 0,1 1 0,2 1 0,3 0 0,-1 1 0,-1 1 0,0 0 0,1 0 0,0 1 0,0 1 0,0 1 0,-2-1 0,-2-1 0,2 0 0,2-2 0,2-1 0,1 0 0,1-1 0,-1-1 0,-1 1 0,0 0 0,-1 0 0,2 0 0,2 0 0,2 0 0,0 1 0,1-1 0,0 0 0,1 1 0,1-1 0,1 1 0,0 0 0,3 0 0,2 2 0,2 2 0,1 0 0,-1 1 0,-3 1 0,-1-2 0,-3 0 0,-3-1 0,0 1 0,-1 0 0,-2 3 0,-2 1 0,-1 1 0,-1 1 0,-1 1 0,0-1 0,0 0 0,2-2 0,2-2 0,1 0 0,1-1 0,0 0 0,1-2 0,-1 1 0,1-2 0,1 0 0,1-1 0,0 2 0,3 0 0,2-1 0,1 1 0,4-2 0,3-1 0,3-2 0,2 0 0,0-3 0,-1 0 0,-1-2 0,-2 1 0,0 0 0,-3 0 0,-1 2 0,-2-1 0,-3 1 0,-1-1 0,-1 0 0,0-1 0,0-2 0,1-1 0,0 1 0,-1 2 0,-2 1 0,-1 3 0,-1 0 0,-3 4 0,2-3 0,-2 3 0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7 231 24575,'-2'-10'0,"1"-7"0,1-8 0,0-1 0,1 3 0,0 7 0,1 6 0,-1 5 0,0 2 0,0 2 0,3-1 0,6-4 0,7-4 0,8-4 0,5-2 0,1 0 0,0 2 0,-6 5 0,-5 4 0,-5 4 0,-5 1 0,-1 1 0,0 1 0,1 1 0,1 0 0,1 0 0,1-2 0,0 0 0,1-2 0,-1 0 0,-3-2 0,-1 0 0,-3 1 0,-1-1 0,-2 2 0,-1 0 0,-3 1 0,-2 2 0,-2 1 0,0 0 0,1 0 0,1 1 0,1 0 0,1 1 0,0 2 0,0 2 0,0 3 0,1 2 0,0 3 0,0 2 0,0 4 0,-1 0 0,0-2 0,0-4 0,-1-3 0,-1-4 0,0-2 0,-2 0 0,-2 0 0,-5 0 0,-2 0 0,-4-1 0,0-1 0,-1-1 0,-1-2 0,-2 0 0,1-2 0,0 0 0,2 0 0,3-2 0,3 0 0,3 0 0,3-2 0,1 1 0,-2 0 0,-1 0 0,-2 0 0,1 1 0,1 0 0,0 1 0,2 0 0,1 0 0,3 1 0,0-2 0,1 0 0,0 0 0,1 1 0,-1-1 0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315 175 24575,'1'-3'0,"0"-4"0,-1-2 0,1-5 0,-3-4 0,-1-1 0,0 3 0,-1 1 0,-1 2 0,1 5 0,-1 1 0,-2 2 0,-1 0 0,-3 0 0,-2-1 0,-2 1 0,1-1 0,2 2 0,1 0 0,-1 2 0,-2 0 0,-2 1 0,0 0 0,4 2 0,2 0 0,1 2 0,0 0 0,2 0 0,1-1 0,1-1 0,2 1 0,0-1 0,-1 1 0,-2-2 0,0 1 0,0-1 0,-1 0 0,2 1 0,-2-1 0,0 0 0,-1 0 0,1 0 0,1 0 0,1-1 0,3 1 0,1 0 0,0 0 0,0 0 0,4 2 0,2 1 0,3 3 0,2 0 0,0 0 0,-2 0 0,-2-1 0,-1-2 0,-3-1 0,-1-1 0,0 0 0,-1 0 0,0 1 0,0 3 0,-1 2 0,0 2 0,-1 1 0,0-1 0,0 0 0,1-1 0,0 1 0,1 1 0,-1 0 0,1 0 0,1-1 0,-1-1 0,1-1 0,0 0 0,0-1 0,1-1 0,0 0 0,1-1 0,1 0 0,0 0 0,2 1 0,1-1 0,2-1 0,2 1 0,3-2 0,3 1 0,2-1 0,2-2 0,-2 1 0,-1-1 0,-2-1 0,-3 0 0,-1 0 0,-2 0 0,0-1 0,0-1 0,0-1 0,-1-1 0,-1 0 0,-2 0 0,-2 2 0,-1 0 0,-2 1 0,0 2 0,-1 0 0,0 0 0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10 276 24575,'-2'-12'0,"-1"-6"0,2-9 0,0-5 0,4-1 0,4 2 0,2 4 0,1 7 0,0 8 0,-2 7 0,-1 2 0,-1 3 0,1 1 0,3 1 0,3-1 0,4 0 0,3-1 0,0-2 0,1 0 0,-3 0 0,-4-1 0,-3 1 0,-3 1 0,-2-1 0,1 0 0,1 0 0,2-1 0,2-2 0,1-1 0,0 0 0,1-2 0,-4 2 0,-3 1 0,-4 3 0,-2 1 0,-2 2 0,-2 2 0,0 1 0,-2 2 0,1 0 0,-1 1 0,0 0 0,0 0 0,1 1 0,0 0 0,1-1 0,2 1 0,0 1 0,0 2 0,1 2 0,0 2 0,0 1 0,0 1 0,-1-2 0,0 0 0,0-3 0,-1-1 0,0-1 0,-1 1 0,0-2 0,-1-1 0,-1-2 0,-1 0 0,-2-1 0,-2 0 0,-3 0 0,-2-1 0,0-1 0,2 0 0,2-2 0,0 0 0,-2 0 0,-3-1 0,1 1 0,3-2 0,3-1 0,4 0 0,-1-1 0,0 0 0,1 1 0,-1-1 0,3 2 0,0 0 0,-2 0 0,-2 1 0,-1 0 0,-2 0 0,3 0 0,2 1 0,2-1 0,2-1 0,0 0 0,-3-2 0,1 0 0,0 1 0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327 242 24575,'0'-6'0,"-1"-2"0,-1-4 0,1-6 0,-2-7 0,0-4 0,-2-2 0,0 3 0,0 7 0,2 6 0,-1 6 0,0 2 0,-2 2 0,-1-1 0,-4 0 0,-4 1 0,-4 0 0,-2 2 0,1 2 0,4 0 0,5 1 0,5 1 0,1 1 0,-2 3 0,-2 1 0,-2 0 0,2 0 0,2-3 0,2-1 0,-1-1 0,0 0 0,-2 0 0,3 0 0,1-1 0,1 0 0,-1 0 0,-4 0 0,-2 0 0,-1 0 0,1 1 0,1-1 0,1 1 0,2-1 0,2 0 0,2 0 0,1 1 0,2 0 0,1 0 0,2 2 0,1 0 0,1 2 0,1-1 0,-1 1 0,0 1 0,-1-1 0,-2-1 0,-2-1 0,0-1 0,-1-1 0,0 1 0,0 1 0,0 0 0,-1 2 0,0 1 0,0 2 0,0 1 0,1 0 0,0 0 0,0-1 0,0-2 0,0-1 0,1 0 0,0-1 0,1 1 0,1 0 0,2 1 0,3 1 0,1 2 0,3-1 0,-1-1 0,-1-1 0,-1-1 0,-1-2 0,0-2 0,1 1 0,1-1 0,2-1 0,1 0 0,2 0 0,1-1 0,0 0 0,-3 0 0,-5 1 0,-3 0 0,-2 0 0,0 0 0,-1-1 0,1 1 0,0 0 0,2 1 0,0-1 0,1 1 0,0 0 0,0 0 0,-1 0 0,-2 0 0,-1-1 0,-2 0 0,0 0 0,0 0 0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67 194 24575,'-3'-6'0,"1"0"0,-1-1 0,0-2 0,-1-1 0,2 0 0,0-1 0,1-1 0,1 3 0,0 0 0,2 3 0,2 0 0,2 0 0,4 0 0,3-2 0,2-1 0,2 1 0,0 0 0,-3 3 0,-3 0 0,-4 3 0,-2 1 0,1 0 0,0 1 0,2 0 0,-1 0 0,1 0 0,3 0 0,0 0 0,3 0 0,0-1 0,-1-1 0,0-1 0,2 0 0,0-2 0,3 0 0,0 1 0,-4-1 0,-3 2 0,-5 2 0,-4 0 0,-2 1 0,-3 4 0,0 0 0,-1 4 0,0 0 0,0 1 0,2 0 0,-1 2 0,1 1 0,-1 0 0,2 0 0,-1-2 0,0-1 0,0-1 0,0-1 0,-1 1 0,-2 0 0,-1 1 0,-1-1 0,-2-1 0,-1-2 0,-2-2 0,-3 0 0,-4 0 0,-1-1 0,-1-1 0,1 0 0,3 0 0,4-1 0,4-1 0,2 0 0,-1-1 0,1 1 0,2 0 0,1 0 0,3 0 0,0 1 0,0 0 0,1 0 0,-1 0 0,-1 0 0,-1 1 0,-2 2 0,-4 3 0,-2 2 0,-1 1 0,2-2 0,3-3 0,2-1 0,1-2 0,-3 1 0,-6-2 0,0 1 0,2-1 0,4 0 0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72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410 185 24575,'-2'-6'0,"-1"-3"0,-1-7 0,0-6 0,1-2 0,1 2 0,1 6 0,0 5 0,0 5 0,0 2 0,0-1 0,-2-1 0,-1-1 0,-2-1 0,-3 1 0,0 1 0,-2 1 0,-3 2 0,-4 2 0,-3 1 0,-4 1 0,-2 2 0,1 0 0,6 0 0,5 0 0,6 0 0,3-1 0,1 0 0,-1 3 0,-3 1 0,-4 2 0,-2 0 0,-3-1 0,0-1 0,-1-2 0,2-2 0,4-2 0,4 0 0,4 0 0,2 0 0,2-1 0,1 1 0,-1 0 0,0 0 0,1 0 0,3 1 0,1 2 0,4 1 0,0 0 0,0 0 0,-1-1 0,-2 0 0,0-1 0,-1 0 0,-1 0 0,-1 0 0,0 0 0,-1 1 0,1 1 0,-1 0 0,0 1 0,0 0 0,0 1 0,-1 1 0,0 1 0,0-1 0,0 0 0,1 0 0,-1-2 0,1-1 0,1 2 0,0 1 0,2 1 0,1 0 0,2 1 0,1-1 0,2 1 0,2-2 0,1-2 0,1-1 0,4-2 0,1-2 0,1-2 0,0-2 0,1-2 0,-1 0 0,-1-1 0,-1 2 0,-2 0 0,-4 2 0,-2 0 0,-2 1 0,-3 0 0,-1 1 0,0 0 0,-1 1 0,1 0 0,-2 0 0,0 0 0,0 0 0,-1 1 0,3 0 0,-1 2 0,3 1 0,-1 0 0,1 0 0,0-1 0,-1 0 0,-1-2 0,-3-1 0,0-3 0,-1 1 0,-1-1 0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5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501 361 24575,'0'-3'0,"-1"-1"0,0-4 0,-1 1 0,0-3 0,0 1 0,0 2 0,0 1 0,1 4 0,0 1 0,0-2 0,-1 0 0,-1-4 0,-1-2 0,0 0 0,0-3 0,-1-1 0,1-1 0,0-3 0,0 2 0,1 2 0,0 2 0,0 2 0,1 1 0,-1 2 0,0-1 0,-2 0 0,0 0 0,-1-4 0,-2-1 0,-1-3 0,-1 1 0,2 0 0,0 1 0,0 3 0,2 1 0,-1 1 0,-1 0 0,1 2 0,1 1 0,0 2 0,1 1 0,0 1 0,-3 0 0,-2 1 0,0-1 0,0 1 0,-1 0 0,1 1 0,-1-1 0,1 2 0,-2 0 0,0 1 0,-1 0 0,0 1 0,1 0 0,0-1 0,0 0 0,-2 1 0,-2 0 0,1-1 0,0 0 0,2-2 0,2 1 0,0-1 0,3-1 0,-1 1 0,0-1 0,1 0 0,0 0 0,2-1 0,1 1 0,3 0 0,1 0 0,4 2 0,-1-1 0,3 1 0,0 1 0,1 0 0,2 0 0,-1 1 0,2 1 0,0 0 0,1 2 0,0 0 0,0 1 0,0 0 0,-1 1 0,0-1 0,-2-1 0,0-1 0,-2 1 0,0-1 0,0 0 0,-1 1 0,1-1 0,0 2 0,0 0 0,1 0 0,-1 0 0,2 0 0,0 1 0,2 1 0,2 0 0,3 1 0,2 0 0,1 0 0,0-1 0,-3-2 0,-2-2 0,-4-2 0,-2-1 0,-1-1 0,-1 0 0,0 1 0,2-1 0,1 1 0,2 1 0,3 0 0,-1 0 0,0-2 0,0 0 0,-1-1 0,-1 0 0,-1 0 0,-2-1 0,0 0 0,-1 1 0,0-1 0,0 2 0,1-2 0,1 1 0,-1 0 0,-1 0 0,1 1 0,1-1 0,-2 0 0,0 0 0,-1 0 0,0 1 0,1-1 0,-1 1 0,-2 0 0,0-1 0,-1-1 0,0 0 0,-1 0 0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6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46 285 24575,'1'-4'0,"0"-4"0,-1-4 0,0-5 0,1-2 0,-1-1 0,0 3 0,1 4 0,-1 2 0,1 1 0,0 2 0,2-1 0,2 0 0,1 0 0,2-1 0,1 1 0,2 1 0,1 0 0,0 1 0,1 1 0,-1 1 0,0 1 0,1 2 0,0 0 0,2 1 0,3 0 0,1 1 0,0 0 0,0 0 0,-4 1 0,-1 0 0,-2 0 0,-2 0 0,1 0 0,2 0 0,-1 1 0,-1-1 0,1 1 0,1-2 0,1 0 0,0-2 0,-2-2 0,-2-3 0,-2-3 0,0-2 0,-1 0 0,-2 2 0,-2 4 0,-2 4 0,-1 1 0,-1 1 0,-1 1 0,-1 0 0,-2 1 0,0 2 0,-1 2 0,-2 3 0,0 1 0,0 0 0,0-1 0,2 0 0,1-1 0,0 1 0,0 2 0,2 0 0,-1 1 0,0 1 0,1-2 0,0 1 0,1-1 0,-1-1 0,1 2 0,-3 2 0,1-2 0,0 0 0,-1 0 0,0-1 0,0 0 0,-1 0 0,1-1 0,-1 0 0,0-1 0,0-1 0,-1 1 0,0-1 0,-1-1 0,-1 0 0,0-1 0,-1-2 0,0-1 0,0-1 0,-2-1 0,-3 1 0,0-2 0,0 1 0,3-1 0,2 0 0,3 1 0,2-1 0,0-1 0,0 0 0,0 0 0,0-1 0,0 0 0,0 1 0,-1-1 0,-1 1 0,0 0 0,-2 1 0,1 0 0,2 0 0,2 0 0,1 1 0,0-2 0,-1 0 0,-2 0 0,-3-1 0,-2 1 0,-1-1 0,2 2 0,3-1 0,4 0 0,1 1 0,-1-3 0,0-3 0,1 0 0,0 2 0,1 2 0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7"/>
    </inkml:context>
    <inkml:brush xml:id="br0">
      <inkml:brushProperty name="width" value="0.035" units="cm"/>
      <inkml:brushProperty name="height" value="0.035" units="cm"/>
      <inkml:brushProperty name="color" value="#84B704"/>
    </inkml:brush>
  </inkml:definitions>
  <inkml:trace contextRef="#ctx0" brushRef="#br0">233 245 24575,'2'-10'0,"1"-2"0,0-2 0,-1-1 0,0 2 0,0 1 0,-2 1 0,1 0 0,-1 1 0,0 1 0,0 0 0,-1 1 0,-1 0 0,1 1 0,-1 1 0,1 1 0,-2 2 0,0 0 0,0 1 0,-1 0 0,-3 1 0,-2 0 0,-3 1 0,-2-1 0,1 1 0,4 0 0,2-1 0,2 0 0,-1 0 0,-1-1 0,-2 0 0,0-2 0,0 1 0,0-2 0,1 0 0,-1-2 0,-1 0 0,0 0 0,2 2 0,1 1 0,0 1 0,-2 0 0,-1-1 0,0 1 0,3 1 0,3 1 0,2 0 0,0 1 0,2 0 0,1 1 0,1 2 0,1 1 0,1 1 0,2 2 0,0 1 0,0 0 0,0-1 0,0 0 0,-2-1 0,0-1 0,-2-2 0,0 2 0,-1 1 0,1 0 0,-1 2 0,0-1 0,-1 1 0,0 0 0,0-2 0,0-1 0,-1-1 0,1 0 0,0 1 0,0 0 0,0 2 0,1 1 0,-1 0 0,1-1 0,1 0 0,0 1 0,0-2 0,1-1 0,1 1 0,0-2 0,1 1 0,0-1 0,0-1 0,0 0 0,0 0 0,-1 0 0,1-1 0,-1 1 0,-1-2 0,0 1 0,1-2 0,-1 1 0,2-1 0,0 1 0,1 0 0,1-1 0,-1 1 0,1-1 0,0 2 0,0-2 0,1 0 0,1 0 0,0 1 0,-1-1 0,-2 0 0,-2 0 0,-3 0 0,0 1 0,-1-1 0,0 0 0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8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0 373 24575,'1'-11'0,"-1"0"0,1-6 0,0-3 0,0 1 0,-1-2 0,1 4 0,-1 1 0,1-1 0,-1 1 0,0-1 0,1 1 0,-1 0 0,0 2 0,0 0 0,0 1 0,0 2 0,0 0 0,0 0 0,0 1 0,0 1 0,0 0 0,0 0 0,0 0 0,0 1 0,1 0 0,-1 1 0,1 2 0,-1 1 0,1 1 0,-1 1 0,0 1 0,0 0 0,0 1 0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69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11 567 24575,'2'0'0,"0"0"0,2-3 0,2-4 0,3-4 0,4-7 0,3-6 0,4-7 0,2-5 0,2-4 0,0 2 0,-2 2 0,-4 5 0,-4 3 0,-2 3 0,-2 1 0,-2 3 0,0 3 0,-2 3 0,-1 1 0,-1 0 0,-1 1 0,0-1 0,-1 0 0,1 1 0,-1-1 0,0 1 0,-1 0 0,0 0 0,0 3 0,0 2 0,-1 3 0,0 3 0,-1 2 0,-2 1 0,1-1 0,-2 2 0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0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304 371 24575,'-11'1'0,"-3"-2"0,-6-2 0,-6-4 0,-5-6 0,-2-5 0,0-6 0,2-2 0,6 0 0,6 4 0,7 3 0,5 4 0,1 3 0,1-4 0,-1-2 0,2-1 0,0-2 0,1 4 0,1-1 0,2 2 0,-1 2 0,1 1 0,1 3 0,-1 2 0,1 3 0,0 1 0,-1 2 0,0 1 0,0 1 0,1 0 0,-1-1 0,0 1 0,1-1 0,-1 0 0,0 1 0,0-1 0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1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0 228 24575,'11'-2'0,"4"-1"0,8-2 0,7-2 0,3 0 0,0-3 0,-3-2 0,-5 0 0,-3-1 0,-7 1 0,-4 2 0,-3 0 0,-2 1 0,0 2 0,-2 0 0,-1 2 0,0-1 0,-1-1 0,-1-2 0,1-2 0,-1 0 0,1-1 0,-1 2 0,-1 2 0,1 0 0,-1 2 0,1 2 0,-1 2 0,1 0 0,-1 1 0,0 1 0,0 0 0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2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204 3 24575,'-1'-1'0,"-1"0"0,-1 1 0,0-1 0,-1 1 0,0 0 0,2 0 0,1 1 0,0 1 0,0 1 0,0 1 0,0 1 0,1 0 0,-1 3 0,0 0 0,0 1 0,-1 1 0,0 1 0,0 0 0,-1 1 0,-1-2 0,0 1 0,-1 1 0,-1 1 0,-1-1 0,0-1 0,0-1 0,-1-2 0,-2-1 0,0 1 0,-2 1 0,-1 0 0,-2 0 0,1-2 0,1 0 0,2-3 0,4-2 0,2 0 0,4-2 0,0 1 0,0-1 0,-1 1 0,1 0 0,-1 0 0,1 0 0,1-1 0,-1 0 0,1 0 0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3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140 650 24575,'1'-5'0,"-1"-4"0,1-5 0,0-5 0,-1-2 0,0-3 0,-1-1 0,0-2 0,-1 1 0,-1 0 0,1 4 0,-1 2 0,1 2 0,0 2 0,0 2 0,0 1 0,1 0 0,-1 2 0,1 0 0,0 1 0,0 1 0,0 0 0,0 0 0,0 0 0,0 0 0,0 0 0,0-2 0,1-1 0,-1-2 0,0-2 0,0-2 0,0 1 0,0 3 0,1 3 0,-1 2 0,1 1 0,0 2 0,-1 1 0,1 1 0,-1-1 0,0 1 0,0-3 0,-1-2 0,0-1 0,-1-1 0,1-1 0,-1 2 0,-1 0 0,1 2 0,0 3 0,-1 1 0,0 2 0,0 0 0,0 2 0,-1-1 0,0 0 0,0 1 0,0-1 0,2 0 0,0 1 0,1-1 0,0 1 0,-1 0 0,-1 0 0,0-1 0,0 1 0,1 0 0,1 0 0,-1-1 0,1 1 0,0 0 0,0-1 0,1 1 0,1 0 0,-1 0 0,1 0 0,-1 0 0,0 0 0,1 0 0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4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148 0 24575,'-5'1'0,"-1"2"0,-1 3 0,-3 2 0,-2 3 0,0 2 0,-1 0 0,2 0 0,1-2 0,2-2 0,3-1 0,1-2 0,1 0 0,0 0 0,1 1 0,0 1 0,0 0 0,0 0 0,1 0 0,0 1 0,0 2 0,1 0 0,-1 0 0,1 3 0,-1 3 0,1 1 0,-1 1 0,1-1 0,0 0 0,0 0 0,0 0 0,-1 1 0,1 1 0,-1 0 0,0 1 0,0-1 0,0-1 0,0-2 0,0-2 0,1-2 0,0-1 0,-1 0 0,1 0 0,-1 2 0,0 0 0,0 0 0,0-2 0,0-2 0,0 0 0,-1 1 0,0 3 0,0 0 0,0-1 0,0-3 0,2-4 0,-1-2 0,1-2 0,0-1 0,0-1 0,0 1 0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3T23:39:21.675"/>
    </inkml:context>
    <inkml:brush xml:id="br0">
      <inkml:brushProperty name="width" value="0.035" units="cm"/>
      <inkml:brushProperty name="height" value="0.035" units="cm"/>
      <inkml:brushProperty name="color" value="#899000"/>
    </inkml:brush>
  </inkml:definitions>
  <inkml:trace contextRef="#ctx0" brushRef="#br0">11 0 24575,'0'3'0,"1"3"0,0 1 0,1 3 0,-1 3 0,1 3 0,-1 2 0,0 2 0,-1-2 0,0-1 0,0-2 0,0-2 0,0-2 0,-1 0 0,0-2 0,0 1 0,0 0 0,-1 1 0,1-1 0,-2 0 0,1 0 0,0-1 0,0 1 0,1-1 0,-1-1 0,1-2 0,1-2 0,0-1 0,0-2 0,0-1 0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4-09-24T00:31:19.410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2.992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2.997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3.002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6.957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6.963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36.968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54.294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54.300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54.305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54.310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06-03T21:14:54.315"/>
    </inkml:context>
    <inkml:brush xml:id="br0">
      <inkml:brushProperty name="width" value="0.025" units="cm"/>
      <inkml:brushProperty name="height" value="0.025" units="cm"/>
      <inkml:brushProperty name="color" value="#F45949"/>
    </inkml:brush>
  </inkml:definitions>
  <inkml:trace contextRef="#ctx0" brushRef="#br0">0 184 24575,'1'6'0,"-1"1"0,1-1 0,-1-1 0,1 1 0,-1 0 0,1 0 0,-1 1 0,1-1 0,0 0 0,0 0 0,0 0 0,0 0 0,-1-1 0,1 0 0,0 0 0,0-1 0,0 4 0,0-2 0,0-2 0,-1-1 0,1 0 0,0 1 0,0 0 0,0-1 0,0 0 0,-1 0 0,1 0 0,-1 1 0,0 0 0,0 1 0,0-1 0,0 1 0,-1 0 0,1-1 0,-1 1 0,0-1 0,0 0 0,1 1 0,-1-1 0,1-1 0,0 0 0,0 1 0,0 0 0,1 0 0,-1 0 0,1 0 0,0 1 0,0-1 0,0 0 0,0 0 0,0 0 0,0 0 0,1 1 0,-1-1 0,0-1 0,0 0 0,0 0 0,0-1 0,-1 1 0,1-1 0,-1-1 0,0 0 0,1-1 0,-1-3 0,0-3 0,1 2 0,-1-1 0,0-1 0,1 0 0,-1-1 0,1 1 0,-1 0 0,0 0 0,0 1 0,1-1 0,-2 2 0,1 0 0,0-3 0,1 2 0,-1-1 0,1 0 0,0-1 0,0 2 0,0 1 0,0 0 0,0 0 0,0-4 0,-1 1 0,1 2 0,-1 1 0,-1 0 0,0 1 0,0-1 0,-2-1 0,-1-1 0,1 1 0,0-1 0,0 0 0,1 1 0,1 0 0,1 1 0,0 0 0,0 1 0,0 0 0,0-1 0,0 1 0,0 0 0,1-1 0,-1 1 0,0 1 0,0 0 0,1 1 0,-1 1 0,0 2 0,0 3 0,0 2 0,0-2 0,0 0 0,0 0 0,0 0 0,0 0 0,0 0 0,0-1 0,0 0 0,1 4 0,-1 0 0,0-4 0,0 0 0,1 0 0,-1 1 0,1 0 0,0-1 0,0 2 0,0-1 0,0 0 0,0 1 0,1 0 0,0 0 0,0 1 0,1 0-228,-1-1 1,0-1 0,0 1 227,0 0 0,0 0 0,1 0 0,-1 1 0,0-1 0,0 0 0,0 0 0,-1 0 0,1 0 0,0 2 0,-1-1 0,1-1 0,-2 0 0,1-1 0,-1 0 0,1 2 0,-1-1 0,0-2 682,0-2-682,0-1 0,0 0 0,0 0 0,0-1 0,0 1 0,0-1 0,0 1 0,0-1 0,0 1 0,0 0 0,0 2 0,0 0 0,1 2 0,0-2 0,2 0 0,1-1 0,1-1 0,-1-1 0,-1 0 0,-1 0 0,-1 0 0,0 0 0,-1 0 0,0 0 0,0-1 0,0 0 0,0-2 0,0-3 0,0 2 0,0-1 0,-1-1 0,0-1 0,1 1 0,-1 0 0,0 0 0,0 0 0,0-1 0,-1 1 0,1-2 0,-1 0 0,1 3 0,0 0 0,0-1 0,0 3 0,1-1 0,0-1 0,0-1 0,0-2 0,0 3 0,0 1 0,-1-1 0,1 0 0,0 1 0,0-1 0,0-1 0,0 0 0,0-1 0,-1 0 0,1 0 0,0-1 0,0 1 0,-1 0 0,1 1 0,0 0 0,0 1 0,1-1 0,-1 1 0,1 0 0,-1 0 0,1 0 0,-1 1 0,1 0 0,0-3 0,0 1 0,0 1 0,-1-1 0,0 0 0,0-1 0,0-1 0,-2 0 0,1 4 0,0 0 0,-1 0 0,1-1 0,-1 1 0,0 0 0,-1 0 0,1 0 0,-1 0 0,1 1 0,-1-1 0,0 1 0,-1-3 0,0 1 0,2 1 0,-1 0 0,2 0 0,-1 0 0,1 0 0,-1 1 0,1-1 0,0 1 0,0-1 0,0 0 0,0 0 0,0 0 0,1 2 0,-1 1 0,1 0 0,1 1 0,-1 1 0,2 1 0,-1 2 0,2 3 0,-2-3 0,0 0 0,0 2 0,0-1 0,0 2 0,0-1 0,0 1 0,1 0 0,-1 0 0,0 0 0,1 0 0,0 1 0,-1-2 0,1 1 0,0-2 0,0 1 0,0-2 0,-1-1 0,2 3 0,0-2 0,0-1 0,0 0 0,-1 0 0,0-1 0,-1 1 0,-1 0 0,1 2 0,-1 3 0,1-2 0,-1-1 0,0 2 0,0 0 0,0 1 0,1 0 0,-1-3 0,0 1 0,0-1-164,0 1 0,0 0 0,0 0 164,0 0 0,0 0 0,0 1 0,1-1 0,-1 1 0,1-1 0,-1 0 0,1 1 0,0-1 0,0 2 0,1-1 0,-1-2 0,0 0 0,1 1 0,-1-3 0,0-1 0,-1-1 0,0 1 492,0-1-492,0 1 0,0 1 0,0 0 0,0 2 0,0 0 0,0 2 0,0 0 0,0-1 0,1-2 0,-1-2 0,0-1 0,0-1 0,1 0 0,1 0 0,2-2 0,1-1 0,1-2 0,-4 2 0,1-1 0,-1 0 0,-1-1 0,1-1 0,-1 0 0,0-2 0,0 1 0,-1 1 0,0 0 0,1 1 0,-1-4 0,0 1 0,0 1 0,0-1 0,0 1 0,-1 1 0,1-1 0,0 1 0,-1 0 0,1 0 0,0 1 0,0-1 0,0 1 0,0 0 0,1 0 0,-1-1 0,1-1 0,0 0 0,0 0 0,0 0 0,0 1 0,0 0 0,0 0 0,1 2 0,-1-2 0,1 1 0,-1 2 0,0-1 0,1 1 0,-1-1 0,0-1 0,0-1 0,0-1 0,-1 3 0,0-1 0,0 1 0,0-1 0,0 0 0,-1 0 0,1-1 0,-1 1 0,0-1 0,0 0 0,0 1 0,0-1 0,1 1 0,-1 0 0,1 1 0,-1 0 0,1-2 0,0 2 0,0 2 0,1 1 0,-1 0 0,0-1 0,-1-3 0,0 0 0,1 0 0,-1-2 0,1 0 0,0 1 0,-1-1 0,1 1 0,0 1 0,0-3 0,0 2 0,1 2 0,-1 2 0,0 1 0,0 0 0,1 3 0,-1 3 0,1 0 0,0 1 0,0-1 0,1 1 0,-1 0-395,0 1 0,1 0 0,0 0 395,0 1 0,1 0 0,-1 0 0,0-1 0,0 1 0,1-1 0,-1 0 0,0 0 0,0-1-22,0-1 0,0 1 1,-1-1 21,2 2 0,-1 0 0,0-1 0,0-1 0,0 0 0,0-1 0,0 2 0,0-2 1180,0-1-1180,0 1 70,1 0-70,-1 1 0,0-1 0,0-1 0,-1-1 0,-1 1 0,1 1 0,-1 2 0,0-2 0,0 1 0,0 1 0,0 0 0,0 1 0,0 0 0,0 0 0,1 0 0,-1 0 0,0-1 0,1 0 0,-1 0 0,0 1 0,1 0 0,-1 1 0,1 0 0,0-3 0,-1 1 0,1-1 0,0 1 0,0 0 0,0-1 0,0 3 0,1 0 0,-1-2 0,1 1 0,-1-1 0,0-1 0,0-1 0,1 1 0,-1 1 0,0-2 0,0-1 0,-1-1 0,-1-1 0,0-1 0,-1 1 0,1-1 0,2 1 0,0 1 0,-1 0 0,0 1 0,1 0 0,-2 0 0,1 0 0,-1 1 0,0 2 0,-2 0 0,0 2 0,0 0 0,0-2 0,0 0 0,0-1 0,0-1 0,1 0 0,-2 0 0,-1 2 0,2-2 0,0 0 0,1 0 0,-1 1 0,0 1 0,0 0 0,1 1 0,0 0 0,0 0 0,1-1 0,0 1 0,0-2 0,1 0 0,-1-1 0,1 3 0,0-3 0,0-1 0,0-1 0,0 0 0,0-1 0,0 0 0,0-1 0,-1-1 0,0-1 0,0-2 0,0-2 0,0-1 0,0 3 0,1 0 0,1-1 0,-1 0 0,1 0 0,0 0 0,1-1 0,-1 1 0,2-1 0,-1 1 0,1-1 0,0 0 0,0-1 0,0 0 0,0 0 0,0 0 0,-1 1 0,0 0 0,-1 1 0,0 0 0,0-2 0,-2 0 0,0 1 0,0 0 0,-2 1 0,0 0 0,-1-1 0,-1 1 0,2 0 0,2 3 0,0 1 0,1 1 0,0 1 0,-2 1 0,0 4 0,0-1 0,0 0 0,0 2 0,1-1 0,-1 2 0,0-1 0,1 0 0,-1-1 0,2 0 0,-1 0 0,0-1 0,1 0 0,-1 2 0,0 0 0,1-1 0,-1 1 0,0 1 0,-1-1 0,0 0 0,1-2 0,0-1 0,0 0 0,0 1 0,0 0 0,0 0 0,0-1 0,0 0 0,-1 3 0,0-1 0,0-1 0,0-1 0,0 0 0,0 0 0,1 0 0,-1 1 0,1-1 0,0 0 0,0 0 0,1-1 0,0 1 0,0-1 0,-1-1 0,0 0 0,0 0 0,0 0 0,-1 1 0,0 0 0,0-1 0,1 0 0,1-1 0,0-1 0,0 0 0,-1-2 0,0-1 0,0-3 0,0-2 0,1 4 0,0-1 0,1 0 0,-1-1 0,1 0 0,0-1 0,0 0 0,1-1 0,-1 1 0,0 0 0,0 1 0,-1 0 0,1 1 0,0 1 0,-1-3 0,1 2 0,0 0 0,0 0 0,0 1 0,1-1 0,-1 1 0,0 1 0,1 0 0,0-1 0,1 1 0,-1 0 0,0 0 0,0 0 0,-1 1 0,0 1 0,-1-1 0,-1 1 0,-1-1 0,-1-1 0,0 1 0,1 1 0,0 1 0,-1 3 0,0 3 0,0-2 0,1 2 0,-1 0 0,0 1 0,0 0 0,1 1 0,-1-1 0,1 0 0,1-2 0,-1 0 0,0 1 0,2-3 0,-1-2 0,1-1 0,0 1 0,-1 1 0,1 0 0,-1 2 0,1 2 0,0 3 0,0-4 0,1 0 0,0 0 0,-1 0 0,1 0 0,0-1 0,0 3 0,-1-4 0,0-1 0,-1-1 0,-1 0 0,-1-1 0,0 0 0,0-1 0,1 0 0,1-3 0,0-4 0,1 2 0,0 0 0,0-1 0,-1-1 0,1 0 0,0 0 0,0 0 0,0 1 0,0 1 0,0 0 0,0 2 0,0 0 0,0-2 0,-1 3 0,1 1 0,-1 1 0,0 0 0,-1 0 0,0-1 0,-1 1 0,-1-1 0,1 0 0,0 1 0,2-1 0,0 0 0,-1-2 0,1 0 0,1 0 0,-1 2 0,1 1 0,0 2 0,0 4 0,0 1 0,0 1 0,0 0 0,0 0 0,1 0-301,-1-1 0,0 1 1,1 0-1,-1-1 301,1 3 0,-1-1 0,1 0 0,-1-2 0,1 1 0,0-2 0,0 2 0,-1-1 0,1-2 0,0 0 0,1 3 0,1-1 0,0-1 0,2 1 1203,1-1-1203,1-1 0,0 0 0,1-1 0,-3-2 0,-1 1 0,1-1 0,-1 0 0,5 1 0,-3-1 0,0-3 0,-2-3 0,-1 2 0,-2-2 0,1 0 0,-1-1 0,0 1 0,-1 0 0,1-3 0,-1 3 0,0 3 0,0 1 0,0 1 0,0 0 0,0 2 0,3 1 0,2 3 0,-2-2 0,0-1 0,1 1 0,0 0 0,3 1 0,-3-2 0,0-1 0,-2-2 0,0 0 0,0-1 0,2-2 0,2-1 0,1-1 0,0 1 0,-2 0 0,-2 1 0,-2 1 0,0 0 0,0-1 0,1-1 0,-1-2 0,1-2 0,-1 3 0,0 1 0,0-1 0,0 0 0,-1 1 0,1-1 0,0-3 0,0 1 0,-1-1 0,0 2 0,0 0 0,-2 0 0,1 0 0,-2-2 0,2 3 0,-1-1 0,0-1 0,0 0 0,0 0 0,1 0 0,-1 1 0,1-1 0,1 2 0,-1 0 0,1-2 0,1 1 0,0 2 0,0 0 0,1 0 0,0 1 0,0 0 0,1-2 0,0 0 0,1-1 0,-1-1 0,0-1 0,-1 0 0,-1 0 0,0 1 0,-1 0 0,0 0 0,-1 0 0,0 1 0,0 0 0,0 1 0,-1-1 0,0-1 0,0 0 0,1 2 0,1 1 0,-1-1 0,0-1 0,0 0 0,1 0 0,0-1 0,-1 0 0,1 0 0,0 0 0,0 0 0,0 0 0,0 0 0,0 1 0,0-1 0,0 0 0,1 0 0,-1 0 0,0-1 0,1 0 0,0 0 0,0 0 0,0 0 0,0 0 0,0 0 0,0 0 0,0 2 0,0 0 0,0 1 0,0-1 0,0 0 0,0 1 0,0-1 0,0 0 0,0 1 0,1-1 0,-1 1 0,0-1 0,1-2 0,0 0 0,0 0 0,0 1 0,0-1 0,-1 1 0,1 1 0,-1 0 0,1 0 0,-1 0 0,0 1 0,0 0 0,0 1 0,-1-1 0,1-3 0,0 2 0,-1 3 0,0 1 0,0 2 0,0 0 0,0-1 0,0 1 0,0 0 0,0-1 0,0-1 0,0 0 0,1 0 0,-1 0 0,1 1 0,0 0 0,1 0 0,0 1 0,0 0 0,1 2 0,1 2 0,-2 0 0,0 1 0,-2 1 0,-1 0 0,-1 1 0,-1 0 0,2-3 0,-1 0 0,0 1 0,1-1 0,-1 1 0,0 0 0,1 0 0,-1 0 0,1-1 0,0 1 0,0-1 0,0 1 0,0 3 0,1-4 0,-1 0 0,1 1 0,0-1 0,0 0 0,0 1 0,0 0 0,0 0 0,-1 0 0,1-1 0,0 2 0,0-1 0,0 0 0,-1 0 0,1 0 0,0 1 0,-1 0 0,1 0 0,-1 0 0,0 1 0,0 0 0,1 0 0,-1 1 0,0 0 0,0-1 0,0 1 0,0 0 0,0-1 0,1 1 0,-1-1 0,1-1 0,-1 1 0,1-2 0,0 1 0,0-1 0,-1 0 0,1 0 0,0-1 0,0 1 0,0-1 0,0 4 0,0-2 0,0 0 0,0-2 0,1 2 0,-1 0 0,1 0 0,1 2 0,-1-4 0,0 1 0,0 0 0,-1 0 0,2 0 0,-1 1 0,0 0 0,0 1 0,0 0 0,0 0 0,0 2 0,-1-1-189,1-2 0,0 0 0,-1-1 189,1 1 0,-1 0 0,0 0 0,1 2 0,0 0 0,-1 0 0,0 1 0,0-4 0,1 1 0,-1 0 0,0 0 0,0 0 0,0-1 0,0 1 0,-1 0 0,1 0 0,0 0 0,0 0 0,-1-1 0,0 3 0,1 0 0,-1-1 0,0 1 0,0-2 0,-1 1 0,1-1 0,0 0 0,0-1 0,0 0 0,0 0 0,0-1 0,0 1 0,0-1 567,0 3-567,0-1 0,0-1 0,0-2 0,0 1 0,-1-1 0,1 0 0,0 0 0,-1-1 0,0 0 0,0-1 0,-1-1 0,1 1 0,-1-1 0,0 0 0,1 0 0,2 0 0,-1 0 0,2-2 0,0-1 0,2-1 0,1-2 0,1 1 0,0 0 0,-1 3 0,0-1 0,1 1 0,1-1 0,0 0 0,2-1 0,-3 2 0,0-1 0,1 0 0,1-1 0,1 0 0,-2-1 0,-1 1 0,0 0 0,-1-1 0,-2 1 0,1-1 0,-1 0 0,-1 0 0,0 0 0,0-1 0,-1 1 0,0 0 0,0-1 0,-1 1 0,1 0 0,-1 0 0,0 0 0,0 0 0,0-1 0,0 1 0,0-1 0,1 1 0,-1 0 0,0-1 0,0 1 0,1 0 0,0 1 0,-1-1 0,1 0 0,0 0 0,0 0 0,0 0 0,0 0 0,0-1 0,0 1 0,0-1 0,0 1 0,0-1 0,0 0 0,0 0 0,0 0 0,0-1 0,0 0 0,1 0 0,-1 0 0,0-1 0,0 2 0,0 1 0,0-1-245,0 0 1,1 0 0,-1 0 244,0 0 0,0 0 0,1 0 0,-1-1 0,0 1 0,0 0 0,0-1 0,1 1 0,-1-1 0,0 0 0,0 1 0,1-1 0,-1 0 0,1 0 0,-1 0 0,1 1 0,-1 0 0,1-1 0,-1 1 0,1 0 0,0 0 0,-1 0 0,1 0 0,0 1 0,-1-1 0,1 1 0,0-1 0,0-2 0,0 0-39,0 1 1,0 0 38,0 1 0,-1 0 0,1 0 0,0 1 0,-1 0 0,0 0 0,1 0 0,-1 1 0,0-4 729,0 1-729,0 0 81,0 0-81,1 1 0,-1-1 0,0 1 0,0 0 0,0 0 0,0 1 0,1 1 0,-1 1 0,0 1 0,0 1 0,0 0 0,0 0 0,0 1 0,0-1 0,-1-1 0,1-1 0,-1-1 0,0-2 0,0-2 0,1 3 0,0 0 0,-1 0 0,1 0 0,0-3 0,1 3 0,-1 1 0,1 3 0,-1 0 0,0 1 0,0 1 0,0 0 0,1 4 0,-1-1 0,0 1 0,0 2 0,0 1 0,0-1 0,0 0 0,0 1-480,0-2 0,0 1 0,0 0 0,0 0 480,0 1 0,0 0 0,0 0 0,0 0 0,0 0 0,0 0 0,0 0 0,0 0 0,1 0 0,-1 1 0,1-1 0,-1 0 0,1-1 0,-1 1 0,1-1 0,0 0 0,-1 0 0,1 0 0,0-1 0,0 1-195,-1 1 0,1-1 0,0 1 195,0-2 0,0 0 0,0 0 0,0 2 0,0 0 0,0-1 0,0 1-14,0-1 0,1 0 14,-1 0 0,0 0 0,0-1 0,0 1 0,0-1 0,0-1 928,0 1 0,0-1-928,0 0 0,0-1 645,0 4-645,0-1 32,0 0-32,1 0 0,-1 0 0,0 0 0,0-1 0,-1-1 0,0 1 0,0-1 0,-1 0 0,-2 1 0,1-2 0,0-1 0,-1 2 0,0-1 0,-1 1 0,0 0 0,0 0 0,1 1 0,-2 0 0,1 0 0,0 0 0,0 1 0,0 0 0,0 0 0,0 0 0,1-1 0,0 1 0,0-1 0,1-1 0,0 1 0,0-2 0,1 0 0,-1 3 0,0-2 0,1 0 0,0-1 0,-1 0 0,1 1 0,0 0 0,-1 2 0,0 1 0,1-3 0,0-1 0,0 0 0,0 0 0,0 3 0,-1-1 0,1-1 0,0-2 0,0 1 0,0-1 0,0 1 0,1 1 0,-1 1 0,0 0 0,0 0 0,1-1 0,-1-1 0,1-1 0,-1-2 0,0 1 0,1-1 0,-1 0 0,0 0 0,1 0 0,-1-1 0,1 1 0,0-1 0,1 0 0,0-2 0,5-3 0,-2 1 0,1 0 0,-1 0 0,1 0 0,0 0-515,1-1 1,-1-1-1,1 0 515,-1 2 0,0-1 0,-1 0 0,1 0 0,-1-1 0,1 1 0,-1-1 0,0 0 0,0 1 0,0-1 0,0 0 0,-1 0 0,1-1 0,0 0 0,0 0-195,-1 0 0,0 0 0,-1 0 195,0 1 0,0 0 0,-1 0 0,0-1 0,0 1 0,0 0 0,-1 0 0,0-1 0,0 1 0,0-1 0,0 0 0,0 0 0,0 0 0,0 0 0,0 0 0,-1 1 0,1-1 0,0 0 0,0 1 0,0 0 0,0 0 0,1 0 0,-1 0 0,0 0 0,1 0 0,-1 0 0,1-1 0,0 1 0,0 0 0,-1 0 0,1 1 0,0-1 0,0 0 0,0-2 0,0 0 0,0 1 0,0 0 0,0 1 0,-1 0 0,1 0 0,-1 1 0,1 0 0,-1 0 747,0 0 1,1 1-748,-1-1 0,0 1 634,0-4-634,0 1 0,0 1 0,0-2 0,0 4 0,0-1 0,0 0 0,0 0 0,0 0 0,0-1 0,0 1 0,0-1 0,0 0 0,0 0 0,0 0 0,0 0 0,-1 0 0,1 1 0,0-3 0,0 2 0,1 3 0,-1 2 0,0 0 0,0 0 0,0 0 0,0 0 0,0-1 0,0 0 0,0-3 0,0 0 0,0-3 0,0 4 0,0-1 0,0 0 0,0 0 0,1 0 0,-1-1 0,0 1 0,0-1 0,0 1 0,0 0 0,0 0 0,0 1 0,0-4 0,0 2 0,0 2 0,-1 0 0,1 2 0,0-1 0,-1 1 0,0 0 0,1-1 0,-1-1 0,1 1 0,-1-2 0,1 2 0,0-1 0,0 1 0,0 1 0,0 0 0,0 2 0,0 0 0,0 0 0,0 0 0,1 1 0,1 1 0,0 2 0,0 2 0,-1-2 0,0 1 0,1 0 0,-1 1 0,0 1 0,1 1 0,-1-3 0,0 1 0,0-1-177,0 1 1,0 0 0,0 0 176,0 0 0,0 0 0,0 0 0,-1 0 0,1-1 0,0 1 0,0 0 0,-1-1 0,1 1 0,0 1 0,-1 0 0,1-1 0,-1 0 0,1-1 0,-1-1 0,1 3 0,-1-2 0,0-2 0,0-1 529,0 1-529,0-1 0,-1 0 0,1 0 0,-1 1 0,1 1 0,-1 1 0,1 1 0,0 1 0,-1 0 0,2-1 0,-1 0 0,0-1 0,0 0 0,1-1 0,-1 1 0,1 0 0,0 0 0,1 1 0,-1 1 0,1 0 0,-1 1 0,-1 0 0,1-4 0,-1 1 0,0 0 0,0-1 0,1 1 0,-1-1 0,0 4 0,0-2 0,0-1 0,0-1 0,0-1 0,0-1 0,0-1 0,0 0 0,0 0 0,0 0 0,-1 2 0,0 1 0,0 1 0,0 0 0,0 1 0,0 0 0,-1 1 0,1 1 0,0-2 0,0 0 0,1-2 0,-1-1 0,1 1 0,-1-1 0,0 2 0,0-1 0,1 0 0,-1 0 0,0 1 0,0 0 0,-1 0 0,0 1 0,0 0 0,0 1 0,0-2 0,0 0 0,1-2 0,0-1 0,1-1 0,0-1 0,0 1 0,0-1 0,1-1 0,1-2 0,1 0 0,-1-1 0,2-2 0,1 0 0,-1 1 0,-1 0 0,1 0-242,1-1 0,-1 0 0,0 0 242,0 0 0,0 0 0,0 1 0,1-3 0,-1 1 0,-2 2 0,1 0 0,-1-1 0,-2 3 0,0 0 0,0 1 0,1-1 726,-1-4-726,0-1 0,0 4 0,0 0 0,1-5 0,-1 3 0,1 0 0,0 1 0,0 1 0,1 1 0,0 1 0,0 0 0,1-1 0,2 1 0,2-2 0,-3 1 0,0 1 0,2-4 0,-1 1 0,-2 1 0,-3 1 0,1 1 0,-2 0 0,1 1 0,0 1 0,-3 3 0,-2 3 0,0 0 0,0 1 0,1-1 0,0 0 0,0 1-431,0-1 0,1 0 1,0 0-1,0 0 431,0 0 0,0 1 0,0-1 0,0 1 0,1-1 0,0 0 0,0 1 0,0-1-217,0 2 0,0 0 1,0-1 216,1 0 0,0-1 0,0 0 0,0 2 0,0-1 0,0-1 0,1-1 0,0 3 0,0-1 1662,0-1-1662,0 0 711,0 2-711,0-4 0,-1 1 0,1 0 0,-1 0 0,0 0 0,0 1 0,0 0 0,0 0 0,-1 2 0,0-1 0,0 1 0,0 0 0,0 0 0,0-1 0,0 0 0,1-1 0,0-2 0,-1 1 0,1 1 0,0-1 0,0 0 0,0-1 0,1-1 0,0 0 0,-1-1 0,1 0 0,0 0 0,-1 0 0,1 0 0,-1 0 0,1 0 0,0 0 0,-1 0 0,0-1 0,0 1 0,0 0 0,1-1 0,2 1 0,5-1 0,0 0 0,1-1 0,0 0 0,0 0 0,0-1-483,-1 1 1,1-1 0,-1 1 0,1-1 482,-1 0 0,1 0 0,0 0 0,0 0 0,-1 0 0,0 0 0,-1-1 0,0 1 0,1-1 0,0 1 0,-2-1 0,1-1 0,-2 0 0,0-5 0,-4 4 0,1 0 0,-1-2 0,-1 1 0,1-1 0,0-1 0,-1 0 0,0 0 0,1 0 0,-1 0 964,0 1 1,1 0-965,-1 2 0,1 0 0,-1-3 0,1 2 0,0 0 0,0 0 0,0 1 0,0 0 0,1 0 0,0-1 0,1-1 0,0 0 0,0-1 0,1 1 0,-1 0 0,0 2 0,-1-1 0,0 2 0,0 0 0,0 1 0,-1-1 0,1 1 0,-1-1 0,1 1 0,-1 0 0,0 1 0,0 1 0,0 0 0,0 1 0,0 1 0,-1 2 0,-1 1 0,0 1 0,0 0 0,0 1-523,0-1 0,-1 1 1,1-1-1,-1 1 523,0 1 0,0-1 0,-1 1 0,1 0 0,-1-1 0,1 0 0,-1 0 0,1 0-75,-1 0 1,0 0 0,0-1 74,-1 1 0,0-1 0,2-2 0,0-1 0,-1 1 0,1-1 0,0-1 2065,0 1-2065,1 0 249,0-1-249,-1 1 0,0 0 0,0 0 0,-1 0 0,-1 1 0,2 0 0,1-1 0,1 0 0,2-1 0,0 0 0,1 0 0,0-1 0,-1 0 0,0-1 0,-2 1 0,1-1 0,-2 1 0,0 1 0,-2 1 0,0 1 0,0 0 0,1 1 0,1 0 0,1-1 0,1 0 0,4-2 0,3-1 0,-2-1 0,2 0 0,1 0 0,1-1-313,-2 0 1,0 0 0,0 0 312,0 0 0,1 0 0,-1-1 0,0 0 0,0 0 0,-1 0 0,0-1 0,-1 0 0,0 0 0,1-1 0,-1 0 0,-1 0 0,-2 0 0,1-3 0,-2 3 0,0 1 937,-1 1-937,0 1 0,0 0 0,0 0 0,1-1 0,0 0 0,1-2 0,-1 2 0,0 0 0,0 2 0,0 1 0,-1 2 0,1 1 0,-1 3 0,-4 0 0,0-3 0,-1 0 0,-1-2 0,1 1 0,-2-1-501,1 0 1,0-1-1,-1 1 1,0-1 500,-1 0 0,-1 1 0,1-1 0,-1 0 0,2 0 0,0 0 0,0-1 0,0 1 0,0 0 0,-1 0 0,0-1 0,0 1 0,1 0 0,-2-1 0,1 1 0,0 0 0,2-1 0,0 1 0,0-1 0,0 0 0,0 1 0,1-1 0,1 1 0,-3-1 0,-1 1 0,4-1 0,-1 1 1001,0-1 0,0 0-1001,1 1 0,-1-1 0,-2 1 0,1 0 0,1 0 0,2 0 0,0 0 0,-1 0 0,0 0 0,-1 0 0,-1 0 0,-2 0 0,3-1 0,-1 1 0,-1-1 0,-1 0 0,0 0 0,-1-1 0,3 1 0,0 0 0,0 0 0,-2-1 0,0 1 0,3 0 0,0 0 0,-1 0 0,4 0 0,1 0 0,1 0 0,0 1 0,-1 0 0,1-1 0,-1 1 0,-2 0 0,-1 1 0,-2 0 0,1 0 0,0-1 0,0 1 0,0 0 0,0-1 0,1 1 0,-3 0 0,1 0 0,3-1 0,1 0 0,-1-1 0,0 0 0,-5 0 0,2 0 0,0 0 0,-2-1 0,0 1 0,-1 0 0,0 0 0,1-1 0,1 1 0,1 0 0,1 0 0,-2 0 0,4 0 0,1 1 0,2-1 0,-1 0 0,1 0 0,0 0 0,-1 0 0,0 0 0,-1 0 0,0 0 0,0 0 0,0 0 0,0 0 0,1 0 0,1 0 0,-1 0 0,1 0 0,0-1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A12660B-9BB1-A444-9E35-1A4CABFC91A6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44613" y="1143000"/>
            <a:ext cx="416877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FD1DA44-F990-8D46-9456-94BE3F6D1D1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20848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1pPr>
    <a:lvl2pPr marL="757626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2pPr>
    <a:lvl3pPr marL="1515252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3pPr>
    <a:lvl4pPr marL="2272878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4pPr>
    <a:lvl5pPr marL="3030504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5pPr>
    <a:lvl6pPr marL="3788131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6pPr>
    <a:lvl7pPr marL="4545757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7pPr>
    <a:lvl8pPr marL="5303383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8pPr>
    <a:lvl9pPr marL="6061009" algn="l" defTabSz="1515252" rtl="0" eaLnBrk="1" latinLnBrk="0" hangingPunct="1">
      <a:defRPr sz="1989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44613" y="1143000"/>
            <a:ext cx="4168775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FD1DA44-F990-8D46-9456-94BE3F6D1D1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92131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28700" y="1661201"/>
            <a:ext cx="11658600" cy="3533869"/>
          </a:xfrm>
        </p:spPr>
        <p:txBody>
          <a:bodyPr anchor="b"/>
          <a:lstStyle>
            <a:lvl1pPr algn="ctr">
              <a:defRPr sz="888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714500" y="5331350"/>
            <a:ext cx="10287000" cy="2450681"/>
          </a:xfrm>
        </p:spPr>
        <p:txBody>
          <a:bodyPr/>
          <a:lstStyle>
            <a:lvl1pPr marL="0" indent="0" algn="ctr">
              <a:buNone/>
              <a:defRPr sz="3552"/>
            </a:lvl1pPr>
            <a:lvl2pPr marL="676702" indent="0" algn="ctr">
              <a:buNone/>
              <a:defRPr sz="2960"/>
            </a:lvl2pPr>
            <a:lvl3pPr marL="1353403" indent="0" algn="ctr">
              <a:buNone/>
              <a:defRPr sz="2664"/>
            </a:lvl3pPr>
            <a:lvl4pPr marL="2030105" indent="0" algn="ctr">
              <a:buNone/>
              <a:defRPr sz="2368"/>
            </a:lvl4pPr>
            <a:lvl5pPr marL="2706807" indent="0" algn="ctr">
              <a:buNone/>
              <a:defRPr sz="2368"/>
            </a:lvl5pPr>
            <a:lvl6pPr marL="3383509" indent="0" algn="ctr">
              <a:buNone/>
              <a:defRPr sz="2368"/>
            </a:lvl6pPr>
            <a:lvl7pPr marL="4060210" indent="0" algn="ctr">
              <a:buNone/>
              <a:defRPr sz="2368"/>
            </a:lvl7pPr>
            <a:lvl8pPr marL="4736912" indent="0" algn="ctr">
              <a:buNone/>
              <a:defRPr sz="2368"/>
            </a:lvl8pPr>
            <a:lvl9pPr marL="5413614" indent="0" algn="ctr">
              <a:buNone/>
              <a:defRPr sz="2368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04388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054373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5832" y="2530573"/>
            <a:ext cx="11830050" cy="4222315"/>
          </a:xfrm>
        </p:spPr>
        <p:txBody>
          <a:bodyPr anchor="b"/>
          <a:lstStyle>
            <a:lvl1pPr>
              <a:defRPr sz="888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35832" y="6792832"/>
            <a:ext cx="11830050" cy="2220416"/>
          </a:xfrm>
        </p:spPr>
        <p:txBody>
          <a:bodyPr/>
          <a:lstStyle>
            <a:lvl1pPr marL="0" indent="0">
              <a:buNone/>
              <a:defRPr sz="3552">
                <a:solidFill>
                  <a:schemeClr val="tx1"/>
                </a:solidFill>
              </a:defRPr>
            </a:lvl1pPr>
            <a:lvl2pPr marL="676702" indent="0">
              <a:buNone/>
              <a:defRPr sz="2960">
                <a:solidFill>
                  <a:schemeClr val="tx1">
                    <a:tint val="75000"/>
                  </a:schemeClr>
                </a:solidFill>
              </a:defRPr>
            </a:lvl2pPr>
            <a:lvl3pPr marL="1353403" indent="0">
              <a:buNone/>
              <a:defRPr sz="2664">
                <a:solidFill>
                  <a:schemeClr val="tx1">
                    <a:tint val="75000"/>
                  </a:schemeClr>
                </a:solidFill>
              </a:defRPr>
            </a:lvl3pPr>
            <a:lvl4pPr marL="2030105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4pPr>
            <a:lvl5pPr marL="2706807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5pPr>
            <a:lvl6pPr marL="3383509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6pPr>
            <a:lvl7pPr marL="4060210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7pPr>
            <a:lvl8pPr marL="4736912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8pPr>
            <a:lvl9pPr marL="5413614" indent="0">
              <a:buNone/>
              <a:defRPr sz="236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1394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42975" y="2702094"/>
            <a:ext cx="5829300" cy="644038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943725" y="2702094"/>
            <a:ext cx="5829300" cy="644038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538397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44761" y="540421"/>
            <a:ext cx="11830050" cy="196195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44763" y="2488277"/>
            <a:ext cx="5802510" cy="1219466"/>
          </a:xfrm>
        </p:spPr>
        <p:txBody>
          <a:bodyPr anchor="b"/>
          <a:lstStyle>
            <a:lvl1pPr marL="0" indent="0">
              <a:buNone/>
              <a:defRPr sz="3552" b="1"/>
            </a:lvl1pPr>
            <a:lvl2pPr marL="676702" indent="0">
              <a:buNone/>
              <a:defRPr sz="2960" b="1"/>
            </a:lvl2pPr>
            <a:lvl3pPr marL="1353403" indent="0">
              <a:buNone/>
              <a:defRPr sz="2664" b="1"/>
            </a:lvl3pPr>
            <a:lvl4pPr marL="2030105" indent="0">
              <a:buNone/>
              <a:defRPr sz="2368" b="1"/>
            </a:lvl4pPr>
            <a:lvl5pPr marL="2706807" indent="0">
              <a:buNone/>
              <a:defRPr sz="2368" b="1"/>
            </a:lvl5pPr>
            <a:lvl6pPr marL="3383509" indent="0">
              <a:buNone/>
              <a:defRPr sz="2368" b="1"/>
            </a:lvl6pPr>
            <a:lvl7pPr marL="4060210" indent="0">
              <a:buNone/>
              <a:defRPr sz="2368" b="1"/>
            </a:lvl7pPr>
            <a:lvl8pPr marL="4736912" indent="0">
              <a:buNone/>
              <a:defRPr sz="2368" b="1"/>
            </a:lvl8pPr>
            <a:lvl9pPr marL="5413614" indent="0">
              <a:buNone/>
              <a:defRPr sz="2368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44763" y="3707743"/>
            <a:ext cx="5802510" cy="545353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943725" y="2488277"/>
            <a:ext cx="5831087" cy="1219466"/>
          </a:xfrm>
        </p:spPr>
        <p:txBody>
          <a:bodyPr anchor="b"/>
          <a:lstStyle>
            <a:lvl1pPr marL="0" indent="0">
              <a:buNone/>
              <a:defRPr sz="3552" b="1"/>
            </a:lvl1pPr>
            <a:lvl2pPr marL="676702" indent="0">
              <a:buNone/>
              <a:defRPr sz="2960" b="1"/>
            </a:lvl2pPr>
            <a:lvl3pPr marL="1353403" indent="0">
              <a:buNone/>
              <a:defRPr sz="2664" b="1"/>
            </a:lvl3pPr>
            <a:lvl4pPr marL="2030105" indent="0">
              <a:buNone/>
              <a:defRPr sz="2368" b="1"/>
            </a:lvl4pPr>
            <a:lvl5pPr marL="2706807" indent="0">
              <a:buNone/>
              <a:defRPr sz="2368" b="1"/>
            </a:lvl5pPr>
            <a:lvl6pPr marL="3383509" indent="0">
              <a:buNone/>
              <a:defRPr sz="2368" b="1"/>
            </a:lvl6pPr>
            <a:lvl7pPr marL="4060210" indent="0">
              <a:buNone/>
              <a:defRPr sz="2368" b="1"/>
            </a:lvl7pPr>
            <a:lvl8pPr marL="4736912" indent="0">
              <a:buNone/>
              <a:defRPr sz="2368" b="1"/>
            </a:lvl8pPr>
            <a:lvl9pPr marL="5413614" indent="0">
              <a:buNone/>
              <a:defRPr sz="2368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943725" y="3707743"/>
            <a:ext cx="5831087" cy="545353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5974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082119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69942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44762" y="676698"/>
            <a:ext cx="4423767" cy="2368444"/>
          </a:xfrm>
        </p:spPr>
        <p:txBody>
          <a:bodyPr anchor="b"/>
          <a:lstStyle>
            <a:lvl1pPr>
              <a:defRPr sz="4736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31086" y="1461483"/>
            <a:ext cx="6943725" cy="7213416"/>
          </a:xfrm>
        </p:spPr>
        <p:txBody>
          <a:bodyPr/>
          <a:lstStyle>
            <a:lvl1pPr>
              <a:defRPr sz="4736"/>
            </a:lvl1pPr>
            <a:lvl2pPr>
              <a:defRPr sz="4144"/>
            </a:lvl2pPr>
            <a:lvl3pPr>
              <a:defRPr sz="3552"/>
            </a:lvl3pPr>
            <a:lvl4pPr>
              <a:defRPr sz="2960"/>
            </a:lvl4pPr>
            <a:lvl5pPr>
              <a:defRPr sz="2960"/>
            </a:lvl5pPr>
            <a:lvl6pPr>
              <a:defRPr sz="2960"/>
            </a:lvl6pPr>
            <a:lvl7pPr>
              <a:defRPr sz="2960"/>
            </a:lvl7pPr>
            <a:lvl8pPr>
              <a:defRPr sz="2960"/>
            </a:lvl8pPr>
            <a:lvl9pPr>
              <a:defRPr sz="296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44762" y="3045143"/>
            <a:ext cx="4423767" cy="5641503"/>
          </a:xfrm>
        </p:spPr>
        <p:txBody>
          <a:bodyPr/>
          <a:lstStyle>
            <a:lvl1pPr marL="0" indent="0">
              <a:buNone/>
              <a:defRPr sz="2368"/>
            </a:lvl1pPr>
            <a:lvl2pPr marL="676702" indent="0">
              <a:buNone/>
              <a:defRPr sz="2072"/>
            </a:lvl2pPr>
            <a:lvl3pPr marL="1353403" indent="0">
              <a:buNone/>
              <a:defRPr sz="1776"/>
            </a:lvl3pPr>
            <a:lvl4pPr marL="2030105" indent="0">
              <a:buNone/>
              <a:defRPr sz="1480"/>
            </a:lvl4pPr>
            <a:lvl5pPr marL="2706807" indent="0">
              <a:buNone/>
              <a:defRPr sz="1480"/>
            </a:lvl5pPr>
            <a:lvl6pPr marL="3383509" indent="0">
              <a:buNone/>
              <a:defRPr sz="1480"/>
            </a:lvl6pPr>
            <a:lvl7pPr marL="4060210" indent="0">
              <a:buNone/>
              <a:defRPr sz="1480"/>
            </a:lvl7pPr>
            <a:lvl8pPr marL="4736912" indent="0">
              <a:buNone/>
              <a:defRPr sz="1480"/>
            </a:lvl8pPr>
            <a:lvl9pPr marL="5413614" indent="0">
              <a:buNone/>
              <a:defRPr sz="148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22572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44762" y="676698"/>
            <a:ext cx="4423767" cy="2368444"/>
          </a:xfrm>
        </p:spPr>
        <p:txBody>
          <a:bodyPr anchor="b"/>
          <a:lstStyle>
            <a:lvl1pPr>
              <a:defRPr sz="4736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831086" y="1461483"/>
            <a:ext cx="6943725" cy="7213416"/>
          </a:xfrm>
        </p:spPr>
        <p:txBody>
          <a:bodyPr anchor="t"/>
          <a:lstStyle>
            <a:lvl1pPr marL="0" indent="0">
              <a:buNone/>
              <a:defRPr sz="4736"/>
            </a:lvl1pPr>
            <a:lvl2pPr marL="676702" indent="0">
              <a:buNone/>
              <a:defRPr sz="4144"/>
            </a:lvl2pPr>
            <a:lvl3pPr marL="1353403" indent="0">
              <a:buNone/>
              <a:defRPr sz="3552"/>
            </a:lvl3pPr>
            <a:lvl4pPr marL="2030105" indent="0">
              <a:buNone/>
              <a:defRPr sz="2960"/>
            </a:lvl4pPr>
            <a:lvl5pPr marL="2706807" indent="0">
              <a:buNone/>
              <a:defRPr sz="2960"/>
            </a:lvl5pPr>
            <a:lvl6pPr marL="3383509" indent="0">
              <a:buNone/>
              <a:defRPr sz="2960"/>
            </a:lvl6pPr>
            <a:lvl7pPr marL="4060210" indent="0">
              <a:buNone/>
              <a:defRPr sz="2960"/>
            </a:lvl7pPr>
            <a:lvl8pPr marL="4736912" indent="0">
              <a:buNone/>
              <a:defRPr sz="2960"/>
            </a:lvl8pPr>
            <a:lvl9pPr marL="5413614" indent="0">
              <a:buNone/>
              <a:defRPr sz="296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44762" y="3045143"/>
            <a:ext cx="4423767" cy="5641503"/>
          </a:xfrm>
        </p:spPr>
        <p:txBody>
          <a:bodyPr/>
          <a:lstStyle>
            <a:lvl1pPr marL="0" indent="0">
              <a:buNone/>
              <a:defRPr sz="2368"/>
            </a:lvl1pPr>
            <a:lvl2pPr marL="676702" indent="0">
              <a:buNone/>
              <a:defRPr sz="2072"/>
            </a:lvl2pPr>
            <a:lvl3pPr marL="1353403" indent="0">
              <a:buNone/>
              <a:defRPr sz="1776"/>
            </a:lvl3pPr>
            <a:lvl4pPr marL="2030105" indent="0">
              <a:buNone/>
              <a:defRPr sz="1480"/>
            </a:lvl4pPr>
            <a:lvl5pPr marL="2706807" indent="0">
              <a:buNone/>
              <a:defRPr sz="1480"/>
            </a:lvl5pPr>
            <a:lvl6pPr marL="3383509" indent="0">
              <a:buNone/>
              <a:defRPr sz="1480"/>
            </a:lvl6pPr>
            <a:lvl7pPr marL="4060210" indent="0">
              <a:buNone/>
              <a:defRPr sz="1480"/>
            </a:lvl7pPr>
            <a:lvl8pPr marL="4736912" indent="0">
              <a:buNone/>
              <a:defRPr sz="1480"/>
            </a:lvl8pPr>
            <a:lvl9pPr marL="5413614" indent="0">
              <a:buNone/>
              <a:defRPr sz="148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03050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398331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815513" y="540419"/>
            <a:ext cx="2957513" cy="860205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42976" y="540419"/>
            <a:ext cx="8701088" cy="860205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15666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42975" y="540421"/>
            <a:ext cx="11830050" cy="196195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42975" y="2702094"/>
            <a:ext cx="11830050" cy="64403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42975" y="9407989"/>
            <a:ext cx="3086100" cy="54041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77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8CB7B4-FAA3-EE41-99DA-2EF82C039E7C}" type="datetimeFigureOut">
              <a:rPr lang="en-US" smtClean="0"/>
              <a:t>10/17/25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543425" y="9407989"/>
            <a:ext cx="4629150" cy="54041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77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686925" y="9407989"/>
            <a:ext cx="3086100" cy="54041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77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ABC2903-5488-364B-94DF-EAA2EB66A0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9684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xStyles>
    <p:titleStyle>
      <a:lvl1pPr algn="l" defTabSz="1353403" rtl="0" eaLnBrk="1" latinLnBrk="0" hangingPunct="1">
        <a:lnSpc>
          <a:spcPct val="90000"/>
        </a:lnSpc>
        <a:spcBef>
          <a:spcPct val="0"/>
        </a:spcBef>
        <a:buNone/>
        <a:defRPr sz="6512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38351" indent="-338351" algn="l" defTabSz="1353403" rtl="0" eaLnBrk="1" latinLnBrk="0" hangingPunct="1">
        <a:lnSpc>
          <a:spcPct val="90000"/>
        </a:lnSpc>
        <a:spcBef>
          <a:spcPts val="1480"/>
        </a:spcBef>
        <a:buFont typeface="Arial" panose="020B0604020202020204" pitchFamily="34" charset="0"/>
        <a:buChar char="•"/>
        <a:defRPr sz="4144" kern="1200">
          <a:solidFill>
            <a:schemeClr val="tx1"/>
          </a:solidFill>
          <a:latin typeface="+mn-lt"/>
          <a:ea typeface="+mn-ea"/>
          <a:cs typeface="+mn-cs"/>
        </a:defRPr>
      </a:lvl1pPr>
      <a:lvl2pPr marL="1015053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3552" kern="1200">
          <a:solidFill>
            <a:schemeClr val="tx1"/>
          </a:solidFill>
          <a:latin typeface="+mn-lt"/>
          <a:ea typeface="+mn-ea"/>
          <a:cs typeface="+mn-cs"/>
        </a:defRPr>
      </a:lvl2pPr>
      <a:lvl3pPr marL="1691754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960" kern="1200">
          <a:solidFill>
            <a:schemeClr val="tx1"/>
          </a:solidFill>
          <a:latin typeface="+mn-lt"/>
          <a:ea typeface="+mn-ea"/>
          <a:cs typeface="+mn-cs"/>
        </a:defRPr>
      </a:lvl3pPr>
      <a:lvl4pPr marL="2368456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4pPr>
      <a:lvl5pPr marL="3045158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5pPr>
      <a:lvl6pPr marL="3721859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6pPr>
      <a:lvl7pPr marL="4398561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7pPr>
      <a:lvl8pPr marL="5075263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8pPr>
      <a:lvl9pPr marL="5751965" indent="-338351" algn="l" defTabSz="1353403" rtl="0" eaLnBrk="1" latinLnBrk="0" hangingPunct="1">
        <a:lnSpc>
          <a:spcPct val="90000"/>
        </a:lnSpc>
        <a:spcBef>
          <a:spcPts val="740"/>
        </a:spcBef>
        <a:buFont typeface="Arial" panose="020B0604020202020204" pitchFamily="34" charset="0"/>
        <a:buChar char="•"/>
        <a:defRPr sz="266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1pPr>
      <a:lvl2pPr marL="676702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2pPr>
      <a:lvl3pPr marL="1353403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3pPr>
      <a:lvl4pPr marL="2030105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4pPr>
      <a:lvl5pPr marL="2706807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5pPr>
      <a:lvl6pPr marL="3383509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6pPr>
      <a:lvl7pPr marL="4060210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7pPr>
      <a:lvl8pPr marL="4736912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8pPr>
      <a:lvl9pPr marL="5413614" algn="l" defTabSz="1353403" rtl="0" eaLnBrk="1" latinLnBrk="0" hangingPunct="1">
        <a:defRPr sz="266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827" Type="http://schemas.openxmlformats.org/officeDocument/2006/relationships/customXml" Target="../ink/ink542.xml"/><Relationship Id="rId4440" Type="http://schemas.openxmlformats.org/officeDocument/2006/relationships/customXml" Target="../ink/ink841.xml"/><Relationship Id="rId4885" Type="http://schemas.openxmlformats.org/officeDocument/2006/relationships/customXml" Target="../ink/ink1244.xml"/><Relationship Id="rId21" Type="http://schemas.openxmlformats.org/officeDocument/2006/relationships/customXml" Target="../ink/ink10.xml"/><Relationship Id="rId2089" Type="http://schemas.openxmlformats.org/officeDocument/2006/relationships/customXml" Target="../ink/ink802.xml"/><Relationship Id="rId4538" Type="http://schemas.openxmlformats.org/officeDocument/2006/relationships/image" Target="../media/image261.png"/><Relationship Id="rId4745" Type="http://schemas.openxmlformats.org/officeDocument/2006/relationships/customXml" Target="../ink/ink1104.xml"/><Relationship Id="rId4952" Type="http://schemas.openxmlformats.org/officeDocument/2006/relationships/customXml" Target="../ink/ink1302.xml"/><Relationship Id="rId170" Type="http://schemas.openxmlformats.org/officeDocument/2006/relationships/image" Target="../media/image570.png"/><Relationship Id="rId4605" Type="http://schemas.openxmlformats.org/officeDocument/2006/relationships/customXml" Target="../ink/ink964.xml"/><Relationship Id="rId4812" Type="http://schemas.openxmlformats.org/officeDocument/2006/relationships/customXml" Target="../ink/ink1171.xml"/><Relationship Id="rId475" Type="http://schemas.openxmlformats.org/officeDocument/2006/relationships/customXml" Target="../ink/ink177.xml"/><Relationship Id="rId5074" Type="http://schemas.openxmlformats.org/officeDocument/2006/relationships/customXml" Target="../ink/ink1424.xml"/><Relationship Id="rId335" Type="http://schemas.openxmlformats.org/officeDocument/2006/relationships/image" Target="../media/image138.png"/><Relationship Id="rId987" Type="http://schemas.openxmlformats.org/officeDocument/2006/relationships/customXml" Target="../ink/ink212.xml"/><Relationship Id="rId1172" Type="http://schemas.openxmlformats.org/officeDocument/2006/relationships/customXml" Target="../ink/ink339.xml"/><Relationship Id="rId2016" Type="http://schemas.openxmlformats.org/officeDocument/2006/relationships/customXml" Target="../ink/ink731.xml"/><Relationship Id="rId402" Type="http://schemas.openxmlformats.org/officeDocument/2006/relationships/customXml" Target="../ink/ink110.xml"/><Relationship Id="rId1032" Type="http://schemas.openxmlformats.org/officeDocument/2006/relationships/image" Target="../media/image900.png"/><Relationship Id="rId1891" Type="http://schemas.openxmlformats.org/officeDocument/2006/relationships/customXml" Target="../ink/ink606.xml"/><Relationship Id="rId1989" Type="http://schemas.openxmlformats.org/officeDocument/2006/relationships/customXml" Target="../ink/ink704.xml"/><Relationship Id="rId2802" Type="http://schemas.openxmlformats.org/officeDocument/2006/relationships/image" Target="../media/image203.png"/><Relationship Id="rId5001" Type="http://schemas.openxmlformats.org/officeDocument/2006/relationships/customXml" Target="../ink/ink1351.xml"/><Relationship Id="rId43" Type="http://schemas.openxmlformats.org/officeDocument/2006/relationships/customXml" Target="../ink/ink21.xml"/><Relationship Id="rId1849" Type="http://schemas.openxmlformats.org/officeDocument/2006/relationships/customXml" Target="../ink/ink564.xml"/><Relationship Id="rId4462" Type="http://schemas.openxmlformats.org/officeDocument/2006/relationships/customXml" Target="../ink/ink855.xml"/><Relationship Id="rId4767" Type="http://schemas.openxmlformats.org/officeDocument/2006/relationships/customXml" Target="../ink/ink1126.xml"/><Relationship Id="rId1709" Type="http://schemas.openxmlformats.org/officeDocument/2006/relationships/customXml" Target="../ink/ink486.xml"/><Relationship Id="rId1916" Type="http://schemas.openxmlformats.org/officeDocument/2006/relationships/customXml" Target="../ink/ink631.xml"/><Relationship Id="rId4322" Type="http://schemas.openxmlformats.org/officeDocument/2006/relationships/image" Target="../media/image2130.png"/><Relationship Id="rId4627" Type="http://schemas.openxmlformats.org/officeDocument/2006/relationships/customXml" Target="../ink/ink986.xml"/><Relationship Id="rId4974" Type="http://schemas.openxmlformats.org/officeDocument/2006/relationships/customXml" Target="../ink/ink1324.xml"/><Relationship Id="rId2080" Type="http://schemas.openxmlformats.org/officeDocument/2006/relationships/customXml" Target="../ink/ink795.xml"/><Relationship Id="rId4834" Type="http://schemas.openxmlformats.org/officeDocument/2006/relationships/customXml" Target="../ink/ink1193.xml"/><Relationship Id="rId357" Type="http://schemas.openxmlformats.org/officeDocument/2006/relationships/image" Target="../media/image148.png"/><Relationship Id="rId1194" Type="http://schemas.openxmlformats.org/officeDocument/2006/relationships/customXml" Target="../ink/ink361.xml"/><Relationship Id="rId2038" Type="http://schemas.openxmlformats.org/officeDocument/2006/relationships/customXml" Target="../ink/ink753.xml"/><Relationship Id="rId4901" Type="http://schemas.openxmlformats.org/officeDocument/2006/relationships/customXml" Target="../ink/ink1260.xml"/><Relationship Id="rId424" Type="http://schemas.openxmlformats.org/officeDocument/2006/relationships/customXml" Target="../ink/ink126.xml"/><Relationship Id="rId1054" Type="http://schemas.openxmlformats.org/officeDocument/2006/relationships/image" Target="../media/image1010.png"/><Relationship Id="rId1261" Type="http://schemas.openxmlformats.org/officeDocument/2006/relationships/customXml" Target="../ink/ink428.xml"/><Relationship Id="rId5023" Type="http://schemas.openxmlformats.org/officeDocument/2006/relationships/customXml" Target="../ink/ink1373.xml"/><Relationship Id="rId1121" Type="http://schemas.openxmlformats.org/officeDocument/2006/relationships/image" Target="../media/image1160.png"/><Relationship Id="rId1219" Type="http://schemas.openxmlformats.org/officeDocument/2006/relationships/customXml" Target="../ink/ink386.xml"/><Relationship Id="rId1773" Type="http://schemas.openxmlformats.org/officeDocument/2006/relationships/customXml" Target="../ink/ink488.xml"/><Relationship Id="rId1980" Type="http://schemas.openxmlformats.org/officeDocument/2006/relationships/customXml" Target="../ink/ink695.xml"/><Relationship Id="rId2824" Type="http://schemas.openxmlformats.org/officeDocument/2006/relationships/image" Target="../media/image214.png"/><Relationship Id="rId4484" Type="http://schemas.openxmlformats.org/officeDocument/2006/relationships/customXml" Target="../ink/ink873.xml"/><Relationship Id="rId4691" Type="http://schemas.openxmlformats.org/officeDocument/2006/relationships/customXml" Target="../ink/ink1050.xml"/><Relationship Id="rId65" Type="http://schemas.openxmlformats.org/officeDocument/2006/relationships/customXml" Target="../ink/ink32.xml"/><Relationship Id="rId1840" Type="http://schemas.openxmlformats.org/officeDocument/2006/relationships/customXml" Target="../ink/ink555.xml"/><Relationship Id="rId4551" Type="http://schemas.openxmlformats.org/officeDocument/2006/relationships/image" Target="../media/image74.png"/><Relationship Id="rId4789" Type="http://schemas.openxmlformats.org/officeDocument/2006/relationships/customXml" Target="../ink/ink1148.xml"/><Relationship Id="rId4996" Type="http://schemas.openxmlformats.org/officeDocument/2006/relationships/customXml" Target="../ink/ink1346.xml"/><Relationship Id="rId1700" Type="http://schemas.openxmlformats.org/officeDocument/2006/relationships/customXml" Target="../ink/ink483.xml"/><Relationship Id="rId1938" Type="http://schemas.openxmlformats.org/officeDocument/2006/relationships/customXml" Target="../ink/ink653.xml"/><Relationship Id="rId4649" Type="http://schemas.openxmlformats.org/officeDocument/2006/relationships/customXml" Target="../ink/ink1008.xml"/><Relationship Id="rId4856" Type="http://schemas.openxmlformats.org/officeDocument/2006/relationships/customXml" Target="../ink/ink1215.xml"/><Relationship Id="rId281" Type="http://schemas.openxmlformats.org/officeDocument/2006/relationships/image" Target="../media/image111.png"/><Relationship Id="rId4509" Type="http://schemas.openxmlformats.org/officeDocument/2006/relationships/customXml" Target="../ink/ink888.xml"/><Relationship Id="rId3665" Type="http://schemas.openxmlformats.org/officeDocument/2006/relationships/image" Target="../media/image1920.png"/><Relationship Id="rId4716" Type="http://schemas.openxmlformats.org/officeDocument/2006/relationships/customXml" Target="../ink/ink1075.xml"/><Relationship Id="rId379" Type="http://schemas.openxmlformats.org/officeDocument/2006/relationships/image" Target="../media/image155.png"/><Relationship Id="rId4923" Type="http://schemas.openxmlformats.org/officeDocument/2006/relationships/customXml" Target="../ink/ink1282.xml"/><Relationship Id="rId7" Type="http://schemas.openxmlformats.org/officeDocument/2006/relationships/customXml" Target="../ink/ink3.xml"/><Relationship Id="rId446" Type="http://schemas.openxmlformats.org/officeDocument/2006/relationships/customXml" Target="../ink/ink148.xml"/><Relationship Id="rId1076" Type="http://schemas.openxmlformats.org/officeDocument/2006/relationships/customXml" Target="../ink/ink266.xml"/><Relationship Id="rId1283" Type="http://schemas.openxmlformats.org/officeDocument/2006/relationships/customXml" Target="../ink/ink450.xml"/><Relationship Id="rId2779" Type="http://schemas.openxmlformats.org/officeDocument/2006/relationships/customXml" Target="../ink/ink812.xml"/><Relationship Id="rId306" Type="http://schemas.openxmlformats.org/officeDocument/2006/relationships/customXml" Target="../ink/ink56.xml"/><Relationship Id="rId958" Type="http://schemas.openxmlformats.org/officeDocument/2006/relationships/image" Target="../media/image640.png"/><Relationship Id="rId1143" Type="http://schemas.openxmlformats.org/officeDocument/2006/relationships/image" Target="../media/image1240.png"/><Relationship Id="rId1795" Type="http://schemas.openxmlformats.org/officeDocument/2006/relationships/customXml" Target="../ink/ink510.xml"/><Relationship Id="rId2846" Type="http://schemas.microsoft.com/office/2007/relationships/hdphoto" Target="../media/hdphoto15.wdp"/><Relationship Id="rId4299" Type="http://schemas.openxmlformats.org/officeDocument/2006/relationships/image" Target="../media/image2040.png"/><Relationship Id="rId5045" Type="http://schemas.openxmlformats.org/officeDocument/2006/relationships/customXml" Target="../ink/ink1395.xml"/><Relationship Id="rId87" Type="http://schemas.openxmlformats.org/officeDocument/2006/relationships/customXml" Target="../ink/ink43.xml"/><Relationship Id="rId1655" Type="http://schemas.openxmlformats.org/officeDocument/2006/relationships/customXml" Target="../ink/ink476.xml"/><Relationship Id="rId1003" Type="http://schemas.openxmlformats.org/officeDocument/2006/relationships/customXml" Target="../ink/ink224.xml"/><Relationship Id="rId1210" Type="http://schemas.openxmlformats.org/officeDocument/2006/relationships/customXml" Target="../ink/ink377.xml"/><Relationship Id="rId1308" Type="http://schemas.openxmlformats.org/officeDocument/2006/relationships/customXml" Target="../ink/ink470.xml"/><Relationship Id="rId1862" Type="http://schemas.openxmlformats.org/officeDocument/2006/relationships/customXml" Target="../ink/ink577.xml"/><Relationship Id="rId4573" Type="http://schemas.openxmlformats.org/officeDocument/2006/relationships/customXml" Target="../ink/ink932.xml"/><Relationship Id="rId4780" Type="http://schemas.openxmlformats.org/officeDocument/2006/relationships/customXml" Target="../ink/ink1139.xml"/><Relationship Id="rId4640" Type="http://schemas.openxmlformats.org/officeDocument/2006/relationships/customXml" Target="../ink/ink999.xml"/><Relationship Id="rId4878" Type="http://schemas.openxmlformats.org/officeDocument/2006/relationships/customXml" Target="../ink/ink1237.xml"/><Relationship Id="rId14" Type="http://schemas.openxmlformats.org/officeDocument/2006/relationships/image" Target="../media/image6.png"/><Relationship Id="rId4500" Type="http://schemas.openxmlformats.org/officeDocument/2006/relationships/image" Target="../media/image243.png"/><Relationship Id="rId4738" Type="http://schemas.openxmlformats.org/officeDocument/2006/relationships/customXml" Target="../ink/ink1097.xml"/><Relationship Id="rId4945" Type="http://schemas.microsoft.com/office/2007/relationships/hdphoto" Target="../media/hdphoto30.wdp"/><Relationship Id="rId370" Type="http://schemas.openxmlformats.org/officeDocument/2006/relationships/customXml" Target="../ink/ink92.xml"/><Relationship Id="rId2051" Type="http://schemas.openxmlformats.org/officeDocument/2006/relationships/customXml" Target="../ink/ink766.xml"/><Relationship Id="rId4805" Type="http://schemas.openxmlformats.org/officeDocument/2006/relationships/customXml" Target="../ink/ink1164.xml"/><Relationship Id="rId468" Type="http://schemas.openxmlformats.org/officeDocument/2006/relationships/customXml" Target="../ink/ink170.xml"/><Relationship Id="rId1098" Type="http://schemas.openxmlformats.org/officeDocument/2006/relationships/customXml" Target="../ink/ink284.xml"/><Relationship Id="rId2770" Type="http://schemas.openxmlformats.org/officeDocument/2006/relationships/image" Target="../media/image187.png"/><Relationship Id="rId5067" Type="http://schemas.openxmlformats.org/officeDocument/2006/relationships/customXml" Target="../ink/ink1417.xml"/><Relationship Id="rId328" Type="http://schemas.openxmlformats.org/officeDocument/2006/relationships/customXml" Target="../ink/ink67.xml"/><Relationship Id="rId1165" Type="http://schemas.openxmlformats.org/officeDocument/2006/relationships/customXml" Target="../ink/ink332.xml"/><Relationship Id="rId2009" Type="http://schemas.openxmlformats.org/officeDocument/2006/relationships/customXml" Target="../ink/ink724.xml"/><Relationship Id="rId1025" Type="http://schemas.openxmlformats.org/officeDocument/2006/relationships/image" Target="../media/image870.png"/><Relationship Id="rId1232" Type="http://schemas.openxmlformats.org/officeDocument/2006/relationships/customXml" Target="../ink/ink399.xml"/><Relationship Id="rId1884" Type="http://schemas.openxmlformats.org/officeDocument/2006/relationships/customXml" Target="../ink/ink599.xml"/><Relationship Id="rId4595" Type="http://schemas.openxmlformats.org/officeDocument/2006/relationships/customXml" Target="../ink/ink954.xml"/><Relationship Id="rId1951" Type="http://schemas.openxmlformats.org/officeDocument/2006/relationships/customXml" Target="../ink/ink666.xml"/><Relationship Id="rId36" Type="http://schemas.openxmlformats.org/officeDocument/2006/relationships/image" Target="../media/image17.png"/><Relationship Id="rId4455" Type="http://schemas.openxmlformats.org/officeDocument/2006/relationships/customXml" Target="../ink/ink851.xml"/><Relationship Id="rId4662" Type="http://schemas.openxmlformats.org/officeDocument/2006/relationships/customXml" Target="../ink/ink1021.xml"/><Relationship Id="rId4967" Type="http://schemas.openxmlformats.org/officeDocument/2006/relationships/customXml" Target="../ink/ink1317.xml"/><Relationship Id="rId1811" Type="http://schemas.openxmlformats.org/officeDocument/2006/relationships/customXml" Target="../ink/ink526.xml"/><Relationship Id="rId1909" Type="http://schemas.openxmlformats.org/officeDocument/2006/relationships/customXml" Target="../ink/ink624.xml"/><Relationship Id="rId4522" Type="http://schemas.openxmlformats.org/officeDocument/2006/relationships/image" Target="../media/image253.png"/><Relationship Id="rId392" Type="http://schemas.openxmlformats.org/officeDocument/2006/relationships/customXml" Target="../ink/ink104.xml"/><Relationship Id="rId2073" Type="http://schemas.openxmlformats.org/officeDocument/2006/relationships/customXml" Target="../ink/ink788.xml"/><Relationship Id="rId4827" Type="http://schemas.openxmlformats.org/officeDocument/2006/relationships/customXml" Target="../ink/ink1186.xml"/><Relationship Id="rId1187" Type="http://schemas.openxmlformats.org/officeDocument/2006/relationships/customXml" Target="../ink/ink354.xml"/><Relationship Id="rId252" Type="http://schemas.openxmlformats.org/officeDocument/2006/relationships/image" Target="../media/image98.png"/><Relationship Id="rId2792" Type="http://schemas.openxmlformats.org/officeDocument/2006/relationships/image" Target="../media/image198.png"/><Relationship Id="rId971" Type="http://schemas.openxmlformats.org/officeDocument/2006/relationships/customXml" Target="../ink/ink200.xml"/><Relationship Id="rId1699" Type="http://schemas.openxmlformats.org/officeDocument/2006/relationships/image" Target="../media/image1400.png"/><Relationship Id="rId2000" Type="http://schemas.openxmlformats.org/officeDocument/2006/relationships/customXml" Target="../ink/ink715.xml"/><Relationship Id="rId417" Type="http://schemas.openxmlformats.org/officeDocument/2006/relationships/image" Target="../media/image171.png"/><Relationship Id="rId1047" Type="http://schemas.openxmlformats.org/officeDocument/2006/relationships/customXml" Target="../ink/ink247.xml"/><Relationship Id="rId1254" Type="http://schemas.openxmlformats.org/officeDocument/2006/relationships/customXml" Target="../ink/ink421.xml"/><Relationship Id="rId5016" Type="http://schemas.openxmlformats.org/officeDocument/2006/relationships/customXml" Target="../ink/ink1366.xml"/><Relationship Id="rId1114" Type="http://schemas.openxmlformats.org/officeDocument/2006/relationships/image" Target="../media/image1140.png"/><Relationship Id="rId1973" Type="http://schemas.openxmlformats.org/officeDocument/2006/relationships/customXml" Target="../ink/ink688.xml"/><Relationship Id="rId2817" Type="http://schemas.openxmlformats.org/officeDocument/2006/relationships/customXml" Target="../ink/ink831.xml"/><Relationship Id="rId4477" Type="http://schemas.openxmlformats.org/officeDocument/2006/relationships/image" Target="../media/image236.png"/><Relationship Id="rId4684" Type="http://schemas.openxmlformats.org/officeDocument/2006/relationships/customXml" Target="../ink/ink1043.xml"/><Relationship Id="rId4891" Type="http://schemas.openxmlformats.org/officeDocument/2006/relationships/customXml" Target="../ink/ink1250.xml"/><Relationship Id="rId58" Type="http://schemas.openxmlformats.org/officeDocument/2006/relationships/image" Target="../media/image28.png"/><Relationship Id="rId1833" Type="http://schemas.openxmlformats.org/officeDocument/2006/relationships/customXml" Target="../ink/ink548.xml"/><Relationship Id="rId4544" Type="http://schemas.openxmlformats.org/officeDocument/2006/relationships/image" Target="../media/image264.png"/><Relationship Id="rId4989" Type="http://schemas.openxmlformats.org/officeDocument/2006/relationships/customXml" Target="../ink/ink1339.xml"/><Relationship Id="rId1900" Type="http://schemas.openxmlformats.org/officeDocument/2006/relationships/customXml" Target="../ink/ink615.xml"/><Relationship Id="rId4751" Type="http://schemas.openxmlformats.org/officeDocument/2006/relationships/customXml" Target="../ink/ink1110.xml"/><Relationship Id="rId4849" Type="http://schemas.openxmlformats.org/officeDocument/2006/relationships/customXml" Target="../ink/ink1208.xml"/><Relationship Id="rId481" Type="http://schemas.openxmlformats.org/officeDocument/2006/relationships/customXml" Target="../ink/ink183.xml"/><Relationship Id="rId4611" Type="http://schemas.openxmlformats.org/officeDocument/2006/relationships/customXml" Target="../ink/ink970.xml"/><Relationship Id="rId4709" Type="http://schemas.openxmlformats.org/officeDocument/2006/relationships/customXml" Target="../ink/ink1068.xml"/><Relationship Id="rId4916" Type="http://schemas.openxmlformats.org/officeDocument/2006/relationships/customXml" Target="../ink/ink1275.xml"/><Relationship Id="rId993" Type="http://schemas.openxmlformats.org/officeDocument/2006/relationships/customXml" Target="../ink/ink215.xml"/><Relationship Id="rId5080" Type="http://schemas.openxmlformats.org/officeDocument/2006/relationships/customXml" Target="../ink/ink1430.xml"/><Relationship Id="rId341" Type="http://schemas.openxmlformats.org/officeDocument/2006/relationships/image" Target="../media/image141.png"/><Relationship Id="rId439" Type="http://schemas.openxmlformats.org/officeDocument/2006/relationships/customXml" Target="../ink/ink141.xml"/><Relationship Id="rId1069" Type="http://schemas.openxmlformats.org/officeDocument/2006/relationships/customXml" Target="../ink/ink259.xml"/><Relationship Id="rId1276" Type="http://schemas.openxmlformats.org/officeDocument/2006/relationships/customXml" Target="../ink/ink443.xml"/><Relationship Id="rId2022" Type="http://schemas.openxmlformats.org/officeDocument/2006/relationships/customXml" Target="../ink/ink737.xml"/><Relationship Id="rId1136" Type="http://schemas.openxmlformats.org/officeDocument/2006/relationships/customXml" Target="../ink/ink312.xml"/><Relationship Id="rId1788" Type="http://schemas.openxmlformats.org/officeDocument/2006/relationships/customXml" Target="../ink/ink503.xml"/><Relationship Id="rId1995" Type="http://schemas.openxmlformats.org/officeDocument/2006/relationships/customXml" Target="../ink/ink710.xml"/><Relationship Id="rId2839" Type="http://schemas.microsoft.com/office/2007/relationships/hdphoto" Target="../media/hdphoto10.wdp"/><Relationship Id="rId5038" Type="http://schemas.openxmlformats.org/officeDocument/2006/relationships/customXml" Target="../ink/ink1388.xml"/><Relationship Id="rId4499" Type="http://schemas.openxmlformats.org/officeDocument/2006/relationships/customXml" Target="../ink/ink883.xml"/><Relationship Id="rId1203" Type="http://schemas.openxmlformats.org/officeDocument/2006/relationships/customXml" Target="../ink/ink370.xml"/><Relationship Id="rId1855" Type="http://schemas.openxmlformats.org/officeDocument/2006/relationships/customXml" Target="../ink/ink570.xml"/><Relationship Id="rId4566" Type="http://schemas.openxmlformats.org/officeDocument/2006/relationships/customXml" Target="../ink/ink925.xml"/><Relationship Id="rId4773" Type="http://schemas.openxmlformats.org/officeDocument/2006/relationships/customXml" Target="../ink/ink1132.xml"/><Relationship Id="rId4980" Type="http://schemas.openxmlformats.org/officeDocument/2006/relationships/customXml" Target="../ink/ink1330.xml"/><Relationship Id="rId1922" Type="http://schemas.openxmlformats.org/officeDocument/2006/relationships/customXml" Target="../ink/ink637.xml"/><Relationship Id="rId4633" Type="http://schemas.openxmlformats.org/officeDocument/2006/relationships/customXml" Target="../ink/ink992.xml"/><Relationship Id="rId4840" Type="http://schemas.openxmlformats.org/officeDocument/2006/relationships/customXml" Target="../ink/ink1199.xml"/><Relationship Id="rId4938" Type="http://schemas.openxmlformats.org/officeDocument/2006/relationships/image" Target="../media/image81.png"/><Relationship Id="rId363" Type="http://schemas.openxmlformats.org/officeDocument/2006/relationships/customXml" Target="../ink/ink87.xml"/><Relationship Id="rId2044" Type="http://schemas.openxmlformats.org/officeDocument/2006/relationships/customXml" Target="../ink/ink759.xml"/><Relationship Id="rId4700" Type="http://schemas.openxmlformats.org/officeDocument/2006/relationships/customXml" Target="../ink/ink1059.xml"/><Relationship Id="rId430" Type="http://schemas.openxmlformats.org/officeDocument/2006/relationships/customXml" Target="../ink/ink132.xml"/><Relationship Id="rId1060" Type="http://schemas.openxmlformats.org/officeDocument/2006/relationships/image" Target="../media/image1040.png"/><Relationship Id="rId1298" Type="http://schemas.openxmlformats.org/officeDocument/2006/relationships/customXml" Target="../ink/ink463.xml"/><Relationship Id="rId2763" Type="http://schemas.openxmlformats.org/officeDocument/2006/relationships/customXml" Target="../ink/ink804.xml"/><Relationship Id="rId1158" Type="http://schemas.openxmlformats.org/officeDocument/2006/relationships/customXml" Target="../ink/ink325.xml"/><Relationship Id="rId1018" Type="http://schemas.openxmlformats.org/officeDocument/2006/relationships/customXml" Target="../ink/ink232.xml"/><Relationship Id="rId1225" Type="http://schemas.openxmlformats.org/officeDocument/2006/relationships/customXml" Target="../ink/ink392.xml"/><Relationship Id="rId1877" Type="http://schemas.openxmlformats.org/officeDocument/2006/relationships/customXml" Target="../ink/ink592.xml"/><Relationship Id="rId2830" Type="http://schemas.microsoft.com/office/2007/relationships/hdphoto" Target="../media/hdphoto5.wdp"/><Relationship Id="rId4490" Type="http://schemas.openxmlformats.org/officeDocument/2006/relationships/customXml" Target="../ink/ink877.xml"/><Relationship Id="rId4588" Type="http://schemas.openxmlformats.org/officeDocument/2006/relationships/customXml" Target="../ink/ink947.xml"/><Relationship Id="rId71" Type="http://schemas.openxmlformats.org/officeDocument/2006/relationships/customXml" Target="../ink/ink35.xml"/><Relationship Id="rId1944" Type="http://schemas.openxmlformats.org/officeDocument/2006/relationships/customXml" Target="../ink/ink659.xml"/><Relationship Id="rId4795" Type="http://schemas.openxmlformats.org/officeDocument/2006/relationships/customXml" Target="../ink/ink1154.xml"/><Relationship Id="rId29" Type="http://schemas.openxmlformats.org/officeDocument/2006/relationships/customXml" Target="../ink/ink14.xml"/><Relationship Id="rId4448" Type="http://schemas.openxmlformats.org/officeDocument/2006/relationships/customXml" Target="../ink/ink847.xml"/><Relationship Id="rId4655" Type="http://schemas.openxmlformats.org/officeDocument/2006/relationships/customXml" Target="../ink/ink1014.xml"/><Relationship Id="rId4862" Type="http://schemas.openxmlformats.org/officeDocument/2006/relationships/customXml" Target="../ink/ink1221.xml"/><Relationship Id="rId1804" Type="http://schemas.openxmlformats.org/officeDocument/2006/relationships/customXml" Target="../ink/ink519.xml"/><Relationship Id="rId178" Type="http://schemas.openxmlformats.org/officeDocument/2006/relationships/image" Target="../media/image61.png"/><Relationship Id="rId4515" Type="http://schemas.openxmlformats.org/officeDocument/2006/relationships/image" Target="../media/image250.png"/><Relationship Id="rId4308" Type="http://schemas.openxmlformats.org/officeDocument/2006/relationships/image" Target="../media/image2080.png"/><Relationship Id="rId4722" Type="http://schemas.openxmlformats.org/officeDocument/2006/relationships/customXml" Target="../ink/ink1081.xml"/><Relationship Id="rId385" Type="http://schemas.openxmlformats.org/officeDocument/2006/relationships/image" Target="../media/image158.png"/><Relationship Id="rId2066" Type="http://schemas.openxmlformats.org/officeDocument/2006/relationships/customXml" Target="../ink/ink781.xml"/><Relationship Id="rId452" Type="http://schemas.openxmlformats.org/officeDocument/2006/relationships/customXml" Target="../ink/ink154.xml"/><Relationship Id="rId1082" Type="http://schemas.openxmlformats.org/officeDocument/2006/relationships/customXml" Target="../ink/ink271.xml"/><Relationship Id="rId2785" Type="http://schemas.openxmlformats.org/officeDocument/2006/relationships/customXml" Target="../ink/ink815.xml"/><Relationship Id="rId5051" Type="http://schemas.openxmlformats.org/officeDocument/2006/relationships/customXml" Target="../ink/ink1401.xml"/><Relationship Id="rId105" Type="http://schemas.openxmlformats.org/officeDocument/2006/relationships/customXml" Target="../ink/ink52.xml"/><Relationship Id="rId312" Type="http://schemas.openxmlformats.org/officeDocument/2006/relationships/customXml" Target="../ink/ink59.xml"/><Relationship Id="rId964" Type="http://schemas.openxmlformats.org/officeDocument/2006/relationships/image" Target="../media/image660.png"/><Relationship Id="rId2852" Type="http://schemas.microsoft.com/office/2007/relationships/hdphoto" Target="../media/hdphoto19.wdp"/><Relationship Id="rId93" Type="http://schemas.openxmlformats.org/officeDocument/2006/relationships/customXml" Target="../ink/ink46.xml"/><Relationship Id="rId1247" Type="http://schemas.openxmlformats.org/officeDocument/2006/relationships/customXml" Target="../ink/ink414.xml"/><Relationship Id="rId1899" Type="http://schemas.openxmlformats.org/officeDocument/2006/relationships/customXml" Target="../ink/ink614.xml"/><Relationship Id="rId5009" Type="http://schemas.openxmlformats.org/officeDocument/2006/relationships/customXml" Target="../ink/ink1359.xml"/><Relationship Id="rId1107" Type="http://schemas.openxmlformats.org/officeDocument/2006/relationships/customXml" Target="../ink/ink292.xml"/><Relationship Id="rId1966" Type="http://schemas.openxmlformats.org/officeDocument/2006/relationships/customXml" Target="../ink/ink681.xml"/><Relationship Id="rId4677" Type="http://schemas.openxmlformats.org/officeDocument/2006/relationships/customXml" Target="../ink/ink1036.xml"/><Relationship Id="rId4884" Type="http://schemas.openxmlformats.org/officeDocument/2006/relationships/customXml" Target="../ink/ink1243.xml"/><Relationship Id="rId1826" Type="http://schemas.openxmlformats.org/officeDocument/2006/relationships/customXml" Target="../ink/ink541.xml"/><Relationship Id="rId4537" Type="http://schemas.openxmlformats.org/officeDocument/2006/relationships/customXml" Target="../ink/ink903.xml"/><Relationship Id="rId20" Type="http://schemas.openxmlformats.org/officeDocument/2006/relationships/image" Target="../media/image9.png"/><Relationship Id="rId2088" Type="http://schemas.microsoft.com/office/2007/relationships/hdphoto" Target="../media/hdphoto3.wdp"/><Relationship Id="rId4744" Type="http://schemas.openxmlformats.org/officeDocument/2006/relationships/customXml" Target="../ink/ink1103.xml"/><Relationship Id="rId4951" Type="http://schemas.openxmlformats.org/officeDocument/2006/relationships/customXml" Target="../ink/ink1301.xml"/><Relationship Id="rId474" Type="http://schemas.openxmlformats.org/officeDocument/2006/relationships/customXml" Target="../ink/ink176.xml"/><Relationship Id="rId4604" Type="http://schemas.openxmlformats.org/officeDocument/2006/relationships/customXml" Target="../ink/ink963.xml"/><Relationship Id="rId4811" Type="http://schemas.openxmlformats.org/officeDocument/2006/relationships/customXml" Target="../ink/ink1170.xml"/><Relationship Id="rId4909" Type="http://schemas.openxmlformats.org/officeDocument/2006/relationships/customXml" Target="../ink/ink1268.xml"/><Relationship Id="rId986" Type="http://schemas.openxmlformats.org/officeDocument/2006/relationships/customXml" Target="../ink/ink211.xml"/><Relationship Id="rId5073" Type="http://schemas.openxmlformats.org/officeDocument/2006/relationships/customXml" Target="../ink/ink1423.xml"/><Relationship Id="rId334" Type="http://schemas.openxmlformats.org/officeDocument/2006/relationships/customXml" Target="../ink/ink70.xml"/><Relationship Id="rId1171" Type="http://schemas.openxmlformats.org/officeDocument/2006/relationships/customXml" Target="../ink/ink338.xml"/><Relationship Id="rId1269" Type="http://schemas.openxmlformats.org/officeDocument/2006/relationships/customXml" Target="../ink/ink436.xml"/><Relationship Id="rId2015" Type="http://schemas.openxmlformats.org/officeDocument/2006/relationships/customXml" Target="../ink/ink730.xml"/><Relationship Id="rId401" Type="http://schemas.openxmlformats.org/officeDocument/2006/relationships/customXml" Target="../ink/ink109.xml"/><Relationship Id="rId1031" Type="http://schemas.openxmlformats.org/officeDocument/2006/relationships/customXml" Target="../ink/ink239.xml"/><Relationship Id="rId1129" Type="http://schemas.openxmlformats.org/officeDocument/2006/relationships/customXml" Target="../ink/ink307.xml"/><Relationship Id="rId1890" Type="http://schemas.openxmlformats.org/officeDocument/2006/relationships/customXml" Target="../ink/ink605.xml"/><Relationship Id="rId1988" Type="http://schemas.openxmlformats.org/officeDocument/2006/relationships/customXml" Target="../ink/ink703.xml"/><Relationship Id="rId5000" Type="http://schemas.openxmlformats.org/officeDocument/2006/relationships/customXml" Target="../ink/ink1350.xml"/><Relationship Id="rId2801" Type="http://schemas.openxmlformats.org/officeDocument/2006/relationships/customXml" Target="../ink/ink823.xml"/><Relationship Id="rId4461" Type="http://schemas.openxmlformats.org/officeDocument/2006/relationships/customXml" Target="../ink/ink854.xml"/><Relationship Id="rId4699" Type="http://schemas.openxmlformats.org/officeDocument/2006/relationships/customXml" Target="../ink/ink1058.xml"/><Relationship Id="rId42" Type="http://schemas.openxmlformats.org/officeDocument/2006/relationships/image" Target="../media/image20.png"/><Relationship Id="rId1848" Type="http://schemas.openxmlformats.org/officeDocument/2006/relationships/customXml" Target="../ink/ink563.xml"/><Relationship Id="rId4559" Type="http://schemas.openxmlformats.org/officeDocument/2006/relationships/customXml" Target="../ink/ink918.xml"/><Relationship Id="rId4766" Type="http://schemas.openxmlformats.org/officeDocument/2006/relationships/customXml" Target="../ink/ink1125.xml"/><Relationship Id="rId4973" Type="http://schemas.openxmlformats.org/officeDocument/2006/relationships/customXml" Target="../ink/ink1323.xml"/><Relationship Id="rId1708" Type="http://schemas.openxmlformats.org/officeDocument/2006/relationships/image" Target="../media/image1420.png"/><Relationship Id="rId1915" Type="http://schemas.openxmlformats.org/officeDocument/2006/relationships/customXml" Target="../ink/ink630.xml"/><Relationship Id="rId4626" Type="http://schemas.openxmlformats.org/officeDocument/2006/relationships/customXml" Target="../ink/ink985.xml"/><Relationship Id="rId4833" Type="http://schemas.openxmlformats.org/officeDocument/2006/relationships/customXml" Target="../ink/ink1192.xml"/><Relationship Id="rId289" Type="http://schemas.openxmlformats.org/officeDocument/2006/relationships/image" Target="../media/image115.png"/><Relationship Id="rId356" Type="http://schemas.openxmlformats.org/officeDocument/2006/relationships/customXml" Target="../ink/ink82.xml"/><Relationship Id="rId1193" Type="http://schemas.openxmlformats.org/officeDocument/2006/relationships/customXml" Target="../ink/ink360.xml"/><Relationship Id="rId2037" Type="http://schemas.openxmlformats.org/officeDocument/2006/relationships/customXml" Target="../ink/ink752.xml"/><Relationship Id="rId4900" Type="http://schemas.openxmlformats.org/officeDocument/2006/relationships/customXml" Target="../ink/ink1259.xml"/><Relationship Id="rId423" Type="http://schemas.openxmlformats.org/officeDocument/2006/relationships/customXml" Target="../ink/ink125.xml"/><Relationship Id="rId1053" Type="http://schemas.openxmlformats.org/officeDocument/2006/relationships/customXml" Target="../ink/ink250.xml"/><Relationship Id="rId1260" Type="http://schemas.openxmlformats.org/officeDocument/2006/relationships/customXml" Target="../ink/ink427.xml"/><Relationship Id="rId216" Type="http://schemas.openxmlformats.org/officeDocument/2006/relationships/image" Target="../media/image80.png"/><Relationship Id="rId1772" Type="http://schemas.openxmlformats.org/officeDocument/2006/relationships/customXml" Target="../ink/ink487.xml"/><Relationship Id="rId5022" Type="http://schemas.openxmlformats.org/officeDocument/2006/relationships/customXml" Target="../ink/ink1372.xml"/><Relationship Id="rId64" Type="http://schemas.openxmlformats.org/officeDocument/2006/relationships/image" Target="../media/image31.png"/><Relationship Id="rId1120" Type="http://schemas.openxmlformats.org/officeDocument/2006/relationships/customXml" Target="../ink/ink301.xml"/><Relationship Id="rId1218" Type="http://schemas.openxmlformats.org/officeDocument/2006/relationships/customXml" Target="../ink/ink385.xml"/><Relationship Id="rId2823" Type="http://schemas.openxmlformats.org/officeDocument/2006/relationships/customXml" Target="../ink/ink834.xml"/><Relationship Id="rId4483" Type="http://schemas.openxmlformats.org/officeDocument/2006/relationships/customXml" Target="../ink/ink872.xml"/><Relationship Id="rId4690" Type="http://schemas.openxmlformats.org/officeDocument/2006/relationships/customXml" Target="../ink/ink1049.xml"/><Relationship Id="rId1937" Type="http://schemas.openxmlformats.org/officeDocument/2006/relationships/customXml" Target="../ink/ink652.xml"/><Relationship Id="rId4550" Type="http://schemas.openxmlformats.org/officeDocument/2006/relationships/image" Target="../media/image73.png"/><Relationship Id="rId4788" Type="http://schemas.openxmlformats.org/officeDocument/2006/relationships/customXml" Target="../ink/ink1147.xml"/><Relationship Id="rId4995" Type="http://schemas.openxmlformats.org/officeDocument/2006/relationships/customXml" Target="../ink/ink1345.xml"/><Relationship Id="rId4648" Type="http://schemas.openxmlformats.org/officeDocument/2006/relationships/customXml" Target="../ink/ink1007.xml"/><Relationship Id="rId4855" Type="http://schemas.openxmlformats.org/officeDocument/2006/relationships/customXml" Target="../ink/ink1214.xml"/><Relationship Id="rId4508" Type="http://schemas.openxmlformats.org/officeDocument/2006/relationships/image" Target="../media/image247.png"/><Relationship Id="rId4715" Type="http://schemas.openxmlformats.org/officeDocument/2006/relationships/customXml" Target="../ink/ink1074.xml"/><Relationship Id="rId4922" Type="http://schemas.openxmlformats.org/officeDocument/2006/relationships/customXml" Target="../ink/ink1281.xml"/><Relationship Id="rId378" Type="http://schemas.openxmlformats.org/officeDocument/2006/relationships/customXml" Target="../ink/ink97.xml"/><Relationship Id="rId2059" Type="http://schemas.openxmlformats.org/officeDocument/2006/relationships/customXml" Target="../ink/ink774.xml"/><Relationship Id="rId6" Type="http://schemas.openxmlformats.org/officeDocument/2006/relationships/image" Target="../media/image2.png"/><Relationship Id="rId445" Type="http://schemas.openxmlformats.org/officeDocument/2006/relationships/customXml" Target="../ink/ink147.xml"/><Relationship Id="rId1075" Type="http://schemas.openxmlformats.org/officeDocument/2006/relationships/customXml" Target="../ink/ink265.xml"/><Relationship Id="rId1282" Type="http://schemas.openxmlformats.org/officeDocument/2006/relationships/customXml" Target="../ink/ink449.xml"/><Relationship Id="rId238" Type="http://schemas.openxmlformats.org/officeDocument/2006/relationships/image" Target="../media/image91.png"/><Relationship Id="rId2778" Type="http://schemas.openxmlformats.org/officeDocument/2006/relationships/image" Target="../media/image191.png"/><Relationship Id="rId5044" Type="http://schemas.openxmlformats.org/officeDocument/2006/relationships/customXml" Target="../ink/ink1394.xml"/><Relationship Id="rId305" Type="http://schemas.openxmlformats.org/officeDocument/2006/relationships/image" Target="../media/image123.png"/><Relationship Id="rId957" Type="http://schemas.openxmlformats.org/officeDocument/2006/relationships/customXml" Target="../ink/ink191.xml"/><Relationship Id="rId1142" Type="http://schemas.openxmlformats.org/officeDocument/2006/relationships/customXml" Target="../ink/ink315.xml"/><Relationship Id="rId1794" Type="http://schemas.openxmlformats.org/officeDocument/2006/relationships/customXml" Target="../ink/ink509.xml"/><Relationship Id="rId2845" Type="http://schemas.microsoft.com/office/2007/relationships/hdphoto" Target="../media/hdphoto14.wdp"/><Relationship Id="rId86" Type="http://schemas.openxmlformats.org/officeDocument/2006/relationships/image" Target="../media/image42.png"/><Relationship Id="rId1002" Type="http://schemas.openxmlformats.org/officeDocument/2006/relationships/customXml" Target="../ink/ink223.xml"/><Relationship Id="rId1654" Type="http://schemas.openxmlformats.org/officeDocument/2006/relationships/customXml" Target="../ink/ink475.xml"/><Relationship Id="rId1861" Type="http://schemas.openxmlformats.org/officeDocument/2006/relationships/customXml" Target="../ink/ink576.xml"/><Relationship Id="rId1307" Type="http://schemas.openxmlformats.org/officeDocument/2006/relationships/customXml" Target="../ink/ink469.xml"/><Relationship Id="rId1959" Type="http://schemas.openxmlformats.org/officeDocument/2006/relationships/customXml" Target="../ink/ink674.xml"/><Relationship Id="rId4572" Type="http://schemas.openxmlformats.org/officeDocument/2006/relationships/customXml" Target="../ink/ink931.xml"/><Relationship Id="rId4877" Type="http://schemas.openxmlformats.org/officeDocument/2006/relationships/customXml" Target="../ink/ink1236.xml"/><Relationship Id="rId13" Type="http://schemas.openxmlformats.org/officeDocument/2006/relationships/customXml" Target="../ink/ink6.xml"/><Relationship Id="rId1819" Type="http://schemas.openxmlformats.org/officeDocument/2006/relationships/customXml" Target="../ink/ink534.xml"/><Relationship Id="rId4737" Type="http://schemas.openxmlformats.org/officeDocument/2006/relationships/customXml" Target="../ink/ink1096.xml"/><Relationship Id="rId4944" Type="http://schemas.microsoft.com/office/2007/relationships/hdphoto" Target="../media/hdphoto29.wdp"/><Relationship Id="rId467" Type="http://schemas.openxmlformats.org/officeDocument/2006/relationships/customXml" Target="../ink/ink169.xml"/><Relationship Id="rId1097" Type="http://schemas.openxmlformats.org/officeDocument/2006/relationships/customXml" Target="../ink/ink283.xml"/><Relationship Id="rId2050" Type="http://schemas.openxmlformats.org/officeDocument/2006/relationships/customXml" Target="../ink/ink765.xml"/><Relationship Id="rId4804" Type="http://schemas.openxmlformats.org/officeDocument/2006/relationships/customXml" Target="../ink/ink1163.xml"/><Relationship Id="rId979" Type="http://schemas.openxmlformats.org/officeDocument/2006/relationships/customXml" Target="../ink/ink206.xml"/><Relationship Id="rId5066" Type="http://schemas.openxmlformats.org/officeDocument/2006/relationships/customXml" Target="../ink/ink1416.xml"/><Relationship Id="rId327" Type="http://schemas.openxmlformats.org/officeDocument/2006/relationships/image" Target="../media/image134.png"/><Relationship Id="rId1164" Type="http://schemas.openxmlformats.org/officeDocument/2006/relationships/customXml" Target="../ink/ink331.xml"/><Relationship Id="rId2008" Type="http://schemas.openxmlformats.org/officeDocument/2006/relationships/customXml" Target="../ink/ink723.xml"/><Relationship Id="rId1024" Type="http://schemas.openxmlformats.org/officeDocument/2006/relationships/customXml" Target="../ink/ink235.xml"/><Relationship Id="rId1231" Type="http://schemas.openxmlformats.org/officeDocument/2006/relationships/customXml" Target="../ink/ink398.xml"/><Relationship Id="rId1883" Type="http://schemas.openxmlformats.org/officeDocument/2006/relationships/customXml" Target="../ink/ink598.xml"/><Relationship Id="rId4594" Type="http://schemas.openxmlformats.org/officeDocument/2006/relationships/customXml" Target="../ink/ink953.xml"/><Relationship Id="rId1950" Type="http://schemas.openxmlformats.org/officeDocument/2006/relationships/customXml" Target="../ink/ink665.xml"/><Relationship Id="rId4454" Type="http://schemas.openxmlformats.org/officeDocument/2006/relationships/image" Target="../media/image230.png"/><Relationship Id="rId4661" Type="http://schemas.openxmlformats.org/officeDocument/2006/relationships/customXml" Target="../ink/ink1020.xml"/><Relationship Id="rId4899" Type="http://schemas.openxmlformats.org/officeDocument/2006/relationships/customXml" Target="../ink/ink1258.xml"/><Relationship Id="rId35" Type="http://schemas.openxmlformats.org/officeDocument/2006/relationships/customXml" Target="../ink/ink17.xml"/><Relationship Id="rId1810" Type="http://schemas.openxmlformats.org/officeDocument/2006/relationships/customXml" Target="../ink/ink525.xml"/><Relationship Id="rId4314" Type="http://schemas.openxmlformats.org/officeDocument/2006/relationships/image" Target="../media/image2090.png"/><Relationship Id="rId4759" Type="http://schemas.openxmlformats.org/officeDocument/2006/relationships/customXml" Target="../ink/ink1118.xml"/><Relationship Id="rId4966" Type="http://schemas.openxmlformats.org/officeDocument/2006/relationships/customXml" Target="../ink/ink1316.xml"/><Relationship Id="rId391" Type="http://schemas.openxmlformats.org/officeDocument/2006/relationships/image" Target="../media/image161.png"/><Relationship Id="rId1908" Type="http://schemas.openxmlformats.org/officeDocument/2006/relationships/customXml" Target="../ink/ink623.xml"/><Relationship Id="rId2072" Type="http://schemas.openxmlformats.org/officeDocument/2006/relationships/customXml" Target="../ink/ink787.xml"/><Relationship Id="rId4521" Type="http://schemas.openxmlformats.org/officeDocument/2006/relationships/customXml" Target="../ink/ink895.xml"/><Relationship Id="rId4619" Type="http://schemas.openxmlformats.org/officeDocument/2006/relationships/customXml" Target="../ink/ink978.xml"/><Relationship Id="rId4826" Type="http://schemas.openxmlformats.org/officeDocument/2006/relationships/customXml" Target="../ink/ink1185.xml"/><Relationship Id="rId2791" Type="http://schemas.openxmlformats.org/officeDocument/2006/relationships/customXml" Target="../ink/ink818.xml"/><Relationship Id="rId3635" Type="http://schemas.openxmlformats.org/officeDocument/2006/relationships/image" Target="../media/image1840.png"/><Relationship Id="rId5088" Type="http://schemas.microsoft.com/office/2007/relationships/hdphoto" Target="../media/hdphoto31.wdp"/><Relationship Id="rId349" Type="http://schemas.openxmlformats.org/officeDocument/2006/relationships/customXml" Target="../ink/ink78.xml"/><Relationship Id="rId1186" Type="http://schemas.openxmlformats.org/officeDocument/2006/relationships/customXml" Target="../ink/ink353.xml"/><Relationship Id="rId111" Type="http://schemas.openxmlformats.org/officeDocument/2006/relationships/customXml" Target="../ink/ink55.xml"/><Relationship Id="rId416" Type="http://schemas.openxmlformats.org/officeDocument/2006/relationships/customXml" Target="../ink/ink119.xml"/><Relationship Id="rId970" Type="http://schemas.openxmlformats.org/officeDocument/2006/relationships/customXml" Target="../ink/ink199.xml"/><Relationship Id="rId1046" Type="http://schemas.openxmlformats.org/officeDocument/2006/relationships/image" Target="../media/image970.png"/><Relationship Id="rId1253" Type="http://schemas.openxmlformats.org/officeDocument/2006/relationships/customXml" Target="../ink/ink420.xml"/><Relationship Id="rId5015" Type="http://schemas.openxmlformats.org/officeDocument/2006/relationships/customXml" Target="../ink/ink1365.xml"/><Relationship Id="rId57" Type="http://schemas.openxmlformats.org/officeDocument/2006/relationships/customXml" Target="../ink/ink28.xml"/><Relationship Id="rId1113" Type="http://schemas.openxmlformats.org/officeDocument/2006/relationships/customXml" Target="../ink/ink296.xml"/><Relationship Id="rId1972" Type="http://schemas.openxmlformats.org/officeDocument/2006/relationships/customXml" Target="../ink/ink687.xml"/><Relationship Id="rId2816" Type="http://schemas.openxmlformats.org/officeDocument/2006/relationships/image" Target="../media/image210.png"/><Relationship Id="rId4476" Type="http://schemas.openxmlformats.org/officeDocument/2006/relationships/customXml" Target="../ink/ink867.xml"/><Relationship Id="rId4683" Type="http://schemas.openxmlformats.org/officeDocument/2006/relationships/customXml" Target="../ink/ink1042.xml"/><Relationship Id="rId4890" Type="http://schemas.openxmlformats.org/officeDocument/2006/relationships/customXml" Target="../ink/ink1249.xml"/><Relationship Id="rId1832" Type="http://schemas.openxmlformats.org/officeDocument/2006/relationships/customXml" Target="../ink/ink547.xml"/><Relationship Id="rId4543" Type="http://schemas.openxmlformats.org/officeDocument/2006/relationships/customXml" Target="../ink/ink906.xml"/><Relationship Id="rId4750" Type="http://schemas.openxmlformats.org/officeDocument/2006/relationships/customXml" Target="../ink/ink1109.xml"/><Relationship Id="rId4988" Type="http://schemas.openxmlformats.org/officeDocument/2006/relationships/customXml" Target="../ink/ink1338.xml"/><Relationship Id="rId4610" Type="http://schemas.openxmlformats.org/officeDocument/2006/relationships/customXml" Target="../ink/ink969.xml"/><Relationship Id="rId4848" Type="http://schemas.openxmlformats.org/officeDocument/2006/relationships/customXml" Target="../ink/ink1207.xml"/><Relationship Id="rId480" Type="http://schemas.openxmlformats.org/officeDocument/2006/relationships/customXml" Target="../ink/ink182.xml"/><Relationship Id="rId4708" Type="http://schemas.openxmlformats.org/officeDocument/2006/relationships/customXml" Target="../ink/ink1067.xml"/><Relationship Id="rId4915" Type="http://schemas.openxmlformats.org/officeDocument/2006/relationships/customXml" Target="../ink/ink1274.xml"/><Relationship Id="rId340" Type="http://schemas.openxmlformats.org/officeDocument/2006/relationships/customXml" Target="../ink/ink73.xml"/><Relationship Id="rId992" Type="http://schemas.openxmlformats.org/officeDocument/2006/relationships/image" Target="../media/image750.png"/><Relationship Id="rId2021" Type="http://schemas.openxmlformats.org/officeDocument/2006/relationships/customXml" Target="../ink/ink736.xml"/><Relationship Id="rId438" Type="http://schemas.openxmlformats.org/officeDocument/2006/relationships/customXml" Target="../ink/ink140.xml"/><Relationship Id="rId1068" Type="http://schemas.openxmlformats.org/officeDocument/2006/relationships/customXml" Target="../ink/ink258.xml"/><Relationship Id="rId1275" Type="http://schemas.openxmlformats.org/officeDocument/2006/relationships/customXml" Target="../ink/ink442.xml"/><Relationship Id="rId200" Type="http://schemas.openxmlformats.org/officeDocument/2006/relationships/image" Target="../media/image72.png"/><Relationship Id="rId5037" Type="http://schemas.openxmlformats.org/officeDocument/2006/relationships/customXml" Target="../ink/ink1387.xml"/><Relationship Id="rId1135" Type="http://schemas.openxmlformats.org/officeDocument/2006/relationships/image" Target="../media/image1200.png"/><Relationship Id="rId1787" Type="http://schemas.openxmlformats.org/officeDocument/2006/relationships/customXml" Target="../ink/ink502.xml"/><Relationship Id="rId1994" Type="http://schemas.openxmlformats.org/officeDocument/2006/relationships/customXml" Target="../ink/ink709.xml"/><Relationship Id="rId2838" Type="http://schemas.microsoft.com/office/2007/relationships/hdphoto" Target="../media/hdphoto9.wdp"/><Relationship Id="rId4498" Type="http://schemas.openxmlformats.org/officeDocument/2006/relationships/image" Target="../media/image242.png"/><Relationship Id="rId79" Type="http://schemas.openxmlformats.org/officeDocument/2006/relationships/customXml" Target="../ink/ink39.xml"/><Relationship Id="rId1202" Type="http://schemas.openxmlformats.org/officeDocument/2006/relationships/customXml" Target="../ink/ink369.xml"/><Relationship Id="rId1854" Type="http://schemas.openxmlformats.org/officeDocument/2006/relationships/customXml" Target="../ink/ink569.xml"/><Relationship Id="rId4565" Type="http://schemas.openxmlformats.org/officeDocument/2006/relationships/customXml" Target="../ink/ink924.xml"/><Relationship Id="rId4772" Type="http://schemas.openxmlformats.org/officeDocument/2006/relationships/customXml" Target="../ink/ink1131.xml"/><Relationship Id="rId295" Type="http://schemas.openxmlformats.org/officeDocument/2006/relationships/image" Target="../media/image118.png"/><Relationship Id="rId1921" Type="http://schemas.openxmlformats.org/officeDocument/2006/relationships/customXml" Target="../ink/ink636.xml"/><Relationship Id="rId4632" Type="http://schemas.openxmlformats.org/officeDocument/2006/relationships/customXml" Target="../ink/ink991.xml"/><Relationship Id="rId4937" Type="http://schemas.openxmlformats.org/officeDocument/2006/relationships/image" Target="../media/image75.png"/><Relationship Id="rId362" Type="http://schemas.openxmlformats.org/officeDocument/2006/relationships/customXml" Target="../ink/ink86.xml"/><Relationship Id="rId1297" Type="http://schemas.openxmlformats.org/officeDocument/2006/relationships/customXml" Target="../ink/ink462.xml"/><Relationship Id="rId2043" Type="http://schemas.openxmlformats.org/officeDocument/2006/relationships/customXml" Target="../ink/ink758.xml"/><Relationship Id="rId222" Type="http://schemas.openxmlformats.org/officeDocument/2006/relationships/image" Target="../media/image83.png"/><Relationship Id="rId2762" Type="http://schemas.openxmlformats.org/officeDocument/2006/relationships/image" Target="../media/image183.png"/><Relationship Id="rId5059" Type="http://schemas.openxmlformats.org/officeDocument/2006/relationships/customXml" Target="../ink/ink1409.xml"/><Relationship Id="rId1157" Type="http://schemas.openxmlformats.org/officeDocument/2006/relationships/customXml" Target="../ink/ink324.xml"/><Relationship Id="rId70" Type="http://schemas.openxmlformats.org/officeDocument/2006/relationships/image" Target="../media/image34.png"/><Relationship Id="rId1017" Type="http://schemas.openxmlformats.org/officeDocument/2006/relationships/image" Target="../media/image830.png"/><Relationship Id="rId1224" Type="http://schemas.openxmlformats.org/officeDocument/2006/relationships/customXml" Target="../ink/ink391.xml"/><Relationship Id="rId1876" Type="http://schemas.openxmlformats.org/officeDocument/2006/relationships/customXml" Target="../ink/ink591.xml"/><Relationship Id="rId4587" Type="http://schemas.openxmlformats.org/officeDocument/2006/relationships/customXml" Target="../ink/ink946.xml"/><Relationship Id="rId4794" Type="http://schemas.openxmlformats.org/officeDocument/2006/relationships/customXml" Target="../ink/ink1153.xml"/><Relationship Id="rId1943" Type="http://schemas.openxmlformats.org/officeDocument/2006/relationships/customXml" Target="../ink/ink658.xml"/><Relationship Id="rId4447" Type="http://schemas.openxmlformats.org/officeDocument/2006/relationships/customXml" Target="../ink/ink846.xml"/><Relationship Id="rId4654" Type="http://schemas.openxmlformats.org/officeDocument/2006/relationships/customXml" Target="../ink/ink1013.xml"/><Relationship Id="rId28" Type="http://schemas.openxmlformats.org/officeDocument/2006/relationships/image" Target="../media/image13.png"/><Relationship Id="rId1803" Type="http://schemas.openxmlformats.org/officeDocument/2006/relationships/customXml" Target="../ink/ink518.xml"/><Relationship Id="rId4861" Type="http://schemas.openxmlformats.org/officeDocument/2006/relationships/customXml" Target="../ink/ink1220.xml"/><Relationship Id="rId4959" Type="http://schemas.openxmlformats.org/officeDocument/2006/relationships/customXml" Target="../ink/ink1309.xml"/><Relationship Id="rId384" Type="http://schemas.openxmlformats.org/officeDocument/2006/relationships/customXml" Target="../ink/ink100.xml"/><Relationship Id="rId2065" Type="http://schemas.openxmlformats.org/officeDocument/2006/relationships/customXml" Target="../ink/ink780.xml"/><Relationship Id="rId4514" Type="http://schemas.openxmlformats.org/officeDocument/2006/relationships/customXml" Target="../ink/ink891.xml"/><Relationship Id="rId4721" Type="http://schemas.openxmlformats.org/officeDocument/2006/relationships/customXml" Target="../ink/ink1080.xml"/><Relationship Id="rId4819" Type="http://schemas.openxmlformats.org/officeDocument/2006/relationships/customXml" Target="../ink/ink1178.xml"/><Relationship Id="rId1081" Type="http://schemas.openxmlformats.org/officeDocument/2006/relationships/image" Target="../media/image1070.png"/><Relationship Id="rId244" Type="http://schemas.openxmlformats.org/officeDocument/2006/relationships/image" Target="../media/image94.png"/><Relationship Id="rId2784" Type="http://schemas.openxmlformats.org/officeDocument/2006/relationships/image" Target="../media/image194.png"/><Relationship Id="rId451" Type="http://schemas.openxmlformats.org/officeDocument/2006/relationships/customXml" Target="../ink/ink153.xml"/><Relationship Id="rId1179" Type="http://schemas.openxmlformats.org/officeDocument/2006/relationships/customXml" Target="../ink/ink346.xml"/><Relationship Id="rId5050" Type="http://schemas.openxmlformats.org/officeDocument/2006/relationships/customXml" Target="../ink/ink1400.xml"/><Relationship Id="rId104" Type="http://schemas.openxmlformats.org/officeDocument/2006/relationships/image" Target="../media/image51.png"/><Relationship Id="rId311" Type="http://schemas.openxmlformats.org/officeDocument/2006/relationships/image" Target="../media/image126.png"/><Relationship Id="rId409" Type="http://schemas.openxmlformats.org/officeDocument/2006/relationships/customXml" Target="../ink/ink115.xml"/><Relationship Id="rId963" Type="http://schemas.openxmlformats.org/officeDocument/2006/relationships/customXml" Target="../ink/ink195.xml"/><Relationship Id="rId1039" Type="http://schemas.openxmlformats.org/officeDocument/2006/relationships/customXml" Target="../ink/ink243.xml"/><Relationship Id="rId1246" Type="http://schemas.openxmlformats.org/officeDocument/2006/relationships/customXml" Target="../ink/ink413.xml"/><Relationship Id="rId1898" Type="http://schemas.openxmlformats.org/officeDocument/2006/relationships/customXml" Target="../ink/ink613.xml"/><Relationship Id="rId2851" Type="http://schemas.openxmlformats.org/officeDocument/2006/relationships/image" Target="../media/image70.png"/><Relationship Id="rId92" Type="http://schemas.openxmlformats.org/officeDocument/2006/relationships/image" Target="../media/image45.png"/><Relationship Id="rId2809" Type="http://schemas.openxmlformats.org/officeDocument/2006/relationships/customXml" Target="../ink/ink827.xml"/><Relationship Id="rId5008" Type="http://schemas.openxmlformats.org/officeDocument/2006/relationships/customXml" Target="../ink/ink1358.xml"/><Relationship Id="rId1106" Type="http://schemas.openxmlformats.org/officeDocument/2006/relationships/customXml" Target="../ink/ink291.xml"/><Relationship Id="rId1965" Type="http://schemas.openxmlformats.org/officeDocument/2006/relationships/customXml" Target="../ink/ink680.xml"/><Relationship Id="rId4469" Type="http://schemas.openxmlformats.org/officeDocument/2006/relationships/image" Target="../media/image234.png"/><Relationship Id="rId4676" Type="http://schemas.openxmlformats.org/officeDocument/2006/relationships/customXml" Target="../ink/ink1035.xml"/><Relationship Id="rId4883" Type="http://schemas.openxmlformats.org/officeDocument/2006/relationships/customXml" Target="../ink/ink1242.xml"/><Relationship Id="rId1825" Type="http://schemas.openxmlformats.org/officeDocument/2006/relationships/customXml" Target="../ink/ink540.xml"/><Relationship Id="rId4536" Type="http://schemas.openxmlformats.org/officeDocument/2006/relationships/image" Target="../media/image260.png"/><Relationship Id="rId4743" Type="http://schemas.openxmlformats.org/officeDocument/2006/relationships/customXml" Target="../ink/ink1102.xml"/><Relationship Id="rId4950" Type="http://schemas.openxmlformats.org/officeDocument/2006/relationships/customXml" Target="../ink/ink1300.xml"/><Relationship Id="rId2087" Type="http://schemas.openxmlformats.org/officeDocument/2006/relationships/image" Target="../media/image59.png"/><Relationship Id="rId4603" Type="http://schemas.openxmlformats.org/officeDocument/2006/relationships/customXml" Target="../ink/ink962.xml"/><Relationship Id="rId473" Type="http://schemas.openxmlformats.org/officeDocument/2006/relationships/customXml" Target="../ink/ink175.xml"/><Relationship Id="rId266" Type="http://schemas.openxmlformats.org/officeDocument/2006/relationships/image" Target="../media/image105.png"/><Relationship Id="rId4810" Type="http://schemas.openxmlformats.org/officeDocument/2006/relationships/customXml" Target="../ink/ink1169.xml"/><Relationship Id="rId4908" Type="http://schemas.openxmlformats.org/officeDocument/2006/relationships/customXml" Target="../ink/ink1267.xml"/><Relationship Id="rId333" Type="http://schemas.openxmlformats.org/officeDocument/2006/relationships/image" Target="../media/image137.png"/><Relationship Id="rId985" Type="http://schemas.openxmlformats.org/officeDocument/2006/relationships/image" Target="../media/image720.png"/><Relationship Id="rId1170" Type="http://schemas.openxmlformats.org/officeDocument/2006/relationships/customXml" Target="../ink/ink337.xml"/><Relationship Id="rId2014" Type="http://schemas.openxmlformats.org/officeDocument/2006/relationships/customXml" Target="../ink/ink729.xml"/><Relationship Id="rId5072" Type="http://schemas.openxmlformats.org/officeDocument/2006/relationships/customXml" Target="../ink/ink1422.xml"/><Relationship Id="rId1030" Type="http://schemas.openxmlformats.org/officeDocument/2006/relationships/customXml" Target="../ink/ink238.xml"/><Relationship Id="rId1268" Type="http://schemas.openxmlformats.org/officeDocument/2006/relationships/customXml" Target="../ink/ink435.xml"/><Relationship Id="rId400" Type="http://schemas.openxmlformats.org/officeDocument/2006/relationships/image" Target="../media/image165.png"/><Relationship Id="rId1128" Type="http://schemas.openxmlformats.org/officeDocument/2006/relationships/customXml" Target="../ink/ink306.xml"/><Relationship Id="rId1987" Type="http://schemas.openxmlformats.org/officeDocument/2006/relationships/customXml" Target="../ink/ink702.xml"/><Relationship Id="rId4698" Type="http://schemas.openxmlformats.org/officeDocument/2006/relationships/customXml" Target="../ink/ink1057.xml"/><Relationship Id="rId1847" Type="http://schemas.openxmlformats.org/officeDocument/2006/relationships/customXml" Target="../ink/ink562.xml"/><Relationship Id="rId2800" Type="http://schemas.openxmlformats.org/officeDocument/2006/relationships/image" Target="../media/image202.png"/><Relationship Id="rId4460" Type="http://schemas.openxmlformats.org/officeDocument/2006/relationships/image" Target="../media/image233.png"/><Relationship Id="rId41" Type="http://schemas.openxmlformats.org/officeDocument/2006/relationships/customXml" Target="../ink/ink20.xml"/><Relationship Id="rId4558" Type="http://schemas.openxmlformats.org/officeDocument/2006/relationships/customXml" Target="../ink/ink917.xml"/><Relationship Id="rId4320" Type="http://schemas.openxmlformats.org/officeDocument/2006/relationships/image" Target="../media/image2120.png"/><Relationship Id="rId4765" Type="http://schemas.openxmlformats.org/officeDocument/2006/relationships/customXml" Target="../ink/ink1124.xml"/><Relationship Id="rId4972" Type="http://schemas.openxmlformats.org/officeDocument/2006/relationships/customXml" Target="../ink/ink1322.xml"/><Relationship Id="rId190" Type="http://schemas.openxmlformats.org/officeDocument/2006/relationships/image" Target="../media/image67.png"/><Relationship Id="rId1914" Type="http://schemas.openxmlformats.org/officeDocument/2006/relationships/customXml" Target="../ink/ink629.xml"/><Relationship Id="rId4625" Type="http://schemas.openxmlformats.org/officeDocument/2006/relationships/customXml" Target="../ink/ink984.xml"/><Relationship Id="rId4832" Type="http://schemas.openxmlformats.org/officeDocument/2006/relationships/customXml" Target="../ink/ink1191.xml"/><Relationship Id="rId355" Type="http://schemas.openxmlformats.org/officeDocument/2006/relationships/image" Target="../media/image147.png"/><Relationship Id="rId1192" Type="http://schemas.openxmlformats.org/officeDocument/2006/relationships/customXml" Target="../ink/ink359.xml"/><Relationship Id="rId2036" Type="http://schemas.openxmlformats.org/officeDocument/2006/relationships/customXml" Target="../ink/ink751.xml"/><Relationship Id="rId422" Type="http://schemas.openxmlformats.org/officeDocument/2006/relationships/customXml" Target="../ink/ink124.xml"/><Relationship Id="rId1052" Type="http://schemas.openxmlformats.org/officeDocument/2006/relationships/image" Target="../media/image1000.png"/><Relationship Id="rId1771" Type="http://schemas.openxmlformats.org/officeDocument/2006/relationships/image" Target="../media/image1430.png"/><Relationship Id="rId2822" Type="http://schemas.openxmlformats.org/officeDocument/2006/relationships/image" Target="../media/image213.png"/><Relationship Id="rId4482" Type="http://schemas.openxmlformats.org/officeDocument/2006/relationships/customXml" Target="../ink/ink871.xml"/><Relationship Id="rId5021" Type="http://schemas.openxmlformats.org/officeDocument/2006/relationships/customXml" Target="../ink/ink1371.xml"/><Relationship Id="rId63" Type="http://schemas.openxmlformats.org/officeDocument/2006/relationships/customXml" Target="../ink/ink31.xml"/><Relationship Id="rId1217" Type="http://schemas.openxmlformats.org/officeDocument/2006/relationships/customXml" Target="../ink/ink384.xml"/><Relationship Id="rId1869" Type="http://schemas.openxmlformats.org/officeDocument/2006/relationships/customXml" Target="../ink/ink584.xml"/><Relationship Id="rId4787" Type="http://schemas.openxmlformats.org/officeDocument/2006/relationships/customXml" Target="../ink/ink1146.xml"/><Relationship Id="rId4994" Type="http://schemas.openxmlformats.org/officeDocument/2006/relationships/customXml" Target="../ink/ink1344.xml"/><Relationship Id="rId1936" Type="http://schemas.openxmlformats.org/officeDocument/2006/relationships/customXml" Target="../ink/ink651.xml"/><Relationship Id="rId4647" Type="http://schemas.openxmlformats.org/officeDocument/2006/relationships/customXml" Target="../ink/ink1006.xml"/><Relationship Id="rId4854" Type="http://schemas.openxmlformats.org/officeDocument/2006/relationships/customXml" Target="../ink/ink1213.xml"/><Relationship Id="rId377" Type="http://schemas.openxmlformats.org/officeDocument/2006/relationships/customXml" Target="../ink/ink96.xml"/><Relationship Id="rId2058" Type="http://schemas.openxmlformats.org/officeDocument/2006/relationships/customXml" Target="../ink/ink773.xml"/><Relationship Id="rId4507" Type="http://schemas.openxmlformats.org/officeDocument/2006/relationships/customXml" Target="../ink/ink887.xml"/><Relationship Id="rId4714" Type="http://schemas.openxmlformats.org/officeDocument/2006/relationships/customXml" Target="../ink/ink1073.xml"/><Relationship Id="rId4921" Type="http://schemas.openxmlformats.org/officeDocument/2006/relationships/customXml" Target="../ink/ink1280.xml"/><Relationship Id="rId5" Type="http://schemas.openxmlformats.org/officeDocument/2006/relationships/customXml" Target="../ink/ink2.xml"/><Relationship Id="rId1074" Type="http://schemas.openxmlformats.org/officeDocument/2006/relationships/customXml" Target="../ink/ink264.xml"/><Relationship Id="rId2777" Type="http://schemas.openxmlformats.org/officeDocument/2006/relationships/customXml" Target="../ink/ink811.xml"/><Relationship Id="rId444" Type="http://schemas.openxmlformats.org/officeDocument/2006/relationships/customXml" Target="../ink/ink146.xml"/><Relationship Id="rId1281" Type="http://schemas.openxmlformats.org/officeDocument/2006/relationships/customXml" Target="../ink/ink448.xml"/><Relationship Id="rId5043" Type="http://schemas.openxmlformats.org/officeDocument/2006/relationships/customXml" Target="../ink/ink1393.xml"/><Relationship Id="rId956" Type="http://schemas.openxmlformats.org/officeDocument/2006/relationships/customXml" Target="../ink/ink190.xml"/><Relationship Id="rId1141" Type="http://schemas.openxmlformats.org/officeDocument/2006/relationships/image" Target="../media/image1230.png"/><Relationship Id="rId1239" Type="http://schemas.openxmlformats.org/officeDocument/2006/relationships/customXml" Target="../ink/ink406.xml"/><Relationship Id="rId1793" Type="http://schemas.openxmlformats.org/officeDocument/2006/relationships/customXml" Target="../ink/ink508.xml"/><Relationship Id="rId2844" Type="http://schemas.openxmlformats.org/officeDocument/2006/relationships/image" Target="../media/image66.png"/><Relationship Id="rId85" Type="http://schemas.openxmlformats.org/officeDocument/2006/relationships/customXml" Target="../ink/ink42.xml"/><Relationship Id="rId1001" Type="http://schemas.openxmlformats.org/officeDocument/2006/relationships/customXml" Target="../ink/ink222.xml"/><Relationship Id="rId1653" Type="http://schemas.openxmlformats.org/officeDocument/2006/relationships/image" Target="../media/image1320.png"/><Relationship Id="rId1860" Type="http://schemas.openxmlformats.org/officeDocument/2006/relationships/customXml" Target="../ink/ink575.xml"/><Relationship Id="rId4571" Type="http://schemas.openxmlformats.org/officeDocument/2006/relationships/customXml" Target="../ink/ink930.xml"/><Relationship Id="rId1306" Type="http://schemas.openxmlformats.org/officeDocument/2006/relationships/customXml" Target="../ink/ink468.xml"/><Relationship Id="rId1958" Type="http://schemas.openxmlformats.org/officeDocument/2006/relationships/customXml" Target="../ink/ink673.xml"/><Relationship Id="rId4669" Type="http://schemas.openxmlformats.org/officeDocument/2006/relationships/customXml" Target="../ink/ink1028.xml"/><Relationship Id="rId4876" Type="http://schemas.openxmlformats.org/officeDocument/2006/relationships/customXml" Target="../ink/ink1235.xml"/><Relationship Id="rId12" Type="http://schemas.openxmlformats.org/officeDocument/2006/relationships/image" Target="../media/image5.png"/><Relationship Id="rId1818" Type="http://schemas.openxmlformats.org/officeDocument/2006/relationships/customXml" Target="../ink/ink533.xml"/><Relationship Id="rId4529" Type="http://schemas.openxmlformats.org/officeDocument/2006/relationships/customXml" Target="../ink/ink899.xml"/><Relationship Id="rId4736" Type="http://schemas.openxmlformats.org/officeDocument/2006/relationships/customXml" Target="../ink/ink1095.xml"/><Relationship Id="rId4943" Type="http://schemas.microsoft.com/office/2007/relationships/hdphoto" Target="../media/hdphoto28.wdp"/><Relationship Id="rId399" Type="http://schemas.openxmlformats.org/officeDocument/2006/relationships/customXml" Target="../ink/ink108.xml"/><Relationship Id="rId466" Type="http://schemas.openxmlformats.org/officeDocument/2006/relationships/customXml" Target="../ink/ink168.xml"/><Relationship Id="rId1096" Type="http://schemas.openxmlformats.org/officeDocument/2006/relationships/image" Target="../media/image1100.png"/><Relationship Id="rId2799" Type="http://schemas.openxmlformats.org/officeDocument/2006/relationships/customXml" Target="../ink/ink822.xml"/><Relationship Id="rId4803" Type="http://schemas.openxmlformats.org/officeDocument/2006/relationships/customXml" Target="../ink/ink1162.xml"/><Relationship Id="rId326" Type="http://schemas.openxmlformats.org/officeDocument/2006/relationships/customXml" Target="../ink/ink66.xml"/><Relationship Id="rId978" Type="http://schemas.openxmlformats.org/officeDocument/2006/relationships/customXml" Target="../ink/ink205.xml"/><Relationship Id="rId1163" Type="http://schemas.openxmlformats.org/officeDocument/2006/relationships/customXml" Target="../ink/ink330.xml"/><Relationship Id="rId2007" Type="http://schemas.openxmlformats.org/officeDocument/2006/relationships/customXml" Target="../ink/ink722.xml"/><Relationship Id="rId5065" Type="http://schemas.openxmlformats.org/officeDocument/2006/relationships/customXml" Target="../ink/ink1415.xml"/><Relationship Id="rId1023" Type="http://schemas.openxmlformats.org/officeDocument/2006/relationships/image" Target="../media/image860.png"/><Relationship Id="rId1882" Type="http://schemas.openxmlformats.org/officeDocument/2006/relationships/customXml" Target="../ink/ink597.xml"/><Relationship Id="rId1230" Type="http://schemas.openxmlformats.org/officeDocument/2006/relationships/customXml" Target="../ink/ink397.xml"/><Relationship Id="rId4593" Type="http://schemas.openxmlformats.org/officeDocument/2006/relationships/customXml" Target="../ink/ink952.xml"/><Relationship Id="rId4453" Type="http://schemas.openxmlformats.org/officeDocument/2006/relationships/customXml" Target="../ink/ink850.xml"/><Relationship Id="rId4660" Type="http://schemas.openxmlformats.org/officeDocument/2006/relationships/customXml" Target="../ink/ink1019.xml"/><Relationship Id="rId4898" Type="http://schemas.openxmlformats.org/officeDocument/2006/relationships/customXml" Target="../ink/ink1257.xml"/><Relationship Id="rId34" Type="http://schemas.openxmlformats.org/officeDocument/2006/relationships/image" Target="../media/image16.png"/><Relationship Id="rId4520" Type="http://schemas.openxmlformats.org/officeDocument/2006/relationships/image" Target="../media/image252.png"/><Relationship Id="rId4758" Type="http://schemas.openxmlformats.org/officeDocument/2006/relationships/customXml" Target="../ink/ink1117.xml"/><Relationship Id="rId4965" Type="http://schemas.openxmlformats.org/officeDocument/2006/relationships/customXml" Target="../ink/ink1315.xml"/><Relationship Id="rId390" Type="http://schemas.openxmlformats.org/officeDocument/2006/relationships/customXml" Target="../ink/ink103.xml"/><Relationship Id="rId1907" Type="http://schemas.openxmlformats.org/officeDocument/2006/relationships/customXml" Target="../ink/ink622.xml"/><Relationship Id="rId2071" Type="http://schemas.openxmlformats.org/officeDocument/2006/relationships/customXml" Target="../ink/ink786.xml"/><Relationship Id="rId4618" Type="http://schemas.openxmlformats.org/officeDocument/2006/relationships/customXml" Target="../ink/ink977.xml"/><Relationship Id="rId4825" Type="http://schemas.openxmlformats.org/officeDocument/2006/relationships/customXml" Target="../ink/ink1184.xml"/><Relationship Id="rId2790" Type="http://schemas.openxmlformats.org/officeDocument/2006/relationships/image" Target="../media/image197.png"/><Relationship Id="rId5087" Type="http://schemas.openxmlformats.org/officeDocument/2006/relationships/customXml" Target="../ink/ink1437.xml"/><Relationship Id="rId110" Type="http://schemas.openxmlformats.org/officeDocument/2006/relationships/image" Target="../media/image54.png"/><Relationship Id="rId348" Type="http://schemas.openxmlformats.org/officeDocument/2006/relationships/image" Target="../media/image144.png"/><Relationship Id="rId1185" Type="http://schemas.openxmlformats.org/officeDocument/2006/relationships/customXml" Target="../ink/ink352.xml"/><Relationship Id="rId2029" Type="http://schemas.openxmlformats.org/officeDocument/2006/relationships/customXml" Target="../ink/ink744.xml"/><Relationship Id="rId415" Type="http://schemas.openxmlformats.org/officeDocument/2006/relationships/image" Target="../media/image170.png"/><Relationship Id="rId1045" Type="http://schemas.openxmlformats.org/officeDocument/2006/relationships/customXml" Target="../ink/ink246.xml"/><Relationship Id="rId1252" Type="http://schemas.openxmlformats.org/officeDocument/2006/relationships/customXml" Target="../ink/ink419.xml"/><Relationship Id="rId208" Type="http://schemas.openxmlformats.org/officeDocument/2006/relationships/image" Target="../media/image76.png"/><Relationship Id="rId1112" Type="http://schemas.openxmlformats.org/officeDocument/2006/relationships/customXml" Target="../ink/ink295.xml"/><Relationship Id="rId1971" Type="http://schemas.openxmlformats.org/officeDocument/2006/relationships/customXml" Target="../ink/ink686.xml"/><Relationship Id="rId2815" Type="http://schemas.openxmlformats.org/officeDocument/2006/relationships/customXml" Target="../ink/ink830.xml"/><Relationship Id="rId4475" Type="http://schemas.openxmlformats.org/officeDocument/2006/relationships/customXml" Target="../ink/ink866.xml"/><Relationship Id="rId5014" Type="http://schemas.openxmlformats.org/officeDocument/2006/relationships/customXml" Target="../ink/ink1364.xml"/><Relationship Id="rId56" Type="http://schemas.openxmlformats.org/officeDocument/2006/relationships/image" Target="../media/image27.png"/><Relationship Id="rId1831" Type="http://schemas.openxmlformats.org/officeDocument/2006/relationships/customXml" Target="../ink/ink546.xml"/><Relationship Id="rId4682" Type="http://schemas.openxmlformats.org/officeDocument/2006/relationships/customXml" Target="../ink/ink1041.xml"/><Relationship Id="rId4987" Type="http://schemas.openxmlformats.org/officeDocument/2006/relationships/customXml" Target="../ink/ink1337.xml"/><Relationship Id="rId1929" Type="http://schemas.openxmlformats.org/officeDocument/2006/relationships/customXml" Target="../ink/ink644.xml"/><Relationship Id="rId4335" Type="http://schemas.openxmlformats.org/officeDocument/2006/relationships/image" Target="../media/image2150.png"/><Relationship Id="rId4542" Type="http://schemas.openxmlformats.org/officeDocument/2006/relationships/image" Target="../media/image263.png"/><Relationship Id="rId4847" Type="http://schemas.openxmlformats.org/officeDocument/2006/relationships/customXml" Target="../ink/ink1206.xml"/><Relationship Id="rId272" Type="http://schemas.openxmlformats.org/officeDocument/2006/relationships/image" Target="../media/image108.png"/><Relationship Id="rId4707" Type="http://schemas.openxmlformats.org/officeDocument/2006/relationships/customXml" Target="../ink/ink1066.xml"/><Relationship Id="rId4914" Type="http://schemas.openxmlformats.org/officeDocument/2006/relationships/customXml" Target="../ink/ink1273.xml"/><Relationship Id="rId991" Type="http://schemas.openxmlformats.org/officeDocument/2006/relationships/customXml" Target="../ink/ink214.xml"/><Relationship Id="rId1067" Type="http://schemas.openxmlformats.org/officeDocument/2006/relationships/customXml" Target="../ink/ink257.xml"/><Relationship Id="rId2020" Type="http://schemas.openxmlformats.org/officeDocument/2006/relationships/customXml" Target="../ink/ink735.xml"/><Relationship Id="rId437" Type="http://schemas.openxmlformats.org/officeDocument/2006/relationships/customXml" Target="../ink/ink139.xml"/><Relationship Id="rId1274" Type="http://schemas.openxmlformats.org/officeDocument/2006/relationships/customXml" Target="../ink/ink441.xml"/><Relationship Id="rId5036" Type="http://schemas.openxmlformats.org/officeDocument/2006/relationships/customXml" Target="../ink/ink1386.xml"/><Relationship Id="rId949" Type="http://schemas.openxmlformats.org/officeDocument/2006/relationships/image" Target="../media/image600.png"/><Relationship Id="rId1134" Type="http://schemas.openxmlformats.org/officeDocument/2006/relationships/customXml" Target="../ink/ink311.xml"/><Relationship Id="rId1786" Type="http://schemas.openxmlformats.org/officeDocument/2006/relationships/customXml" Target="../ink/ink501.xml"/><Relationship Id="rId1993" Type="http://schemas.openxmlformats.org/officeDocument/2006/relationships/customXml" Target="../ink/ink708.xml"/><Relationship Id="rId2837" Type="http://schemas.openxmlformats.org/officeDocument/2006/relationships/image" Target="../media/image64.png"/><Relationship Id="rId4497" Type="http://schemas.openxmlformats.org/officeDocument/2006/relationships/customXml" Target="../ink/ink882.xml"/><Relationship Id="rId78" Type="http://schemas.openxmlformats.org/officeDocument/2006/relationships/image" Target="../media/image38.png"/><Relationship Id="rId1201" Type="http://schemas.openxmlformats.org/officeDocument/2006/relationships/customXml" Target="../ink/ink368.xml"/><Relationship Id="rId1853" Type="http://schemas.openxmlformats.org/officeDocument/2006/relationships/customXml" Target="../ink/ink568.xml"/><Relationship Id="rId4564" Type="http://schemas.openxmlformats.org/officeDocument/2006/relationships/customXml" Target="../ink/ink923.xml"/><Relationship Id="rId4771" Type="http://schemas.openxmlformats.org/officeDocument/2006/relationships/customXml" Target="../ink/ink1130.xml"/><Relationship Id="rId1920" Type="http://schemas.openxmlformats.org/officeDocument/2006/relationships/customXml" Target="../ink/ink635.xml"/><Relationship Id="rId4869" Type="http://schemas.openxmlformats.org/officeDocument/2006/relationships/customXml" Target="../ink/ink1228.xml"/><Relationship Id="rId4631" Type="http://schemas.openxmlformats.org/officeDocument/2006/relationships/customXml" Target="../ink/ink990.xml"/><Relationship Id="rId4729" Type="http://schemas.openxmlformats.org/officeDocument/2006/relationships/customXml" Target="../ink/ink1088.xml"/><Relationship Id="rId4936" Type="http://schemas.openxmlformats.org/officeDocument/2006/relationships/customXml" Target="../ink/ink1295.xml"/><Relationship Id="rId361" Type="http://schemas.openxmlformats.org/officeDocument/2006/relationships/customXml" Target="../ink/ink85.xml"/><Relationship Id="rId2042" Type="http://schemas.openxmlformats.org/officeDocument/2006/relationships/customXml" Target="../ink/ink757.xml"/><Relationship Id="rId459" Type="http://schemas.openxmlformats.org/officeDocument/2006/relationships/customXml" Target="../ink/ink161.xml"/><Relationship Id="rId1089" Type="http://schemas.openxmlformats.org/officeDocument/2006/relationships/customXml" Target="../ink/ink277.xml"/><Relationship Id="rId1296" Type="http://schemas.openxmlformats.org/officeDocument/2006/relationships/image" Target="../media/image1300.png"/><Relationship Id="rId319" Type="http://schemas.openxmlformats.org/officeDocument/2006/relationships/image" Target="../media/image130.png"/><Relationship Id="rId1156" Type="http://schemas.openxmlformats.org/officeDocument/2006/relationships/customXml" Target="../ink/ink323.xml"/><Relationship Id="rId2761" Type="http://schemas.openxmlformats.org/officeDocument/2006/relationships/customXml" Target="../ink/ink803.xml"/><Relationship Id="rId2859" Type="http://schemas.microsoft.com/office/2007/relationships/hdphoto" Target="../media/hdphoto24.wdp"/><Relationship Id="rId5058" Type="http://schemas.openxmlformats.org/officeDocument/2006/relationships/customXml" Target="../ink/ink1408.xml"/><Relationship Id="rId1016" Type="http://schemas.openxmlformats.org/officeDocument/2006/relationships/customXml" Target="../ink/ink231.xml"/><Relationship Id="rId1875" Type="http://schemas.openxmlformats.org/officeDocument/2006/relationships/customXml" Target="../ink/ink590.xml"/><Relationship Id="rId1223" Type="http://schemas.openxmlformats.org/officeDocument/2006/relationships/customXml" Target="../ink/ink390.xml"/><Relationship Id="rId4586" Type="http://schemas.openxmlformats.org/officeDocument/2006/relationships/customXml" Target="../ink/ink945.xml"/><Relationship Id="rId4793" Type="http://schemas.openxmlformats.org/officeDocument/2006/relationships/customXml" Target="../ink/ink1152.xml"/><Relationship Id="rId1942" Type="http://schemas.openxmlformats.org/officeDocument/2006/relationships/customXml" Target="../ink/ink657.xml"/><Relationship Id="rId4446" Type="http://schemas.openxmlformats.org/officeDocument/2006/relationships/image" Target="../media/image227.png"/><Relationship Id="rId4653" Type="http://schemas.openxmlformats.org/officeDocument/2006/relationships/customXml" Target="../ink/ink1012.xml"/><Relationship Id="rId4860" Type="http://schemas.openxmlformats.org/officeDocument/2006/relationships/customXml" Target="../ink/ink1219.xml"/><Relationship Id="rId27" Type="http://schemas.openxmlformats.org/officeDocument/2006/relationships/customXml" Target="../ink/ink13.xml"/><Relationship Id="rId1802" Type="http://schemas.openxmlformats.org/officeDocument/2006/relationships/customXml" Target="../ink/ink517.xml"/><Relationship Id="rId4513" Type="http://schemas.openxmlformats.org/officeDocument/2006/relationships/image" Target="../media/image249.png"/><Relationship Id="rId4306" Type="http://schemas.openxmlformats.org/officeDocument/2006/relationships/image" Target="../media/image2070.png"/><Relationship Id="rId4720" Type="http://schemas.openxmlformats.org/officeDocument/2006/relationships/customXml" Target="../ink/ink1079.xml"/><Relationship Id="rId4958" Type="http://schemas.openxmlformats.org/officeDocument/2006/relationships/customXml" Target="../ink/ink1308.xml"/><Relationship Id="rId383" Type="http://schemas.openxmlformats.org/officeDocument/2006/relationships/image" Target="../media/image157.png"/><Relationship Id="rId2064" Type="http://schemas.openxmlformats.org/officeDocument/2006/relationships/customXml" Target="../ink/ink779.xml"/><Relationship Id="rId4818" Type="http://schemas.openxmlformats.org/officeDocument/2006/relationships/customXml" Target="../ink/ink1177.xml"/><Relationship Id="rId450" Type="http://schemas.openxmlformats.org/officeDocument/2006/relationships/customXml" Target="../ink/ink152.xml"/><Relationship Id="rId1080" Type="http://schemas.openxmlformats.org/officeDocument/2006/relationships/customXml" Target="../ink/ink270.xml"/><Relationship Id="rId2783" Type="http://schemas.openxmlformats.org/officeDocument/2006/relationships/customXml" Target="../ink/ink814.xml"/><Relationship Id="rId103" Type="http://schemas.openxmlformats.org/officeDocument/2006/relationships/customXml" Target="../ink/ink51.xml"/><Relationship Id="rId310" Type="http://schemas.openxmlformats.org/officeDocument/2006/relationships/customXml" Target="../ink/ink58.xml"/><Relationship Id="rId962" Type="http://schemas.openxmlformats.org/officeDocument/2006/relationships/customXml" Target="../ink/ink194.xml"/><Relationship Id="rId1178" Type="http://schemas.openxmlformats.org/officeDocument/2006/relationships/customXml" Target="../ink/ink345.xml"/><Relationship Id="rId2850" Type="http://schemas.microsoft.com/office/2007/relationships/hdphoto" Target="../media/hdphoto18.wdp"/><Relationship Id="rId91" Type="http://schemas.openxmlformats.org/officeDocument/2006/relationships/customXml" Target="../ink/ink45.xml"/><Relationship Id="rId408" Type="http://schemas.openxmlformats.org/officeDocument/2006/relationships/image" Target="../media/image167.png"/><Relationship Id="rId1038" Type="http://schemas.openxmlformats.org/officeDocument/2006/relationships/image" Target="../media/image930.png"/><Relationship Id="rId1245" Type="http://schemas.openxmlformats.org/officeDocument/2006/relationships/customXml" Target="../ink/ink412.xml"/><Relationship Id="rId1897" Type="http://schemas.openxmlformats.org/officeDocument/2006/relationships/customXml" Target="../ink/ink612.xml"/><Relationship Id="rId1105" Type="http://schemas.openxmlformats.org/officeDocument/2006/relationships/customXml" Target="../ink/ink290.xml"/><Relationship Id="rId1312" Type="http://schemas.openxmlformats.org/officeDocument/2006/relationships/customXml" Target="../ink/ink474.xml"/><Relationship Id="rId1964" Type="http://schemas.openxmlformats.org/officeDocument/2006/relationships/customXml" Target="../ink/ink679.xml"/><Relationship Id="rId2808" Type="http://schemas.openxmlformats.org/officeDocument/2006/relationships/image" Target="../media/image206.png"/><Relationship Id="rId4468" Type="http://schemas.openxmlformats.org/officeDocument/2006/relationships/customXml" Target="../ink/ink861.xml"/><Relationship Id="rId5007" Type="http://schemas.openxmlformats.org/officeDocument/2006/relationships/customXml" Target="../ink/ink1357.xml"/><Relationship Id="rId49" Type="http://schemas.openxmlformats.org/officeDocument/2006/relationships/customXml" Target="../ink/ink24.xml"/><Relationship Id="rId1824" Type="http://schemas.openxmlformats.org/officeDocument/2006/relationships/customXml" Target="../ink/ink539.xml"/><Relationship Id="rId4675" Type="http://schemas.openxmlformats.org/officeDocument/2006/relationships/customXml" Target="../ink/ink1034.xml"/><Relationship Id="rId4882" Type="http://schemas.openxmlformats.org/officeDocument/2006/relationships/customXml" Target="../ink/ink1241.xml"/><Relationship Id="rId198" Type="http://schemas.openxmlformats.org/officeDocument/2006/relationships/image" Target="../media/image71.png"/><Relationship Id="rId2086" Type="http://schemas.openxmlformats.org/officeDocument/2006/relationships/customXml" Target="../ink/ink801.xml"/><Relationship Id="rId4535" Type="http://schemas.openxmlformats.org/officeDocument/2006/relationships/customXml" Target="../ink/ink902.xml"/><Relationship Id="rId4742" Type="http://schemas.openxmlformats.org/officeDocument/2006/relationships/customXml" Target="../ink/ink1101.xml"/><Relationship Id="rId4602" Type="http://schemas.openxmlformats.org/officeDocument/2006/relationships/customXml" Target="../ink/ink961.xml"/><Relationship Id="rId472" Type="http://schemas.openxmlformats.org/officeDocument/2006/relationships/customXml" Target="../ink/ink174.xml"/><Relationship Id="rId3649" Type="http://schemas.openxmlformats.org/officeDocument/2006/relationships/image" Target="../media/image1870.png"/><Relationship Id="rId4907" Type="http://schemas.openxmlformats.org/officeDocument/2006/relationships/customXml" Target="../ink/ink1266.xml"/><Relationship Id="rId5071" Type="http://schemas.openxmlformats.org/officeDocument/2006/relationships/customXml" Target="../ink/ink1421.xml"/><Relationship Id="rId332" Type="http://schemas.openxmlformats.org/officeDocument/2006/relationships/customXml" Target="../ink/ink69.xml"/><Relationship Id="rId984" Type="http://schemas.openxmlformats.org/officeDocument/2006/relationships/customXml" Target="../ink/ink210.xml"/><Relationship Id="rId2013" Type="http://schemas.openxmlformats.org/officeDocument/2006/relationships/customXml" Target="../ink/ink728.xml"/><Relationship Id="rId1267" Type="http://schemas.openxmlformats.org/officeDocument/2006/relationships/customXml" Target="../ink/ink434.xml"/><Relationship Id="rId5029" Type="http://schemas.openxmlformats.org/officeDocument/2006/relationships/customXml" Target="../ink/ink1379.xml"/><Relationship Id="rId1127" Type="http://schemas.openxmlformats.org/officeDocument/2006/relationships/customXml" Target="../ink/ink305.xml"/><Relationship Id="rId1779" Type="http://schemas.openxmlformats.org/officeDocument/2006/relationships/customXml" Target="../ink/ink494.xml"/><Relationship Id="rId1986" Type="http://schemas.openxmlformats.org/officeDocument/2006/relationships/customXml" Target="../ink/ink701.xml"/><Relationship Id="rId4697" Type="http://schemas.openxmlformats.org/officeDocument/2006/relationships/customXml" Target="../ink/ink1056.xml"/><Relationship Id="rId40" Type="http://schemas.openxmlformats.org/officeDocument/2006/relationships/image" Target="../media/image19.png"/><Relationship Id="rId1846" Type="http://schemas.openxmlformats.org/officeDocument/2006/relationships/customXml" Target="../ink/ink561.xml"/><Relationship Id="rId4557" Type="http://schemas.openxmlformats.org/officeDocument/2006/relationships/customXml" Target="../ink/ink916.xml"/><Relationship Id="rId4764" Type="http://schemas.openxmlformats.org/officeDocument/2006/relationships/customXml" Target="../ink/ink1123.xml"/><Relationship Id="rId1913" Type="http://schemas.openxmlformats.org/officeDocument/2006/relationships/customXml" Target="../ink/ink628.xml"/><Relationship Id="rId1706" Type="http://schemas.openxmlformats.org/officeDocument/2006/relationships/image" Target="../media/image1410.png"/><Relationship Id="rId4971" Type="http://schemas.openxmlformats.org/officeDocument/2006/relationships/customXml" Target="../ink/ink1321.xml"/><Relationship Id="rId4624" Type="http://schemas.openxmlformats.org/officeDocument/2006/relationships/customXml" Target="../ink/ink983.xml"/><Relationship Id="rId4831" Type="http://schemas.openxmlformats.org/officeDocument/2006/relationships/customXml" Target="../ink/ink1190.xml"/><Relationship Id="rId4929" Type="http://schemas.openxmlformats.org/officeDocument/2006/relationships/customXml" Target="../ink/ink1288.xml"/><Relationship Id="rId354" Type="http://schemas.openxmlformats.org/officeDocument/2006/relationships/customXml" Target="../ink/ink81.xml"/><Relationship Id="rId1191" Type="http://schemas.openxmlformats.org/officeDocument/2006/relationships/customXml" Target="../ink/ink358.xml"/><Relationship Id="rId2035" Type="http://schemas.openxmlformats.org/officeDocument/2006/relationships/customXml" Target="../ink/ink750.xml"/><Relationship Id="rId3640" Type="http://schemas.openxmlformats.org/officeDocument/2006/relationships/image" Target="../media/image1860.png"/><Relationship Id="rId1289" Type="http://schemas.openxmlformats.org/officeDocument/2006/relationships/customXml" Target="../ink/ink456.xml"/><Relationship Id="rId421" Type="http://schemas.openxmlformats.org/officeDocument/2006/relationships/customXml" Target="../ink/ink123.xml"/><Relationship Id="rId1051" Type="http://schemas.openxmlformats.org/officeDocument/2006/relationships/customXml" Target="../ink/ink249.xml"/><Relationship Id="rId1149" Type="http://schemas.openxmlformats.org/officeDocument/2006/relationships/image" Target="../media/image1270.png"/><Relationship Id="rId214" Type="http://schemas.openxmlformats.org/officeDocument/2006/relationships/image" Target="../media/image79.png"/><Relationship Id="rId5020" Type="http://schemas.openxmlformats.org/officeDocument/2006/relationships/customXml" Target="../ink/ink1370.xml"/><Relationship Id="rId1009" Type="http://schemas.openxmlformats.org/officeDocument/2006/relationships/customXml" Target="../ink/ink227.xml"/><Relationship Id="rId1868" Type="http://schemas.openxmlformats.org/officeDocument/2006/relationships/customXml" Target="../ink/ink583.xml"/><Relationship Id="rId2821" Type="http://schemas.openxmlformats.org/officeDocument/2006/relationships/customXml" Target="../ink/ink833.xml"/><Relationship Id="rId4481" Type="http://schemas.openxmlformats.org/officeDocument/2006/relationships/image" Target="../media/image237.png"/><Relationship Id="rId62" Type="http://schemas.openxmlformats.org/officeDocument/2006/relationships/image" Target="../media/image30.png"/><Relationship Id="rId1216" Type="http://schemas.openxmlformats.org/officeDocument/2006/relationships/customXml" Target="../ink/ink383.xml"/><Relationship Id="rId4579" Type="http://schemas.openxmlformats.org/officeDocument/2006/relationships/customXml" Target="../ink/ink938.xml"/><Relationship Id="rId4786" Type="http://schemas.openxmlformats.org/officeDocument/2006/relationships/customXml" Target="../ink/ink1145.xml"/><Relationship Id="rId4993" Type="http://schemas.openxmlformats.org/officeDocument/2006/relationships/customXml" Target="../ink/ink1343.xml"/><Relationship Id="rId1935" Type="http://schemas.openxmlformats.org/officeDocument/2006/relationships/customXml" Target="../ink/ink650.xml"/><Relationship Id="rId4439" Type="http://schemas.openxmlformats.org/officeDocument/2006/relationships/image" Target="../media/image225.png"/><Relationship Id="rId4646" Type="http://schemas.openxmlformats.org/officeDocument/2006/relationships/customXml" Target="../ink/ink1005.xml"/><Relationship Id="rId4853" Type="http://schemas.openxmlformats.org/officeDocument/2006/relationships/customXml" Target="../ink/ink1212.xml"/><Relationship Id="rId4506" Type="http://schemas.openxmlformats.org/officeDocument/2006/relationships/image" Target="../media/image246.png"/><Relationship Id="rId3662" Type="http://schemas.openxmlformats.org/officeDocument/2006/relationships/image" Target="../media/image1910.png"/><Relationship Id="rId4713" Type="http://schemas.openxmlformats.org/officeDocument/2006/relationships/customXml" Target="../ink/ink1072.xml"/><Relationship Id="rId376" Type="http://schemas.openxmlformats.org/officeDocument/2006/relationships/image" Target="../media/image154.png"/><Relationship Id="rId2057" Type="http://schemas.openxmlformats.org/officeDocument/2006/relationships/customXml" Target="../ink/ink772.xml"/><Relationship Id="rId4920" Type="http://schemas.openxmlformats.org/officeDocument/2006/relationships/customXml" Target="../ink/ink1279.xml"/><Relationship Id="rId4" Type="http://schemas.openxmlformats.org/officeDocument/2006/relationships/image" Target="../media/image1.png"/><Relationship Id="rId443" Type="http://schemas.openxmlformats.org/officeDocument/2006/relationships/customXml" Target="../ink/ink145.xml"/><Relationship Id="rId1073" Type="http://schemas.openxmlformats.org/officeDocument/2006/relationships/customXml" Target="../ink/ink263.xml"/><Relationship Id="rId1280" Type="http://schemas.openxmlformats.org/officeDocument/2006/relationships/customXml" Target="../ink/ink447.xml"/><Relationship Id="rId236" Type="http://schemas.openxmlformats.org/officeDocument/2006/relationships/image" Target="../media/image90.png"/><Relationship Id="rId2776" Type="http://schemas.openxmlformats.org/officeDocument/2006/relationships/image" Target="../media/image190.png"/><Relationship Id="rId955" Type="http://schemas.openxmlformats.org/officeDocument/2006/relationships/image" Target="../media/image630.png"/><Relationship Id="rId1140" Type="http://schemas.openxmlformats.org/officeDocument/2006/relationships/customXml" Target="../ink/ink314.xml"/><Relationship Id="rId1792" Type="http://schemas.openxmlformats.org/officeDocument/2006/relationships/customXml" Target="../ink/ink507.xml"/><Relationship Id="rId303" Type="http://schemas.openxmlformats.org/officeDocument/2006/relationships/image" Target="../media/image122.png"/><Relationship Id="rId2843" Type="http://schemas.microsoft.com/office/2007/relationships/hdphoto" Target="../media/hdphoto13.wdp"/><Relationship Id="rId5042" Type="http://schemas.openxmlformats.org/officeDocument/2006/relationships/customXml" Target="../ink/ink1392.xml"/><Relationship Id="rId84" Type="http://schemas.openxmlformats.org/officeDocument/2006/relationships/image" Target="../media/image41.png"/><Relationship Id="rId1238" Type="http://schemas.openxmlformats.org/officeDocument/2006/relationships/customXml" Target="../ink/ink405.xml"/><Relationship Id="rId1000" Type="http://schemas.openxmlformats.org/officeDocument/2006/relationships/customXml" Target="../ink/ink221.xml"/><Relationship Id="rId1084" Type="http://schemas.openxmlformats.org/officeDocument/2006/relationships/customXml" Target="../ink/ink273.xml"/><Relationship Id="rId1305" Type="http://schemas.openxmlformats.org/officeDocument/2006/relationships/customXml" Target="../ink/ink467.xml"/><Relationship Id="rId1957" Type="http://schemas.openxmlformats.org/officeDocument/2006/relationships/customXml" Target="../ink/ink672.xml"/><Relationship Id="rId2787" Type="http://schemas.openxmlformats.org/officeDocument/2006/relationships/customXml" Target="../ink/ink816.xml"/><Relationship Id="rId4570" Type="http://schemas.openxmlformats.org/officeDocument/2006/relationships/customXml" Target="../ink/ink929.xml"/><Relationship Id="rId107" Type="http://schemas.openxmlformats.org/officeDocument/2006/relationships/customXml" Target="../ink/ink53.xml"/><Relationship Id="rId454" Type="http://schemas.openxmlformats.org/officeDocument/2006/relationships/customXml" Target="../ink/ink156.xml"/><Relationship Id="rId966" Type="http://schemas.openxmlformats.org/officeDocument/2006/relationships/image" Target="../media/image670.png"/><Relationship Id="rId1291" Type="http://schemas.openxmlformats.org/officeDocument/2006/relationships/customXml" Target="../ink/ink458.xml"/><Relationship Id="rId1817" Type="http://schemas.openxmlformats.org/officeDocument/2006/relationships/customXml" Target="../ink/ink532.xml"/><Relationship Id="rId4668" Type="http://schemas.openxmlformats.org/officeDocument/2006/relationships/customXml" Target="../ink/ink1027.xml"/><Relationship Id="rId4875" Type="http://schemas.openxmlformats.org/officeDocument/2006/relationships/customXml" Target="../ink/ink1234.xml"/><Relationship Id="rId5053" Type="http://schemas.openxmlformats.org/officeDocument/2006/relationships/customXml" Target="../ink/ink1403.xml"/><Relationship Id="rId11" Type="http://schemas.openxmlformats.org/officeDocument/2006/relationships/customXml" Target="../ink/ink5.xml"/><Relationship Id="rId314" Type="http://schemas.openxmlformats.org/officeDocument/2006/relationships/customXml" Target="../ink/ink60.xml"/><Relationship Id="rId398" Type="http://schemas.openxmlformats.org/officeDocument/2006/relationships/image" Target="../media/image164.png"/><Relationship Id="rId1151" Type="http://schemas.openxmlformats.org/officeDocument/2006/relationships/customXml" Target="../ink/ink320.xml"/><Relationship Id="rId1249" Type="http://schemas.openxmlformats.org/officeDocument/2006/relationships/customXml" Target="../ink/ink416.xml"/><Relationship Id="rId2079" Type="http://schemas.openxmlformats.org/officeDocument/2006/relationships/customXml" Target="../ink/ink794.xml"/><Relationship Id="rId2854" Type="http://schemas.microsoft.com/office/2007/relationships/hdphoto" Target="../media/hdphoto20.wdp"/><Relationship Id="rId4528" Type="http://schemas.openxmlformats.org/officeDocument/2006/relationships/image" Target="../media/image256.png"/><Relationship Id="rId4735" Type="http://schemas.openxmlformats.org/officeDocument/2006/relationships/customXml" Target="../ink/ink1094.xml"/><Relationship Id="rId4942" Type="http://schemas.microsoft.com/office/2007/relationships/hdphoto" Target="../media/hdphoto27.wdp"/><Relationship Id="rId95" Type="http://schemas.openxmlformats.org/officeDocument/2006/relationships/customXml" Target="../ink/ink47.xml"/><Relationship Id="rId1011" Type="http://schemas.openxmlformats.org/officeDocument/2006/relationships/customXml" Target="../ink/ink228.xml"/><Relationship Id="rId1109" Type="http://schemas.openxmlformats.org/officeDocument/2006/relationships/image" Target="../media/image1120.png"/><Relationship Id="rId1870" Type="http://schemas.openxmlformats.org/officeDocument/2006/relationships/customXml" Target="../ink/ink585.xml"/><Relationship Id="rId1968" Type="http://schemas.openxmlformats.org/officeDocument/2006/relationships/customXml" Target="../ink/ink683.xml"/><Relationship Id="rId4374" Type="http://schemas.openxmlformats.org/officeDocument/2006/relationships/image" Target="../media/image2170.png"/><Relationship Id="rId4581" Type="http://schemas.openxmlformats.org/officeDocument/2006/relationships/customXml" Target="../ink/ink940.xml"/><Relationship Id="rId4802" Type="http://schemas.openxmlformats.org/officeDocument/2006/relationships/customXml" Target="../ink/ink1161.xml"/><Relationship Id="rId465" Type="http://schemas.openxmlformats.org/officeDocument/2006/relationships/customXml" Target="../ink/ink167.xml"/><Relationship Id="rId1095" Type="http://schemas.openxmlformats.org/officeDocument/2006/relationships/customXml" Target="../ink/ink282.xml"/><Relationship Id="rId2798" Type="http://schemas.openxmlformats.org/officeDocument/2006/relationships/image" Target="../media/image201.png"/><Relationship Id="rId4441" Type="http://schemas.openxmlformats.org/officeDocument/2006/relationships/customXml" Target="../ink/ink842.xml"/><Relationship Id="rId4679" Type="http://schemas.openxmlformats.org/officeDocument/2006/relationships/customXml" Target="../ink/ink1038.xml"/><Relationship Id="rId4886" Type="http://schemas.openxmlformats.org/officeDocument/2006/relationships/customXml" Target="../ink/ink1245.xml"/><Relationship Id="rId5064" Type="http://schemas.openxmlformats.org/officeDocument/2006/relationships/customXml" Target="../ink/ink1414.xml"/><Relationship Id="rId22" Type="http://schemas.openxmlformats.org/officeDocument/2006/relationships/image" Target="../media/image10.png"/><Relationship Id="rId325" Type="http://schemas.openxmlformats.org/officeDocument/2006/relationships/image" Target="../media/image133.png"/><Relationship Id="rId977" Type="http://schemas.openxmlformats.org/officeDocument/2006/relationships/image" Target="../media/image700.png"/><Relationship Id="rId1162" Type="http://schemas.openxmlformats.org/officeDocument/2006/relationships/customXml" Target="../ink/ink329.xml"/><Relationship Id="rId1828" Type="http://schemas.openxmlformats.org/officeDocument/2006/relationships/customXml" Target="../ink/ink543.xml"/><Relationship Id="rId2006" Type="http://schemas.openxmlformats.org/officeDocument/2006/relationships/customXml" Target="../ink/ink721.xml"/><Relationship Id="rId4539" Type="http://schemas.openxmlformats.org/officeDocument/2006/relationships/customXml" Target="../ink/ink904.xml"/><Relationship Id="rId4746" Type="http://schemas.openxmlformats.org/officeDocument/2006/relationships/customXml" Target="../ink/ink1105.xml"/><Relationship Id="rId4953" Type="http://schemas.openxmlformats.org/officeDocument/2006/relationships/customXml" Target="../ink/ink1303.xml"/><Relationship Id="rId1022" Type="http://schemas.openxmlformats.org/officeDocument/2006/relationships/customXml" Target="../ink/ink234.xml"/><Relationship Id="rId1674" Type="http://schemas.openxmlformats.org/officeDocument/2006/relationships/customXml" Target="../ink/ink480.xml"/><Relationship Id="rId1881" Type="http://schemas.openxmlformats.org/officeDocument/2006/relationships/customXml" Target="../ink/ink596.xml"/><Relationship Id="rId4592" Type="http://schemas.openxmlformats.org/officeDocument/2006/relationships/customXml" Target="../ink/ink951.xml"/><Relationship Id="rId4606" Type="http://schemas.openxmlformats.org/officeDocument/2006/relationships/customXml" Target="../ink/ink965.xml"/><Relationship Id="rId4813" Type="http://schemas.openxmlformats.org/officeDocument/2006/relationships/customXml" Target="../ink/ink1172.xml"/><Relationship Id="rId476" Type="http://schemas.openxmlformats.org/officeDocument/2006/relationships/customXml" Target="../ink/ink178.xml"/><Relationship Id="rId1979" Type="http://schemas.openxmlformats.org/officeDocument/2006/relationships/customXml" Target="../ink/ink694.xml"/><Relationship Id="rId4897" Type="http://schemas.openxmlformats.org/officeDocument/2006/relationships/customXml" Target="../ink/ink1256.xml"/><Relationship Id="rId33" Type="http://schemas.openxmlformats.org/officeDocument/2006/relationships/customXml" Target="../ink/ink16.xml"/><Relationship Id="rId336" Type="http://schemas.openxmlformats.org/officeDocument/2006/relationships/customXml" Target="../ink/ink71.xml"/><Relationship Id="rId988" Type="http://schemas.openxmlformats.org/officeDocument/2006/relationships/image" Target="../media/image730.png"/><Relationship Id="rId1173" Type="http://schemas.openxmlformats.org/officeDocument/2006/relationships/customXml" Target="../ink/ink340.xml"/><Relationship Id="rId1839" Type="http://schemas.openxmlformats.org/officeDocument/2006/relationships/customXml" Target="../ink/ink554.xml"/><Relationship Id="rId2017" Type="http://schemas.openxmlformats.org/officeDocument/2006/relationships/customXml" Target="../ink/ink732.xml"/><Relationship Id="rId4452" Type="http://schemas.openxmlformats.org/officeDocument/2006/relationships/image" Target="../media/image229.png"/><Relationship Id="rId4757" Type="http://schemas.openxmlformats.org/officeDocument/2006/relationships/customXml" Target="../ink/ink1116.xml"/><Relationship Id="rId5075" Type="http://schemas.openxmlformats.org/officeDocument/2006/relationships/customXml" Target="../ink/ink1425.xml"/><Relationship Id="rId403" Type="http://schemas.openxmlformats.org/officeDocument/2006/relationships/customXml" Target="../ink/ink111.xml"/><Relationship Id="rId1033" Type="http://schemas.openxmlformats.org/officeDocument/2006/relationships/customXml" Target="../ink/ink240.xml"/><Relationship Id="rId1685" Type="http://schemas.openxmlformats.org/officeDocument/2006/relationships/image" Target="../media/image1380.png"/><Relationship Id="rId1892" Type="http://schemas.openxmlformats.org/officeDocument/2006/relationships/customXml" Target="../ink/ink607.xml"/><Relationship Id="rId1906" Type="http://schemas.openxmlformats.org/officeDocument/2006/relationships/customXml" Target="../ink/ink621.xml"/><Relationship Id="rId4964" Type="http://schemas.openxmlformats.org/officeDocument/2006/relationships/customXml" Target="../ink/ink1314.xml"/><Relationship Id="rId1240" Type="http://schemas.openxmlformats.org/officeDocument/2006/relationships/customXml" Target="../ink/ink407.xml"/><Relationship Id="rId2070" Type="http://schemas.openxmlformats.org/officeDocument/2006/relationships/customXml" Target="../ink/ink785.xml"/><Relationship Id="rId4617" Type="http://schemas.openxmlformats.org/officeDocument/2006/relationships/customXml" Target="../ink/ink976.xml"/><Relationship Id="rId4824" Type="http://schemas.openxmlformats.org/officeDocument/2006/relationships/customXml" Target="../ink/ink1183.xml"/><Relationship Id="rId5002" Type="http://schemas.openxmlformats.org/officeDocument/2006/relationships/customXml" Target="../ink/ink1352.xml"/><Relationship Id="rId347" Type="http://schemas.openxmlformats.org/officeDocument/2006/relationships/customXml" Target="../ink/ink77.xml"/><Relationship Id="rId999" Type="http://schemas.openxmlformats.org/officeDocument/2006/relationships/customXml" Target="../ink/ink220.xml"/><Relationship Id="rId1100" Type="http://schemas.openxmlformats.org/officeDocument/2006/relationships/image" Target="../media/image1110.png"/><Relationship Id="rId1184" Type="http://schemas.openxmlformats.org/officeDocument/2006/relationships/customXml" Target="../ink/ink351.xml"/><Relationship Id="rId2028" Type="http://schemas.openxmlformats.org/officeDocument/2006/relationships/customXml" Target="../ink/ink743.xml"/><Relationship Id="rId2803" Type="http://schemas.openxmlformats.org/officeDocument/2006/relationships/customXml" Target="../ink/ink824.xml"/><Relationship Id="rId4463" Type="http://schemas.openxmlformats.org/officeDocument/2006/relationships/customXml" Target="../ink/ink856.xml"/><Relationship Id="rId4670" Type="http://schemas.openxmlformats.org/officeDocument/2006/relationships/customXml" Target="../ink/ink1029.xml"/><Relationship Id="rId5086" Type="http://schemas.openxmlformats.org/officeDocument/2006/relationships/customXml" Target="../ink/ink1436.xml"/><Relationship Id="rId44" Type="http://schemas.openxmlformats.org/officeDocument/2006/relationships/image" Target="../media/image21.png"/><Relationship Id="rId1917" Type="http://schemas.openxmlformats.org/officeDocument/2006/relationships/customXml" Target="../ink/ink632.xml"/><Relationship Id="rId4530" Type="http://schemas.openxmlformats.org/officeDocument/2006/relationships/image" Target="../media/image257.png"/><Relationship Id="rId4768" Type="http://schemas.openxmlformats.org/officeDocument/2006/relationships/customXml" Target="../ink/ink1127.xml"/><Relationship Id="rId4975" Type="http://schemas.openxmlformats.org/officeDocument/2006/relationships/customXml" Target="../ink/ink1325.xml"/><Relationship Id="rId414" Type="http://schemas.openxmlformats.org/officeDocument/2006/relationships/customXml" Target="../ink/ink118.xml"/><Relationship Id="rId1044" Type="http://schemas.openxmlformats.org/officeDocument/2006/relationships/image" Target="../media/image960.png"/><Relationship Id="rId1251" Type="http://schemas.openxmlformats.org/officeDocument/2006/relationships/customXml" Target="../ink/ink418.xml"/><Relationship Id="rId2081" Type="http://schemas.openxmlformats.org/officeDocument/2006/relationships/customXml" Target="../ink/ink796.xml"/><Relationship Id="rId4628" Type="http://schemas.openxmlformats.org/officeDocument/2006/relationships/customXml" Target="../ink/ink987.xml"/><Relationship Id="rId4835" Type="http://schemas.openxmlformats.org/officeDocument/2006/relationships/customXml" Target="../ink/ink1194.xml"/><Relationship Id="rId5013" Type="http://schemas.openxmlformats.org/officeDocument/2006/relationships/customXml" Target="../ink/ink1363.xml"/><Relationship Id="rId1111" Type="http://schemas.openxmlformats.org/officeDocument/2006/relationships/image" Target="../media/image1130.png"/><Relationship Id="rId1970" Type="http://schemas.openxmlformats.org/officeDocument/2006/relationships/customXml" Target="../ink/ink685.xml"/><Relationship Id="rId2814" Type="http://schemas.openxmlformats.org/officeDocument/2006/relationships/image" Target="../media/image209.png"/><Relationship Id="rId4474" Type="http://schemas.openxmlformats.org/officeDocument/2006/relationships/customXml" Target="../ink/ink865.xml"/><Relationship Id="rId4681" Type="http://schemas.openxmlformats.org/officeDocument/2006/relationships/customXml" Target="../ink/ink1040.xml"/><Relationship Id="rId4902" Type="http://schemas.openxmlformats.org/officeDocument/2006/relationships/customXml" Target="../ink/ink1261.xml"/><Relationship Id="rId55" Type="http://schemas.openxmlformats.org/officeDocument/2006/relationships/customXml" Target="../ink/ink27.xml"/><Relationship Id="rId358" Type="http://schemas.openxmlformats.org/officeDocument/2006/relationships/customXml" Target="../ink/ink83.xml"/><Relationship Id="rId1195" Type="http://schemas.openxmlformats.org/officeDocument/2006/relationships/customXml" Target="../ink/ink362.xml"/><Relationship Id="rId1209" Type="http://schemas.openxmlformats.org/officeDocument/2006/relationships/customXml" Target="../ink/ink376.xml"/><Relationship Id="rId1830" Type="http://schemas.openxmlformats.org/officeDocument/2006/relationships/customXml" Target="../ink/ink545.xml"/><Relationship Id="rId2039" Type="http://schemas.openxmlformats.org/officeDocument/2006/relationships/customXml" Target="../ink/ink754.xml"/><Relationship Id="rId4541" Type="http://schemas.openxmlformats.org/officeDocument/2006/relationships/customXml" Target="../ink/ink905.xml"/><Relationship Id="rId4779" Type="http://schemas.openxmlformats.org/officeDocument/2006/relationships/customXml" Target="../ink/ink1138.xml"/><Relationship Id="rId4986" Type="http://schemas.openxmlformats.org/officeDocument/2006/relationships/customXml" Target="../ink/ink1336.xml"/><Relationship Id="rId425" Type="http://schemas.openxmlformats.org/officeDocument/2006/relationships/customXml" Target="../ink/ink127.xml"/><Relationship Id="rId1055" Type="http://schemas.openxmlformats.org/officeDocument/2006/relationships/customXml" Target="../ink/ink251.xml"/><Relationship Id="rId1262" Type="http://schemas.openxmlformats.org/officeDocument/2006/relationships/customXml" Target="../ink/ink429.xml"/><Relationship Id="rId1928" Type="http://schemas.openxmlformats.org/officeDocument/2006/relationships/customXml" Target="../ink/ink643.xml"/><Relationship Id="rId4639" Type="http://schemas.openxmlformats.org/officeDocument/2006/relationships/customXml" Target="../ink/ink998.xml"/><Relationship Id="rId4846" Type="http://schemas.openxmlformats.org/officeDocument/2006/relationships/customXml" Target="../ink/ink1205.xml"/><Relationship Id="rId5024" Type="http://schemas.openxmlformats.org/officeDocument/2006/relationships/customXml" Target="../ink/ink1374.xml"/><Relationship Id="rId1122" Type="http://schemas.openxmlformats.org/officeDocument/2006/relationships/customXml" Target="../ink/ink302.xml"/><Relationship Id="rId1774" Type="http://schemas.openxmlformats.org/officeDocument/2006/relationships/customXml" Target="../ink/ink489.xml"/><Relationship Id="rId1981" Type="http://schemas.openxmlformats.org/officeDocument/2006/relationships/customXml" Target="../ink/ink696.xml"/><Relationship Id="rId2825" Type="http://schemas.openxmlformats.org/officeDocument/2006/relationships/customXml" Target="../ink/ink835.xml"/><Relationship Id="rId4485" Type="http://schemas.openxmlformats.org/officeDocument/2006/relationships/image" Target="../media/image238.png"/><Relationship Id="rId3655" Type="http://schemas.openxmlformats.org/officeDocument/2006/relationships/image" Target="../media/image1890.png"/><Relationship Id="rId4706" Type="http://schemas.openxmlformats.org/officeDocument/2006/relationships/customXml" Target="../ink/ink1065.xml"/><Relationship Id="rId66" Type="http://schemas.openxmlformats.org/officeDocument/2006/relationships/image" Target="../media/image32.png"/><Relationship Id="rId369" Type="http://schemas.openxmlformats.org/officeDocument/2006/relationships/customXml" Target="../ink/ink91.xml"/><Relationship Id="rId990" Type="http://schemas.openxmlformats.org/officeDocument/2006/relationships/image" Target="../media/image740.png"/><Relationship Id="rId1841" Type="http://schemas.openxmlformats.org/officeDocument/2006/relationships/customXml" Target="../ink/ink556.xml"/><Relationship Id="rId4692" Type="http://schemas.openxmlformats.org/officeDocument/2006/relationships/customXml" Target="../ink/ink1051.xml"/><Relationship Id="rId4913" Type="http://schemas.openxmlformats.org/officeDocument/2006/relationships/customXml" Target="../ink/ink1272.xml"/><Relationship Id="rId4997" Type="http://schemas.openxmlformats.org/officeDocument/2006/relationships/customXml" Target="../ink/ink1347.xml"/><Relationship Id="rId436" Type="http://schemas.openxmlformats.org/officeDocument/2006/relationships/customXml" Target="../ink/ink138.xml"/><Relationship Id="rId1066" Type="http://schemas.openxmlformats.org/officeDocument/2006/relationships/customXml" Target="../ink/ink256.xml"/><Relationship Id="rId1273" Type="http://schemas.openxmlformats.org/officeDocument/2006/relationships/customXml" Target="../ink/ink440.xml"/><Relationship Id="rId1939" Type="http://schemas.openxmlformats.org/officeDocument/2006/relationships/customXml" Target="../ink/ink654.xml"/><Relationship Id="rId2769" Type="http://schemas.openxmlformats.org/officeDocument/2006/relationships/customXml" Target="../ink/ink807.xml"/><Relationship Id="rId4552" Type="http://schemas.openxmlformats.org/officeDocument/2006/relationships/customXml" Target="../ink/ink911.xml"/><Relationship Id="rId4857" Type="http://schemas.openxmlformats.org/officeDocument/2006/relationships/customXml" Target="../ink/ink1216.xml"/><Relationship Id="rId948" Type="http://schemas.openxmlformats.org/officeDocument/2006/relationships/customXml" Target="../ink/ink186.xml"/><Relationship Id="rId1133" Type="http://schemas.openxmlformats.org/officeDocument/2006/relationships/image" Target="../media/image1190.png"/><Relationship Id="rId1701" Type="http://schemas.openxmlformats.org/officeDocument/2006/relationships/customXml" Target="../ink/ink484.xml"/><Relationship Id="rId1785" Type="http://schemas.openxmlformats.org/officeDocument/2006/relationships/customXml" Target="../ink/ink500.xml"/><Relationship Id="rId1992" Type="http://schemas.openxmlformats.org/officeDocument/2006/relationships/customXml" Target="../ink/ink707.xml"/><Relationship Id="rId2836" Type="http://schemas.microsoft.com/office/2007/relationships/hdphoto" Target="../media/hdphoto8.wdp"/><Relationship Id="rId5035" Type="http://schemas.openxmlformats.org/officeDocument/2006/relationships/customXml" Target="../ink/ink1385.xml"/><Relationship Id="rId77" Type="http://schemas.openxmlformats.org/officeDocument/2006/relationships/customXml" Target="../ink/ink38.xml"/><Relationship Id="rId4496" Type="http://schemas.openxmlformats.org/officeDocument/2006/relationships/image" Target="../media/image241.png"/><Relationship Id="rId4717" Type="http://schemas.openxmlformats.org/officeDocument/2006/relationships/customXml" Target="../ink/ink1076.xml"/><Relationship Id="rId4924" Type="http://schemas.openxmlformats.org/officeDocument/2006/relationships/customXml" Target="../ink/ink1283.xml"/><Relationship Id="rId8" Type="http://schemas.openxmlformats.org/officeDocument/2006/relationships/image" Target="../media/image3.png"/><Relationship Id="rId447" Type="http://schemas.openxmlformats.org/officeDocument/2006/relationships/customXml" Target="../ink/ink149.xml"/><Relationship Id="rId1077" Type="http://schemas.openxmlformats.org/officeDocument/2006/relationships/customXml" Target="../ink/ink267.xml"/><Relationship Id="rId1200" Type="http://schemas.openxmlformats.org/officeDocument/2006/relationships/customXml" Target="../ink/ink367.xml"/><Relationship Id="rId1852" Type="http://schemas.openxmlformats.org/officeDocument/2006/relationships/customXml" Target="../ink/ink567.xml"/><Relationship Id="rId2030" Type="http://schemas.openxmlformats.org/officeDocument/2006/relationships/customXml" Target="../ink/ink745.xml"/><Relationship Id="rId4563" Type="http://schemas.openxmlformats.org/officeDocument/2006/relationships/customXml" Target="../ink/ink922.xml"/><Relationship Id="rId4770" Type="http://schemas.openxmlformats.org/officeDocument/2006/relationships/customXml" Target="../ink/ink1129.xml"/><Relationship Id="rId959" Type="http://schemas.openxmlformats.org/officeDocument/2006/relationships/customXml" Target="../ink/ink192.xml"/><Relationship Id="rId1284" Type="http://schemas.openxmlformats.org/officeDocument/2006/relationships/customXml" Target="../ink/ink451.xml"/><Relationship Id="rId4630" Type="http://schemas.openxmlformats.org/officeDocument/2006/relationships/customXml" Target="../ink/ink989.xml"/><Relationship Id="rId4868" Type="http://schemas.openxmlformats.org/officeDocument/2006/relationships/customXml" Target="../ink/ink1227.xml"/><Relationship Id="rId5046" Type="http://schemas.openxmlformats.org/officeDocument/2006/relationships/customXml" Target="../ink/ink1396.xml"/><Relationship Id="rId307" Type="http://schemas.openxmlformats.org/officeDocument/2006/relationships/image" Target="../media/image124.png"/><Relationship Id="rId1144" Type="http://schemas.openxmlformats.org/officeDocument/2006/relationships/customXml" Target="../ink/ink316.xml"/><Relationship Id="rId1796" Type="http://schemas.openxmlformats.org/officeDocument/2006/relationships/customXml" Target="../ink/ink511.xml"/><Relationship Id="rId293" Type="http://schemas.openxmlformats.org/officeDocument/2006/relationships/image" Target="../media/image117.png"/><Relationship Id="rId2847" Type="http://schemas.microsoft.com/office/2007/relationships/hdphoto" Target="../media/hdphoto16.wdp"/><Relationship Id="rId4728" Type="http://schemas.openxmlformats.org/officeDocument/2006/relationships/customXml" Target="../ink/ink1087.xml"/><Relationship Id="rId4935" Type="http://schemas.openxmlformats.org/officeDocument/2006/relationships/customXml" Target="../ink/ink1294.xml"/><Relationship Id="rId88" Type="http://schemas.openxmlformats.org/officeDocument/2006/relationships/image" Target="../media/image43.png"/><Relationship Id="rId360" Type="http://schemas.openxmlformats.org/officeDocument/2006/relationships/customXml" Target="../ink/ink84.xml"/><Relationship Id="rId1004" Type="http://schemas.openxmlformats.org/officeDocument/2006/relationships/image" Target="../media/image770.png"/><Relationship Id="rId1211" Type="http://schemas.openxmlformats.org/officeDocument/2006/relationships/customXml" Target="../ink/ink378.xml"/><Relationship Id="rId1656" Type="http://schemas.openxmlformats.org/officeDocument/2006/relationships/customXml" Target="../ink/ink477.xml"/><Relationship Id="rId1863" Type="http://schemas.openxmlformats.org/officeDocument/2006/relationships/customXml" Target="../ink/ink578.xml"/><Relationship Id="rId2041" Type="http://schemas.openxmlformats.org/officeDocument/2006/relationships/customXml" Target="../ink/ink756.xml"/><Relationship Id="rId4574" Type="http://schemas.openxmlformats.org/officeDocument/2006/relationships/customXml" Target="../ink/ink933.xml"/><Relationship Id="rId4781" Type="http://schemas.openxmlformats.org/officeDocument/2006/relationships/customXml" Target="../ink/ink1140.xml"/><Relationship Id="rId458" Type="http://schemas.openxmlformats.org/officeDocument/2006/relationships/customXml" Target="../ink/ink160.xml"/><Relationship Id="rId1088" Type="http://schemas.openxmlformats.org/officeDocument/2006/relationships/customXml" Target="../ink/ink276.xml"/><Relationship Id="rId1295" Type="http://schemas.openxmlformats.org/officeDocument/2006/relationships/customXml" Target="../ink/ink461.xml"/><Relationship Id="rId1309" Type="http://schemas.openxmlformats.org/officeDocument/2006/relationships/customXml" Target="../ink/ink471.xml"/><Relationship Id="rId220" Type="http://schemas.openxmlformats.org/officeDocument/2006/relationships/image" Target="../media/image82.png"/><Relationship Id="rId1930" Type="http://schemas.openxmlformats.org/officeDocument/2006/relationships/customXml" Target="../ink/ink645.xml"/><Relationship Id="rId2760" Type="http://schemas.openxmlformats.org/officeDocument/2006/relationships/image" Target="../media/image182.png"/><Relationship Id="rId4879" Type="http://schemas.openxmlformats.org/officeDocument/2006/relationships/customXml" Target="../ink/ink1238.xml"/><Relationship Id="rId5057" Type="http://schemas.openxmlformats.org/officeDocument/2006/relationships/customXml" Target="../ink/ink1407.xml"/><Relationship Id="rId15" Type="http://schemas.openxmlformats.org/officeDocument/2006/relationships/customXml" Target="../ink/ink7.xml"/><Relationship Id="rId318" Type="http://schemas.openxmlformats.org/officeDocument/2006/relationships/customXml" Target="../ink/ink62.xml"/><Relationship Id="rId1155" Type="http://schemas.openxmlformats.org/officeDocument/2006/relationships/customXml" Target="../ink/ink322.xml"/><Relationship Id="rId2858" Type="http://schemas.openxmlformats.org/officeDocument/2006/relationships/customXml" Target="../ink/ink838.xml"/><Relationship Id="rId4641" Type="http://schemas.openxmlformats.org/officeDocument/2006/relationships/customXml" Target="../ink/ink1000.xml"/><Relationship Id="rId4739" Type="http://schemas.openxmlformats.org/officeDocument/2006/relationships/customXml" Target="../ink/ink1098.xml"/><Relationship Id="rId4946" Type="http://schemas.openxmlformats.org/officeDocument/2006/relationships/customXml" Target="../ink/ink1296.xml"/><Relationship Id="rId99" Type="http://schemas.openxmlformats.org/officeDocument/2006/relationships/customXml" Target="../ink/ink49.xml"/><Relationship Id="rId371" Type="http://schemas.openxmlformats.org/officeDocument/2006/relationships/image" Target="../media/image152.png"/><Relationship Id="rId1015" Type="http://schemas.openxmlformats.org/officeDocument/2006/relationships/customXml" Target="../ink/ink230.xml"/><Relationship Id="rId1222" Type="http://schemas.openxmlformats.org/officeDocument/2006/relationships/customXml" Target="../ink/ink389.xml"/><Relationship Id="rId1874" Type="http://schemas.openxmlformats.org/officeDocument/2006/relationships/customXml" Target="../ink/ink589.xml"/><Relationship Id="rId2052" Type="http://schemas.openxmlformats.org/officeDocument/2006/relationships/customXml" Target="../ink/ink767.xml"/><Relationship Id="rId4501" Type="http://schemas.openxmlformats.org/officeDocument/2006/relationships/customXml" Target="../ink/ink884.xml"/><Relationship Id="rId4585" Type="http://schemas.openxmlformats.org/officeDocument/2006/relationships/customXml" Target="../ink/ink944.xml"/><Relationship Id="rId4806" Type="http://schemas.openxmlformats.org/officeDocument/2006/relationships/customXml" Target="../ink/ink1165.xml"/><Relationship Id="rId469" Type="http://schemas.openxmlformats.org/officeDocument/2006/relationships/customXml" Target="../ink/ink171.xml"/><Relationship Id="rId1099" Type="http://schemas.openxmlformats.org/officeDocument/2006/relationships/customXml" Target="../ink/ink285.xml"/><Relationship Id="rId1941" Type="http://schemas.openxmlformats.org/officeDocument/2006/relationships/customXml" Target="../ink/ink656.xml"/><Relationship Id="rId4792" Type="http://schemas.openxmlformats.org/officeDocument/2006/relationships/customXml" Target="../ink/ink1151.xml"/><Relationship Id="rId5068" Type="http://schemas.openxmlformats.org/officeDocument/2006/relationships/customXml" Target="../ink/ink1418.xml"/><Relationship Id="rId26" Type="http://schemas.openxmlformats.org/officeDocument/2006/relationships/image" Target="../media/image12.png"/><Relationship Id="rId329" Type="http://schemas.openxmlformats.org/officeDocument/2006/relationships/image" Target="../media/image135.png"/><Relationship Id="rId1166" Type="http://schemas.openxmlformats.org/officeDocument/2006/relationships/customXml" Target="../ink/ink333.xml"/><Relationship Id="rId2771" Type="http://schemas.openxmlformats.org/officeDocument/2006/relationships/customXml" Target="../ink/ink808.xml"/><Relationship Id="rId4445" Type="http://schemas.openxmlformats.org/officeDocument/2006/relationships/customXml" Target="../ink/ink845.xml"/><Relationship Id="rId4652" Type="http://schemas.openxmlformats.org/officeDocument/2006/relationships/customXml" Target="../ink/ink1011.xml"/><Relationship Id="rId950" Type="http://schemas.openxmlformats.org/officeDocument/2006/relationships/customXml" Target="../ink/ink187.xml"/><Relationship Id="rId1026" Type="http://schemas.openxmlformats.org/officeDocument/2006/relationships/customXml" Target="../ink/ink236.xml"/><Relationship Id="rId1801" Type="http://schemas.openxmlformats.org/officeDocument/2006/relationships/customXml" Target="../ink/ink516.xml"/><Relationship Id="rId1885" Type="http://schemas.openxmlformats.org/officeDocument/2006/relationships/customXml" Target="../ink/ink600.xml"/><Relationship Id="rId4512" Type="http://schemas.openxmlformats.org/officeDocument/2006/relationships/customXml" Target="../ink/ink890.xml"/><Relationship Id="rId4957" Type="http://schemas.openxmlformats.org/officeDocument/2006/relationships/customXml" Target="../ink/ink1307.xml"/><Relationship Id="rId382" Type="http://schemas.openxmlformats.org/officeDocument/2006/relationships/customXml" Target="../ink/ink99.xml"/><Relationship Id="rId1233" Type="http://schemas.openxmlformats.org/officeDocument/2006/relationships/customXml" Target="../ink/ink400.xml"/><Relationship Id="rId2063" Type="http://schemas.openxmlformats.org/officeDocument/2006/relationships/customXml" Target="../ink/ink778.xml"/><Relationship Id="rId4596" Type="http://schemas.openxmlformats.org/officeDocument/2006/relationships/customXml" Target="../ink/ink955.xml"/><Relationship Id="rId4817" Type="http://schemas.openxmlformats.org/officeDocument/2006/relationships/customXml" Target="../ink/ink1176.xml"/><Relationship Id="rId1177" Type="http://schemas.openxmlformats.org/officeDocument/2006/relationships/customXml" Target="../ink/ink344.xml"/><Relationship Id="rId1300" Type="http://schemas.openxmlformats.org/officeDocument/2006/relationships/image" Target="../media/image57.png"/><Relationship Id="rId1952" Type="http://schemas.openxmlformats.org/officeDocument/2006/relationships/customXml" Target="../ink/ink667.xml"/><Relationship Id="rId2782" Type="http://schemas.openxmlformats.org/officeDocument/2006/relationships/image" Target="../media/image193.png"/><Relationship Id="rId4456" Type="http://schemas.openxmlformats.org/officeDocument/2006/relationships/image" Target="../media/image231.png"/><Relationship Id="rId4663" Type="http://schemas.openxmlformats.org/officeDocument/2006/relationships/customXml" Target="../ink/ink1022.xml"/><Relationship Id="rId4870" Type="http://schemas.openxmlformats.org/officeDocument/2006/relationships/customXml" Target="../ink/ink1229.xml"/><Relationship Id="rId5079" Type="http://schemas.openxmlformats.org/officeDocument/2006/relationships/customXml" Target="../ink/ink1429.xml"/><Relationship Id="rId37" Type="http://schemas.openxmlformats.org/officeDocument/2006/relationships/customXml" Target="../ink/ink18.xml"/><Relationship Id="rId102" Type="http://schemas.openxmlformats.org/officeDocument/2006/relationships/image" Target="../media/image50.png"/><Relationship Id="rId961" Type="http://schemas.openxmlformats.org/officeDocument/2006/relationships/customXml" Target="../ink/ink193.xml"/><Relationship Id="rId1812" Type="http://schemas.openxmlformats.org/officeDocument/2006/relationships/customXml" Target="../ink/ink527.xml"/><Relationship Id="rId4523" Type="http://schemas.openxmlformats.org/officeDocument/2006/relationships/customXml" Target="../ink/ink896.xml"/><Relationship Id="rId4316" Type="http://schemas.openxmlformats.org/officeDocument/2006/relationships/image" Target="../media/image2100.png"/><Relationship Id="rId4730" Type="http://schemas.openxmlformats.org/officeDocument/2006/relationships/customXml" Target="../ink/ink1089.xml"/><Relationship Id="rId4968" Type="http://schemas.openxmlformats.org/officeDocument/2006/relationships/customXml" Target="../ink/ink1318.xml"/><Relationship Id="rId90" Type="http://schemas.openxmlformats.org/officeDocument/2006/relationships/image" Target="../media/image44.png"/><Relationship Id="rId393" Type="http://schemas.openxmlformats.org/officeDocument/2006/relationships/image" Target="../media/image162.png"/><Relationship Id="rId407" Type="http://schemas.openxmlformats.org/officeDocument/2006/relationships/customXml" Target="../ink/ink114.xml"/><Relationship Id="rId1037" Type="http://schemas.openxmlformats.org/officeDocument/2006/relationships/customXml" Target="../ink/ink242.xml"/><Relationship Id="rId1244" Type="http://schemas.openxmlformats.org/officeDocument/2006/relationships/customXml" Target="../ink/ink411.xml"/><Relationship Id="rId1896" Type="http://schemas.openxmlformats.org/officeDocument/2006/relationships/customXml" Target="../ink/ink611.xml"/><Relationship Id="rId2074" Type="http://schemas.openxmlformats.org/officeDocument/2006/relationships/customXml" Target="../ink/ink789.xml"/><Relationship Id="rId4828" Type="http://schemas.openxmlformats.org/officeDocument/2006/relationships/customXml" Target="../ink/ink1187.xml"/><Relationship Id="rId5006" Type="http://schemas.openxmlformats.org/officeDocument/2006/relationships/customXml" Target="../ink/ink1356.xml"/><Relationship Id="rId460" Type="http://schemas.openxmlformats.org/officeDocument/2006/relationships/customXml" Target="../ink/ink162.xml"/><Relationship Id="rId1090" Type="http://schemas.openxmlformats.org/officeDocument/2006/relationships/customXml" Target="../ink/ink278.xml"/><Relationship Id="rId1104" Type="http://schemas.openxmlformats.org/officeDocument/2006/relationships/customXml" Target="../ink/ink289.xml"/><Relationship Id="rId1311" Type="http://schemas.openxmlformats.org/officeDocument/2006/relationships/customXml" Target="../ink/ink473.xml"/><Relationship Id="rId1963" Type="http://schemas.openxmlformats.org/officeDocument/2006/relationships/customXml" Target="../ink/ink678.xml"/><Relationship Id="rId2793" Type="http://schemas.openxmlformats.org/officeDocument/2006/relationships/customXml" Target="../ink/ink819.xml"/><Relationship Id="rId2807" Type="http://schemas.openxmlformats.org/officeDocument/2006/relationships/customXml" Target="../ink/ink826.xml"/><Relationship Id="rId4467" Type="http://schemas.openxmlformats.org/officeDocument/2006/relationships/customXml" Target="../ink/ink860.xml"/><Relationship Id="rId4674" Type="http://schemas.openxmlformats.org/officeDocument/2006/relationships/customXml" Target="../ink/ink1033.xml"/><Relationship Id="rId4881" Type="http://schemas.openxmlformats.org/officeDocument/2006/relationships/customXml" Target="../ink/ink1240.xml"/><Relationship Id="rId48" Type="http://schemas.openxmlformats.org/officeDocument/2006/relationships/image" Target="../media/image23.png"/><Relationship Id="rId320" Type="http://schemas.openxmlformats.org/officeDocument/2006/relationships/customXml" Target="../ink/ink63.xml"/><Relationship Id="rId972" Type="http://schemas.openxmlformats.org/officeDocument/2006/relationships/customXml" Target="../ink/ink201.xml"/><Relationship Id="rId1188" Type="http://schemas.openxmlformats.org/officeDocument/2006/relationships/customXml" Target="../ink/ink355.xml"/><Relationship Id="rId1823" Type="http://schemas.openxmlformats.org/officeDocument/2006/relationships/customXml" Target="../ink/ink538.xml"/><Relationship Id="rId2001" Type="http://schemas.openxmlformats.org/officeDocument/2006/relationships/customXml" Target="../ink/ink716.xml"/><Relationship Id="rId2860" Type="http://schemas.openxmlformats.org/officeDocument/2006/relationships/customXml" Target="../ink/ink839.xml"/><Relationship Id="rId4534" Type="http://schemas.openxmlformats.org/officeDocument/2006/relationships/image" Target="../media/image259.png"/><Relationship Id="rId4979" Type="http://schemas.openxmlformats.org/officeDocument/2006/relationships/customXml" Target="../ink/ink1329.xml"/><Relationship Id="rId418" Type="http://schemas.openxmlformats.org/officeDocument/2006/relationships/customXml" Target="../ink/ink120.xml"/><Relationship Id="rId1048" Type="http://schemas.openxmlformats.org/officeDocument/2006/relationships/image" Target="../media/image980.png"/><Relationship Id="rId1255" Type="http://schemas.openxmlformats.org/officeDocument/2006/relationships/customXml" Target="../ink/ink422.xml"/><Relationship Id="rId2085" Type="http://schemas.openxmlformats.org/officeDocument/2006/relationships/customXml" Target="../ink/ink800.xml"/><Relationship Id="rId4741" Type="http://schemas.openxmlformats.org/officeDocument/2006/relationships/customXml" Target="../ink/ink1100.xml"/><Relationship Id="rId4839" Type="http://schemas.openxmlformats.org/officeDocument/2006/relationships/customXml" Target="../ink/ink1198.xml"/><Relationship Id="rId5017" Type="http://schemas.openxmlformats.org/officeDocument/2006/relationships/customXml" Target="../ink/ink1367.xml"/><Relationship Id="rId471" Type="http://schemas.openxmlformats.org/officeDocument/2006/relationships/customXml" Target="../ink/ink173.xml"/><Relationship Id="rId1115" Type="http://schemas.openxmlformats.org/officeDocument/2006/relationships/customXml" Target="../ink/ink297.xml"/><Relationship Id="rId1974" Type="http://schemas.openxmlformats.org/officeDocument/2006/relationships/customXml" Target="../ink/ink689.xml"/><Relationship Id="rId2818" Type="http://schemas.openxmlformats.org/officeDocument/2006/relationships/image" Target="../media/image211.png"/><Relationship Id="rId4478" Type="http://schemas.openxmlformats.org/officeDocument/2006/relationships/customXml" Target="../ink/ink868.xml"/><Relationship Id="rId4601" Type="http://schemas.openxmlformats.org/officeDocument/2006/relationships/customXml" Target="../ink/ink960.xml"/><Relationship Id="rId59" Type="http://schemas.openxmlformats.org/officeDocument/2006/relationships/customXml" Target="../ink/ink29.xml"/><Relationship Id="rId983" Type="http://schemas.openxmlformats.org/officeDocument/2006/relationships/customXml" Target="../ink/ink209.xml"/><Relationship Id="rId1199" Type="http://schemas.openxmlformats.org/officeDocument/2006/relationships/customXml" Target="../ink/ink366.xml"/><Relationship Id="rId1834" Type="http://schemas.openxmlformats.org/officeDocument/2006/relationships/customXml" Target="../ink/ink549.xml"/><Relationship Id="rId4685" Type="http://schemas.openxmlformats.org/officeDocument/2006/relationships/customXml" Target="../ink/ink1044.xml"/><Relationship Id="rId4892" Type="http://schemas.openxmlformats.org/officeDocument/2006/relationships/customXml" Target="../ink/ink1251.xml"/><Relationship Id="rId4906" Type="http://schemas.openxmlformats.org/officeDocument/2006/relationships/customXml" Target="../ink/ink1265.xml"/><Relationship Id="rId5070" Type="http://schemas.openxmlformats.org/officeDocument/2006/relationships/customXml" Target="../ink/ink1420.xml"/><Relationship Id="rId331" Type="http://schemas.openxmlformats.org/officeDocument/2006/relationships/image" Target="../media/image136.png"/><Relationship Id="rId429" Type="http://schemas.openxmlformats.org/officeDocument/2006/relationships/customXml" Target="../ink/ink131.xml"/><Relationship Id="rId1059" Type="http://schemas.openxmlformats.org/officeDocument/2006/relationships/customXml" Target="../ink/ink253.xml"/><Relationship Id="rId1266" Type="http://schemas.openxmlformats.org/officeDocument/2006/relationships/customXml" Target="../ink/ink433.xml"/><Relationship Id="rId2012" Type="http://schemas.openxmlformats.org/officeDocument/2006/relationships/customXml" Target="../ink/ink727.xml"/><Relationship Id="rId4545" Type="http://schemas.openxmlformats.org/officeDocument/2006/relationships/customXml" Target="../ink/ink907.xml"/><Relationship Id="rId4752" Type="http://schemas.openxmlformats.org/officeDocument/2006/relationships/customXml" Target="../ink/ink1111.xml"/><Relationship Id="rId1126" Type="http://schemas.openxmlformats.org/officeDocument/2006/relationships/customXml" Target="../ink/ink304.xml"/><Relationship Id="rId1778" Type="http://schemas.openxmlformats.org/officeDocument/2006/relationships/customXml" Target="../ink/ink493.xml"/><Relationship Id="rId1901" Type="http://schemas.openxmlformats.org/officeDocument/2006/relationships/customXml" Target="../ink/ink616.xml"/><Relationship Id="rId1985" Type="http://schemas.openxmlformats.org/officeDocument/2006/relationships/customXml" Target="../ink/ink700.xml"/><Relationship Id="rId2829" Type="http://schemas.microsoft.com/office/2007/relationships/hdphoto" Target="../media/hdphoto4.wdp"/><Relationship Id="rId4612" Type="http://schemas.openxmlformats.org/officeDocument/2006/relationships/customXml" Target="../ink/ink971.xml"/><Relationship Id="rId5028" Type="http://schemas.openxmlformats.org/officeDocument/2006/relationships/customXml" Target="../ink/ink1378.xml"/><Relationship Id="rId482" Type="http://schemas.openxmlformats.org/officeDocument/2006/relationships/customXml" Target="../ink/ink184.xml"/><Relationship Id="rId4489" Type="http://schemas.openxmlformats.org/officeDocument/2006/relationships/customXml" Target="../ink/ink876.xml"/><Relationship Id="rId4696" Type="http://schemas.openxmlformats.org/officeDocument/2006/relationships/customXml" Target="../ink/ink1055.xml"/><Relationship Id="rId4917" Type="http://schemas.openxmlformats.org/officeDocument/2006/relationships/customXml" Target="../ink/ink1276.xml"/><Relationship Id="rId5081" Type="http://schemas.openxmlformats.org/officeDocument/2006/relationships/customXml" Target="../ink/ink1431.xml"/><Relationship Id="rId342" Type="http://schemas.openxmlformats.org/officeDocument/2006/relationships/customXml" Target="../ink/ink74.xml"/><Relationship Id="rId994" Type="http://schemas.openxmlformats.org/officeDocument/2006/relationships/customXml" Target="../ink/ink216.xml"/><Relationship Id="rId1845" Type="http://schemas.openxmlformats.org/officeDocument/2006/relationships/customXml" Target="../ink/ink560.xml"/><Relationship Id="rId2023" Type="http://schemas.openxmlformats.org/officeDocument/2006/relationships/customXml" Target="../ink/ink738.xml"/><Relationship Id="rId4556" Type="http://schemas.openxmlformats.org/officeDocument/2006/relationships/customXml" Target="../ink/ink915.xml"/><Relationship Id="rId4763" Type="http://schemas.openxmlformats.org/officeDocument/2006/relationships/customXml" Target="../ink/ink1122.xml"/><Relationship Id="rId4970" Type="http://schemas.openxmlformats.org/officeDocument/2006/relationships/customXml" Target="../ink/ink1320.xml"/><Relationship Id="rId1277" Type="http://schemas.openxmlformats.org/officeDocument/2006/relationships/customXml" Target="../ink/ink444.xml"/><Relationship Id="rId1912" Type="http://schemas.openxmlformats.org/officeDocument/2006/relationships/customXml" Target="../ink/ink627.xml"/><Relationship Id="rId4623" Type="http://schemas.openxmlformats.org/officeDocument/2006/relationships/customXml" Target="../ink/ink982.xml"/><Relationship Id="rId4830" Type="http://schemas.openxmlformats.org/officeDocument/2006/relationships/customXml" Target="../ink/ink1189.xml"/><Relationship Id="rId5039" Type="http://schemas.openxmlformats.org/officeDocument/2006/relationships/customXml" Target="../ink/ink1389.xml"/><Relationship Id="rId1137" Type="http://schemas.openxmlformats.org/officeDocument/2006/relationships/image" Target="../media/image1210.png"/><Relationship Id="rId1789" Type="http://schemas.openxmlformats.org/officeDocument/2006/relationships/customXml" Target="../ink/ink504.xml"/><Relationship Id="rId1996" Type="http://schemas.openxmlformats.org/officeDocument/2006/relationships/customXml" Target="../ink/ink711.xml"/><Relationship Id="rId4928" Type="http://schemas.openxmlformats.org/officeDocument/2006/relationships/customXml" Target="../ink/ink1287.xml"/><Relationship Id="rId50" Type="http://schemas.openxmlformats.org/officeDocument/2006/relationships/image" Target="../media/image24.png"/><Relationship Id="rId353" Type="http://schemas.openxmlformats.org/officeDocument/2006/relationships/image" Target="../media/image146.png"/><Relationship Id="rId1190" Type="http://schemas.openxmlformats.org/officeDocument/2006/relationships/customXml" Target="../ink/ink357.xml"/><Relationship Id="rId1204" Type="http://schemas.openxmlformats.org/officeDocument/2006/relationships/customXml" Target="../ink/ink371.xml"/><Relationship Id="rId1856" Type="http://schemas.openxmlformats.org/officeDocument/2006/relationships/customXml" Target="../ink/ink571.xml"/><Relationship Id="rId2034" Type="http://schemas.openxmlformats.org/officeDocument/2006/relationships/customXml" Target="../ink/ink749.xml"/><Relationship Id="rId4567" Type="http://schemas.openxmlformats.org/officeDocument/2006/relationships/customXml" Target="../ink/ink926.xml"/><Relationship Id="rId4774" Type="http://schemas.openxmlformats.org/officeDocument/2006/relationships/customXml" Target="../ink/ink1133.xml"/><Relationship Id="rId420" Type="http://schemas.openxmlformats.org/officeDocument/2006/relationships/customXml" Target="../ink/ink122.xml"/><Relationship Id="rId1050" Type="http://schemas.openxmlformats.org/officeDocument/2006/relationships/image" Target="../media/image990.png"/><Relationship Id="rId1288" Type="http://schemas.openxmlformats.org/officeDocument/2006/relationships/customXml" Target="../ink/ink455.xml"/><Relationship Id="rId1923" Type="http://schemas.openxmlformats.org/officeDocument/2006/relationships/customXml" Target="../ink/ink638.xml"/><Relationship Id="rId4981" Type="http://schemas.openxmlformats.org/officeDocument/2006/relationships/customXml" Target="../ink/ink1331.xml"/><Relationship Id="rId1148" Type="http://schemas.openxmlformats.org/officeDocument/2006/relationships/customXml" Target="../ink/ink318.xml"/><Relationship Id="rId4634" Type="http://schemas.openxmlformats.org/officeDocument/2006/relationships/customXml" Target="../ink/ink993.xml"/><Relationship Id="rId4841" Type="http://schemas.openxmlformats.org/officeDocument/2006/relationships/customXml" Target="../ink/ink1200.xml"/><Relationship Id="rId4939" Type="http://schemas.microsoft.com/office/2007/relationships/hdphoto" Target="../media/hdphoto25.wdp"/><Relationship Id="rId364" Type="http://schemas.openxmlformats.org/officeDocument/2006/relationships/customXml" Target="../ink/ink88.xml"/><Relationship Id="rId1008" Type="http://schemas.openxmlformats.org/officeDocument/2006/relationships/image" Target="../media/image790.png"/><Relationship Id="rId1215" Type="http://schemas.openxmlformats.org/officeDocument/2006/relationships/customXml" Target="../ink/ink382.xml"/><Relationship Id="rId1867" Type="http://schemas.openxmlformats.org/officeDocument/2006/relationships/customXml" Target="../ink/ink582.xml"/><Relationship Id="rId2045" Type="http://schemas.openxmlformats.org/officeDocument/2006/relationships/customXml" Target="../ink/ink760.xml"/><Relationship Id="rId2820" Type="http://schemas.openxmlformats.org/officeDocument/2006/relationships/image" Target="../media/image212.png"/><Relationship Id="rId4480" Type="http://schemas.openxmlformats.org/officeDocument/2006/relationships/customXml" Target="../ink/ink870.xml"/><Relationship Id="rId4578" Type="http://schemas.openxmlformats.org/officeDocument/2006/relationships/customXml" Target="../ink/ink937.xml"/><Relationship Id="rId4701" Type="http://schemas.openxmlformats.org/officeDocument/2006/relationships/customXml" Target="../ink/ink1060.xml"/><Relationship Id="rId61" Type="http://schemas.openxmlformats.org/officeDocument/2006/relationships/customXml" Target="../ink/ink30.xml"/><Relationship Id="rId1299" Type="http://schemas.openxmlformats.org/officeDocument/2006/relationships/customXml" Target="../ink/ink464.xml"/><Relationship Id="rId1934" Type="http://schemas.openxmlformats.org/officeDocument/2006/relationships/customXml" Target="../ink/ink649.xml"/><Relationship Id="rId4785" Type="http://schemas.openxmlformats.org/officeDocument/2006/relationships/customXml" Target="../ink/ink1144.xml"/><Relationship Id="rId4992" Type="http://schemas.openxmlformats.org/officeDocument/2006/relationships/customXml" Target="../ink/ink1342.xml"/><Relationship Id="rId19" Type="http://schemas.openxmlformats.org/officeDocument/2006/relationships/customXml" Target="../ink/ink9.xml"/><Relationship Id="rId431" Type="http://schemas.openxmlformats.org/officeDocument/2006/relationships/customXml" Target="../ink/ink133.xml"/><Relationship Id="rId1061" Type="http://schemas.openxmlformats.org/officeDocument/2006/relationships/image" Target="../media/image56.png"/><Relationship Id="rId1159" Type="http://schemas.openxmlformats.org/officeDocument/2006/relationships/customXml" Target="../ink/ink326.xml"/><Relationship Id="rId224" Type="http://schemas.openxmlformats.org/officeDocument/2006/relationships/image" Target="../media/image84.png"/><Relationship Id="rId2764" Type="http://schemas.openxmlformats.org/officeDocument/2006/relationships/image" Target="../media/image184.png"/><Relationship Id="rId4438" Type="http://schemas.openxmlformats.org/officeDocument/2006/relationships/customXml" Target="../ink/ink840.xml"/><Relationship Id="rId4645" Type="http://schemas.openxmlformats.org/officeDocument/2006/relationships/customXml" Target="../ink/ink1004.xml"/><Relationship Id="rId4852" Type="http://schemas.openxmlformats.org/officeDocument/2006/relationships/customXml" Target="../ink/ink1211.xml"/><Relationship Id="rId5030" Type="http://schemas.openxmlformats.org/officeDocument/2006/relationships/customXml" Target="../ink/ink1380.xml"/><Relationship Id="rId1019" Type="http://schemas.openxmlformats.org/officeDocument/2006/relationships/image" Target="../media/image840.png"/><Relationship Id="rId1780" Type="http://schemas.openxmlformats.org/officeDocument/2006/relationships/customXml" Target="../ink/ink495.xml"/><Relationship Id="rId168" Type="http://schemas.openxmlformats.org/officeDocument/2006/relationships/image" Target="../media/image560.png"/><Relationship Id="rId1878" Type="http://schemas.openxmlformats.org/officeDocument/2006/relationships/customXml" Target="../ink/ink593.xml"/><Relationship Id="rId2831" Type="http://schemas.openxmlformats.org/officeDocument/2006/relationships/image" Target="../media/image60.png"/><Relationship Id="rId4491" Type="http://schemas.openxmlformats.org/officeDocument/2006/relationships/customXml" Target="../ink/ink878.xml"/><Relationship Id="rId4505" Type="http://schemas.openxmlformats.org/officeDocument/2006/relationships/customXml" Target="../ink/ink886.xml"/><Relationship Id="rId4712" Type="http://schemas.openxmlformats.org/officeDocument/2006/relationships/customXml" Target="../ink/ink1071.xml"/><Relationship Id="rId72" Type="http://schemas.openxmlformats.org/officeDocument/2006/relationships/image" Target="../media/image35.png"/><Relationship Id="rId375" Type="http://schemas.openxmlformats.org/officeDocument/2006/relationships/customXml" Target="../ink/ink95.xml"/><Relationship Id="rId1226" Type="http://schemas.openxmlformats.org/officeDocument/2006/relationships/customXml" Target="../ink/ink393.xml"/><Relationship Id="rId2056" Type="http://schemas.openxmlformats.org/officeDocument/2006/relationships/customXml" Target="../ink/ink771.xml"/><Relationship Id="rId4589" Type="http://schemas.openxmlformats.org/officeDocument/2006/relationships/customXml" Target="../ink/ink948.xml"/><Relationship Id="rId4796" Type="http://schemas.openxmlformats.org/officeDocument/2006/relationships/customXml" Target="../ink/ink1155.xml"/><Relationship Id="rId3" Type="http://schemas.openxmlformats.org/officeDocument/2006/relationships/customXml" Target="../ink/ink1.xml"/><Relationship Id="rId442" Type="http://schemas.openxmlformats.org/officeDocument/2006/relationships/customXml" Target="../ink/ink144.xml"/><Relationship Id="rId1072" Type="http://schemas.openxmlformats.org/officeDocument/2006/relationships/customXml" Target="../ink/ink262.xml"/><Relationship Id="rId1945" Type="http://schemas.openxmlformats.org/officeDocument/2006/relationships/customXml" Target="../ink/ink660.xml"/><Relationship Id="rId2775" Type="http://schemas.openxmlformats.org/officeDocument/2006/relationships/customXml" Target="../ink/ink810.xml"/><Relationship Id="rId4449" Type="http://schemas.openxmlformats.org/officeDocument/2006/relationships/image" Target="../media/image228.png"/><Relationship Id="rId4656" Type="http://schemas.openxmlformats.org/officeDocument/2006/relationships/customXml" Target="../ink/ink1015.xml"/><Relationship Id="rId4863" Type="http://schemas.openxmlformats.org/officeDocument/2006/relationships/customXml" Target="../ink/ink1222.xml"/><Relationship Id="rId5041" Type="http://schemas.openxmlformats.org/officeDocument/2006/relationships/customXml" Target="../ink/ink1391.xml"/><Relationship Id="rId954" Type="http://schemas.openxmlformats.org/officeDocument/2006/relationships/customXml" Target="../ink/ink189.xml"/><Relationship Id="rId1791" Type="http://schemas.openxmlformats.org/officeDocument/2006/relationships/customXml" Target="../ink/ink506.xml"/><Relationship Id="rId1805" Type="http://schemas.openxmlformats.org/officeDocument/2006/relationships/customXml" Target="../ink/ink520.xml"/><Relationship Id="rId2842" Type="http://schemas.microsoft.com/office/2007/relationships/hdphoto" Target="../media/hdphoto12.wdp"/><Relationship Id="rId4516" Type="http://schemas.openxmlformats.org/officeDocument/2006/relationships/customXml" Target="../ink/ink892.xml"/><Relationship Id="rId4723" Type="http://schemas.openxmlformats.org/officeDocument/2006/relationships/customXml" Target="../ink/ink1082.xml"/><Relationship Id="rId83" Type="http://schemas.openxmlformats.org/officeDocument/2006/relationships/customXml" Target="../ink/ink41.xml"/><Relationship Id="rId386" Type="http://schemas.openxmlformats.org/officeDocument/2006/relationships/customXml" Target="../ink/ink101.xml"/><Relationship Id="rId1237" Type="http://schemas.openxmlformats.org/officeDocument/2006/relationships/customXml" Target="../ink/ink404.xml"/><Relationship Id="rId1889" Type="http://schemas.openxmlformats.org/officeDocument/2006/relationships/customXml" Target="../ink/ink604.xml"/><Relationship Id="rId2067" Type="http://schemas.openxmlformats.org/officeDocument/2006/relationships/customXml" Target="../ink/ink782.xml"/><Relationship Id="rId4930" Type="http://schemas.openxmlformats.org/officeDocument/2006/relationships/customXml" Target="../ink/ink1289.xml"/><Relationship Id="rId453" Type="http://schemas.openxmlformats.org/officeDocument/2006/relationships/customXml" Target="../ink/ink155.xml"/><Relationship Id="rId1083" Type="http://schemas.openxmlformats.org/officeDocument/2006/relationships/customXml" Target="../ink/ink272.xml"/><Relationship Id="rId1290" Type="http://schemas.openxmlformats.org/officeDocument/2006/relationships/customXml" Target="../ink/ink457.xml"/><Relationship Id="rId1304" Type="http://schemas.openxmlformats.org/officeDocument/2006/relationships/customXml" Target="../ink/ink466.xml"/><Relationship Id="rId1956" Type="http://schemas.openxmlformats.org/officeDocument/2006/relationships/customXml" Target="../ink/ink671.xml"/><Relationship Id="rId2786" Type="http://schemas.openxmlformats.org/officeDocument/2006/relationships/image" Target="../media/image195.png"/><Relationship Id="rId4667" Type="http://schemas.openxmlformats.org/officeDocument/2006/relationships/customXml" Target="../ink/ink1026.xml"/><Relationship Id="rId4874" Type="http://schemas.openxmlformats.org/officeDocument/2006/relationships/customXml" Target="../ink/ink1233.xml"/><Relationship Id="rId106" Type="http://schemas.openxmlformats.org/officeDocument/2006/relationships/image" Target="../media/image52.png"/><Relationship Id="rId313" Type="http://schemas.openxmlformats.org/officeDocument/2006/relationships/image" Target="../media/image127.png"/><Relationship Id="rId965" Type="http://schemas.openxmlformats.org/officeDocument/2006/relationships/customXml" Target="../ink/ink196.xml"/><Relationship Id="rId1150" Type="http://schemas.openxmlformats.org/officeDocument/2006/relationships/customXml" Target="../ink/ink319.xml"/><Relationship Id="rId1816" Type="http://schemas.openxmlformats.org/officeDocument/2006/relationships/customXml" Target="../ink/ink531.xml"/><Relationship Id="rId2853" Type="http://schemas.openxmlformats.org/officeDocument/2006/relationships/customXml" Target="../ink/ink837.xml"/><Relationship Id="rId4527" Type="http://schemas.openxmlformats.org/officeDocument/2006/relationships/customXml" Target="../ink/ink898.xml"/><Relationship Id="rId5052" Type="http://schemas.openxmlformats.org/officeDocument/2006/relationships/customXml" Target="../ink/ink1402.xml"/><Relationship Id="rId10" Type="http://schemas.openxmlformats.org/officeDocument/2006/relationships/image" Target="../media/image4.png"/><Relationship Id="rId94" Type="http://schemas.openxmlformats.org/officeDocument/2006/relationships/image" Target="../media/image46.png"/><Relationship Id="rId397" Type="http://schemas.openxmlformats.org/officeDocument/2006/relationships/customXml" Target="../ink/ink107.xml"/><Relationship Id="rId1248" Type="http://schemas.openxmlformats.org/officeDocument/2006/relationships/customXml" Target="../ink/ink415.xml"/><Relationship Id="rId2078" Type="http://schemas.openxmlformats.org/officeDocument/2006/relationships/customXml" Target="../ink/ink793.xml"/><Relationship Id="rId4734" Type="http://schemas.openxmlformats.org/officeDocument/2006/relationships/customXml" Target="../ink/ink1093.xml"/><Relationship Id="rId4941" Type="http://schemas.openxmlformats.org/officeDocument/2006/relationships/image" Target="../media/image85.png"/><Relationship Id="rId464" Type="http://schemas.openxmlformats.org/officeDocument/2006/relationships/customXml" Target="../ink/ink166.xml"/><Relationship Id="rId1010" Type="http://schemas.openxmlformats.org/officeDocument/2006/relationships/image" Target="../media/image800.png"/><Relationship Id="rId1094" Type="http://schemas.openxmlformats.org/officeDocument/2006/relationships/customXml" Target="../ink/ink281.xml"/><Relationship Id="rId1108" Type="http://schemas.openxmlformats.org/officeDocument/2006/relationships/customXml" Target="../ink/ink293.xml"/><Relationship Id="rId1967" Type="http://schemas.openxmlformats.org/officeDocument/2006/relationships/customXml" Target="../ink/ink682.xml"/><Relationship Id="rId2797" Type="http://schemas.openxmlformats.org/officeDocument/2006/relationships/customXml" Target="../ink/ink821.xml"/><Relationship Id="rId4580" Type="http://schemas.openxmlformats.org/officeDocument/2006/relationships/customXml" Target="../ink/ink939.xml"/><Relationship Id="rId4678" Type="http://schemas.openxmlformats.org/officeDocument/2006/relationships/customXml" Target="../ink/ink1037.xml"/><Relationship Id="rId4801" Type="http://schemas.openxmlformats.org/officeDocument/2006/relationships/customXml" Target="../ink/ink1160.xml"/><Relationship Id="rId976" Type="http://schemas.openxmlformats.org/officeDocument/2006/relationships/customXml" Target="../ink/ink204.xml"/><Relationship Id="rId5063" Type="http://schemas.openxmlformats.org/officeDocument/2006/relationships/customXml" Target="../ink/ink1413.xml"/><Relationship Id="rId324" Type="http://schemas.openxmlformats.org/officeDocument/2006/relationships/customXml" Target="../ink/ink65.xml"/><Relationship Id="rId1161" Type="http://schemas.openxmlformats.org/officeDocument/2006/relationships/customXml" Target="../ink/ink328.xml"/><Relationship Id="rId1259" Type="http://schemas.openxmlformats.org/officeDocument/2006/relationships/customXml" Target="../ink/ink426.xml"/><Relationship Id="rId2005" Type="http://schemas.openxmlformats.org/officeDocument/2006/relationships/customXml" Target="../ink/ink720.xml"/><Relationship Id="rId1021" Type="http://schemas.openxmlformats.org/officeDocument/2006/relationships/image" Target="../media/image850.png"/><Relationship Id="rId1119" Type="http://schemas.openxmlformats.org/officeDocument/2006/relationships/customXml" Target="../ink/ink300.xml"/><Relationship Id="rId1673" Type="http://schemas.openxmlformats.org/officeDocument/2006/relationships/customXml" Target="../ink/ink479.xml"/><Relationship Id="rId1880" Type="http://schemas.openxmlformats.org/officeDocument/2006/relationships/customXml" Target="../ink/ink595.xml"/><Relationship Id="rId1978" Type="http://schemas.openxmlformats.org/officeDocument/2006/relationships/customXml" Target="../ink/ink693.xml"/><Relationship Id="rId4591" Type="http://schemas.openxmlformats.org/officeDocument/2006/relationships/customXml" Target="../ink/ink950.xml"/><Relationship Id="rId4451" Type="http://schemas.openxmlformats.org/officeDocument/2006/relationships/customXml" Target="../ink/ink849.xml"/><Relationship Id="rId4689" Type="http://schemas.openxmlformats.org/officeDocument/2006/relationships/customXml" Target="../ink/ink1048.xml"/><Relationship Id="rId4896" Type="http://schemas.openxmlformats.org/officeDocument/2006/relationships/customXml" Target="../ink/ink1255.xml"/><Relationship Id="rId32" Type="http://schemas.openxmlformats.org/officeDocument/2006/relationships/image" Target="../media/image15.png"/><Relationship Id="rId1838" Type="http://schemas.openxmlformats.org/officeDocument/2006/relationships/customXml" Target="../ink/ink553.xml"/><Relationship Id="rId4549" Type="http://schemas.openxmlformats.org/officeDocument/2006/relationships/customXml" Target="../ink/ink910.xml"/><Relationship Id="rId4756" Type="http://schemas.openxmlformats.org/officeDocument/2006/relationships/customXml" Target="../ink/ink1115.xml"/><Relationship Id="rId4963" Type="http://schemas.openxmlformats.org/officeDocument/2006/relationships/customXml" Target="../ink/ink1313.xml"/><Relationship Id="rId1905" Type="http://schemas.openxmlformats.org/officeDocument/2006/relationships/customXml" Target="../ink/ink620.xml"/><Relationship Id="rId4616" Type="http://schemas.openxmlformats.org/officeDocument/2006/relationships/customXml" Target="../ink/ink975.xml"/><Relationship Id="rId4823" Type="http://schemas.openxmlformats.org/officeDocument/2006/relationships/customXml" Target="../ink/ink1182.xml"/><Relationship Id="rId5085" Type="http://schemas.openxmlformats.org/officeDocument/2006/relationships/customXml" Target="../ink/ink1435.xml"/><Relationship Id="rId346" Type="http://schemas.openxmlformats.org/officeDocument/2006/relationships/image" Target="../media/image143.png"/><Relationship Id="rId998" Type="http://schemas.openxmlformats.org/officeDocument/2006/relationships/customXml" Target="../ink/ink219.xml"/><Relationship Id="rId1183" Type="http://schemas.openxmlformats.org/officeDocument/2006/relationships/customXml" Target="../ink/ink350.xml"/><Relationship Id="rId2027" Type="http://schemas.openxmlformats.org/officeDocument/2006/relationships/customXml" Target="../ink/ink742.xml"/><Relationship Id="rId413" Type="http://schemas.openxmlformats.org/officeDocument/2006/relationships/image" Target="../media/image169.png"/><Relationship Id="rId1043" Type="http://schemas.openxmlformats.org/officeDocument/2006/relationships/customXml" Target="../ink/ink245.xml"/><Relationship Id="rId1250" Type="http://schemas.openxmlformats.org/officeDocument/2006/relationships/customXml" Target="../ink/ink417.xml"/><Relationship Id="rId5012" Type="http://schemas.openxmlformats.org/officeDocument/2006/relationships/customXml" Target="../ink/ink1362.xml"/><Relationship Id="rId1110" Type="http://schemas.openxmlformats.org/officeDocument/2006/relationships/customXml" Target="../ink/ink294.xml"/><Relationship Id="rId1208" Type="http://schemas.openxmlformats.org/officeDocument/2006/relationships/customXml" Target="../ink/ink375.xml"/><Relationship Id="rId2813" Type="http://schemas.openxmlformats.org/officeDocument/2006/relationships/customXml" Target="../ink/ink829.xml"/><Relationship Id="rId4473" Type="http://schemas.openxmlformats.org/officeDocument/2006/relationships/image" Target="../media/image235.png"/><Relationship Id="rId4680" Type="http://schemas.openxmlformats.org/officeDocument/2006/relationships/customXml" Target="../ink/ink1039.xml"/><Relationship Id="rId54" Type="http://schemas.openxmlformats.org/officeDocument/2006/relationships/image" Target="../media/image26.png"/><Relationship Id="rId1927" Type="http://schemas.openxmlformats.org/officeDocument/2006/relationships/customXml" Target="../ink/ink642.xml"/><Relationship Id="rId4540" Type="http://schemas.openxmlformats.org/officeDocument/2006/relationships/image" Target="../media/image262.png"/><Relationship Id="rId4778" Type="http://schemas.openxmlformats.org/officeDocument/2006/relationships/customXml" Target="../ink/ink1137.xml"/><Relationship Id="rId4985" Type="http://schemas.openxmlformats.org/officeDocument/2006/relationships/customXml" Target="../ink/ink1335.xml"/><Relationship Id="rId4638" Type="http://schemas.openxmlformats.org/officeDocument/2006/relationships/customXml" Target="../ink/ink997.xml"/><Relationship Id="rId4845" Type="http://schemas.openxmlformats.org/officeDocument/2006/relationships/customXml" Target="../ink/ink1204.xml"/><Relationship Id="rId4705" Type="http://schemas.openxmlformats.org/officeDocument/2006/relationships/customXml" Target="../ink/ink1064.xml"/><Relationship Id="rId4912" Type="http://schemas.openxmlformats.org/officeDocument/2006/relationships/customXml" Target="../ink/ink1271.xml"/><Relationship Id="rId368" Type="http://schemas.openxmlformats.org/officeDocument/2006/relationships/image" Target="../media/image151.png"/><Relationship Id="rId2049" Type="http://schemas.openxmlformats.org/officeDocument/2006/relationships/customXml" Target="../ink/ink764.xml"/><Relationship Id="rId435" Type="http://schemas.openxmlformats.org/officeDocument/2006/relationships/customXml" Target="../ink/ink137.xml"/><Relationship Id="rId1065" Type="http://schemas.openxmlformats.org/officeDocument/2006/relationships/image" Target="../media/image1060.png"/><Relationship Id="rId1272" Type="http://schemas.openxmlformats.org/officeDocument/2006/relationships/customXml" Target="../ink/ink439.xml"/><Relationship Id="rId2768" Type="http://schemas.openxmlformats.org/officeDocument/2006/relationships/image" Target="../media/image186.png"/><Relationship Id="rId5034" Type="http://schemas.openxmlformats.org/officeDocument/2006/relationships/customXml" Target="../ink/ink1384.xml"/><Relationship Id="rId947" Type="http://schemas.openxmlformats.org/officeDocument/2006/relationships/image" Target="../media/image590.png"/><Relationship Id="rId1132" Type="http://schemas.openxmlformats.org/officeDocument/2006/relationships/customXml" Target="../ink/ink310.xml"/><Relationship Id="rId1784" Type="http://schemas.openxmlformats.org/officeDocument/2006/relationships/customXml" Target="../ink/ink499.xml"/><Relationship Id="rId1991" Type="http://schemas.openxmlformats.org/officeDocument/2006/relationships/customXml" Target="../ink/ink706.xml"/><Relationship Id="rId2835" Type="http://schemas.openxmlformats.org/officeDocument/2006/relationships/image" Target="../media/image63.png"/><Relationship Id="rId4495" Type="http://schemas.openxmlformats.org/officeDocument/2006/relationships/customXml" Target="../ink/ink881.xml"/><Relationship Id="rId76" Type="http://schemas.openxmlformats.org/officeDocument/2006/relationships/image" Target="../media/image37.png"/><Relationship Id="rId1851" Type="http://schemas.openxmlformats.org/officeDocument/2006/relationships/customXml" Target="../ink/ink566.xml"/><Relationship Id="rId1949" Type="http://schemas.openxmlformats.org/officeDocument/2006/relationships/customXml" Target="../ink/ink664.xml"/><Relationship Id="rId4562" Type="http://schemas.openxmlformats.org/officeDocument/2006/relationships/customXml" Target="../ink/ink921.xml"/><Relationship Id="rId4867" Type="http://schemas.openxmlformats.org/officeDocument/2006/relationships/customXml" Target="../ink/ink1226.xml"/><Relationship Id="rId1809" Type="http://schemas.openxmlformats.org/officeDocument/2006/relationships/customXml" Target="../ink/ink524.xml"/><Relationship Id="rId4727" Type="http://schemas.openxmlformats.org/officeDocument/2006/relationships/customXml" Target="../ink/ink1086.xml"/><Relationship Id="rId4934" Type="http://schemas.openxmlformats.org/officeDocument/2006/relationships/customXml" Target="../ink/ink1293.xml"/><Relationship Id="rId457" Type="http://schemas.openxmlformats.org/officeDocument/2006/relationships/customXml" Target="../ink/ink159.xml"/><Relationship Id="rId1087" Type="http://schemas.openxmlformats.org/officeDocument/2006/relationships/customXml" Target="../ink/ink275.xml"/><Relationship Id="rId1294" Type="http://schemas.openxmlformats.org/officeDocument/2006/relationships/customXml" Target="../ink/ink460.xml"/><Relationship Id="rId2040" Type="http://schemas.openxmlformats.org/officeDocument/2006/relationships/customXml" Target="../ink/ink755.xml"/><Relationship Id="rId969" Type="http://schemas.openxmlformats.org/officeDocument/2006/relationships/image" Target="../media/image680.png"/><Relationship Id="rId5056" Type="http://schemas.openxmlformats.org/officeDocument/2006/relationships/customXml" Target="../ink/ink1406.xml"/><Relationship Id="rId317" Type="http://schemas.openxmlformats.org/officeDocument/2006/relationships/image" Target="../media/image129.png"/><Relationship Id="rId1154" Type="http://schemas.openxmlformats.org/officeDocument/2006/relationships/image" Target="../media/image1290.png"/><Relationship Id="rId2857" Type="http://schemas.microsoft.com/office/2007/relationships/hdphoto" Target="../media/hdphoto23.wdp"/><Relationship Id="rId98" Type="http://schemas.openxmlformats.org/officeDocument/2006/relationships/image" Target="../media/image48.png"/><Relationship Id="rId1014" Type="http://schemas.openxmlformats.org/officeDocument/2006/relationships/image" Target="../media/image820.png"/><Relationship Id="rId1221" Type="http://schemas.openxmlformats.org/officeDocument/2006/relationships/customXml" Target="../ink/ink388.xml"/><Relationship Id="rId1873" Type="http://schemas.openxmlformats.org/officeDocument/2006/relationships/customXml" Target="../ink/ink588.xml"/><Relationship Id="rId4584" Type="http://schemas.openxmlformats.org/officeDocument/2006/relationships/customXml" Target="../ink/ink943.xml"/><Relationship Id="rId4791" Type="http://schemas.openxmlformats.org/officeDocument/2006/relationships/customXml" Target="../ink/ink1150.xml"/><Relationship Id="rId1940" Type="http://schemas.openxmlformats.org/officeDocument/2006/relationships/customXml" Target="../ink/ink655.xml"/><Relationship Id="rId4444" Type="http://schemas.openxmlformats.org/officeDocument/2006/relationships/customXml" Target="../ink/ink844.xml"/><Relationship Id="rId4651" Type="http://schemas.openxmlformats.org/officeDocument/2006/relationships/customXml" Target="../ink/ink1010.xml"/><Relationship Id="rId4889" Type="http://schemas.openxmlformats.org/officeDocument/2006/relationships/customXml" Target="../ink/ink1248.xml"/><Relationship Id="rId25" Type="http://schemas.openxmlformats.org/officeDocument/2006/relationships/customXml" Target="../ink/ink12.xml"/><Relationship Id="rId1800" Type="http://schemas.openxmlformats.org/officeDocument/2006/relationships/customXml" Target="../ink/ink515.xml"/><Relationship Id="rId4749" Type="http://schemas.openxmlformats.org/officeDocument/2006/relationships/customXml" Target="../ink/ink1108.xml"/><Relationship Id="rId4956" Type="http://schemas.openxmlformats.org/officeDocument/2006/relationships/customXml" Target="../ink/ink1306.xml"/><Relationship Id="rId381" Type="http://schemas.openxmlformats.org/officeDocument/2006/relationships/image" Target="../media/image156.png"/><Relationship Id="rId2062" Type="http://schemas.openxmlformats.org/officeDocument/2006/relationships/customXml" Target="../ink/ink777.xml"/><Relationship Id="rId4511" Type="http://schemas.openxmlformats.org/officeDocument/2006/relationships/customXml" Target="../ink/ink889.xml"/><Relationship Id="rId4609" Type="http://schemas.openxmlformats.org/officeDocument/2006/relationships/customXml" Target="../ink/ink968.xml"/><Relationship Id="rId4816" Type="http://schemas.openxmlformats.org/officeDocument/2006/relationships/customXml" Target="../ink/ink1175.xml"/><Relationship Id="rId479" Type="http://schemas.openxmlformats.org/officeDocument/2006/relationships/customXml" Target="../ink/ink181.xml"/><Relationship Id="rId2781" Type="http://schemas.openxmlformats.org/officeDocument/2006/relationships/customXml" Target="../ink/ink813.xml"/><Relationship Id="rId5078" Type="http://schemas.openxmlformats.org/officeDocument/2006/relationships/customXml" Target="../ink/ink1428.xml"/><Relationship Id="rId339" Type="http://schemas.openxmlformats.org/officeDocument/2006/relationships/image" Target="../media/image140.png"/><Relationship Id="rId1176" Type="http://schemas.openxmlformats.org/officeDocument/2006/relationships/customXml" Target="../ink/ink343.xml"/><Relationship Id="rId101" Type="http://schemas.openxmlformats.org/officeDocument/2006/relationships/customXml" Target="../ink/ink50.xml"/><Relationship Id="rId406" Type="http://schemas.openxmlformats.org/officeDocument/2006/relationships/customXml" Target="../ink/ink113.xml"/><Relationship Id="rId960" Type="http://schemas.openxmlformats.org/officeDocument/2006/relationships/image" Target="../media/image650.png"/><Relationship Id="rId1036" Type="http://schemas.openxmlformats.org/officeDocument/2006/relationships/image" Target="../media/image920.png"/><Relationship Id="rId1243" Type="http://schemas.openxmlformats.org/officeDocument/2006/relationships/customXml" Target="../ink/ink410.xml"/><Relationship Id="rId1688" Type="http://schemas.openxmlformats.org/officeDocument/2006/relationships/customXml" Target="../ink/ink482.xml"/><Relationship Id="rId1895" Type="http://schemas.openxmlformats.org/officeDocument/2006/relationships/customXml" Target="../ink/ink610.xml"/><Relationship Id="rId5005" Type="http://schemas.openxmlformats.org/officeDocument/2006/relationships/customXml" Target="../ink/ink1355.xml"/><Relationship Id="rId1103" Type="http://schemas.openxmlformats.org/officeDocument/2006/relationships/customXml" Target="../ink/ink288.xml"/><Relationship Id="rId1310" Type="http://schemas.openxmlformats.org/officeDocument/2006/relationships/customXml" Target="../ink/ink472.xml"/><Relationship Id="rId1962" Type="http://schemas.openxmlformats.org/officeDocument/2006/relationships/customXml" Target="../ink/ink677.xml"/><Relationship Id="rId2806" Type="http://schemas.openxmlformats.org/officeDocument/2006/relationships/image" Target="../media/image205.png"/><Relationship Id="rId4466" Type="http://schemas.openxmlformats.org/officeDocument/2006/relationships/customXml" Target="../ink/ink859.xml"/><Relationship Id="rId4673" Type="http://schemas.openxmlformats.org/officeDocument/2006/relationships/customXml" Target="../ink/ink1032.xml"/><Relationship Id="rId4880" Type="http://schemas.openxmlformats.org/officeDocument/2006/relationships/customXml" Target="../ink/ink1239.xml"/><Relationship Id="rId47" Type="http://schemas.openxmlformats.org/officeDocument/2006/relationships/customXml" Target="../ink/ink23.xml"/><Relationship Id="rId1822" Type="http://schemas.openxmlformats.org/officeDocument/2006/relationships/customXml" Target="../ink/ink537.xml"/><Relationship Id="rId4533" Type="http://schemas.openxmlformats.org/officeDocument/2006/relationships/customXml" Target="../ink/ink901.xml"/><Relationship Id="rId4740" Type="http://schemas.openxmlformats.org/officeDocument/2006/relationships/customXml" Target="../ink/ink1099.xml"/><Relationship Id="rId4978" Type="http://schemas.openxmlformats.org/officeDocument/2006/relationships/customXml" Target="../ink/ink1328.xml"/><Relationship Id="rId2084" Type="http://schemas.openxmlformats.org/officeDocument/2006/relationships/customXml" Target="../ink/ink799.xml"/><Relationship Id="rId4600" Type="http://schemas.openxmlformats.org/officeDocument/2006/relationships/customXml" Target="../ink/ink959.xml"/><Relationship Id="rId4838" Type="http://schemas.openxmlformats.org/officeDocument/2006/relationships/customXml" Target="../ink/ink1197.xml"/><Relationship Id="rId470" Type="http://schemas.openxmlformats.org/officeDocument/2006/relationships/customXml" Target="../ink/ink172.xml"/><Relationship Id="rId4905" Type="http://schemas.openxmlformats.org/officeDocument/2006/relationships/customXml" Target="../ink/ink1264.xml"/><Relationship Id="rId330" Type="http://schemas.openxmlformats.org/officeDocument/2006/relationships/customXml" Target="../ink/ink68.xml"/><Relationship Id="rId982" Type="http://schemas.openxmlformats.org/officeDocument/2006/relationships/customXml" Target="../ink/ink208.xml"/><Relationship Id="rId1198" Type="http://schemas.openxmlformats.org/officeDocument/2006/relationships/customXml" Target="../ink/ink365.xml"/><Relationship Id="rId2011" Type="http://schemas.openxmlformats.org/officeDocument/2006/relationships/customXml" Target="../ink/ink726.xml"/><Relationship Id="rId428" Type="http://schemas.openxmlformats.org/officeDocument/2006/relationships/customXml" Target="../ink/ink130.xml"/><Relationship Id="rId1058" Type="http://schemas.openxmlformats.org/officeDocument/2006/relationships/image" Target="../media/image55.png"/><Relationship Id="rId1265" Type="http://schemas.openxmlformats.org/officeDocument/2006/relationships/customXml" Target="../ink/ink432.xml"/><Relationship Id="rId5027" Type="http://schemas.openxmlformats.org/officeDocument/2006/relationships/customXml" Target="../ink/ink1377.xml"/><Relationship Id="rId1125" Type="http://schemas.openxmlformats.org/officeDocument/2006/relationships/image" Target="../media/image1180.png"/><Relationship Id="rId1777" Type="http://schemas.openxmlformats.org/officeDocument/2006/relationships/customXml" Target="../ink/ink492.xml"/><Relationship Id="rId1984" Type="http://schemas.openxmlformats.org/officeDocument/2006/relationships/customXml" Target="../ink/ink699.xml"/><Relationship Id="rId2828" Type="http://schemas.openxmlformats.org/officeDocument/2006/relationships/image" Target="../media/image216.png"/><Relationship Id="rId4488" Type="http://schemas.openxmlformats.org/officeDocument/2006/relationships/customXml" Target="../ink/ink875.xml"/><Relationship Id="rId4695" Type="http://schemas.openxmlformats.org/officeDocument/2006/relationships/customXml" Target="../ink/ink1054.xml"/><Relationship Id="rId69" Type="http://schemas.openxmlformats.org/officeDocument/2006/relationships/customXml" Target="../ink/ink34.xml"/><Relationship Id="rId1844" Type="http://schemas.openxmlformats.org/officeDocument/2006/relationships/customXml" Target="../ink/ink559.xml"/><Relationship Id="rId4555" Type="http://schemas.openxmlformats.org/officeDocument/2006/relationships/customXml" Target="../ink/ink914.xml"/><Relationship Id="rId4762" Type="http://schemas.openxmlformats.org/officeDocument/2006/relationships/customXml" Target="../ink/ink1121.xml"/><Relationship Id="rId1911" Type="http://schemas.openxmlformats.org/officeDocument/2006/relationships/customXml" Target="../ink/ink626.xml"/><Relationship Id="rId4622" Type="http://schemas.openxmlformats.org/officeDocument/2006/relationships/customXml" Target="../ink/ink981.xml"/><Relationship Id="rId4927" Type="http://schemas.openxmlformats.org/officeDocument/2006/relationships/customXml" Target="../ink/ink1286.xml"/><Relationship Id="rId352" Type="http://schemas.openxmlformats.org/officeDocument/2006/relationships/customXml" Target="../ink/ink80.xml"/><Relationship Id="rId1287" Type="http://schemas.openxmlformats.org/officeDocument/2006/relationships/customXml" Target="../ink/ink454.xml"/><Relationship Id="rId2033" Type="http://schemas.openxmlformats.org/officeDocument/2006/relationships/customXml" Target="../ink/ink748.xml"/><Relationship Id="rId1799" Type="http://schemas.openxmlformats.org/officeDocument/2006/relationships/customXml" Target="../ink/ink514.xml"/><Relationship Id="rId212" Type="http://schemas.openxmlformats.org/officeDocument/2006/relationships/image" Target="../media/image78.png"/><Relationship Id="rId5049" Type="http://schemas.openxmlformats.org/officeDocument/2006/relationships/customXml" Target="../ink/ink1399.xml"/><Relationship Id="rId1147" Type="http://schemas.openxmlformats.org/officeDocument/2006/relationships/image" Target="../media/image1260.png"/><Relationship Id="rId60" Type="http://schemas.openxmlformats.org/officeDocument/2006/relationships/image" Target="../media/image29.png"/><Relationship Id="rId1007" Type="http://schemas.openxmlformats.org/officeDocument/2006/relationships/customXml" Target="../ink/ink226.xml"/><Relationship Id="rId1214" Type="http://schemas.openxmlformats.org/officeDocument/2006/relationships/customXml" Target="../ink/ink381.xml"/><Relationship Id="rId1866" Type="http://schemas.openxmlformats.org/officeDocument/2006/relationships/customXml" Target="../ink/ink581.xml"/><Relationship Id="rId1659" Type="http://schemas.openxmlformats.org/officeDocument/2006/relationships/image" Target="../media/image1340.png"/><Relationship Id="rId4577" Type="http://schemas.openxmlformats.org/officeDocument/2006/relationships/customXml" Target="../ink/ink936.xml"/><Relationship Id="rId4784" Type="http://schemas.openxmlformats.org/officeDocument/2006/relationships/customXml" Target="../ink/ink1143.xml"/><Relationship Id="rId4991" Type="http://schemas.openxmlformats.org/officeDocument/2006/relationships/customXml" Target="../ink/ink1341.xml"/><Relationship Id="rId1933" Type="http://schemas.openxmlformats.org/officeDocument/2006/relationships/customXml" Target="../ink/ink648.xml"/><Relationship Id="rId4437" Type="http://schemas.openxmlformats.org/officeDocument/2006/relationships/image" Target="../media/image224.png"/><Relationship Id="rId4644" Type="http://schemas.openxmlformats.org/officeDocument/2006/relationships/customXml" Target="../ink/ink1003.xml"/><Relationship Id="rId18" Type="http://schemas.openxmlformats.org/officeDocument/2006/relationships/image" Target="../media/image8.png"/><Relationship Id="rId4851" Type="http://schemas.openxmlformats.org/officeDocument/2006/relationships/customXml" Target="../ink/ink1210.xml"/><Relationship Id="rId4949" Type="http://schemas.openxmlformats.org/officeDocument/2006/relationships/customXml" Target="../ink/ink1299.xml"/><Relationship Id="rId374" Type="http://schemas.openxmlformats.org/officeDocument/2006/relationships/image" Target="../media/image153.png"/><Relationship Id="rId2055" Type="http://schemas.openxmlformats.org/officeDocument/2006/relationships/customXml" Target="../ink/ink770.xml"/><Relationship Id="rId4504" Type="http://schemas.openxmlformats.org/officeDocument/2006/relationships/image" Target="../media/image245.png"/><Relationship Id="rId4711" Type="http://schemas.openxmlformats.org/officeDocument/2006/relationships/customXml" Target="../ink/ink1070.xml"/><Relationship Id="rId4809" Type="http://schemas.openxmlformats.org/officeDocument/2006/relationships/customXml" Target="../ink/ink1168.xml"/><Relationship Id="rId234" Type="http://schemas.openxmlformats.org/officeDocument/2006/relationships/image" Target="../media/image89.png"/><Relationship Id="rId2774" Type="http://schemas.openxmlformats.org/officeDocument/2006/relationships/image" Target="../media/image189.png"/><Relationship Id="rId2" Type="http://schemas.openxmlformats.org/officeDocument/2006/relationships/notesSlide" Target="../notesSlides/notesSlide1.xml"/><Relationship Id="rId441" Type="http://schemas.openxmlformats.org/officeDocument/2006/relationships/customXml" Target="../ink/ink143.xml"/><Relationship Id="rId1071" Type="http://schemas.openxmlformats.org/officeDocument/2006/relationships/customXml" Target="../ink/ink261.xml"/><Relationship Id="rId1169" Type="http://schemas.openxmlformats.org/officeDocument/2006/relationships/customXml" Target="../ink/ink336.xml"/><Relationship Id="rId5040" Type="http://schemas.openxmlformats.org/officeDocument/2006/relationships/customXml" Target="../ink/ink1390.xml"/><Relationship Id="rId953" Type="http://schemas.openxmlformats.org/officeDocument/2006/relationships/image" Target="../media/image620.png"/><Relationship Id="rId1029" Type="http://schemas.openxmlformats.org/officeDocument/2006/relationships/image" Target="../media/image890.png"/><Relationship Id="rId1236" Type="http://schemas.openxmlformats.org/officeDocument/2006/relationships/customXml" Target="../ink/ink403.xml"/><Relationship Id="rId1790" Type="http://schemas.openxmlformats.org/officeDocument/2006/relationships/customXml" Target="../ink/ink505.xml"/><Relationship Id="rId1888" Type="http://schemas.openxmlformats.org/officeDocument/2006/relationships/customXml" Target="../ink/ink603.xml"/><Relationship Id="rId2841" Type="http://schemas.microsoft.com/office/2007/relationships/hdphoto" Target="../media/hdphoto11.wdp"/><Relationship Id="rId82" Type="http://schemas.openxmlformats.org/officeDocument/2006/relationships/image" Target="../media/image40.png"/><Relationship Id="rId4599" Type="http://schemas.openxmlformats.org/officeDocument/2006/relationships/customXml" Target="../ink/ink958.xml"/><Relationship Id="rId1303" Type="http://schemas.openxmlformats.org/officeDocument/2006/relationships/customXml" Target="../ink/ink465.xml"/><Relationship Id="rId1955" Type="http://schemas.openxmlformats.org/officeDocument/2006/relationships/customXml" Target="../ink/ink670.xml"/><Relationship Id="rId4459" Type="http://schemas.openxmlformats.org/officeDocument/2006/relationships/customXml" Target="../ink/ink853.xml"/><Relationship Id="rId4666" Type="http://schemas.openxmlformats.org/officeDocument/2006/relationships/customXml" Target="../ink/ink1025.xml"/><Relationship Id="rId4873" Type="http://schemas.openxmlformats.org/officeDocument/2006/relationships/customXml" Target="../ink/ink1232.xml"/><Relationship Id="rId1815" Type="http://schemas.openxmlformats.org/officeDocument/2006/relationships/customXml" Target="../ink/ink530.xml"/><Relationship Id="rId4526" Type="http://schemas.openxmlformats.org/officeDocument/2006/relationships/image" Target="../media/image255.png"/><Relationship Id="rId4733" Type="http://schemas.openxmlformats.org/officeDocument/2006/relationships/customXml" Target="../ink/ink1092.xml"/><Relationship Id="rId4940" Type="http://schemas.microsoft.com/office/2007/relationships/hdphoto" Target="../media/hdphoto26.wdp"/><Relationship Id="rId396" Type="http://schemas.openxmlformats.org/officeDocument/2006/relationships/customXml" Target="../ink/ink106.xml"/><Relationship Id="rId2077" Type="http://schemas.openxmlformats.org/officeDocument/2006/relationships/customXml" Target="../ink/ink792.xml"/><Relationship Id="rId463" Type="http://schemas.openxmlformats.org/officeDocument/2006/relationships/customXml" Target="../ink/ink165.xml"/><Relationship Id="rId1093" Type="http://schemas.openxmlformats.org/officeDocument/2006/relationships/customXml" Target="../ink/ink280.xml"/><Relationship Id="rId2796" Type="http://schemas.openxmlformats.org/officeDocument/2006/relationships/image" Target="../media/image200.png"/><Relationship Id="rId4800" Type="http://schemas.openxmlformats.org/officeDocument/2006/relationships/customXml" Target="../ink/ink1159.xml"/><Relationship Id="rId323" Type="http://schemas.openxmlformats.org/officeDocument/2006/relationships/image" Target="../media/image132.png"/><Relationship Id="rId975" Type="http://schemas.openxmlformats.org/officeDocument/2006/relationships/customXml" Target="../ink/ink203.xml"/><Relationship Id="rId1160" Type="http://schemas.openxmlformats.org/officeDocument/2006/relationships/customXml" Target="../ink/ink327.xml"/><Relationship Id="rId2004" Type="http://schemas.openxmlformats.org/officeDocument/2006/relationships/customXml" Target="../ink/ink719.xml"/><Relationship Id="rId5062" Type="http://schemas.openxmlformats.org/officeDocument/2006/relationships/customXml" Target="../ink/ink1412.xml"/><Relationship Id="rId1258" Type="http://schemas.openxmlformats.org/officeDocument/2006/relationships/customXml" Target="../ink/ink425.xml"/><Relationship Id="rId1672" Type="http://schemas.openxmlformats.org/officeDocument/2006/relationships/customXml" Target="../ink/ink478.xml"/><Relationship Id="rId1020" Type="http://schemas.openxmlformats.org/officeDocument/2006/relationships/customXml" Target="../ink/ink233.xml"/><Relationship Id="rId1118" Type="http://schemas.openxmlformats.org/officeDocument/2006/relationships/customXml" Target="../ink/ink299.xml"/><Relationship Id="rId1977" Type="http://schemas.openxmlformats.org/officeDocument/2006/relationships/customXml" Target="../ink/ink692.xml"/><Relationship Id="rId4590" Type="http://schemas.openxmlformats.org/officeDocument/2006/relationships/customXml" Target="../ink/ink949.xml"/><Relationship Id="rId4688" Type="http://schemas.openxmlformats.org/officeDocument/2006/relationships/customXml" Target="../ink/ink1047.xml"/><Relationship Id="rId1837" Type="http://schemas.openxmlformats.org/officeDocument/2006/relationships/customXml" Target="../ink/ink552.xml"/><Relationship Id="rId4450" Type="http://schemas.openxmlformats.org/officeDocument/2006/relationships/customXml" Target="../ink/ink848.xml"/><Relationship Id="rId4895" Type="http://schemas.openxmlformats.org/officeDocument/2006/relationships/customXml" Target="../ink/ink1254.xml"/><Relationship Id="rId31" Type="http://schemas.openxmlformats.org/officeDocument/2006/relationships/customXml" Target="../ink/ink15.xml"/><Relationship Id="rId4548" Type="http://schemas.openxmlformats.org/officeDocument/2006/relationships/customXml" Target="../ink/ink909.xml"/><Relationship Id="rId4755" Type="http://schemas.openxmlformats.org/officeDocument/2006/relationships/customXml" Target="../ink/ink1114.xml"/><Relationship Id="rId4962" Type="http://schemas.openxmlformats.org/officeDocument/2006/relationships/customXml" Target="../ink/ink1312.xml"/><Relationship Id="rId1904" Type="http://schemas.openxmlformats.org/officeDocument/2006/relationships/customXml" Target="../ink/ink619.xml"/><Relationship Id="rId4615" Type="http://schemas.openxmlformats.org/officeDocument/2006/relationships/customXml" Target="../ink/ink974.xml"/><Relationship Id="rId4822" Type="http://schemas.openxmlformats.org/officeDocument/2006/relationships/customXml" Target="../ink/ink1181.xml"/><Relationship Id="rId5084" Type="http://schemas.openxmlformats.org/officeDocument/2006/relationships/customXml" Target="../ink/ink1434.xml"/><Relationship Id="rId345" Type="http://schemas.openxmlformats.org/officeDocument/2006/relationships/customXml" Target="../ink/ink76.xml"/><Relationship Id="rId997" Type="http://schemas.openxmlformats.org/officeDocument/2006/relationships/customXml" Target="../ink/ink218.xml"/><Relationship Id="rId1182" Type="http://schemas.openxmlformats.org/officeDocument/2006/relationships/customXml" Target="../ink/ink349.xml"/><Relationship Id="rId2026" Type="http://schemas.openxmlformats.org/officeDocument/2006/relationships/customXml" Target="../ink/ink741.xml"/><Relationship Id="rId412" Type="http://schemas.openxmlformats.org/officeDocument/2006/relationships/customXml" Target="../ink/ink117.xml"/><Relationship Id="rId1042" Type="http://schemas.openxmlformats.org/officeDocument/2006/relationships/image" Target="../media/image950.png"/><Relationship Id="rId1999" Type="http://schemas.openxmlformats.org/officeDocument/2006/relationships/customXml" Target="../ink/ink714.xml"/><Relationship Id="rId2812" Type="http://schemas.openxmlformats.org/officeDocument/2006/relationships/image" Target="../media/image208.png"/><Relationship Id="rId4472" Type="http://schemas.openxmlformats.org/officeDocument/2006/relationships/customXml" Target="../ink/ink864.xml"/><Relationship Id="rId5011" Type="http://schemas.openxmlformats.org/officeDocument/2006/relationships/customXml" Target="../ink/ink1361.xml"/><Relationship Id="rId53" Type="http://schemas.openxmlformats.org/officeDocument/2006/relationships/customXml" Target="../ink/ink26.xml"/><Relationship Id="rId1207" Type="http://schemas.openxmlformats.org/officeDocument/2006/relationships/customXml" Target="../ink/ink374.xml"/><Relationship Id="rId1859" Type="http://schemas.openxmlformats.org/officeDocument/2006/relationships/customXml" Target="../ink/ink574.xml"/><Relationship Id="rId4777" Type="http://schemas.openxmlformats.org/officeDocument/2006/relationships/customXml" Target="../ink/ink1136.xml"/><Relationship Id="rId4984" Type="http://schemas.openxmlformats.org/officeDocument/2006/relationships/customXml" Target="../ink/ink1334.xml"/><Relationship Id="rId1926" Type="http://schemas.openxmlformats.org/officeDocument/2006/relationships/customXml" Target="../ink/ink641.xml"/><Relationship Id="rId4637" Type="http://schemas.openxmlformats.org/officeDocument/2006/relationships/customXml" Target="../ink/ink996.xml"/><Relationship Id="rId4844" Type="http://schemas.openxmlformats.org/officeDocument/2006/relationships/customXml" Target="../ink/ink1203.xml"/><Relationship Id="rId367" Type="http://schemas.openxmlformats.org/officeDocument/2006/relationships/customXml" Target="../ink/ink90.xml"/><Relationship Id="rId2048" Type="http://schemas.openxmlformats.org/officeDocument/2006/relationships/customXml" Target="../ink/ink763.xml"/><Relationship Id="rId4704" Type="http://schemas.openxmlformats.org/officeDocument/2006/relationships/customXml" Target="../ink/ink1063.xml"/><Relationship Id="rId4911" Type="http://schemas.openxmlformats.org/officeDocument/2006/relationships/customXml" Target="../ink/ink1270.xml"/><Relationship Id="rId2767" Type="http://schemas.openxmlformats.org/officeDocument/2006/relationships/customXml" Target="../ink/ink806.xml"/><Relationship Id="rId434" Type="http://schemas.openxmlformats.org/officeDocument/2006/relationships/customXml" Target="../ink/ink136.xml"/><Relationship Id="rId1064" Type="http://schemas.openxmlformats.org/officeDocument/2006/relationships/customXml" Target="../ink/ink255.xml"/><Relationship Id="rId1271" Type="http://schemas.openxmlformats.org/officeDocument/2006/relationships/customXml" Target="../ink/ink438.xml"/><Relationship Id="rId5033" Type="http://schemas.openxmlformats.org/officeDocument/2006/relationships/customXml" Target="../ink/ink1383.xml"/><Relationship Id="rId1131" Type="http://schemas.openxmlformats.org/officeDocument/2006/relationships/customXml" Target="../ink/ink309.xml"/><Relationship Id="rId1229" Type="http://schemas.openxmlformats.org/officeDocument/2006/relationships/customXml" Target="../ink/ink396.xml"/><Relationship Id="rId1783" Type="http://schemas.openxmlformats.org/officeDocument/2006/relationships/customXml" Target="../ink/ink498.xml"/><Relationship Id="rId1990" Type="http://schemas.openxmlformats.org/officeDocument/2006/relationships/customXml" Target="../ink/ink705.xml"/><Relationship Id="rId2834" Type="http://schemas.microsoft.com/office/2007/relationships/hdphoto" Target="../media/hdphoto7.wdp"/><Relationship Id="rId4494" Type="http://schemas.openxmlformats.org/officeDocument/2006/relationships/customXml" Target="../ink/ink880.xml"/><Relationship Id="rId75" Type="http://schemas.openxmlformats.org/officeDocument/2006/relationships/customXml" Target="../ink/ink37.xml"/><Relationship Id="rId1850" Type="http://schemas.openxmlformats.org/officeDocument/2006/relationships/customXml" Target="../ink/ink565.xml"/><Relationship Id="rId4561" Type="http://schemas.openxmlformats.org/officeDocument/2006/relationships/customXml" Target="../ink/ink920.xml"/><Relationship Id="rId4799" Type="http://schemas.openxmlformats.org/officeDocument/2006/relationships/customXml" Target="../ink/ink1158.xml"/><Relationship Id="rId1948" Type="http://schemas.openxmlformats.org/officeDocument/2006/relationships/customXml" Target="../ink/ink663.xml"/><Relationship Id="rId4659" Type="http://schemas.openxmlformats.org/officeDocument/2006/relationships/customXml" Target="../ink/ink1018.xml"/><Relationship Id="rId4866" Type="http://schemas.openxmlformats.org/officeDocument/2006/relationships/customXml" Target="../ink/ink1225.xml"/><Relationship Id="rId1808" Type="http://schemas.openxmlformats.org/officeDocument/2006/relationships/customXml" Target="../ink/ink523.xml"/><Relationship Id="rId4519" Type="http://schemas.openxmlformats.org/officeDocument/2006/relationships/customXml" Target="../ink/ink894.xml"/><Relationship Id="rId4726" Type="http://schemas.openxmlformats.org/officeDocument/2006/relationships/customXml" Target="../ink/ink1085.xml"/><Relationship Id="rId4933" Type="http://schemas.openxmlformats.org/officeDocument/2006/relationships/customXml" Target="../ink/ink1292.xml"/><Relationship Id="rId389" Type="http://schemas.openxmlformats.org/officeDocument/2006/relationships/image" Target="../media/image160.png"/><Relationship Id="rId456" Type="http://schemas.openxmlformats.org/officeDocument/2006/relationships/customXml" Target="../ink/ink158.xml"/><Relationship Id="rId1086" Type="http://schemas.openxmlformats.org/officeDocument/2006/relationships/customXml" Target="../ink/ink274.xml"/><Relationship Id="rId1293" Type="http://schemas.openxmlformats.org/officeDocument/2006/relationships/image" Target="../media/image1030.png"/><Relationship Id="rId2789" Type="http://schemas.openxmlformats.org/officeDocument/2006/relationships/customXml" Target="../ink/ink817.xml"/><Relationship Id="rId109" Type="http://schemas.openxmlformats.org/officeDocument/2006/relationships/customXml" Target="../ink/ink54.xml"/><Relationship Id="rId316" Type="http://schemas.openxmlformats.org/officeDocument/2006/relationships/customXml" Target="../ink/ink61.xml"/><Relationship Id="rId968" Type="http://schemas.openxmlformats.org/officeDocument/2006/relationships/customXml" Target="../ink/ink198.xml"/><Relationship Id="rId1153" Type="http://schemas.openxmlformats.org/officeDocument/2006/relationships/customXml" Target="../ink/ink321.xml"/><Relationship Id="rId2856" Type="http://schemas.microsoft.com/office/2007/relationships/hdphoto" Target="../media/hdphoto22.wdp"/><Relationship Id="rId5055" Type="http://schemas.openxmlformats.org/officeDocument/2006/relationships/customXml" Target="../ink/ink1405.xml"/><Relationship Id="rId97" Type="http://schemas.openxmlformats.org/officeDocument/2006/relationships/customXml" Target="../ink/ink48.xml"/><Relationship Id="rId1013" Type="http://schemas.openxmlformats.org/officeDocument/2006/relationships/customXml" Target="../ink/ink229.xml"/><Relationship Id="rId1872" Type="http://schemas.openxmlformats.org/officeDocument/2006/relationships/customXml" Target="../ink/ink587.xml"/><Relationship Id="rId1220" Type="http://schemas.openxmlformats.org/officeDocument/2006/relationships/customXml" Target="../ink/ink387.xml"/><Relationship Id="rId4583" Type="http://schemas.openxmlformats.org/officeDocument/2006/relationships/customXml" Target="../ink/ink942.xml"/><Relationship Id="rId4790" Type="http://schemas.openxmlformats.org/officeDocument/2006/relationships/customXml" Target="../ink/ink1149.xml"/><Relationship Id="rId4443" Type="http://schemas.openxmlformats.org/officeDocument/2006/relationships/image" Target="../media/image226.png"/><Relationship Id="rId4650" Type="http://schemas.openxmlformats.org/officeDocument/2006/relationships/customXml" Target="../ink/ink1009.xml"/><Relationship Id="rId4888" Type="http://schemas.openxmlformats.org/officeDocument/2006/relationships/customXml" Target="../ink/ink1247.xml"/><Relationship Id="rId24" Type="http://schemas.openxmlformats.org/officeDocument/2006/relationships/image" Target="../media/image11.png"/><Relationship Id="rId4510" Type="http://schemas.openxmlformats.org/officeDocument/2006/relationships/image" Target="../media/image248.png"/><Relationship Id="rId4748" Type="http://schemas.openxmlformats.org/officeDocument/2006/relationships/customXml" Target="../ink/ink1107.xml"/><Relationship Id="rId4955" Type="http://schemas.openxmlformats.org/officeDocument/2006/relationships/customXml" Target="../ink/ink1305.xml"/><Relationship Id="rId380" Type="http://schemas.openxmlformats.org/officeDocument/2006/relationships/customXml" Target="../ink/ink98.xml"/><Relationship Id="rId2061" Type="http://schemas.openxmlformats.org/officeDocument/2006/relationships/customXml" Target="../ink/ink776.xml"/><Relationship Id="rId4608" Type="http://schemas.openxmlformats.org/officeDocument/2006/relationships/customXml" Target="../ink/ink967.xml"/><Relationship Id="rId4815" Type="http://schemas.openxmlformats.org/officeDocument/2006/relationships/customXml" Target="../ink/ink1174.xml"/><Relationship Id="rId478" Type="http://schemas.openxmlformats.org/officeDocument/2006/relationships/customXml" Target="../ink/ink180.xml"/><Relationship Id="rId2780" Type="http://schemas.openxmlformats.org/officeDocument/2006/relationships/image" Target="../media/image192.png"/><Relationship Id="rId5077" Type="http://schemas.openxmlformats.org/officeDocument/2006/relationships/customXml" Target="../ink/ink1427.xml"/><Relationship Id="rId100" Type="http://schemas.openxmlformats.org/officeDocument/2006/relationships/image" Target="../media/image49.png"/><Relationship Id="rId338" Type="http://schemas.openxmlformats.org/officeDocument/2006/relationships/customXml" Target="../ink/ink72.xml"/><Relationship Id="rId1175" Type="http://schemas.openxmlformats.org/officeDocument/2006/relationships/customXml" Target="../ink/ink342.xml"/><Relationship Id="rId2019" Type="http://schemas.openxmlformats.org/officeDocument/2006/relationships/customXml" Target="../ink/ink734.xml"/><Relationship Id="rId405" Type="http://schemas.openxmlformats.org/officeDocument/2006/relationships/image" Target="../media/image166.png"/><Relationship Id="rId1035" Type="http://schemas.openxmlformats.org/officeDocument/2006/relationships/customXml" Target="../ink/ink241.xml"/><Relationship Id="rId1242" Type="http://schemas.openxmlformats.org/officeDocument/2006/relationships/customXml" Target="../ink/ink409.xml"/><Relationship Id="rId1687" Type="http://schemas.openxmlformats.org/officeDocument/2006/relationships/image" Target="../media/image1390.png"/><Relationship Id="rId1894" Type="http://schemas.openxmlformats.org/officeDocument/2006/relationships/customXml" Target="../ink/ink609.xml"/><Relationship Id="rId1102" Type="http://schemas.openxmlformats.org/officeDocument/2006/relationships/customXml" Target="../ink/ink287.xml"/><Relationship Id="rId1961" Type="http://schemas.openxmlformats.org/officeDocument/2006/relationships/customXml" Target="../ink/ink676.xml"/><Relationship Id="rId2805" Type="http://schemas.openxmlformats.org/officeDocument/2006/relationships/customXml" Target="../ink/ink825.xml"/><Relationship Id="rId4465" Type="http://schemas.openxmlformats.org/officeDocument/2006/relationships/customXml" Target="../ink/ink858.xml"/><Relationship Id="rId5004" Type="http://schemas.openxmlformats.org/officeDocument/2006/relationships/customXml" Target="../ink/ink1354.xml"/><Relationship Id="rId46" Type="http://schemas.openxmlformats.org/officeDocument/2006/relationships/image" Target="../media/image22.png"/><Relationship Id="rId1821" Type="http://schemas.openxmlformats.org/officeDocument/2006/relationships/customXml" Target="../ink/ink536.xml"/><Relationship Id="rId4672" Type="http://schemas.openxmlformats.org/officeDocument/2006/relationships/customXml" Target="../ink/ink1031.xml"/><Relationship Id="rId4977" Type="http://schemas.openxmlformats.org/officeDocument/2006/relationships/customXml" Target="../ink/ink1327.xml"/><Relationship Id="rId1919" Type="http://schemas.openxmlformats.org/officeDocument/2006/relationships/customXml" Target="../ink/ink634.xml"/><Relationship Id="rId4532" Type="http://schemas.openxmlformats.org/officeDocument/2006/relationships/image" Target="../media/image258.png"/><Relationship Id="rId2083" Type="http://schemas.openxmlformats.org/officeDocument/2006/relationships/customXml" Target="../ink/ink798.xml"/><Relationship Id="rId4837" Type="http://schemas.openxmlformats.org/officeDocument/2006/relationships/customXml" Target="../ink/ink1196.xml"/><Relationship Id="rId1197" Type="http://schemas.openxmlformats.org/officeDocument/2006/relationships/customXml" Target="../ink/ink364.xml"/><Relationship Id="rId4904" Type="http://schemas.openxmlformats.org/officeDocument/2006/relationships/customXml" Target="../ink/ink1263.xml"/><Relationship Id="rId981" Type="http://schemas.openxmlformats.org/officeDocument/2006/relationships/image" Target="../media/image710.png"/><Relationship Id="rId1057" Type="http://schemas.openxmlformats.org/officeDocument/2006/relationships/customXml" Target="../ink/ink252.xml"/><Relationship Id="rId2010" Type="http://schemas.openxmlformats.org/officeDocument/2006/relationships/customXml" Target="../ink/ink725.xml"/><Relationship Id="rId427" Type="http://schemas.openxmlformats.org/officeDocument/2006/relationships/customXml" Target="../ink/ink129.xml"/><Relationship Id="rId1264" Type="http://schemas.openxmlformats.org/officeDocument/2006/relationships/customXml" Target="../ink/ink431.xml"/><Relationship Id="rId5026" Type="http://schemas.openxmlformats.org/officeDocument/2006/relationships/customXml" Target="../ink/ink1376.xml"/><Relationship Id="rId1124" Type="http://schemas.openxmlformats.org/officeDocument/2006/relationships/customXml" Target="../ink/ink303.xml"/><Relationship Id="rId1776" Type="http://schemas.openxmlformats.org/officeDocument/2006/relationships/customXml" Target="../ink/ink491.xml"/><Relationship Id="rId1983" Type="http://schemas.openxmlformats.org/officeDocument/2006/relationships/customXml" Target="../ink/ink698.xml"/><Relationship Id="rId2827" Type="http://schemas.openxmlformats.org/officeDocument/2006/relationships/customXml" Target="../ink/ink836.xml"/><Relationship Id="rId4487" Type="http://schemas.openxmlformats.org/officeDocument/2006/relationships/image" Target="../media/image239.png"/><Relationship Id="rId4694" Type="http://schemas.openxmlformats.org/officeDocument/2006/relationships/customXml" Target="../ink/ink1053.xml"/><Relationship Id="rId68" Type="http://schemas.openxmlformats.org/officeDocument/2006/relationships/image" Target="../media/image33.png"/><Relationship Id="rId1843" Type="http://schemas.openxmlformats.org/officeDocument/2006/relationships/customXml" Target="../ink/ink558.xml"/><Relationship Id="rId4554" Type="http://schemas.openxmlformats.org/officeDocument/2006/relationships/customXml" Target="../ink/ink913.xml"/><Relationship Id="rId4761" Type="http://schemas.openxmlformats.org/officeDocument/2006/relationships/customXml" Target="../ink/ink1120.xml"/><Relationship Id="rId4999" Type="http://schemas.openxmlformats.org/officeDocument/2006/relationships/customXml" Target="../ink/ink1349.xml"/><Relationship Id="rId1910" Type="http://schemas.openxmlformats.org/officeDocument/2006/relationships/customXml" Target="../ink/ink625.xml"/><Relationship Id="rId4859" Type="http://schemas.openxmlformats.org/officeDocument/2006/relationships/customXml" Target="../ink/ink1218.xml"/><Relationship Id="rId4621" Type="http://schemas.openxmlformats.org/officeDocument/2006/relationships/customXml" Target="../ink/ink980.xml"/><Relationship Id="rId4719" Type="http://schemas.openxmlformats.org/officeDocument/2006/relationships/customXml" Target="../ink/ink1078.xml"/><Relationship Id="rId4926" Type="http://schemas.openxmlformats.org/officeDocument/2006/relationships/customXml" Target="../ink/ink1285.xml"/><Relationship Id="rId351" Type="http://schemas.openxmlformats.org/officeDocument/2006/relationships/image" Target="../media/image145.png"/><Relationship Id="rId449" Type="http://schemas.openxmlformats.org/officeDocument/2006/relationships/customXml" Target="../ink/ink151.xml"/><Relationship Id="rId1079" Type="http://schemas.openxmlformats.org/officeDocument/2006/relationships/customXml" Target="../ink/ink269.xml"/><Relationship Id="rId1286" Type="http://schemas.openxmlformats.org/officeDocument/2006/relationships/customXml" Target="../ink/ink453.xml"/><Relationship Id="rId2032" Type="http://schemas.openxmlformats.org/officeDocument/2006/relationships/customXml" Target="../ink/ink747.xml"/><Relationship Id="rId309" Type="http://schemas.openxmlformats.org/officeDocument/2006/relationships/image" Target="../media/image125.png"/><Relationship Id="rId1146" Type="http://schemas.openxmlformats.org/officeDocument/2006/relationships/customXml" Target="../ink/ink317.xml"/><Relationship Id="rId1798" Type="http://schemas.openxmlformats.org/officeDocument/2006/relationships/customXml" Target="../ink/ink513.xml"/><Relationship Id="rId2849" Type="http://schemas.openxmlformats.org/officeDocument/2006/relationships/image" Target="../media/image68.png"/><Relationship Id="rId5048" Type="http://schemas.openxmlformats.org/officeDocument/2006/relationships/customXml" Target="../ink/ink1398.xml"/><Relationship Id="rId1006" Type="http://schemas.openxmlformats.org/officeDocument/2006/relationships/image" Target="../media/image780.png"/><Relationship Id="rId1865" Type="http://schemas.openxmlformats.org/officeDocument/2006/relationships/customXml" Target="../ink/ink580.xml"/><Relationship Id="rId1213" Type="http://schemas.openxmlformats.org/officeDocument/2006/relationships/customXml" Target="../ink/ink380.xml"/><Relationship Id="rId4576" Type="http://schemas.openxmlformats.org/officeDocument/2006/relationships/customXml" Target="../ink/ink935.xml"/><Relationship Id="rId4783" Type="http://schemas.openxmlformats.org/officeDocument/2006/relationships/customXml" Target="../ink/ink1142.xml"/><Relationship Id="rId4990" Type="http://schemas.openxmlformats.org/officeDocument/2006/relationships/customXml" Target="../ink/ink1340.xml"/><Relationship Id="rId1932" Type="http://schemas.openxmlformats.org/officeDocument/2006/relationships/customXml" Target="../ink/ink647.xml"/><Relationship Id="rId4643" Type="http://schemas.openxmlformats.org/officeDocument/2006/relationships/customXml" Target="../ink/ink1002.xml"/><Relationship Id="rId4850" Type="http://schemas.openxmlformats.org/officeDocument/2006/relationships/customXml" Target="../ink/ink1209.xml"/><Relationship Id="rId17" Type="http://schemas.openxmlformats.org/officeDocument/2006/relationships/customXml" Target="../ink/ink8.xml"/><Relationship Id="rId4503" Type="http://schemas.openxmlformats.org/officeDocument/2006/relationships/customXml" Target="../ink/ink885.xml"/><Relationship Id="rId4710" Type="http://schemas.openxmlformats.org/officeDocument/2006/relationships/customXml" Target="../ink/ink1069.xml"/><Relationship Id="rId4948" Type="http://schemas.openxmlformats.org/officeDocument/2006/relationships/customXml" Target="../ink/ink1298.xml"/><Relationship Id="rId373" Type="http://schemas.openxmlformats.org/officeDocument/2006/relationships/customXml" Target="../ink/ink94.xml"/><Relationship Id="rId166" Type="http://schemas.openxmlformats.org/officeDocument/2006/relationships/image" Target="../media/image550.png"/><Relationship Id="rId2054" Type="http://schemas.openxmlformats.org/officeDocument/2006/relationships/customXml" Target="../ink/ink769.xml"/><Relationship Id="rId4808" Type="http://schemas.openxmlformats.org/officeDocument/2006/relationships/customXml" Target="../ink/ink1167.xml"/><Relationship Id="rId1" Type="http://schemas.openxmlformats.org/officeDocument/2006/relationships/slideLayout" Target="../slideLayouts/slideLayout1.xml"/><Relationship Id="rId440" Type="http://schemas.openxmlformats.org/officeDocument/2006/relationships/customXml" Target="../ink/ink142.xml"/><Relationship Id="rId1070" Type="http://schemas.openxmlformats.org/officeDocument/2006/relationships/customXml" Target="../ink/ink260.xml"/><Relationship Id="rId2773" Type="http://schemas.openxmlformats.org/officeDocument/2006/relationships/customXml" Target="../ink/ink809.xml"/><Relationship Id="rId952" Type="http://schemas.openxmlformats.org/officeDocument/2006/relationships/customXml" Target="../ink/ink188.xml"/><Relationship Id="rId1168" Type="http://schemas.openxmlformats.org/officeDocument/2006/relationships/customXml" Target="../ink/ink335.xml"/><Relationship Id="rId81" Type="http://schemas.openxmlformats.org/officeDocument/2006/relationships/customXml" Target="../ink/ink40.xml"/><Relationship Id="rId1028" Type="http://schemas.openxmlformats.org/officeDocument/2006/relationships/customXml" Target="../ink/ink237.xml"/><Relationship Id="rId1235" Type="http://schemas.openxmlformats.org/officeDocument/2006/relationships/customXml" Target="../ink/ink402.xml"/><Relationship Id="rId1887" Type="http://schemas.openxmlformats.org/officeDocument/2006/relationships/customXml" Target="../ink/ink602.xml"/><Relationship Id="rId2840" Type="http://schemas.openxmlformats.org/officeDocument/2006/relationships/image" Target="../media/image65.png"/><Relationship Id="rId4598" Type="http://schemas.openxmlformats.org/officeDocument/2006/relationships/customXml" Target="../ink/ink957.xml"/><Relationship Id="rId1302" Type="http://schemas.microsoft.com/office/2007/relationships/hdphoto" Target="../media/hdphoto2.wdp"/><Relationship Id="rId1954" Type="http://schemas.openxmlformats.org/officeDocument/2006/relationships/customXml" Target="../ink/ink669.xml"/><Relationship Id="rId4458" Type="http://schemas.openxmlformats.org/officeDocument/2006/relationships/image" Target="../media/image232.png"/><Relationship Id="rId39" Type="http://schemas.openxmlformats.org/officeDocument/2006/relationships/customXml" Target="../ink/ink19.xml"/><Relationship Id="rId1814" Type="http://schemas.openxmlformats.org/officeDocument/2006/relationships/customXml" Target="../ink/ink529.xml"/><Relationship Id="rId4665" Type="http://schemas.openxmlformats.org/officeDocument/2006/relationships/customXml" Target="../ink/ink1024.xml"/><Relationship Id="rId4872" Type="http://schemas.openxmlformats.org/officeDocument/2006/relationships/customXml" Target="../ink/ink1231.xml"/><Relationship Id="rId395" Type="http://schemas.openxmlformats.org/officeDocument/2006/relationships/image" Target="../media/image163.png"/><Relationship Id="rId2076" Type="http://schemas.openxmlformats.org/officeDocument/2006/relationships/customXml" Target="../ink/ink791.xml"/><Relationship Id="rId4525" Type="http://schemas.openxmlformats.org/officeDocument/2006/relationships/customXml" Target="../ink/ink897.xml"/><Relationship Id="rId4318" Type="http://schemas.openxmlformats.org/officeDocument/2006/relationships/image" Target="../media/image2110.png"/><Relationship Id="rId4732" Type="http://schemas.openxmlformats.org/officeDocument/2006/relationships/customXml" Target="../ink/ink1091.xml"/><Relationship Id="rId462" Type="http://schemas.openxmlformats.org/officeDocument/2006/relationships/customXml" Target="../ink/ink164.xml"/><Relationship Id="rId1092" Type="http://schemas.openxmlformats.org/officeDocument/2006/relationships/image" Target="../media/image1090.png"/><Relationship Id="rId2795" Type="http://schemas.openxmlformats.org/officeDocument/2006/relationships/customXml" Target="../ink/ink820.xml"/><Relationship Id="rId5061" Type="http://schemas.openxmlformats.org/officeDocument/2006/relationships/customXml" Target="../ink/ink1411.xml"/><Relationship Id="rId322" Type="http://schemas.openxmlformats.org/officeDocument/2006/relationships/customXml" Target="../ink/ink64.xml"/><Relationship Id="rId974" Type="http://schemas.openxmlformats.org/officeDocument/2006/relationships/customXml" Target="../ink/ink202.xml"/><Relationship Id="rId2003" Type="http://schemas.openxmlformats.org/officeDocument/2006/relationships/customXml" Target="../ink/ink718.xml"/><Relationship Id="rId1257" Type="http://schemas.openxmlformats.org/officeDocument/2006/relationships/customXml" Target="../ink/ink424.xml"/><Relationship Id="rId1671" Type="http://schemas.openxmlformats.org/officeDocument/2006/relationships/image" Target="../media/image1350.png"/><Relationship Id="rId5019" Type="http://schemas.openxmlformats.org/officeDocument/2006/relationships/customXml" Target="../ink/ink1369.xml"/><Relationship Id="rId1117" Type="http://schemas.openxmlformats.org/officeDocument/2006/relationships/customXml" Target="../ink/ink298.xml"/><Relationship Id="rId1976" Type="http://schemas.openxmlformats.org/officeDocument/2006/relationships/customXml" Target="../ink/ink691.xml"/><Relationship Id="rId4687" Type="http://schemas.openxmlformats.org/officeDocument/2006/relationships/customXml" Target="../ink/ink1046.xml"/><Relationship Id="rId4894" Type="http://schemas.openxmlformats.org/officeDocument/2006/relationships/customXml" Target="../ink/ink1253.xml"/><Relationship Id="rId30" Type="http://schemas.openxmlformats.org/officeDocument/2006/relationships/image" Target="../media/image14.png"/><Relationship Id="rId1836" Type="http://schemas.openxmlformats.org/officeDocument/2006/relationships/customXml" Target="../ink/ink551.xml"/><Relationship Id="rId4547" Type="http://schemas.openxmlformats.org/officeDocument/2006/relationships/customXml" Target="../ink/ink908.xml"/><Relationship Id="rId4754" Type="http://schemas.openxmlformats.org/officeDocument/2006/relationships/customXml" Target="../ink/ink1113.xml"/><Relationship Id="rId1903" Type="http://schemas.openxmlformats.org/officeDocument/2006/relationships/customXml" Target="../ink/ink618.xml"/><Relationship Id="rId4961" Type="http://schemas.openxmlformats.org/officeDocument/2006/relationships/customXml" Target="../ink/ink1311.xml"/><Relationship Id="rId277" Type="http://schemas.openxmlformats.org/officeDocument/2006/relationships/image" Target="../media/image109.png"/><Relationship Id="rId4614" Type="http://schemas.openxmlformats.org/officeDocument/2006/relationships/customXml" Target="../ink/ink973.xml"/><Relationship Id="rId4821" Type="http://schemas.openxmlformats.org/officeDocument/2006/relationships/customXml" Target="../ink/ink1180.xml"/><Relationship Id="rId4919" Type="http://schemas.openxmlformats.org/officeDocument/2006/relationships/customXml" Target="../ink/ink1278.xml"/><Relationship Id="rId344" Type="http://schemas.openxmlformats.org/officeDocument/2006/relationships/image" Target="../media/image142.png"/><Relationship Id="rId996" Type="http://schemas.openxmlformats.org/officeDocument/2006/relationships/customXml" Target="../ink/ink217.xml"/><Relationship Id="rId2025" Type="http://schemas.openxmlformats.org/officeDocument/2006/relationships/customXml" Target="../ink/ink740.xml"/><Relationship Id="rId3630" Type="http://schemas.openxmlformats.org/officeDocument/2006/relationships/image" Target="../media/image1830.png"/><Relationship Id="rId5083" Type="http://schemas.openxmlformats.org/officeDocument/2006/relationships/customXml" Target="../ink/ink1433.xml"/><Relationship Id="rId1181" Type="http://schemas.openxmlformats.org/officeDocument/2006/relationships/customXml" Target="../ink/ink348.xml"/><Relationship Id="rId1279" Type="http://schemas.openxmlformats.org/officeDocument/2006/relationships/customXml" Target="../ink/ink446.xml"/><Relationship Id="rId411" Type="http://schemas.openxmlformats.org/officeDocument/2006/relationships/image" Target="../media/image168.png"/><Relationship Id="rId1041" Type="http://schemas.openxmlformats.org/officeDocument/2006/relationships/customXml" Target="../ink/ink244.xml"/><Relationship Id="rId1139" Type="http://schemas.openxmlformats.org/officeDocument/2006/relationships/image" Target="../media/image1220.png"/><Relationship Id="rId1998" Type="http://schemas.openxmlformats.org/officeDocument/2006/relationships/customXml" Target="../ink/ink713.xml"/><Relationship Id="rId5010" Type="http://schemas.openxmlformats.org/officeDocument/2006/relationships/customXml" Target="../ink/ink1360.xml"/><Relationship Id="rId1858" Type="http://schemas.openxmlformats.org/officeDocument/2006/relationships/customXml" Target="../ink/ink573.xml"/><Relationship Id="rId2811" Type="http://schemas.openxmlformats.org/officeDocument/2006/relationships/customXml" Target="../ink/ink828.xml"/><Relationship Id="rId4471" Type="http://schemas.openxmlformats.org/officeDocument/2006/relationships/customXml" Target="../ink/ink863.xml"/><Relationship Id="rId52" Type="http://schemas.openxmlformats.org/officeDocument/2006/relationships/image" Target="../media/image25.png"/><Relationship Id="rId1206" Type="http://schemas.openxmlformats.org/officeDocument/2006/relationships/customXml" Target="../ink/ink373.xml"/><Relationship Id="rId4569" Type="http://schemas.openxmlformats.org/officeDocument/2006/relationships/customXml" Target="../ink/ink928.xml"/><Relationship Id="rId4776" Type="http://schemas.openxmlformats.org/officeDocument/2006/relationships/customXml" Target="../ink/ink1135.xml"/><Relationship Id="rId4983" Type="http://schemas.openxmlformats.org/officeDocument/2006/relationships/customXml" Target="../ink/ink1333.xml"/><Relationship Id="rId1925" Type="http://schemas.openxmlformats.org/officeDocument/2006/relationships/customXml" Target="../ink/ink640.xml"/><Relationship Id="rId4636" Type="http://schemas.openxmlformats.org/officeDocument/2006/relationships/customXml" Target="../ink/ink995.xml"/><Relationship Id="rId4843" Type="http://schemas.openxmlformats.org/officeDocument/2006/relationships/customXml" Target="../ink/ink1202.xml"/><Relationship Id="rId4703" Type="http://schemas.openxmlformats.org/officeDocument/2006/relationships/customXml" Target="../ink/ink1062.xml"/><Relationship Id="rId366" Type="http://schemas.openxmlformats.org/officeDocument/2006/relationships/customXml" Target="../ink/ink89.xml"/><Relationship Id="rId2047" Type="http://schemas.openxmlformats.org/officeDocument/2006/relationships/customXml" Target="../ink/ink762.xml"/><Relationship Id="rId4910" Type="http://schemas.openxmlformats.org/officeDocument/2006/relationships/customXml" Target="../ink/ink1269.xml"/><Relationship Id="rId433" Type="http://schemas.openxmlformats.org/officeDocument/2006/relationships/customXml" Target="../ink/ink135.xml"/><Relationship Id="rId1063" Type="http://schemas.openxmlformats.org/officeDocument/2006/relationships/image" Target="../media/image1050.png"/><Relationship Id="rId1270" Type="http://schemas.openxmlformats.org/officeDocument/2006/relationships/customXml" Target="../ink/ink437.xml"/><Relationship Id="rId2766" Type="http://schemas.openxmlformats.org/officeDocument/2006/relationships/image" Target="../media/image185.png"/><Relationship Id="rId1782" Type="http://schemas.openxmlformats.org/officeDocument/2006/relationships/customXml" Target="../ink/ink497.xml"/><Relationship Id="rId2833" Type="http://schemas.openxmlformats.org/officeDocument/2006/relationships/image" Target="../media/image62.png"/><Relationship Id="rId5032" Type="http://schemas.openxmlformats.org/officeDocument/2006/relationships/customXml" Target="../ink/ink1382.xml"/><Relationship Id="rId74" Type="http://schemas.openxmlformats.org/officeDocument/2006/relationships/image" Target="../media/image36.png"/><Relationship Id="rId1130" Type="http://schemas.openxmlformats.org/officeDocument/2006/relationships/customXml" Target="../ink/ink308.xml"/><Relationship Id="rId1228" Type="http://schemas.openxmlformats.org/officeDocument/2006/relationships/customXml" Target="../ink/ink395.xml"/><Relationship Id="rId4493" Type="http://schemas.openxmlformats.org/officeDocument/2006/relationships/customXml" Target="../ink/ink879.xml"/><Relationship Id="rId4798" Type="http://schemas.openxmlformats.org/officeDocument/2006/relationships/customXml" Target="../ink/ink1157.xml"/><Relationship Id="rId1947" Type="http://schemas.openxmlformats.org/officeDocument/2006/relationships/customXml" Target="../ink/ink662.xml"/><Relationship Id="rId4560" Type="http://schemas.openxmlformats.org/officeDocument/2006/relationships/customXml" Target="../ink/ink919.xml"/><Relationship Id="rId1807" Type="http://schemas.openxmlformats.org/officeDocument/2006/relationships/customXml" Target="../ink/ink522.xml"/><Relationship Id="rId4658" Type="http://schemas.openxmlformats.org/officeDocument/2006/relationships/customXml" Target="../ink/ink1017.xml"/><Relationship Id="rId4865" Type="http://schemas.openxmlformats.org/officeDocument/2006/relationships/customXml" Target="../ink/ink1224.xml"/><Relationship Id="rId388" Type="http://schemas.openxmlformats.org/officeDocument/2006/relationships/customXml" Target="../ink/ink102.xml"/><Relationship Id="rId2069" Type="http://schemas.openxmlformats.org/officeDocument/2006/relationships/customXml" Target="../ink/ink784.xml"/><Relationship Id="rId4518" Type="http://schemas.openxmlformats.org/officeDocument/2006/relationships/customXml" Target="../ink/ink893.xml"/><Relationship Id="rId4725" Type="http://schemas.openxmlformats.org/officeDocument/2006/relationships/customXml" Target="../ink/ink1084.xml"/><Relationship Id="rId4932" Type="http://schemas.openxmlformats.org/officeDocument/2006/relationships/customXml" Target="../ink/ink1291.xml"/><Relationship Id="rId455" Type="http://schemas.openxmlformats.org/officeDocument/2006/relationships/customXml" Target="../ink/ink157.xml"/><Relationship Id="rId1085" Type="http://schemas.openxmlformats.org/officeDocument/2006/relationships/image" Target="../media/image1080.png"/><Relationship Id="rId1292" Type="http://schemas.openxmlformats.org/officeDocument/2006/relationships/customXml" Target="../ink/ink459.xml"/><Relationship Id="rId2788" Type="http://schemas.openxmlformats.org/officeDocument/2006/relationships/image" Target="../media/image196.png"/><Relationship Id="rId5054" Type="http://schemas.openxmlformats.org/officeDocument/2006/relationships/customXml" Target="../ink/ink1404.xml"/><Relationship Id="rId108" Type="http://schemas.openxmlformats.org/officeDocument/2006/relationships/image" Target="../media/image53.png"/><Relationship Id="rId315" Type="http://schemas.openxmlformats.org/officeDocument/2006/relationships/image" Target="../media/image128.png"/><Relationship Id="rId967" Type="http://schemas.openxmlformats.org/officeDocument/2006/relationships/customXml" Target="../ink/ink197.xml"/><Relationship Id="rId1152" Type="http://schemas.openxmlformats.org/officeDocument/2006/relationships/image" Target="../media/image1280.png"/><Relationship Id="rId2855" Type="http://schemas.microsoft.com/office/2007/relationships/hdphoto" Target="../media/hdphoto21.wdp"/><Relationship Id="rId96" Type="http://schemas.openxmlformats.org/officeDocument/2006/relationships/image" Target="../media/image47.png"/><Relationship Id="rId1012" Type="http://schemas.openxmlformats.org/officeDocument/2006/relationships/image" Target="../media/image810.png"/><Relationship Id="rId1871" Type="http://schemas.openxmlformats.org/officeDocument/2006/relationships/customXml" Target="../ink/ink586.xml"/><Relationship Id="rId1969" Type="http://schemas.openxmlformats.org/officeDocument/2006/relationships/customXml" Target="../ink/ink684.xml"/><Relationship Id="rId4582" Type="http://schemas.openxmlformats.org/officeDocument/2006/relationships/customXml" Target="../ink/ink941.xml"/><Relationship Id="rId4887" Type="http://schemas.openxmlformats.org/officeDocument/2006/relationships/customXml" Target="../ink/ink1246.xml"/><Relationship Id="rId23" Type="http://schemas.openxmlformats.org/officeDocument/2006/relationships/customXml" Target="../ink/ink11.xml"/><Relationship Id="rId1829" Type="http://schemas.openxmlformats.org/officeDocument/2006/relationships/customXml" Target="../ink/ink544.xml"/><Relationship Id="rId4442" Type="http://schemas.openxmlformats.org/officeDocument/2006/relationships/customXml" Target="../ink/ink843.xml"/><Relationship Id="rId4747" Type="http://schemas.openxmlformats.org/officeDocument/2006/relationships/customXml" Target="../ink/ink1106.xml"/><Relationship Id="rId4954" Type="http://schemas.openxmlformats.org/officeDocument/2006/relationships/customXml" Target="../ink/ink1304.xml"/><Relationship Id="rId477" Type="http://schemas.openxmlformats.org/officeDocument/2006/relationships/customXml" Target="../ink/ink179.xml"/><Relationship Id="rId172" Type="http://schemas.openxmlformats.org/officeDocument/2006/relationships/image" Target="../media/image58.png"/><Relationship Id="rId2060" Type="http://schemas.openxmlformats.org/officeDocument/2006/relationships/customXml" Target="../ink/ink775.xml"/><Relationship Id="rId4607" Type="http://schemas.openxmlformats.org/officeDocument/2006/relationships/customXml" Target="../ink/ink966.xml"/><Relationship Id="rId4814" Type="http://schemas.openxmlformats.org/officeDocument/2006/relationships/customXml" Target="../ink/ink1173.xml"/><Relationship Id="rId337" Type="http://schemas.openxmlformats.org/officeDocument/2006/relationships/image" Target="../media/image139.png"/><Relationship Id="rId989" Type="http://schemas.openxmlformats.org/officeDocument/2006/relationships/customXml" Target="../ink/ink213.xml"/><Relationship Id="rId2018" Type="http://schemas.openxmlformats.org/officeDocument/2006/relationships/customXml" Target="../ink/ink733.xml"/><Relationship Id="rId5076" Type="http://schemas.openxmlformats.org/officeDocument/2006/relationships/customXml" Target="../ink/ink1426.xml"/><Relationship Id="rId1174" Type="http://schemas.openxmlformats.org/officeDocument/2006/relationships/customXml" Target="../ink/ink341.xml"/><Relationship Id="rId1686" Type="http://schemas.openxmlformats.org/officeDocument/2006/relationships/customXml" Target="../ink/ink481.xml"/><Relationship Id="rId404" Type="http://schemas.openxmlformats.org/officeDocument/2006/relationships/customXml" Target="../ink/ink112.xml"/><Relationship Id="rId1034" Type="http://schemas.openxmlformats.org/officeDocument/2006/relationships/image" Target="../media/image910.png"/><Relationship Id="rId1241" Type="http://schemas.openxmlformats.org/officeDocument/2006/relationships/customXml" Target="../ink/ink408.xml"/><Relationship Id="rId1893" Type="http://schemas.openxmlformats.org/officeDocument/2006/relationships/customXml" Target="../ink/ink608.xml"/><Relationship Id="rId5003" Type="http://schemas.openxmlformats.org/officeDocument/2006/relationships/customXml" Target="../ink/ink1353.xml"/><Relationship Id="rId1101" Type="http://schemas.openxmlformats.org/officeDocument/2006/relationships/customXml" Target="../ink/ink286.xml"/><Relationship Id="rId1960" Type="http://schemas.openxmlformats.org/officeDocument/2006/relationships/customXml" Target="../ink/ink675.xml"/><Relationship Id="rId2804" Type="http://schemas.openxmlformats.org/officeDocument/2006/relationships/image" Target="../media/image204.png"/><Relationship Id="rId4464" Type="http://schemas.openxmlformats.org/officeDocument/2006/relationships/customXml" Target="../ink/ink857.xml"/><Relationship Id="rId4671" Type="http://schemas.openxmlformats.org/officeDocument/2006/relationships/customXml" Target="../ink/ink1030.xml"/><Relationship Id="rId45" Type="http://schemas.openxmlformats.org/officeDocument/2006/relationships/customXml" Target="../ink/ink22.xml"/><Relationship Id="rId1820" Type="http://schemas.openxmlformats.org/officeDocument/2006/relationships/customXml" Target="../ink/ink535.xml"/><Relationship Id="rId4531" Type="http://schemas.openxmlformats.org/officeDocument/2006/relationships/customXml" Target="../ink/ink900.xml"/><Relationship Id="rId4769" Type="http://schemas.openxmlformats.org/officeDocument/2006/relationships/customXml" Target="../ink/ink1128.xml"/><Relationship Id="rId4976" Type="http://schemas.openxmlformats.org/officeDocument/2006/relationships/customXml" Target="../ink/ink1326.xml"/><Relationship Id="rId194" Type="http://schemas.openxmlformats.org/officeDocument/2006/relationships/image" Target="../media/image69.png"/><Relationship Id="rId1918" Type="http://schemas.openxmlformats.org/officeDocument/2006/relationships/customXml" Target="../ink/ink633.xml"/><Relationship Id="rId2082" Type="http://schemas.openxmlformats.org/officeDocument/2006/relationships/customXml" Target="../ink/ink797.xml"/><Relationship Id="rId4629" Type="http://schemas.openxmlformats.org/officeDocument/2006/relationships/customXml" Target="../ink/ink988.xml"/><Relationship Id="rId4836" Type="http://schemas.openxmlformats.org/officeDocument/2006/relationships/customXml" Target="../ink/ink1195.xml"/><Relationship Id="rId359" Type="http://schemas.openxmlformats.org/officeDocument/2006/relationships/image" Target="../media/image149.png"/><Relationship Id="rId1196" Type="http://schemas.openxmlformats.org/officeDocument/2006/relationships/customXml" Target="../ink/ink363.xml"/><Relationship Id="rId4903" Type="http://schemas.openxmlformats.org/officeDocument/2006/relationships/customXml" Target="../ink/ink1262.xml"/><Relationship Id="rId426" Type="http://schemas.openxmlformats.org/officeDocument/2006/relationships/customXml" Target="../ink/ink128.xml"/><Relationship Id="rId980" Type="http://schemas.openxmlformats.org/officeDocument/2006/relationships/customXml" Target="../ink/ink207.xml"/><Relationship Id="rId1056" Type="http://schemas.openxmlformats.org/officeDocument/2006/relationships/image" Target="../media/image1020.png"/><Relationship Id="rId1263" Type="http://schemas.openxmlformats.org/officeDocument/2006/relationships/customXml" Target="../ink/ink430.xml"/><Relationship Id="rId1775" Type="http://schemas.openxmlformats.org/officeDocument/2006/relationships/customXml" Target="../ink/ink490.xml"/><Relationship Id="rId2826" Type="http://schemas.openxmlformats.org/officeDocument/2006/relationships/image" Target="../media/image215.png"/><Relationship Id="rId5025" Type="http://schemas.openxmlformats.org/officeDocument/2006/relationships/customXml" Target="../ink/ink1375.xml"/><Relationship Id="rId67" Type="http://schemas.openxmlformats.org/officeDocument/2006/relationships/customXml" Target="../ink/ink33.xml"/><Relationship Id="rId1123" Type="http://schemas.openxmlformats.org/officeDocument/2006/relationships/image" Target="../media/image1170.png"/><Relationship Id="rId1982" Type="http://schemas.openxmlformats.org/officeDocument/2006/relationships/customXml" Target="../ink/ink697.xml"/><Relationship Id="rId4486" Type="http://schemas.openxmlformats.org/officeDocument/2006/relationships/customXml" Target="../ink/ink874.xml"/><Relationship Id="rId4693" Type="http://schemas.openxmlformats.org/officeDocument/2006/relationships/customXml" Target="../ink/ink1052.xml"/><Relationship Id="rId1842" Type="http://schemas.openxmlformats.org/officeDocument/2006/relationships/customXml" Target="../ink/ink557.xml"/><Relationship Id="rId4553" Type="http://schemas.openxmlformats.org/officeDocument/2006/relationships/customXml" Target="../ink/ink912.xml"/><Relationship Id="rId4760" Type="http://schemas.openxmlformats.org/officeDocument/2006/relationships/customXml" Target="../ink/ink1119.xml"/><Relationship Id="rId4998" Type="http://schemas.openxmlformats.org/officeDocument/2006/relationships/customXml" Target="../ink/ink1348.xml"/><Relationship Id="rId1702" Type="http://schemas.openxmlformats.org/officeDocument/2006/relationships/customXml" Target="../ink/ink485.xml"/><Relationship Id="rId4620" Type="http://schemas.openxmlformats.org/officeDocument/2006/relationships/customXml" Target="../ink/ink979.xml"/><Relationship Id="rId4858" Type="http://schemas.openxmlformats.org/officeDocument/2006/relationships/customXml" Target="../ink/ink1217.xml"/><Relationship Id="rId283" Type="http://schemas.openxmlformats.org/officeDocument/2006/relationships/image" Target="../media/image112.png"/><Relationship Id="rId4718" Type="http://schemas.openxmlformats.org/officeDocument/2006/relationships/customXml" Target="../ink/ink1077.xml"/><Relationship Id="rId4925" Type="http://schemas.openxmlformats.org/officeDocument/2006/relationships/customXml" Target="../ink/ink1284.xml"/><Relationship Id="rId350" Type="http://schemas.openxmlformats.org/officeDocument/2006/relationships/customXml" Target="../ink/ink79.xml"/><Relationship Id="rId2031" Type="http://schemas.openxmlformats.org/officeDocument/2006/relationships/customXml" Target="../ink/ink746.xml"/><Relationship Id="rId9" Type="http://schemas.openxmlformats.org/officeDocument/2006/relationships/customXml" Target="../ink/ink4.xml"/><Relationship Id="rId448" Type="http://schemas.openxmlformats.org/officeDocument/2006/relationships/customXml" Target="../ink/ink150.xml"/><Relationship Id="rId1078" Type="http://schemas.openxmlformats.org/officeDocument/2006/relationships/customXml" Target="../ink/ink268.xml"/><Relationship Id="rId1285" Type="http://schemas.openxmlformats.org/officeDocument/2006/relationships/customXml" Target="../ink/ink452.xml"/><Relationship Id="rId210" Type="http://schemas.openxmlformats.org/officeDocument/2006/relationships/image" Target="../media/image77.png"/><Relationship Id="rId5047" Type="http://schemas.openxmlformats.org/officeDocument/2006/relationships/customXml" Target="../ink/ink1397.xml"/><Relationship Id="rId308" Type="http://schemas.openxmlformats.org/officeDocument/2006/relationships/customXml" Target="../ink/ink57.xml"/><Relationship Id="rId1145" Type="http://schemas.openxmlformats.org/officeDocument/2006/relationships/image" Target="../media/image1250.png"/><Relationship Id="rId1797" Type="http://schemas.openxmlformats.org/officeDocument/2006/relationships/customXml" Target="../ink/ink512.xml"/><Relationship Id="rId2848" Type="http://schemas.microsoft.com/office/2007/relationships/hdphoto" Target="../media/hdphoto17.wdp"/><Relationship Id="rId89" Type="http://schemas.openxmlformats.org/officeDocument/2006/relationships/customXml" Target="../ink/ink44.xml"/><Relationship Id="rId1005" Type="http://schemas.openxmlformats.org/officeDocument/2006/relationships/customXml" Target="../ink/ink225.xml"/><Relationship Id="rId1212" Type="http://schemas.openxmlformats.org/officeDocument/2006/relationships/customXml" Target="../ink/ink379.xml"/><Relationship Id="rId1864" Type="http://schemas.openxmlformats.org/officeDocument/2006/relationships/customXml" Target="../ink/ink579.xml"/><Relationship Id="rId4575" Type="http://schemas.openxmlformats.org/officeDocument/2006/relationships/customXml" Target="../ink/ink934.xml"/><Relationship Id="rId4782" Type="http://schemas.openxmlformats.org/officeDocument/2006/relationships/customXml" Target="../ink/ink1141.xml"/><Relationship Id="rId16" Type="http://schemas.openxmlformats.org/officeDocument/2006/relationships/image" Target="../media/image7.png"/><Relationship Id="rId1931" Type="http://schemas.openxmlformats.org/officeDocument/2006/relationships/customXml" Target="../ink/ink646.xml"/><Relationship Id="rId4642" Type="http://schemas.openxmlformats.org/officeDocument/2006/relationships/customXml" Target="../ink/ink1001.xml"/><Relationship Id="rId4502" Type="http://schemas.openxmlformats.org/officeDocument/2006/relationships/image" Target="../media/image244.png"/><Relationship Id="rId4947" Type="http://schemas.openxmlformats.org/officeDocument/2006/relationships/customXml" Target="../ink/ink1297.xml"/><Relationship Id="rId372" Type="http://schemas.openxmlformats.org/officeDocument/2006/relationships/customXml" Target="../ink/ink93.xml"/><Relationship Id="rId2053" Type="http://schemas.openxmlformats.org/officeDocument/2006/relationships/customXml" Target="../ink/ink768.xml"/><Relationship Id="rId4807" Type="http://schemas.openxmlformats.org/officeDocument/2006/relationships/customXml" Target="../ink/ink1166.xml"/><Relationship Id="rId232" Type="http://schemas.openxmlformats.org/officeDocument/2006/relationships/image" Target="../media/image88.png"/><Relationship Id="rId2772" Type="http://schemas.openxmlformats.org/officeDocument/2006/relationships/image" Target="../media/image188.png"/><Relationship Id="rId5069" Type="http://schemas.openxmlformats.org/officeDocument/2006/relationships/customXml" Target="../ink/ink1419.xml"/><Relationship Id="rId951" Type="http://schemas.openxmlformats.org/officeDocument/2006/relationships/image" Target="../media/image610.png"/><Relationship Id="rId1167" Type="http://schemas.openxmlformats.org/officeDocument/2006/relationships/customXml" Target="../ink/ink334.xml"/><Relationship Id="rId80" Type="http://schemas.openxmlformats.org/officeDocument/2006/relationships/image" Target="../media/image39.png"/><Relationship Id="rId1027" Type="http://schemas.openxmlformats.org/officeDocument/2006/relationships/image" Target="../media/image880.png"/><Relationship Id="rId1234" Type="http://schemas.openxmlformats.org/officeDocument/2006/relationships/customXml" Target="../ink/ink401.xml"/><Relationship Id="rId1886" Type="http://schemas.openxmlformats.org/officeDocument/2006/relationships/customXml" Target="../ink/ink601.xml"/><Relationship Id="rId4597" Type="http://schemas.openxmlformats.org/officeDocument/2006/relationships/customXml" Target="../ink/ink956.xml"/><Relationship Id="rId1301" Type="http://schemas.microsoft.com/office/2007/relationships/hdphoto" Target="../media/hdphoto1.wdp"/><Relationship Id="rId1953" Type="http://schemas.openxmlformats.org/officeDocument/2006/relationships/customXml" Target="../ink/ink668.xml"/><Relationship Id="rId4457" Type="http://schemas.openxmlformats.org/officeDocument/2006/relationships/customXml" Target="../ink/ink852.xml"/><Relationship Id="rId4664" Type="http://schemas.openxmlformats.org/officeDocument/2006/relationships/customXml" Target="../ink/ink1023.xml"/><Relationship Id="rId38" Type="http://schemas.openxmlformats.org/officeDocument/2006/relationships/image" Target="../media/image18.png"/><Relationship Id="rId1813" Type="http://schemas.openxmlformats.org/officeDocument/2006/relationships/customXml" Target="../ink/ink528.xml"/><Relationship Id="rId4524" Type="http://schemas.openxmlformats.org/officeDocument/2006/relationships/image" Target="../media/image254.png"/><Relationship Id="rId4871" Type="http://schemas.openxmlformats.org/officeDocument/2006/relationships/customXml" Target="../ink/ink1230.xml"/><Relationship Id="rId4969" Type="http://schemas.openxmlformats.org/officeDocument/2006/relationships/customXml" Target="../ink/ink1319.xml"/><Relationship Id="rId394" Type="http://schemas.openxmlformats.org/officeDocument/2006/relationships/customXml" Target="../ink/ink105.xml"/><Relationship Id="rId2075" Type="http://schemas.openxmlformats.org/officeDocument/2006/relationships/customXml" Target="../ink/ink790.xml"/><Relationship Id="rId4731" Type="http://schemas.openxmlformats.org/officeDocument/2006/relationships/customXml" Target="../ink/ink1090.xml"/><Relationship Id="rId4829" Type="http://schemas.openxmlformats.org/officeDocument/2006/relationships/customXml" Target="../ink/ink1188.xml"/><Relationship Id="rId1091" Type="http://schemas.openxmlformats.org/officeDocument/2006/relationships/customXml" Target="../ink/ink279.xml"/><Relationship Id="rId2794" Type="http://schemas.openxmlformats.org/officeDocument/2006/relationships/image" Target="../media/image199.png"/><Relationship Id="rId3638" Type="http://schemas.openxmlformats.org/officeDocument/2006/relationships/image" Target="../media/image1850.png"/><Relationship Id="rId461" Type="http://schemas.openxmlformats.org/officeDocument/2006/relationships/customXml" Target="../ink/ink163.xml"/><Relationship Id="rId1189" Type="http://schemas.openxmlformats.org/officeDocument/2006/relationships/customXml" Target="../ink/ink356.xml"/><Relationship Id="rId5060" Type="http://schemas.openxmlformats.org/officeDocument/2006/relationships/customXml" Target="../ink/ink1410.xml"/><Relationship Id="rId321" Type="http://schemas.openxmlformats.org/officeDocument/2006/relationships/image" Target="../media/image131.png"/><Relationship Id="rId419" Type="http://schemas.openxmlformats.org/officeDocument/2006/relationships/customXml" Target="../ink/ink121.xml"/><Relationship Id="rId973" Type="http://schemas.openxmlformats.org/officeDocument/2006/relationships/image" Target="../media/image690.png"/><Relationship Id="rId1049" Type="http://schemas.openxmlformats.org/officeDocument/2006/relationships/customXml" Target="../ink/ink248.xml"/><Relationship Id="rId1256" Type="http://schemas.openxmlformats.org/officeDocument/2006/relationships/customXml" Target="../ink/ink423.xml"/><Relationship Id="rId2002" Type="http://schemas.openxmlformats.org/officeDocument/2006/relationships/customXml" Target="../ink/ink717.xml"/><Relationship Id="rId1116" Type="http://schemas.openxmlformats.org/officeDocument/2006/relationships/image" Target="../media/image1150.png"/><Relationship Id="rId2819" Type="http://schemas.openxmlformats.org/officeDocument/2006/relationships/customXml" Target="../ink/ink832.xml"/><Relationship Id="rId5018" Type="http://schemas.openxmlformats.org/officeDocument/2006/relationships/customXml" Target="../ink/ink1368.xml"/><Relationship Id="rId1975" Type="http://schemas.openxmlformats.org/officeDocument/2006/relationships/customXml" Target="../ink/ink690.xml"/><Relationship Id="rId4479" Type="http://schemas.openxmlformats.org/officeDocument/2006/relationships/customXml" Target="../ink/ink869.xml"/><Relationship Id="rId4686" Type="http://schemas.openxmlformats.org/officeDocument/2006/relationships/customXml" Target="../ink/ink1045.xml"/><Relationship Id="rId4893" Type="http://schemas.openxmlformats.org/officeDocument/2006/relationships/customXml" Target="../ink/ink1252.xml"/><Relationship Id="rId1835" Type="http://schemas.openxmlformats.org/officeDocument/2006/relationships/customXml" Target="../ink/ink550.xml"/><Relationship Id="rId4546" Type="http://schemas.openxmlformats.org/officeDocument/2006/relationships/image" Target="../media/image265.png"/><Relationship Id="rId4753" Type="http://schemas.openxmlformats.org/officeDocument/2006/relationships/customXml" Target="../ink/ink1112.xml"/><Relationship Id="rId4960" Type="http://schemas.openxmlformats.org/officeDocument/2006/relationships/customXml" Target="../ink/ink1310.xml"/><Relationship Id="rId1902" Type="http://schemas.openxmlformats.org/officeDocument/2006/relationships/customXml" Target="../ink/ink617.xml"/><Relationship Id="rId3562" Type="http://schemas.openxmlformats.org/officeDocument/2006/relationships/image" Target="../media/image1680.png"/><Relationship Id="rId4613" Type="http://schemas.openxmlformats.org/officeDocument/2006/relationships/customXml" Target="../ink/ink972.xml"/><Relationship Id="rId483" Type="http://schemas.openxmlformats.org/officeDocument/2006/relationships/customXml" Target="../ink/ink185.xml"/><Relationship Id="rId4820" Type="http://schemas.openxmlformats.org/officeDocument/2006/relationships/customXml" Target="../ink/ink1179.xml"/><Relationship Id="rId4918" Type="http://schemas.openxmlformats.org/officeDocument/2006/relationships/customXml" Target="../ink/ink1277.xml"/><Relationship Id="rId343" Type="http://schemas.openxmlformats.org/officeDocument/2006/relationships/customXml" Target="../ink/ink75.xml"/><Relationship Id="rId995" Type="http://schemas.openxmlformats.org/officeDocument/2006/relationships/image" Target="../media/image760.png"/><Relationship Id="rId1180" Type="http://schemas.openxmlformats.org/officeDocument/2006/relationships/customXml" Target="../ink/ink347.xml"/><Relationship Id="rId2024" Type="http://schemas.openxmlformats.org/officeDocument/2006/relationships/customXml" Target="../ink/ink739.xml"/><Relationship Id="rId5082" Type="http://schemas.openxmlformats.org/officeDocument/2006/relationships/customXml" Target="../ink/ink1432.xml"/><Relationship Id="rId1040" Type="http://schemas.openxmlformats.org/officeDocument/2006/relationships/image" Target="../media/image940.png"/><Relationship Id="rId1278" Type="http://schemas.openxmlformats.org/officeDocument/2006/relationships/customXml" Target="../ink/ink445.xml"/><Relationship Id="rId410" Type="http://schemas.openxmlformats.org/officeDocument/2006/relationships/customXml" Target="../ink/ink116.xml"/><Relationship Id="rId1138" Type="http://schemas.openxmlformats.org/officeDocument/2006/relationships/customXml" Target="../ink/ink313.xml"/><Relationship Id="rId1997" Type="http://schemas.openxmlformats.org/officeDocument/2006/relationships/customXml" Target="../ink/ink712.xml"/><Relationship Id="rId1205" Type="http://schemas.openxmlformats.org/officeDocument/2006/relationships/customXml" Target="../ink/ink372.xml"/><Relationship Id="rId1857" Type="http://schemas.openxmlformats.org/officeDocument/2006/relationships/customXml" Target="../ink/ink572.xml"/><Relationship Id="rId2810" Type="http://schemas.openxmlformats.org/officeDocument/2006/relationships/image" Target="../media/image207.png"/><Relationship Id="rId4470" Type="http://schemas.openxmlformats.org/officeDocument/2006/relationships/customXml" Target="../ink/ink862.xml"/><Relationship Id="rId4568" Type="http://schemas.openxmlformats.org/officeDocument/2006/relationships/customXml" Target="../ink/ink927.xml"/><Relationship Id="rId51" Type="http://schemas.openxmlformats.org/officeDocument/2006/relationships/customXml" Target="../ink/ink25.xml"/><Relationship Id="rId1924" Type="http://schemas.openxmlformats.org/officeDocument/2006/relationships/customXml" Target="../ink/ink639.xml"/><Relationship Id="rId4775" Type="http://schemas.openxmlformats.org/officeDocument/2006/relationships/customXml" Target="../ink/ink1134.xml"/><Relationship Id="rId4982" Type="http://schemas.openxmlformats.org/officeDocument/2006/relationships/customXml" Target="../ink/ink1332.xml"/><Relationship Id="rId4635" Type="http://schemas.openxmlformats.org/officeDocument/2006/relationships/customXml" Target="../ink/ink994.xml"/><Relationship Id="rId4842" Type="http://schemas.openxmlformats.org/officeDocument/2006/relationships/customXml" Target="../ink/ink1201.xml"/><Relationship Id="rId4702" Type="http://schemas.openxmlformats.org/officeDocument/2006/relationships/customXml" Target="../ink/ink1061.xml"/><Relationship Id="rId365" Type="http://schemas.openxmlformats.org/officeDocument/2006/relationships/image" Target="../media/image150.png"/><Relationship Id="rId2046" Type="http://schemas.openxmlformats.org/officeDocument/2006/relationships/customXml" Target="../ink/ink761.xml"/><Relationship Id="rId432" Type="http://schemas.openxmlformats.org/officeDocument/2006/relationships/customXml" Target="../ink/ink134.xml"/><Relationship Id="rId1062" Type="http://schemas.openxmlformats.org/officeDocument/2006/relationships/customXml" Target="../ink/ink254.xml"/><Relationship Id="rId2765" Type="http://schemas.openxmlformats.org/officeDocument/2006/relationships/customXml" Target="../ink/ink805.xml"/><Relationship Id="rId1781" Type="http://schemas.openxmlformats.org/officeDocument/2006/relationships/customXml" Target="../ink/ink496.xml"/><Relationship Id="rId2832" Type="http://schemas.microsoft.com/office/2007/relationships/hdphoto" Target="../media/hdphoto6.wdp"/><Relationship Id="rId4492" Type="http://schemas.openxmlformats.org/officeDocument/2006/relationships/image" Target="../media/image240.png"/><Relationship Id="rId5031" Type="http://schemas.openxmlformats.org/officeDocument/2006/relationships/customXml" Target="../ink/ink1381.xml"/><Relationship Id="rId73" Type="http://schemas.openxmlformats.org/officeDocument/2006/relationships/customXml" Target="../ink/ink36.xml"/><Relationship Id="rId1227" Type="http://schemas.openxmlformats.org/officeDocument/2006/relationships/customXml" Target="../ink/ink394.xml"/><Relationship Id="rId1879" Type="http://schemas.openxmlformats.org/officeDocument/2006/relationships/customXml" Target="../ink/ink594.xml"/><Relationship Id="rId4797" Type="http://schemas.openxmlformats.org/officeDocument/2006/relationships/customXml" Target="../ink/ink1156.xml"/><Relationship Id="rId1946" Type="http://schemas.openxmlformats.org/officeDocument/2006/relationships/customXml" Target="../ink/ink661.xml"/><Relationship Id="rId4657" Type="http://schemas.openxmlformats.org/officeDocument/2006/relationships/customXml" Target="../ink/ink1016.xml"/><Relationship Id="rId4864" Type="http://schemas.openxmlformats.org/officeDocument/2006/relationships/customXml" Target="../ink/ink1223.xml"/><Relationship Id="rId1806" Type="http://schemas.openxmlformats.org/officeDocument/2006/relationships/customXml" Target="../ink/ink521.xml"/><Relationship Id="rId4517" Type="http://schemas.openxmlformats.org/officeDocument/2006/relationships/image" Target="../media/image251.png"/><Relationship Id="rId387" Type="http://schemas.openxmlformats.org/officeDocument/2006/relationships/image" Target="../media/image159.png"/><Relationship Id="rId2068" Type="http://schemas.openxmlformats.org/officeDocument/2006/relationships/customXml" Target="../ink/ink783.xml"/><Relationship Id="rId4724" Type="http://schemas.openxmlformats.org/officeDocument/2006/relationships/customXml" Target="../ink/ink1083.xml"/><Relationship Id="rId4931" Type="http://schemas.openxmlformats.org/officeDocument/2006/relationships/customXml" Target="../ink/ink129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6" name="Rectangle 8005">
            <a:extLst>
              <a:ext uri="{FF2B5EF4-FFF2-40B4-BE49-F238E27FC236}">
                <a16:creationId xmlns:a16="http://schemas.microsoft.com/office/drawing/2014/main" id="{3BF546DD-7B7D-416A-88E0-0CC89CEDFB9F}"/>
              </a:ext>
            </a:extLst>
          </p:cNvPr>
          <p:cNvSpPr/>
          <p:nvPr/>
        </p:nvSpPr>
        <p:spPr>
          <a:xfrm>
            <a:off x="358933" y="5656391"/>
            <a:ext cx="6861220" cy="4187476"/>
          </a:xfrm>
          <a:prstGeom prst="rect">
            <a:avLst/>
          </a:prstGeom>
          <a:solidFill>
            <a:srgbClr val="4BA6C4">
              <a:alpha val="67059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466" name="Rectangle 23465">
            <a:extLst>
              <a:ext uri="{FF2B5EF4-FFF2-40B4-BE49-F238E27FC236}">
                <a16:creationId xmlns:a16="http://schemas.microsoft.com/office/drawing/2014/main" id="{48559C81-DA3B-173A-03E7-74ECA3CF8795}"/>
              </a:ext>
            </a:extLst>
          </p:cNvPr>
          <p:cNvSpPr/>
          <p:nvPr/>
        </p:nvSpPr>
        <p:spPr>
          <a:xfrm>
            <a:off x="10400049" y="727877"/>
            <a:ext cx="2820454" cy="3904975"/>
          </a:xfrm>
          <a:prstGeom prst="rect">
            <a:avLst/>
          </a:prstGeom>
          <a:solidFill>
            <a:srgbClr val="4BA6C4">
              <a:alpha val="67059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814" name="Rectangle 19813">
            <a:extLst>
              <a:ext uri="{FF2B5EF4-FFF2-40B4-BE49-F238E27FC236}">
                <a16:creationId xmlns:a16="http://schemas.microsoft.com/office/drawing/2014/main" id="{A3A598F3-C1EA-269E-B6F5-45128576D50D}"/>
              </a:ext>
            </a:extLst>
          </p:cNvPr>
          <p:cNvSpPr/>
          <p:nvPr/>
        </p:nvSpPr>
        <p:spPr>
          <a:xfrm>
            <a:off x="7437516" y="727876"/>
            <a:ext cx="2820454" cy="4472794"/>
          </a:xfrm>
          <a:prstGeom prst="rect">
            <a:avLst/>
          </a:prstGeom>
          <a:solidFill>
            <a:srgbClr val="4BA6C4">
              <a:alpha val="67059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8B94E2E-25C2-9099-4167-F059B585FB71}"/>
              </a:ext>
            </a:extLst>
          </p:cNvPr>
          <p:cNvSpPr/>
          <p:nvPr/>
        </p:nvSpPr>
        <p:spPr>
          <a:xfrm>
            <a:off x="438106" y="727876"/>
            <a:ext cx="6861220" cy="4462120"/>
          </a:xfrm>
          <a:prstGeom prst="rect">
            <a:avLst/>
          </a:prstGeom>
          <a:solidFill>
            <a:srgbClr val="4BA6C4">
              <a:alpha val="67059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959" name="Group 27958">
            <a:extLst>
              <a:ext uri="{FF2B5EF4-FFF2-40B4-BE49-F238E27FC236}">
                <a16:creationId xmlns:a16="http://schemas.microsoft.com/office/drawing/2014/main" id="{E90549C5-CFAF-7BA9-940C-DEE4F4985530}"/>
              </a:ext>
            </a:extLst>
          </p:cNvPr>
          <p:cNvGrpSpPr/>
          <p:nvPr/>
        </p:nvGrpSpPr>
        <p:grpSpPr>
          <a:xfrm>
            <a:off x="521348" y="5691480"/>
            <a:ext cx="591909" cy="1467392"/>
            <a:chOff x="4583113" y="3197225"/>
            <a:chExt cx="1176337" cy="291623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7960" name="Ink 27959">
                  <a:extLst>
                    <a:ext uri="{FF2B5EF4-FFF2-40B4-BE49-F238E27FC236}">
                      <a16:creationId xmlns:a16="http://schemas.microsoft.com/office/drawing/2014/main" id="{F79241E3-2765-5807-4F24-0CB4867DABD2}"/>
                    </a:ext>
                  </a:extLst>
                </p14:cNvPr>
                <p14:cNvContentPartPr/>
                <p14:nvPr/>
              </p14:nvContentPartPr>
              <p14:xfrm>
                <a:off x="5319712" y="3279302"/>
                <a:ext cx="397253" cy="215991"/>
              </p14:xfrm>
            </p:contentPart>
          </mc:Choice>
          <mc:Fallback xmlns="">
            <p:pic>
              <p:nvPicPr>
                <p:cNvPr id="27960" name="Ink 27959">
                  <a:extLst>
                    <a:ext uri="{FF2B5EF4-FFF2-40B4-BE49-F238E27FC236}">
                      <a16:creationId xmlns:a16="http://schemas.microsoft.com/office/drawing/2014/main" id="{F79241E3-2765-5807-4F24-0CB4867DABD2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307566" y="3267144"/>
                  <a:ext cx="421545" cy="2403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27961" name="Ink 27960">
                  <a:extLst>
                    <a:ext uri="{FF2B5EF4-FFF2-40B4-BE49-F238E27FC236}">
                      <a16:creationId xmlns:a16="http://schemas.microsoft.com/office/drawing/2014/main" id="{878B00A6-82CC-6C14-CE0A-14C2D135A2D5}"/>
                    </a:ext>
                  </a:extLst>
                </p14:cNvPr>
                <p14:cNvContentPartPr/>
                <p14:nvPr/>
              </p14:nvContentPartPr>
              <p14:xfrm>
                <a:off x="4720953" y="3197225"/>
                <a:ext cx="367747" cy="210591"/>
              </p14:xfrm>
            </p:contentPart>
          </mc:Choice>
          <mc:Fallback xmlns="">
            <p:pic>
              <p:nvPicPr>
                <p:cNvPr id="27961" name="Ink 27960">
                  <a:extLst>
                    <a:ext uri="{FF2B5EF4-FFF2-40B4-BE49-F238E27FC236}">
                      <a16:creationId xmlns:a16="http://schemas.microsoft.com/office/drawing/2014/main" id="{878B00A6-82CC-6C14-CE0A-14C2D135A2D5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4708814" y="3185089"/>
                  <a:ext cx="392025" cy="2348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27962" name="Ink 27961">
                  <a:extLst>
                    <a:ext uri="{FF2B5EF4-FFF2-40B4-BE49-F238E27FC236}">
                      <a16:creationId xmlns:a16="http://schemas.microsoft.com/office/drawing/2014/main" id="{359EDDCB-430D-9209-7043-6935D93A8214}"/>
                    </a:ext>
                  </a:extLst>
                </p14:cNvPr>
                <p14:cNvContentPartPr/>
                <p14:nvPr/>
              </p14:nvContentPartPr>
              <p14:xfrm>
                <a:off x="5247026" y="4087108"/>
                <a:ext cx="192150" cy="146154"/>
              </p14:xfrm>
            </p:contentPart>
          </mc:Choice>
          <mc:Fallback xmlns="">
            <p:pic>
              <p:nvPicPr>
                <p:cNvPr id="27962" name="Ink 27961">
                  <a:extLst>
                    <a:ext uri="{FF2B5EF4-FFF2-40B4-BE49-F238E27FC236}">
                      <a16:creationId xmlns:a16="http://schemas.microsoft.com/office/drawing/2014/main" id="{359EDDCB-430D-9209-7043-6935D93A8214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234883" y="4074988"/>
                  <a:ext cx="216437" cy="1703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27963" name="Ink 27962">
                  <a:extLst>
                    <a:ext uri="{FF2B5EF4-FFF2-40B4-BE49-F238E27FC236}">
                      <a16:creationId xmlns:a16="http://schemas.microsoft.com/office/drawing/2014/main" id="{0FD39E24-A710-88D7-65C6-F1C917004098}"/>
                    </a:ext>
                  </a:extLst>
                </p14:cNvPr>
                <p14:cNvContentPartPr/>
                <p14:nvPr/>
              </p14:nvContentPartPr>
              <p14:xfrm>
                <a:off x="4950165" y="4530609"/>
                <a:ext cx="156167" cy="149754"/>
              </p14:xfrm>
            </p:contentPart>
          </mc:Choice>
          <mc:Fallback xmlns="">
            <p:pic>
              <p:nvPicPr>
                <p:cNvPr id="27963" name="Ink 27962">
                  <a:extLst>
                    <a:ext uri="{FF2B5EF4-FFF2-40B4-BE49-F238E27FC236}">
                      <a16:creationId xmlns:a16="http://schemas.microsoft.com/office/drawing/2014/main" id="{0FD39E24-A710-88D7-65C6-F1C917004098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4938042" y="4518428"/>
                  <a:ext cx="180412" cy="174116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7964" name="Group 92">
              <a:extLst>
                <a:ext uri="{FF2B5EF4-FFF2-40B4-BE49-F238E27FC236}">
                  <a16:creationId xmlns:a16="http://schemas.microsoft.com/office/drawing/2014/main" id="{5C53D51E-D8F3-27A3-828B-00AF894FE6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5539" y="3368218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1">
                <p14:nvContentPartPr>
                  <p14:cNvPr id="27981" name="Ink 27980">
                    <a:extLst>
                      <a:ext uri="{FF2B5EF4-FFF2-40B4-BE49-F238E27FC236}">
                        <a16:creationId xmlns:a16="http://schemas.microsoft.com/office/drawing/2014/main" id="{9BBAB00D-583D-BCC7-C67E-3022760531A3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7981" name="Ink 27980">
                    <a:extLst>
                      <a:ext uri="{FF2B5EF4-FFF2-40B4-BE49-F238E27FC236}">
                        <a16:creationId xmlns:a16="http://schemas.microsoft.com/office/drawing/2014/main" id="{9BBAB00D-583D-BCC7-C67E-3022760531A3}"/>
                      </a:ext>
                    </a:extLst>
                  </p:cNvPr>
                  <p:cNvPicPr/>
                  <p:nvPr/>
                </p:nvPicPr>
                <p:blipFill>
                  <a:blip r:embed="rId12"/>
                  <a:stretch>
                    <a:fillRect/>
                  </a:stretch>
                </p:blipFill>
                <p:spPr>
                  <a:xfrm>
                    <a:off x="4786207" y="5749098"/>
                    <a:ext cx="444793" cy="2795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">
                <p14:nvContentPartPr>
                  <p14:cNvPr id="27982" name="Ink 27981">
                    <a:extLst>
                      <a:ext uri="{FF2B5EF4-FFF2-40B4-BE49-F238E27FC236}">
                        <a16:creationId xmlns:a16="http://schemas.microsoft.com/office/drawing/2014/main" id="{57D78CEE-DD96-C6AB-F594-AFAB3BF4E751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7982" name="Ink 27981">
                    <a:extLst>
                      <a:ext uri="{FF2B5EF4-FFF2-40B4-BE49-F238E27FC236}">
                        <a16:creationId xmlns:a16="http://schemas.microsoft.com/office/drawing/2014/main" id="{57D78CEE-DD96-C6AB-F594-AFAB3BF4E751}"/>
                      </a:ext>
                    </a:extLst>
                  </p:cNvPr>
                  <p:cNvPicPr/>
                  <p:nvPr/>
                </p:nvPicPr>
                <p:blipFill>
                  <a:blip r:embed="rId14"/>
                  <a:stretch>
                    <a:fillRect/>
                  </a:stretch>
                </p:blipFill>
                <p:spPr>
                  <a:xfrm>
                    <a:off x="4928042" y="5747654"/>
                    <a:ext cx="304043" cy="3461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5">
                <p14:nvContentPartPr>
                  <p14:cNvPr id="27983" name="Ink 27982">
                    <a:extLst>
                      <a:ext uri="{FF2B5EF4-FFF2-40B4-BE49-F238E27FC236}">
                        <a16:creationId xmlns:a16="http://schemas.microsoft.com/office/drawing/2014/main" id="{798EAB24-E21D-31E7-86CE-7895E4F7C838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7983" name="Ink 27982">
                    <a:extLst>
                      <a:ext uri="{FF2B5EF4-FFF2-40B4-BE49-F238E27FC236}">
                        <a16:creationId xmlns:a16="http://schemas.microsoft.com/office/drawing/2014/main" id="{798EAB24-E21D-31E7-86CE-7895E4F7C838}"/>
                      </a:ext>
                    </a:extLst>
                  </p:cNvPr>
                  <p:cNvPicPr/>
                  <p:nvPr/>
                </p:nvPicPr>
                <p:blipFill>
                  <a:blip r:embed="rId16"/>
                  <a:stretch>
                    <a:fillRect/>
                  </a:stretch>
                </p:blipFill>
                <p:spPr>
                  <a:xfrm>
                    <a:off x="5090496" y="5752702"/>
                    <a:ext cx="150496" cy="36305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">
                <p14:nvContentPartPr>
                  <p14:cNvPr id="27984" name="Ink 27983">
                    <a:extLst>
                      <a:ext uri="{FF2B5EF4-FFF2-40B4-BE49-F238E27FC236}">
                        <a16:creationId xmlns:a16="http://schemas.microsoft.com/office/drawing/2014/main" id="{7515CFA0-912C-66CA-47AA-1533013B798E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7984" name="Ink 27983">
                    <a:extLst>
                      <a:ext uri="{FF2B5EF4-FFF2-40B4-BE49-F238E27FC236}">
                        <a16:creationId xmlns:a16="http://schemas.microsoft.com/office/drawing/2014/main" id="{7515CFA0-912C-66CA-47AA-1533013B798E}"/>
                      </a:ext>
                    </a:extLst>
                  </p:cNvPr>
                  <p:cNvPicPr/>
                  <p:nvPr/>
                </p:nvPicPr>
                <p:blipFill>
                  <a:blip r:embed="rId18"/>
                  <a:stretch>
                    <a:fillRect/>
                  </a:stretch>
                </p:blipFill>
                <p:spPr>
                  <a:xfrm>
                    <a:off x="5195931" y="5754475"/>
                    <a:ext cx="58425" cy="3015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">
                <p14:nvContentPartPr>
                  <p14:cNvPr id="27985" name="Ink 27984">
                    <a:extLst>
                      <a:ext uri="{FF2B5EF4-FFF2-40B4-BE49-F238E27FC236}">
                        <a16:creationId xmlns:a16="http://schemas.microsoft.com/office/drawing/2014/main" id="{0D0E6A9F-13B5-EE7B-3770-7A4F661DC390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7985" name="Ink 27984">
                    <a:extLst>
                      <a:ext uri="{FF2B5EF4-FFF2-40B4-BE49-F238E27FC236}">
                        <a16:creationId xmlns:a16="http://schemas.microsoft.com/office/drawing/2014/main" id="{0D0E6A9F-13B5-EE7B-3770-7A4F661DC390}"/>
                      </a:ext>
                    </a:extLst>
                  </p:cNvPr>
                  <p:cNvPicPr/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5231918" y="5757034"/>
                    <a:ext cx="216132" cy="3684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1">
                <p14:nvContentPartPr>
                  <p14:cNvPr id="27986" name="Ink 27985">
                    <a:extLst>
                      <a:ext uri="{FF2B5EF4-FFF2-40B4-BE49-F238E27FC236}">
                        <a16:creationId xmlns:a16="http://schemas.microsoft.com/office/drawing/2014/main" id="{3757558E-B104-9ABD-19C3-3E994FA51FE7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7986" name="Ink 27985">
                    <a:extLst>
                      <a:ext uri="{FF2B5EF4-FFF2-40B4-BE49-F238E27FC236}">
                        <a16:creationId xmlns:a16="http://schemas.microsoft.com/office/drawing/2014/main" id="{3757558E-B104-9ABD-19C3-3E994FA51FE7}"/>
                      </a:ext>
                    </a:extLst>
                  </p:cNvPr>
                  <p:cNvPicPr/>
                  <p:nvPr/>
                </p:nvPicPr>
                <p:blipFill>
                  <a:blip r:embed="rId22"/>
                  <a:stretch>
                    <a:fillRect/>
                  </a:stretch>
                </p:blipFill>
                <p:spPr>
                  <a:xfrm>
                    <a:off x="5230080" y="5756674"/>
                    <a:ext cx="369208" cy="3677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3">
                <p14:nvContentPartPr>
                  <p14:cNvPr id="27987" name="Ink 27986">
                    <a:extLst>
                      <a:ext uri="{FF2B5EF4-FFF2-40B4-BE49-F238E27FC236}">
                        <a16:creationId xmlns:a16="http://schemas.microsoft.com/office/drawing/2014/main" id="{0E17F048-9ED0-B519-AD5C-8AD967FC056D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7987" name="Ink 27986">
                    <a:extLst>
                      <a:ext uri="{FF2B5EF4-FFF2-40B4-BE49-F238E27FC236}">
                        <a16:creationId xmlns:a16="http://schemas.microsoft.com/office/drawing/2014/main" id="{0E17F048-9ED0-B519-AD5C-8AD967FC056D}"/>
                      </a:ext>
                    </a:extLst>
                  </p:cNvPr>
                  <p:cNvPicPr/>
                  <p:nvPr/>
                </p:nvPicPr>
                <p:blipFill>
                  <a:blip r:embed="rId24"/>
                  <a:stretch>
                    <a:fillRect/>
                  </a:stretch>
                </p:blipFill>
                <p:spPr>
                  <a:xfrm>
                    <a:off x="5204953" y="5616294"/>
                    <a:ext cx="82501" cy="167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5">
                <p14:nvContentPartPr>
                  <p14:cNvPr id="27988" name="Ink 27987">
                    <a:extLst>
                      <a:ext uri="{FF2B5EF4-FFF2-40B4-BE49-F238E27FC236}">
                        <a16:creationId xmlns:a16="http://schemas.microsoft.com/office/drawing/2014/main" id="{6E0BAF4F-E696-B1C7-6DB7-C115222F7FFE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7988" name="Ink 27987">
                    <a:extLst>
                      <a:ext uri="{FF2B5EF4-FFF2-40B4-BE49-F238E27FC236}">
                        <a16:creationId xmlns:a16="http://schemas.microsoft.com/office/drawing/2014/main" id="{6E0BAF4F-E696-B1C7-6DB7-C115222F7FFE}"/>
                      </a:ext>
                    </a:extLst>
                  </p:cNvPr>
                  <p:cNvPicPr/>
                  <p:nvPr/>
                </p:nvPicPr>
                <p:blipFill>
                  <a:blip r:embed="rId26"/>
                  <a:stretch>
                    <a:fillRect/>
                  </a:stretch>
                </p:blipFill>
                <p:spPr>
                  <a:xfrm>
                    <a:off x="5162425" y="5522002"/>
                    <a:ext cx="110678" cy="1692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">
                <p14:nvContentPartPr>
                  <p14:cNvPr id="27989" name="Ink 27988">
                    <a:extLst>
                      <a:ext uri="{FF2B5EF4-FFF2-40B4-BE49-F238E27FC236}">
                        <a16:creationId xmlns:a16="http://schemas.microsoft.com/office/drawing/2014/main" id="{2F07236C-0558-7AC6-9388-AF3CE1A9998D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7989" name="Ink 27988">
                    <a:extLst>
                      <a:ext uri="{FF2B5EF4-FFF2-40B4-BE49-F238E27FC236}">
                        <a16:creationId xmlns:a16="http://schemas.microsoft.com/office/drawing/2014/main" id="{2F07236C-0558-7AC6-9388-AF3CE1A9998D}"/>
                      </a:ext>
                    </a:extLst>
                  </p:cNvPr>
                  <p:cNvPicPr/>
                  <p:nvPr/>
                </p:nvPicPr>
                <p:blipFill>
                  <a:blip r:embed="rId28"/>
                  <a:stretch>
                    <a:fillRect/>
                  </a:stretch>
                </p:blipFill>
                <p:spPr>
                  <a:xfrm>
                    <a:off x="5179049" y="5402079"/>
                    <a:ext cx="76709" cy="186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9">
                <p14:nvContentPartPr>
                  <p14:cNvPr id="27990" name="Ink 27989">
                    <a:extLst>
                      <a:ext uri="{FF2B5EF4-FFF2-40B4-BE49-F238E27FC236}">
                        <a16:creationId xmlns:a16="http://schemas.microsoft.com/office/drawing/2014/main" id="{4F0FCD64-66A5-7EC9-684F-EDDFCBB89CE0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7990" name="Ink 27989">
                    <a:extLst>
                      <a:ext uri="{FF2B5EF4-FFF2-40B4-BE49-F238E27FC236}">
                        <a16:creationId xmlns:a16="http://schemas.microsoft.com/office/drawing/2014/main" id="{4F0FCD64-66A5-7EC9-684F-EDDFCBB89CE0}"/>
                      </a:ext>
                    </a:extLst>
                  </p:cNvPr>
                  <p:cNvPicPr/>
                  <p:nvPr/>
                </p:nvPicPr>
                <p:blipFill>
                  <a:blip r:embed="rId30"/>
                  <a:stretch>
                    <a:fillRect/>
                  </a:stretch>
                </p:blipFill>
                <p:spPr>
                  <a:xfrm>
                    <a:off x="5114570" y="5288293"/>
                    <a:ext cx="128268" cy="18739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1">
                <p14:nvContentPartPr>
                  <p14:cNvPr id="27991" name="Ink 27990">
                    <a:extLst>
                      <a:ext uri="{FF2B5EF4-FFF2-40B4-BE49-F238E27FC236}">
                        <a16:creationId xmlns:a16="http://schemas.microsoft.com/office/drawing/2014/main" id="{E87EF8DD-F1F7-FFF4-F6B5-C4D7FAA0F55D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7991" name="Ink 27990">
                    <a:extLst>
                      <a:ext uri="{FF2B5EF4-FFF2-40B4-BE49-F238E27FC236}">
                        <a16:creationId xmlns:a16="http://schemas.microsoft.com/office/drawing/2014/main" id="{E87EF8DD-F1F7-FFF4-F6B5-C4D7FAA0F55D}"/>
                      </a:ext>
                    </a:extLst>
                  </p:cNvPr>
                  <p:cNvPicPr/>
                  <p:nvPr/>
                </p:nvPicPr>
                <p:blipFill>
                  <a:blip r:embed="rId32"/>
                  <a:stretch>
                    <a:fillRect/>
                  </a:stretch>
                </p:blipFill>
                <p:spPr>
                  <a:xfrm>
                    <a:off x="5137573" y="5123087"/>
                    <a:ext cx="122221" cy="25249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">
                <p14:nvContentPartPr>
                  <p14:cNvPr id="27992" name="Ink 27991">
                    <a:extLst>
                      <a:ext uri="{FF2B5EF4-FFF2-40B4-BE49-F238E27FC236}">
                        <a16:creationId xmlns:a16="http://schemas.microsoft.com/office/drawing/2014/main" id="{2A763D02-3F11-2D1C-3C55-9615D1BE861B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7992" name="Ink 27991">
                    <a:extLst>
                      <a:ext uri="{FF2B5EF4-FFF2-40B4-BE49-F238E27FC236}">
                        <a16:creationId xmlns:a16="http://schemas.microsoft.com/office/drawing/2014/main" id="{2A763D02-3F11-2D1C-3C55-9615D1BE861B}"/>
                      </a:ext>
                    </a:extLst>
                  </p:cNvPr>
                  <p:cNvPicPr/>
                  <p:nvPr/>
                </p:nvPicPr>
                <p:blipFill>
                  <a:blip r:embed="rId34"/>
                  <a:stretch>
                    <a:fillRect/>
                  </a:stretch>
                </p:blipFill>
                <p:spPr>
                  <a:xfrm>
                    <a:off x="5151608" y="4981239"/>
                    <a:ext cx="76512" cy="22766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">
                <p14:nvContentPartPr>
                  <p14:cNvPr id="27993" name="Ink 27992">
                    <a:extLst>
                      <a:ext uri="{FF2B5EF4-FFF2-40B4-BE49-F238E27FC236}">
                        <a16:creationId xmlns:a16="http://schemas.microsoft.com/office/drawing/2014/main" id="{5318D3CA-0BFA-C29D-DB8C-DD8FD76B6F5E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7993" name="Ink 27992">
                    <a:extLst>
                      <a:ext uri="{FF2B5EF4-FFF2-40B4-BE49-F238E27FC236}">
                        <a16:creationId xmlns:a16="http://schemas.microsoft.com/office/drawing/2014/main" id="{5318D3CA-0BFA-C29D-DB8C-DD8FD76B6F5E}"/>
                      </a:ext>
                    </a:extLst>
                  </p:cNvPr>
                  <p:cNvPicPr/>
                  <p:nvPr/>
                </p:nvPicPr>
                <p:blipFill>
                  <a:blip r:embed="rId36"/>
                  <a:stretch>
                    <a:fillRect/>
                  </a:stretch>
                </p:blipFill>
                <p:spPr>
                  <a:xfrm>
                    <a:off x="5181172" y="4813455"/>
                    <a:ext cx="126103" cy="2345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">
                <p14:nvContentPartPr>
                  <p14:cNvPr id="27994" name="Ink 27993">
                    <a:extLst>
                      <a:ext uri="{FF2B5EF4-FFF2-40B4-BE49-F238E27FC236}">
                        <a16:creationId xmlns:a16="http://schemas.microsoft.com/office/drawing/2014/main" id="{7ADE2B77-646B-D814-3CCE-2192A31CD9F9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7994" name="Ink 27993">
                    <a:extLst>
                      <a:ext uri="{FF2B5EF4-FFF2-40B4-BE49-F238E27FC236}">
                        <a16:creationId xmlns:a16="http://schemas.microsoft.com/office/drawing/2014/main" id="{7ADE2B77-646B-D814-3CCE-2192A31CD9F9}"/>
                      </a:ext>
                    </a:extLst>
                  </p:cNvPr>
                  <p:cNvPicPr/>
                  <p:nvPr/>
                </p:nvPicPr>
                <p:blipFill>
                  <a:blip r:embed="rId38"/>
                  <a:stretch>
                    <a:fillRect/>
                  </a:stretch>
                </p:blipFill>
                <p:spPr>
                  <a:xfrm>
                    <a:off x="5119622" y="4689261"/>
                    <a:ext cx="150203" cy="2215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">
                <p14:nvContentPartPr>
                  <p14:cNvPr id="27995" name="Ink 27994">
                    <a:extLst>
                      <a:ext uri="{FF2B5EF4-FFF2-40B4-BE49-F238E27FC236}">
                        <a16:creationId xmlns:a16="http://schemas.microsoft.com/office/drawing/2014/main" id="{01D6854C-15F8-154B-F721-717DD800561B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7995" name="Ink 27994">
                    <a:extLst>
                      <a:ext uri="{FF2B5EF4-FFF2-40B4-BE49-F238E27FC236}">
                        <a16:creationId xmlns:a16="http://schemas.microsoft.com/office/drawing/2014/main" id="{01D6854C-15F8-154B-F721-717DD800561B}"/>
                      </a:ext>
                    </a:extLst>
                  </p:cNvPr>
                  <p:cNvPicPr/>
                  <p:nvPr/>
                </p:nvPicPr>
                <p:blipFill>
                  <a:blip r:embed="rId40"/>
                  <a:stretch>
                    <a:fillRect/>
                  </a:stretch>
                </p:blipFill>
                <p:spPr>
                  <a:xfrm>
                    <a:off x="5163917" y="4577658"/>
                    <a:ext cx="81054" cy="2287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1">
                <p14:nvContentPartPr>
                  <p14:cNvPr id="27996" name="Ink 27995">
                    <a:extLst>
                      <a:ext uri="{FF2B5EF4-FFF2-40B4-BE49-F238E27FC236}">
                        <a16:creationId xmlns:a16="http://schemas.microsoft.com/office/drawing/2014/main" id="{8093261E-8BF3-C72C-3997-9680317DED15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7996" name="Ink 27995">
                    <a:extLst>
                      <a:ext uri="{FF2B5EF4-FFF2-40B4-BE49-F238E27FC236}">
                        <a16:creationId xmlns:a16="http://schemas.microsoft.com/office/drawing/2014/main" id="{8093261E-8BF3-C72C-3997-9680317DED15}"/>
                      </a:ext>
                    </a:extLst>
                  </p:cNvPr>
                  <p:cNvPicPr/>
                  <p:nvPr/>
                </p:nvPicPr>
                <p:blipFill>
                  <a:blip r:embed="rId42"/>
                  <a:stretch>
                    <a:fillRect/>
                  </a:stretch>
                </p:blipFill>
                <p:spPr>
                  <a:xfrm>
                    <a:off x="5088597" y="4440502"/>
                    <a:ext cx="143853" cy="219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">
                <p14:nvContentPartPr>
                  <p14:cNvPr id="27997" name="Ink 27996">
                    <a:extLst>
                      <a:ext uri="{FF2B5EF4-FFF2-40B4-BE49-F238E27FC236}">
                        <a16:creationId xmlns:a16="http://schemas.microsoft.com/office/drawing/2014/main" id="{3270CB8D-0A87-612B-D254-2CBF1CAAEB2B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7997" name="Ink 27996">
                    <a:extLst>
                      <a:ext uri="{FF2B5EF4-FFF2-40B4-BE49-F238E27FC236}">
                        <a16:creationId xmlns:a16="http://schemas.microsoft.com/office/drawing/2014/main" id="{3270CB8D-0A87-612B-D254-2CBF1CAAEB2B}"/>
                      </a:ext>
                    </a:extLst>
                  </p:cNvPr>
                  <p:cNvPicPr/>
                  <p:nvPr/>
                </p:nvPicPr>
                <p:blipFill>
                  <a:blip r:embed="rId44"/>
                  <a:stretch>
                    <a:fillRect/>
                  </a:stretch>
                </p:blipFill>
                <p:spPr>
                  <a:xfrm>
                    <a:off x="5128973" y="4273469"/>
                    <a:ext cx="91902" cy="24856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">
                <p14:nvContentPartPr>
                  <p14:cNvPr id="27998" name="Ink 27997">
                    <a:extLst>
                      <a:ext uri="{FF2B5EF4-FFF2-40B4-BE49-F238E27FC236}">
                        <a16:creationId xmlns:a16="http://schemas.microsoft.com/office/drawing/2014/main" id="{A8BC263A-0D43-0FE1-92B0-C74AAEC12822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7998" name="Ink 27997">
                    <a:extLst>
                      <a:ext uri="{FF2B5EF4-FFF2-40B4-BE49-F238E27FC236}">
                        <a16:creationId xmlns:a16="http://schemas.microsoft.com/office/drawing/2014/main" id="{A8BC263A-0D43-0FE1-92B0-C74AAEC12822}"/>
                      </a:ext>
                    </a:extLst>
                  </p:cNvPr>
                  <p:cNvPicPr/>
                  <p:nvPr/>
                </p:nvPicPr>
                <p:blipFill>
                  <a:blip r:embed="rId46"/>
                  <a:stretch>
                    <a:fillRect/>
                  </a:stretch>
                </p:blipFill>
                <p:spPr>
                  <a:xfrm>
                    <a:off x="5110946" y="4081935"/>
                    <a:ext cx="109956" cy="2881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">
                <p14:nvContentPartPr>
                  <p14:cNvPr id="27999" name="Ink 27998">
                    <a:extLst>
                      <a:ext uri="{FF2B5EF4-FFF2-40B4-BE49-F238E27FC236}">
                        <a16:creationId xmlns:a16="http://schemas.microsoft.com/office/drawing/2014/main" id="{1CF6E38D-CD9D-0B03-1DD6-2D9B4E24C2DF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7999" name="Ink 27998">
                    <a:extLst>
                      <a:ext uri="{FF2B5EF4-FFF2-40B4-BE49-F238E27FC236}">
                        <a16:creationId xmlns:a16="http://schemas.microsoft.com/office/drawing/2014/main" id="{1CF6E38D-CD9D-0B03-1DD6-2D9B4E24C2DF}"/>
                      </a:ext>
                    </a:extLst>
                  </p:cNvPr>
                  <p:cNvPicPr/>
                  <p:nvPr/>
                </p:nvPicPr>
                <p:blipFill>
                  <a:blip r:embed="rId48"/>
                  <a:stretch>
                    <a:fillRect/>
                  </a:stretch>
                </p:blipFill>
                <p:spPr>
                  <a:xfrm>
                    <a:off x="5143463" y="3870611"/>
                    <a:ext cx="83443" cy="3026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">
                <p14:nvContentPartPr>
                  <p14:cNvPr id="28000" name="Ink 27999">
                    <a:extLst>
                      <a:ext uri="{FF2B5EF4-FFF2-40B4-BE49-F238E27FC236}">
                        <a16:creationId xmlns:a16="http://schemas.microsoft.com/office/drawing/2014/main" id="{C9B13C42-DF5E-59FD-1464-6BEFF8B25840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8000" name="Ink 27999">
                    <a:extLst>
                      <a:ext uri="{FF2B5EF4-FFF2-40B4-BE49-F238E27FC236}">
                        <a16:creationId xmlns:a16="http://schemas.microsoft.com/office/drawing/2014/main" id="{C9B13C42-DF5E-59FD-1464-6BEFF8B25840}"/>
                      </a:ext>
                    </a:extLst>
                  </p:cNvPr>
                  <p:cNvPicPr/>
                  <p:nvPr/>
                </p:nvPicPr>
                <p:blipFill>
                  <a:blip r:embed="rId50"/>
                  <a:stretch>
                    <a:fillRect/>
                  </a:stretch>
                </p:blipFill>
                <p:spPr>
                  <a:xfrm>
                    <a:off x="5123655" y="3731307"/>
                    <a:ext cx="85618" cy="25360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1">
                <p14:nvContentPartPr>
                  <p14:cNvPr id="28001" name="Ink 28000">
                    <a:extLst>
                      <a:ext uri="{FF2B5EF4-FFF2-40B4-BE49-F238E27FC236}">
                        <a16:creationId xmlns:a16="http://schemas.microsoft.com/office/drawing/2014/main" id="{A48398E1-4C51-9726-4047-1B4BBFA57CA6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8001" name="Ink 28000">
                    <a:extLst>
                      <a:ext uri="{FF2B5EF4-FFF2-40B4-BE49-F238E27FC236}">
                        <a16:creationId xmlns:a16="http://schemas.microsoft.com/office/drawing/2014/main" id="{A48398E1-4C51-9726-4047-1B4BBFA57CA6}"/>
                      </a:ext>
                    </a:extLst>
                  </p:cNvPr>
                  <p:cNvPicPr/>
                  <p:nvPr/>
                </p:nvPicPr>
                <p:blipFill>
                  <a:blip r:embed="rId52"/>
                  <a:stretch>
                    <a:fillRect/>
                  </a:stretch>
                </p:blipFill>
                <p:spPr>
                  <a:xfrm>
                    <a:off x="5155208" y="3527186"/>
                    <a:ext cx="127991" cy="2572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3">
                <p14:nvContentPartPr>
                  <p14:cNvPr id="28002" name="Ink 28001">
                    <a:extLst>
                      <a:ext uri="{FF2B5EF4-FFF2-40B4-BE49-F238E27FC236}">
                        <a16:creationId xmlns:a16="http://schemas.microsoft.com/office/drawing/2014/main" id="{689B3099-26C3-B52F-5A23-8D85CC7B558A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8002" name="Ink 28001">
                    <a:extLst>
                      <a:ext uri="{FF2B5EF4-FFF2-40B4-BE49-F238E27FC236}">
                        <a16:creationId xmlns:a16="http://schemas.microsoft.com/office/drawing/2014/main" id="{689B3099-26C3-B52F-5A23-8D85CC7B558A}"/>
                      </a:ext>
                    </a:extLst>
                  </p:cNvPr>
                  <p:cNvPicPr/>
                  <p:nvPr/>
                </p:nvPicPr>
                <p:blipFill>
                  <a:blip r:embed="rId54"/>
                  <a:stretch>
                    <a:fillRect/>
                  </a:stretch>
                </p:blipFill>
                <p:spPr>
                  <a:xfrm>
                    <a:off x="5094406" y="3416699"/>
                    <a:ext cx="166795" cy="1959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5">
                <p14:nvContentPartPr>
                  <p14:cNvPr id="28003" name="Ink 28002">
                    <a:extLst>
                      <a:ext uri="{FF2B5EF4-FFF2-40B4-BE49-F238E27FC236}">
                        <a16:creationId xmlns:a16="http://schemas.microsoft.com/office/drawing/2014/main" id="{AA2D65B3-646A-0357-F516-ACEC6FC90D8E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8003" name="Ink 28002">
                    <a:extLst>
                      <a:ext uri="{FF2B5EF4-FFF2-40B4-BE49-F238E27FC236}">
                        <a16:creationId xmlns:a16="http://schemas.microsoft.com/office/drawing/2014/main" id="{AA2D65B3-646A-0357-F516-ACEC6FC90D8E}"/>
                      </a:ext>
                    </a:extLst>
                  </p:cNvPr>
                  <p:cNvPicPr/>
                  <p:nvPr/>
                </p:nvPicPr>
                <p:blipFill>
                  <a:blip r:embed="rId56"/>
                  <a:stretch>
                    <a:fillRect/>
                  </a:stretch>
                </p:blipFill>
                <p:spPr>
                  <a:xfrm>
                    <a:off x="5264661" y="5532788"/>
                    <a:ext cx="69286" cy="12032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7">
                <p14:nvContentPartPr>
                  <p14:cNvPr id="28004" name="Ink 28003">
                    <a:extLst>
                      <a:ext uri="{FF2B5EF4-FFF2-40B4-BE49-F238E27FC236}">
                        <a16:creationId xmlns:a16="http://schemas.microsoft.com/office/drawing/2014/main" id="{89DD00AA-271D-4D6E-A7FF-C5E62DDFD666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8004" name="Ink 28003">
                    <a:extLst>
                      <a:ext uri="{FF2B5EF4-FFF2-40B4-BE49-F238E27FC236}">
                        <a16:creationId xmlns:a16="http://schemas.microsoft.com/office/drawing/2014/main" id="{89DD00AA-271D-4D6E-A7FF-C5E62DDFD666}"/>
                      </a:ext>
                    </a:extLst>
                  </p:cNvPr>
                  <p:cNvPicPr/>
                  <p:nvPr/>
                </p:nvPicPr>
                <p:blipFill>
                  <a:blip r:embed="rId58"/>
                  <a:stretch>
                    <a:fillRect/>
                  </a:stretch>
                </p:blipFill>
                <p:spPr>
                  <a:xfrm>
                    <a:off x="5120204" y="5455052"/>
                    <a:ext cx="77760" cy="1058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9">
                <p14:nvContentPartPr>
                  <p14:cNvPr id="28005" name="Ink 28004">
                    <a:extLst>
                      <a:ext uri="{FF2B5EF4-FFF2-40B4-BE49-F238E27FC236}">
                        <a16:creationId xmlns:a16="http://schemas.microsoft.com/office/drawing/2014/main" id="{952D1D4F-E12C-9C88-CB6B-02694018D765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8005" name="Ink 28004">
                    <a:extLst>
                      <a:ext uri="{FF2B5EF4-FFF2-40B4-BE49-F238E27FC236}">
                        <a16:creationId xmlns:a16="http://schemas.microsoft.com/office/drawing/2014/main" id="{952D1D4F-E12C-9C88-CB6B-02694018D765}"/>
                      </a:ext>
                    </a:extLst>
                  </p:cNvPr>
                  <p:cNvPicPr/>
                  <p:nvPr/>
                </p:nvPicPr>
                <p:blipFill>
                  <a:blip r:embed="rId60"/>
                  <a:stretch>
                    <a:fillRect/>
                  </a:stretch>
                </p:blipFill>
                <p:spPr>
                  <a:xfrm>
                    <a:off x="5232728" y="5317839"/>
                    <a:ext cx="87792" cy="10562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61">
                <p14:nvContentPartPr>
                  <p14:cNvPr id="28006" name="Ink 28005">
                    <a:extLst>
                      <a:ext uri="{FF2B5EF4-FFF2-40B4-BE49-F238E27FC236}">
                        <a16:creationId xmlns:a16="http://schemas.microsoft.com/office/drawing/2014/main" id="{A026A491-B886-0214-83B8-A2626C25B791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8006" name="Ink 28005">
                    <a:extLst>
                      <a:ext uri="{FF2B5EF4-FFF2-40B4-BE49-F238E27FC236}">
                        <a16:creationId xmlns:a16="http://schemas.microsoft.com/office/drawing/2014/main" id="{A026A491-B886-0214-83B8-A2626C25B791}"/>
                      </a:ext>
                    </a:extLst>
                  </p:cNvPr>
                  <p:cNvPicPr/>
                  <p:nvPr/>
                </p:nvPicPr>
                <p:blipFill>
                  <a:blip r:embed="rId62"/>
                  <a:stretch>
                    <a:fillRect/>
                  </a:stretch>
                </p:blipFill>
                <p:spPr>
                  <a:xfrm>
                    <a:off x="5079671" y="5220654"/>
                    <a:ext cx="83225" cy="9551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63">
                <p14:nvContentPartPr>
                  <p14:cNvPr id="28007" name="Ink 28006">
                    <a:extLst>
                      <a:ext uri="{FF2B5EF4-FFF2-40B4-BE49-F238E27FC236}">
                        <a16:creationId xmlns:a16="http://schemas.microsoft.com/office/drawing/2014/main" id="{AC5B4218-A291-52E4-318E-C794D3ABAF41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8007" name="Ink 28006">
                    <a:extLst>
                      <a:ext uri="{FF2B5EF4-FFF2-40B4-BE49-F238E27FC236}">
                        <a16:creationId xmlns:a16="http://schemas.microsoft.com/office/drawing/2014/main" id="{AC5B4218-A291-52E4-318E-C794D3ABAF41}"/>
                      </a:ext>
                    </a:extLst>
                  </p:cNvPr>
                  <p:cNvPicPr/>
                  <p:nvPr/>
                </p:nvPicPr>
                <p:blipFill>
                  <a:blip r:embed="rId64"/>
                  <a:stretch>
                    <a:fillRect/>
                  </a:stretch>
                </p:blipFill>
                <p:spPr>
                  <a:xfrm>
                    <a:off x="5242444" y="5042798"/>
                    <a:ext cx="89241" cy="1070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65">
                <p14:nvContentPartPr>
                  <p14:cNvPr id="28008" name="Ink 28007">
                    <a:extLst>
                      <a:ext uri="{FF2B5EF4-FFF2-40B4-BE49-F238E27FC236}">
                        <a16:creationId xmlns:a16="http://schemas.microsoft.com/office/drawing/2014/main" id="{05D97093-9F79-CB3E-0399-1DF628B07984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8008" name="Ink 28007">
                    <a:extLst>
                      <a:ext uri="{FF2B5EF4-FFF2-40B4-BE49-F238E27FC236}">
                        <a16:creationId xmlns:a16="http://schemas.microsoft.com/office/drawing/2014/main" id="{05D97093-9F79-CB3E-0399-1DF628B07984}"/>
                      </a:ext>
                    </a:extLst>
                  </p:cNvPr>
                  <p:cNvPicPr/>
                  <p:nvPr/>
                </p:nvPicPr>
                <p:blipFill>
                  <a:blip r:embed="rId66"/>
                  <a:stretch>
                    <a:fillRect/>
                  </a:stretch>
                </p:blipFill>
                <p:spPr>
                  <a:xfrm>
                    <a:off x="5106948" y="4899473"/>
                    <a:ext cx="92391" cy="967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67">
                <p14:nvContentPartPr>
                  <p14:cNvPr id="28009" name="Ink 28008">
                    <a:extLst>
                      <a:ext uri="{FF2B5EF4-FFF2-40B4-BE49-F238E27FC236}">
                        <a16:creationId xmlns:a16="http://schemas.microsoft.com/office/drawing/2014/main" id="{3390301A-1121-E6F6-9E5C-7AC39F01D04D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8009" name="Ink 28008">
                    <a:extLst>
                      <a:ext uri="{FF2B5EF4-FFF2-40B4-BE49-F238E27FC236}">
                        <a16:creationId xmlns:a16="http://schemas.microsoft.com/office/drawing/2014/main" id="{3390301A-1121-E6F6-9E5C-7AC39F01D04D}"/>
                      </a:ext>
                    </a:extLst>
                  </p:cNvPr>
                  <p:cNvPicPr/>
                  <p:nvPr/>
                </p:nvPicPr>
                <p:blipFill>
                  <a:blip r:embed="rId68"/>
                  <a:stretch>
                    <a:fillRect/>
                  </a:stretch>
                </p:blipFill>
                <p:spPr>
                  <a:xfrm>
                    <a:off x="5278054" y="4728933"/>
                    <a:ext cx="75260" cy="1051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69">
                <p14:nvContentPartPr>
                  <p14:cNvPr id="28010" name="Ink 28009">
                    <a:extLst>
                      <a:ext uri="{FF2B5EF4-FFF2-40B4-BE49-F238E27FC236}">
                        <a16:creationId xmlns:a16="http://schemas.microsoft.com/office/drawing/2014/main" id="{522A84BA-362E-F4B6-AECF-82D29DF1E29C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8010" name="Ink 28009">
                    <a:extLst>
                      <a:ext uri="{FF2B5EF4-FFF2-40B4-BE49-F238E27FC236}">
                        <a16:creationId xmlns:a16="http://schemas.microsoft.com/office/drawing/2014/main" id="{522A84BA-362E-F4B6-AECF-82D29DF1E29C}"/>
                      </a:ext>
                    </a:extLst>
                  </p:cNvPr>
                  <p:cNvPicPr/>
                  <p:nvPr/>
                </p:nvPicPr>
                <p:blipFill>
                  <a:blip r:embed="rId70"/>
                  <a:stretch>
                    <a:fillRect/>
                  </a:stretch>
                </p:blipFill>
                <p:spPr>
                  <a:xfrm>
                    <a:off x="5088317" y="4631721"/>
                    <a:ext cx="81054" cy="825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71">
                <p14:nvContentPartPr>
                  <p14:cNvPr id="28011" name="Ink 28010">
                    <a:extLst>
                      <a:ext uri="{FF2B5EF4-FFF2-40B4-BE49-F238E27FC236}">
                        <a16:creationId xmlns:a16="http://schemas.microsoft.com/office/drawing/2014/main" id="{29697C2A-909B-E351-0A9C-A12EED28DC0B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8011" name="Ink 28010">
                    <a:extLst>
                      <a:ext uri="{FF2B5EF4-FFF2-40B4-BE49-F238E27FC236}">
                        <a16:creationId xmlns:a16="http://schemas.microsoft.com/office/drawing/2014/main" id="{29697C2A-909B-E351-0A9C-A12EED28DC0B}"/>
                      </a:ext>
                    </a:extLst>
                  </p:cNvPr>
                  <p:cNvPicPr/>
                  <p:nvPr/>
                </p:nvPicPr>
                <p:blipFill>
                  <a:blip r:embed="rId72"/>
                  <a:stretch>
                    <a:fillRect/>
                  </a:stretch>
                </p:blipFill>
                <p:spPr>
                  <a:xfrm>
                    <a:off x="5231673" y="4525542"/>
                    <a:ext cx="80541" cy="752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73">
                <p14:nvContentPartPr>
                  <p14:cNvPr id="28012" name="Ink 28011">
                    <a:extLst>
                      <a:ext uri="{FF2B5EF4-FFF2-40B4-BE49-F238E27FC236}">
                        <a16:creationId xmlns:a16="http://schemas.microsoft.com/office/drawing/2014/main" id="{AA921C67-24CD-8CEF-4340-F62956C252F1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8012" name="Ink 28011">
                    <a:extLst>
                      <a:ext uri="{FF2B5EF4-FFF2-40B4-BE49-F238E27FC236}">
                        <a16:creationId xmlns:a16="http://schemas.microsoft.com/office/drawing/2014/main" id="{AA921C67-24CD-8CEF-4340-F62956C252F1}"/>
                      </a:ext>
                    </a:extLst>
                  </p:cNvPr>
                  <p:cNvPicPr/>
                  <p:nvPr/>
                </p:nvPicPr>
                <p:blipFill>
                  <a:blip r:embed="rId74"/>
                  <a:stretch>
                    <a:fillRect/>
                  </a:stretch>
                </p:blipFill>
                <p:spPr>
                  <a:xfrm>
                    <a:off x="5061005" y="4395489"/>
                    <a:ext cx="67279" cy="8084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75">
                <p14:nvContentPartPr>
                  <p14:cNvPr id="28013" name="Ink 28012">
                    <a:extLst>
                      <a:ext uri="{FF2B5EF4-FFF2-40B4-BE49-F238E27FC236}">
                        <a16:creationId xmlns:a16="http://schemas.microsoft.com/office/drawing/2014/main" id="{C5614B79-468D-F779-8084-8D163BF1CAA7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8013" name="Ink 28012">
                    <a:extLst>
                      <a:ext uri="{FF2B5EF4-FFF2-40B4-BE49-F238E27FC236}">
                        <a16:creationId xmlns:a16="http://schemas.microsoft.com/office/drawing/2014/main" id="{C5614B79-468D-F779-8084-8D163BF1CAA7}"/>
                      </a:ext>
                    </a:extLst>
                  </p:cNvPr>
                  <p:cNvPicPr/>
                  <p:nvPr/>
                </p:nvPicPr>
                <p:blipFill>
                  <a:blip r:embed="rId76"/>
                  <a:stretch>
                    <a:fillRect/>
                  </a:stretch>
                </p:blipFill>
                <p:spPr>
                  <a:xfrm>
                    <a:off x="5203464" y="4213445"/>
                    <a:ext cx="67839" cy="9141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77">
                <p14:nvContentPartPr>
                  <p14:cNvPr id="28014" name="Ink 28013">
                    <a:extLst>
                      <a:ext uri="{FF2B5EF4-FFF2-40B4-BE49-F238E27FC236}">
                        <a16:creationId xmlns:a16="http://schemas.microsoft.com/office/drawing/2014/main" id="{60F1CDFD-D538-DD53-7FED-B9B5F57C20B1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8014" name="Ink 28013">
                    <a:extLst>
                      <a:ext uri="{FF2B5EF4-FFF2-40B4-BE49-F238E27FC236}">
                        <a16:creationId xmlns:a16="http://schemas.microsoft.com/office/drawing/2014/main" id="{60F1CDFD-D538-DD53-7FED-B9B5F57C20B1}"/>
                      </a:ext>
                    </a:extLst>
                  </p:cNvPr>
                  <p:cNvPicPr/>
                  <p:nvPr/>
                </p:nvPicPr>
                <p:blipFill>
                  <a:blip r:embed="rId78"/>
                  <a:stretch>
                    <a:fillRect/>
                  </a:stretch>
                </p:blipFill>
                <p:spPr>
                  <a:xfrm>
                    <a:off x="5067135" y="3992671"/>
                    <a:ext cx="85618" cy="11284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79">
                <p14:nvContentPartPr>
                  <p14:cNvPr id="28015" name="Ink 28014">
                    <a:extLst>
                      <a:ext uri="{FF2B5EF4-FFF2-40B4-BE49-F238E27FC236}">
                        <a16:creationId xmlns:a16="http://schemas.microsoft.com/office/drawing/2014/main" id="{8CA325B9-6FA3-D0DF-DCED-7E03698374C0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8015" name="Ink 28014">
                    <a:extLst>
                      <a:ext uri="{FF2B5EF4-FFF2-40B4-BE49-F238E27FC236}">
                        <a16:creationId xmlns:a16="http://schemas.microsoft.com/office/drawing/2014/main" id="{8CA325B9-6FA3-D0DF-DCED-7E03698374C0}"/>
                      </a:ext>
                    </a:extLst>
                  </p:cNvPr>
                  <p:cNvPicPr/>
                  <p:nvPr/>
                </p:nvPicPr>
                <p:blipFill>
                  <a:blip r:embed="rId80"/>
                  <a:stretch>
                    <a:fillRect/>
                  </a:stretch>
                </p:blipFill>
                <p:spPr>
                  <a:xfrm>
                    <a:off x="5204655" y="3808790"/>
                    <a:ext cx="85618" cy="972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81">
                <p14:nvContentPartPr>
                  <p14:cNvPr id="28016" name="Ink 28015">
                    <a:extLst>
                      <a:ext uri="{FF2B5EF4-FFF2-40B4-BE49-F238E27FC236}">
                        <a16:creationId xmlns:a16="http://schemas.microsoft.com/office/drawing/2014/main" id="{D24F7CFF-0881-2209-9E0C-C3A8FA0A8500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8016" name="Ink 28015">
                    <a:extLst>
                      <a:ext uri="{FF2B5EF4-FFF2-40B4-BE49-F238E27FC236}">
                        <a16:creationId xmlns:a16="http://schemas.microsoft.com/office/drawing/2014/main" id="{D24F7CFF-0881-2209-9E0C-C3A8FA0A8500}"/>
                      </a:ext>
                    </a:extLst>
                  </p:cNvPr>
                  <p:cNvPicPr/>
                  <p:nvPr/>
                </p:nvPicPr>
                <p:blipFill>
                  <a:blip r:embed="rId82"/>
                  <a:stretch>
                    <a:fillRect/>
                  </a:stretch>
                </p:blipFill>
                <p:spPr>
                  <a:xfrm>
                    <a:off x="5058368" y="3677642"/>
                    <a:ext cx="128712" cy="866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83">
                <p14:nvContentPartPr>
                  <p14:cNvPr id="28017" name="Ink 28016">
                    <a:extLst>
                      <a:ext uri="{FF2B5EF4-FFF2-40B4-BE49-F238E27FC236}">
                        <a16:creationId xmlns:a16="http://schemas.microsoft.com/office/drawing/2014/main" id="{4E03ADF7-A02A-0BC8-EE8A-ADD7511713FF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8017" name="Ink 28016">
                    <a:extLst>
                      <a:ext uri="{FF2B5EF4-FFF2-40B4-BE49-F238E27FC236}">
                        <a16:creationId xmlns:a16="http://schemas.microsoft.com/office/drawing/2014/main" id="{4E03ADF7-A02A-0BC8-EE8A-ADD7511713FF}"/>
                      </a:ext>
                    </a:extLst>
                  </p:cNvPr>
                  <p:cNvPicPr/>
                  <p:nvPr/>
                </p:nvPicPr>
                <p:blipFill>
                  <a:blip r:embed="rId84"/>
                  <a:stretch>
                    <a:fillRect/>
                  </a:stretch>
                </p:blipFill>
                <p:spPr>
                  <a:xfrm>
                    <a:off x="5256368" y="3476436"/>
                    <a:ext cx="76512" cy="663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85">
                <p14:nvContentPartPr>
                  <p14:cNvPr id="28018" name="Ink 28017">
                    <a:extLst>
                      <a:ext uri="{FF2B5EF4-FFF2-40B4-BE49-F238E27FC236}">
                        <a16:creationId xmlns:a16="http://schemas.microsoft.com/office/drawing/2014/main" id="{1B0D736C-53E5-837A-9FE9-ECD7640837F9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8018" name="Ink 28017">
                    <a:extLst>
                      <a:ext uri="{FF2B5EF4-FFF2-40B4-BE49-F238E27FC236}">
                        <a16:creationId xmlns:a16="http://schemas.microsoft.com/office/drawing/2014/main" id="{1B0D736C-53E5-837A-9FE9-ECD7640837F9}"/>
                      </a:ext>
                    </a:extLst>
                  </p:cNvPr>
                  <p:cNvPicPr/>
                  <p:nvPr/>
                </p:nvPicPr>
                <p:blipFill>
                  <a:blip r:embed="rId86"/>
                  <a:stretch>
                    <a:fillRect/>
                  </a:stretch>
                </p:blipFill>
                <p:spPr>
                  <a:xfrm>
                    <a:off x="5040032" y="3355925"/>
                    <a:ext cx="104903" cy="9141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87">
                <p14:nvContentPartPr>
                  <p14:cNvPr id="28019" name="Ink 28018">
                    <a:extLst>
                      <a:ext uri="{FF2B5EF4-FFF2-40B4-BE49-F238E27FC236}">
                        <a16:creationId xmlns:a16="http://schemas.microsoft.com/office/drawing/2014/main" id="{4A9D1397-E905-D11F-3CCA-610D629F0DBC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8019" name="Ink 28018">
                    <a:extLst>
                      <a:ext uri="{FF2B5EF4-FFF2-40B4-BE49-F238E27FC236}">
                        <a16:creationId xmlns:a16="http://schemas.microsoft.com/office/drawing/2014/main" id="{4A9D1397-E905-D11F-3CCA-610D629F0DBC}"/>
                      </a:ext>
                    </a:extLst>
                  </p:cNvPr>
                  <p:cNvPicPr/>
                  <p:nvPr/>
                </p:nvPicPr>
                <p:blipFill>
                  <a:blip r:embed="rId88"/>
                  <a:stretch>
                    <a:fillRect/>
                  </a:stretch>
                </p:blipFill>
                <p:spPr>
                  <a:xfrm>
                    <a:off x="4652649" y="3517844"/>
                    <a:ext cx="434709" cy="2190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89">
                <p14:nvContentPartPr>
                  <p14:cNvPr id="28020" name="Ink 28019">
                    <a:extLst>
                      <a:ext uri="{FF2B5EF4-FFF2-40B4-BE49-F238E27FC236}">
                        <a16:creationId xmlns:a16="http://schemas.microsoft.com/office/drawing/2014/main" id="{8DF37E78-FE59-DBF4-8D02-BA81BCF03F4A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8020" name="Ink 28019">
                    <a:extLst>
                      <a:ext uri="{FF2B5EF4-FFF2-40B4-BE49-F238E27FC236}">
                        <a16:creationId xmlns:a16="http://schemas.microsoft.com/office/drawing/2014/main" id="{8DF37E78-FE59-DBF4-8D02-BA81BCF03F4A}"/>
                      </a:ext>
                    </a:extLst>
                  </p:cNvPr>
                  <p:cNvPicPr/>
                  <p:nvPr/>
                </p:nvPicPr>
                <p:blipFill>
                  <a:blip r:embed="rId90"/>
                  <a:stretch>
                    <a:fillRect/>
                  </a:stretch>
                </p:blipFill>
                <p:spPr>
                  <a:xfrm>
                    <a:off x="5265021" y="3730645"/>
                    <a:ext cx="295006" cy="13793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1">
                <p14:nvContentPartPr>
                  <p14:cNvPr id="28021" name="Ink 28020">
                    <a:extLst>
                      <a:ext uri="{FF2B5EF4-FFF2-40B4-BE49-F238E27FC236}">
                        <a16:creationId xmlns:a16="http://schemas.microsoft.com/office/drawing/2014/main" id="{4E587B68-96EB-9D5D-C4C1-D7A3648FF4C3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8021" name="Ink 28020">
                    <a:extLst>
                      <a:ext uri="{FF2B5EF4-FFF2-40B4-BE49-F238E27FC236}">
                        <a16:creationId xmlns:a16="http://schemas.microsoft.com/office/drawing/2014/main" id="{4E587B68-96EB-9D5D-C4C1-D7A3648FF4C3}"/>
                      </a:ext>
                    </a:extLst>
                  </p:cNvPr>
                  <p:cNvPicPr/>
                  <p:nvPr/>
                </p:nvPicPr>
                <p:blipFill>
                  <a:blip r:embed="rId92"/>
                  <a:stretch>
                    <a:fillRect/>
                  </a:stretch>
                </p:blipFill>
                <p:spPr>
                  <a:xfrm>
                    <a:off x="4871531" y="3843972"/>
                    <a:ext cx="225906" cy="1881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3">
                <p14:nvContentPartPr>
                  <p14:cNvPr id="28022" name="Ink 28021">
                    <a:extLst>
                      <a:ext uri="{FF2B5EF4-FFF2-40B4-BE49-F238E27FC236}">
                        <a16:creationId xmlns:a16="http://schemas.microsoft.com/office/drawing/2014/main" id="{A8F7C25A-3936-586C-D643-9490349F1C01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8022" name="Ink 28021">
                    <a:extLst>
                      <a:ext uri="{FF2B5EF4-FFF2-40B4-BE49-F238E27FC236}">
                        <a16:creationId xmlns:a16="http://schemas.microsoft.com/office/drawing/2014/main" id="{A8F7C25A-3936-586C-D643-9490349F1C01}"/>
                      </a:ext>
                    </a:extLst>
                  </p:cNvPr>
                  <p:cNvPicPr/>
                  <p:nvPr/>
                </p:nvPicPr>
                <p:blipFill>
                  <a:blip r:embed="rId94"/>
                  <a:stretch>
                    <a:fillRect/>
                  </a:stretch>
                </p:blipFill>
                <p:spPr>
                  <a:xfrm>
                    <a:off x="4938155" y="4186311"/>
                    <a:ext cx="181938" cy="2472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">
                <p14:nvContentPartPr>
                  <p14:cNvPr id="28023" name="Ink 28022">
                    <a:extLst>
                      <a:ext uri="{FF2B5EF4-FFF2-40B4-BE49-F238E27FC236}">
                        <a16:creationId xmlns:a16="http://schemas.microsoft.com/office/drawing/2014/main" id="{720D04DF-6BEF-2833-C840-5DBDAB1FECF0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8023" name="Ink 28022">
                    <a:extLst>
                      <a:ext uri="{FF2B5EF4-FFF2-40B4-BE49-F238E27FC236}">
                        <a16:creationId xmlns:a16="http://schemas.microsoft.com/office/drawing/2014/main" id="{720D04DF-6BEF-2833-C840-5DBDAB1FECF0}"/>
                      </a:ext>
                    </a:extLst>
                  </p:cNvPr>
                  <p:cNvPicPr/>
                  <p:nvPr/>
                </p:nvPicPr>
                <p:blipFill>
                  <a:blip r:embed="rId96"/>
                  <a:stretch>
                    <a:fillRect/>
                  </a:stretch>
                </p:blipFill>
                <p:spPr>
                  <a:xfrm>
                    <a:off x="5283731" y="4435092"/>
                    <a:ext cx="225186" cy="1337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">
                <p14:nvContentPartPr>
                  <p14:cNvPr id="28024" name="Ink 28023">
                    <a:extLst>
                      <a:ext uri="{FF2B5EF4-FFF2-40B4-BE49-F238E27FC236}">
                        <a16:creationId xmlns:a16="http://schemas.microsoft.com/office/drawing/2014/main" id="{2A67594A-6A68-0CAE-3846-5498AE2C89D1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8024" name="Ink 28023">
                    <a:extLst>
                      <a:ext uri="{FF2B5EF4-FFF2-40B4-BE49-F238E27FC236}">
                        <a16:creationId xmlns:a16="http://schemas.microsoft.com/office/drawing/2014/main" id="{2A67594A-6A68-0CAE-3846-5498AE2C89D1}"/>
                      </a:ext>
                    </a:extLst>
                  </p:cNvPr>
                  <p:cNvPicPr/>
                  <p:nvPr/>
                </p:nvPicPr>
                <p:blipFill>
                  <a:blip r:embed="rId98"/>
                  <a:stretch>
                    <a:fillRect/>
                  </a:stretch>
                </p:blipFill>
                <p:spPr>
                  <a:xfrm>
                    <a:off x="5341735" y="4650743"/>
                    <a:ext cx="256417" cy="1686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">
                <p14:nvContentPartPr>
                  <p14:cNvPr id="28025" name="Ink 28024">
                    <a:extLst>
                      <a:ext uri="{FF2B5EF4-FFF2-40B4-BE49-F238E27FC236}">
                        <a16:creationId xmlns:a16="http://schemas.microsoft.com/office/drawing/2014/main" id="{5F2F468E-EC3A-5649-E3B8-C79FFC714689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8025" name="Ink 28024">
                    <a:extLst>
                      <a:ext uri="{FF2B5EF4-FFF2-40B4-BE49-F238E27FC236}">
                        <a16:creationId xmlns:a16="http://schemas.microsoft.com/office/drawing/2014/main" id="{5F2F468E-EC3A-5649-E3B8-C79FFC714689}"/>
                      </a:ext>
                    </a:extLst>
                  </p:cNvPr>
                  <p:cNvPicPr/>
                  <p:nvPr/>
                </p:nvPicPr>
                <p:blipFill>
                  <a:blip r:embed="rId100"/>
                  <a:stretch>
                    <a:fillRect/>
                  </a:stretch>
                </p:blipFill>
                <p:spPr>
                  <a:xfrm>
                    <a:off x="4844536" y="4756958"/>
                    <a:ext cx="309416" cy="1898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1">
                <p14:nvContentPartPr>
                  <p14:cNvPr id="28026" name="Ink 28025">
                    <a:extLst>
                      <a:ext uri="{FF2B5EF4-FFF2-40B4-BE49-F238E27FC236}">
                        <a16:creationId xmlns:a16="http://schemas.microsoft.com/office/drawing/2014/main" id="{A3506685-E02D-517E-01CF-7BA7E97396F3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8026" name="Ink 28025">
                    <a:extLst>
                      <a:ext uri="{FF2B5EF4-FFF2-40B4-BE49-F238E27FC236}">
                        <a16:creationId xmlns:a16="http://schemas.microsoft.com/office/drawing/2014/main" id="{A3506685-E02D-517E-01CF-7BA7E97396F3}"/>
                      </a:ext>
                    </a:extLst>
                  </p:cNvPr>
                  <p:cNvPicPr/>
                  <p:nvPr/>
                </p:nvPicPr>
                <p:blipFill>
                  <a:blip r:embed="rId102"/>
                  <a:stretch>
                    <a:fillRect/>
                  </a:stretch>
                </p:blipFill>
                <p:spPr>
                  <a:xfrm>
                    <a:off x="5313989" y="4941292"/>
                    <a:ext cx="273390" cy="169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">
                <p14:nvContentPartPr>
                  <p14:cNvPr id="28027" name="Ink 28026">
                    <a:extLst>
                      <a:ext uri="{FF2B5EF4-FFF2-40B4-BE49-F238E27FC236}">
                        <a16:creationId xmlns:a16="http://schemas.microsoft.com/office/drawing/2014/main" id="{535FC4A8-8750-98CA-30BF-F37CE4D86311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8027" name="Ink 28026">
                    <a:extLst>
                      <a:ext uri="{FF2B5EF4-FFF2-40B4-BE49-F238E27FC236}">
                        <a16:creationId xmlns:a16="http://schemas.microsoft.com/office/drawing/2014/main" id="{535FC4A8-8750-98CA-30BF-F37CE4D86311}"/>
                      </a:ext>
                    </a:extLst>
                  </p:cNvPr>
                  <p:cNvPicPr/>
                  <p:nvPr/>
                </p:nvPicPr>
                <p:blipFill>
                  <a:blip r:embed="rId104"/>
                  <a:stretch>
                    <a:fillRect/>
                  </a:stretch>
                </p:blipFill>
                <p:spPr>
                  <a:xfrm>
                    <a:off x="4833731" y="5055754"/>
                    <a:ext cx="275946" cy="19491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">
                <p14:nvContentPartPr>
                  <p14:cNvPr id="28028" name="Ink 28027">
                    <a:extLst>
                      <a:ext uri="{FF2B5EF4-FFF2-40B4-BE49-F238E27FC236}">
                        <a16:creationId xmlns:a16="http://schemas.microsoft.com/office/drawing/2014/main" id="{CB4A59F6-A47F-E915-D6AB-9B61858A9F07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8028" name="Ink 28027">
                    <a:extLst>
                      <a:ext uri="{FF2B5EF4-FFF2-40B4-BE49-F238E27FC236}">
                        <a16:creationId xmlns:a16="http://schemas.microsoft.com/office/drawing/2014/main" id="{CB4A59F6-A47F-E915-D6AB-9B61858A9F07}"/>
                      </a:ext>
                    </a:extLst>
                  </p:cNvPr>
                  <p:cNvPicPr/>
                  <p:nvPr/>
                </p:nvPicPr>
                <p:blipFill>
                  <a:blip r:embed="rId106"/>
                  <a:stretch>
                    <a:fillRect/>
                  </a:stretch>
                </p:blipFill>
                <p:spPr>
                  <a:xfrm>
                    <a:off x="5306428" y="5193623"/>
                    <a:ext cx="276993" cy="1686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">
                <p14:nvContentPartPr>
                  <p14:cNvPr id="28029" name="Ink 28028">
                    <a:extLst>
                      <a:ext uri="{FF2B5EF4-FFF2-40B4-BE49-F238E27FC236}">
                        <a16:creationId xmlns:a16="http://schemas.microsoft.com/office/drawing/2014/main" id="{621902FA-EF98-2605-5A34-2CFC061CC9B8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8029" name="Ink 28028">
                    <a:extLst>
                      <a:ext uri="{FF2B5EF4-FFF2-40B4-BE49-F238E27FC236}">
                        <a16:creationId xmlns:a16="http://schemas.microsoft.com/office/drawing/2014/main" id="{621902FA-EF98-2605-5A34-2CFC061CC9B8}"/>
                      </a:ext>
                    </a:extLst>
                  </p:cNvPr>
                  <p:cNvPicPr/>
                  <p:nvPr/>
                </p:nvPicPr>
                <p:blipFill>
                  <a:blip r:embed="rId108"/>
                  <a:stretch>
                    <a:fillRect/>
                  </a:stretch>
                </p:blipFill>
                <p:spPr>
                  <a:xfrm>
                    <a:off x="4875869" y="5335832"/>
                    <a:ext cx="316231" cy="155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">
                <p14:nvContentPartPr>
                  <p14:cNvPr id="28030" name="Ink 28029">
                    <a:extLst>
                      <a:ext uri="{FF2B5EF4-FFF2-40B4-BE49-F238E27FC236}">
                        <a16:creationId xmlns:a16="http://schemas.microsoft.com/office/drawing/2014/main" id="{9D014E0A-CBD1-E0B7-4862-3DF2A9B8E9C2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8030" name="Ink 28029">
                    <a:extLst>
                      <a:ext uri="{FF2B5EF4-FFF2-40B4-BE49-F238E27FC236}">
                        <a16:creationId xmlns:a16="http://schemas.microsoft.com/office/drawing/2014/main" id="{9D014E0A-CBD1-E0B7-4862-3DF2A9B8E9C2}"/>
                      </a:ext>
                    </a:extLst>
                  </p:cNvPr>
                  <p:cNvPicPr/>
                  <p:nvPr/>
                </p:nvPicPr>
                <p:blipFill>
                  <a:blip r:embed="rId110"/>
                  <a:stretch>
                    <a:fillRect/>
                  </a:stretch>
                </p:blipFill>
                <p:spPr>
                  <a:xfrm>
                    <a:off x="5297059" y="5415742"/>
                    <a:ext cx="345049" cy="169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7965" name="Freeform 27964">
              <a:extLst>
                <a:ext uri="{FF2B5EF4-FFF2-40B4-BE49-F238E27FC236}">
                  <a16:creationId xmlns:a16="http://schemas.microsoft.com/office/drawing/2014/main" id="{1CCDE662-B246-39A8-1350-64CA4E2C14A5}"/>
                </a:ext>
              </a:extLst>
            </p:cNvPr>
            <p:cNvSpPr/>
            <p:nvPr/>
          </p:nvSpPr>
          <p:spPr bwMode="auto">
            <a:xfrm>
              <a:off x="5268976" y="32614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66" name="Freeform 27965">
              <a:extLst>
                <a:ext uri="{FF2B5EF4-FFF2-40B4-BE49-F238E27FC236}">
                  <a16:creationId xmlns:a16="http://schemas.microsoft.com/office/drawing/2014/main" id="{1A33FD69-73FE-67E6-A5C7-1B2234DA2A3D}"/>
                </a:ext>
              </a:extLst>
            </p:cNvPr>
            <p:cNvSpPr/>
            <p:nvPr/>
          </p:nvSpPr>
          <p:spPr bwMode="auto">
            <a:xfrm>
              <a:off x="5240550" y="36886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67" name="Freeform 27966">
              <a:extLst>
                <a:ext uri="{FF2B5EF4-FFF2-40B4-BE49-F238E27FC236}">
                  <a16:creationId xmlns:a16="http://schemas.microsoft.com/office/drawing/2014/main" id="{2508DCEF-FC2E-BF8D-7198-957431A6F0F9}"/>
                </a:ext>
              </a:extLst>
            </p:cNvPr>
            <p:cNvSpPr/>
            <p:nvPr/>
          </p:nvSpPr>
          <p:spPr bwMode="auto">
            <a:xfrm>
              <a:off x="5195211" y="40856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68" name="Freeform 27967">
              <a:extLst>
                <a:ext uri="{FF2B5EF4-FFF2-40B4-BE49-F238E27FC236}">
                  <a16:creationId xmlns:a16="http://schemas.microsoft.com/office/drawing/2014/main" id="{852EEA0C-B9C6-73CB-CF30-EE93C5E0DA1D}"/>
                </a:ext>
              </a:extLst>
            </p:cNvPr>
            <p:cNvSpPr/>
            <p:nvPr/>
          </p:nvSpPr>
          <p:spPr bwMode="auto">
            <a:xfrm>
              <a:off x="5185676" y="4394175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69" name="Freeform 27968">
              <a:extLst>
                <a:ext uri="{FF2B5EF4-FFF2-40B4-BE49-F238E27FC236}">
                  <a16:creationId xmlns:a16="http://schemas.microsoft.com/office/drawing/2014/main" id="{86993673-D9E8-0F9D-ED31-62FBCC9B2EDF}"/>
                </a:ext>
              </a:extLst>
            </p:cNvPr>
            <p:cNvSpPr/>
            <p:nvPr/>
          </p:nvSpPr>
          <p:spPr bwMode="auto">
            <a:xfrm>
              <a:off x="5304341" y="4634285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0" name="Freeform 27969">
              <a:extLst>
                <a:ext uri="{FF2B5EF4-FFF2-40B4-BE49-F238E27FC236}">
                  <a16:creationId xmlns:a16="http://schemas.microsoft.com/office/drawing/2014/main" id="{937FF7AC-1CEB-1F92-C5A6-06AC46613CC4}"/>
                </a:ext>
              </a:extLst>
            </p:cNvPr>
            <p:cNvSpPr/>
            <p:nvPr/>
          </p:nvSpPr>
          <p:spPr bwMode="auto">
            <a:xfrm>
              <a:off x="5267896" y="4928810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1" name="Freeform 27970">
              <a:extLst>
                <a:ext uri="{FF2B5EF4-FFF2-40B4-BE49-F238E27FC236}">
                  <a16:creationId xmlns:a16="http://schemas.microsoft.com/office/drawing/2014/main" id="{9EC7D667-0D51-5A81-00FC-8F6C5C739615}"/>
                </a:ext>
              </a:extLst>
            </p:cNvPr>
            <p:cNvSpPr/>
            <p:nvPr/>
          </p:nvSpPr>
          <p:spPr bwMode="auto">
            <a:xfrm>
              <a:off x="5275812" y="5188842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2" name="Freeform 27971">
              <a:extLst>
                <a:ext uri="{FF2B5EF4-FFF2-40B4-BE49-F238E27FC236}">
                  <a16:creationId xmlns:a16="http://schemas.microsoft.com/office/drawing/2014/main" id="{B628C6CB-D8C0-41F9-48B8-9E2F0F03025D}"/>
                </a:ext>
              </a:extLst>
            </p:cNvPr>
            <p:cNvSpPr/>
            <p:nvPr/>
          </p:nvSpPr>
          <p:spPr bwMode="auto">
            <a:xfrm>
              <a:off x="5267896" y="5409332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3" name="Freeform 27972">
              <a:extLst>
                <a:ext uri="{FF2B5EF4-FFF2-40B4-BE49-F238E27FC236}">
                  <a16:creationId xmlns:a16="http://schemas.microsoft.com/office/drawing/2014/main" id="{0FE34A32-9996-0313-C512-32E093EF80BB}"/>
                </a:ext>
              </a:extLst>
            </p:cNvPr>
            <p:cNvSpPr/>
            <p:nvPr/>
          </p:nvSpPr>
          <p:spPr bwMode="auto">
            <a:xfrm flipH="1">
              <a:off x="4583113" y="35291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4" name="Freeform 27973">
              <a:extLst>
                <a:ext uri="{FF2B5EF4-FFF2-40B4-BE49-F238E27FC236}">
                  <a16:creationId xmlns:a16="http://schemas.microsoft.com/office/drawing/2014/main" id="{EC91BCFF-DA40-3E21-BFE8-7E9C6E1459C0}"/>
                </a:ext>
              </a:extLst>
            </p:cNvPr>
            <p:cNvSpPr/>
            <p:nvPr/>
          </p:nvSpPr>
          <p:spPr bwMode="auto">
            <a:xfrm flipH="1">
              <a:off x="4796956" y="38379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5" name="Freeform 27974">
              <a:extLst>
                <a:ext uri="{FF2B5EF4-FFF2-40B4-BE49-F238E27FC236}">
                  <a16:creationId xmlns:a16="http://schemas.microsoft.com/office/drawing/2014/main" id="{3E6B2E33-6963-B6F9-9929-ED24A6910264}"/>
                </a:ext>
              </a:extLst>
            </p:cNvPr>
            <p:cNvSpPr/>
            <p:nvPr/>
          </p:nvSpPr>
          <p:spPr bwMode="auto">
            <a:xfrm flipH="1">
              <a:off x="4771910" y="42375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6" name="Freeform 27975">
              <a:extLst>
                <a:ext uri="{FF2B5EF4-FFF2-40B4-BE49-F238E27FC236}">
                  <a16:creationId xmlns:a16="http://schemas.microsoft.com/office/drawing/2014/main" id="{249CB156-E033-A2D3-A4C1-83E9AD68B5D3}"/>
                </a:ext>
              </a:extLst>
            </p:cNvPr>
            <p:cNvSpPr/>
            <p:nvPr/>
          </p:nvSpPr>
          <p:spPr bwMode="auto">
            <a:xfrm flipH="1">
              <a:off x="4837725" y="4568768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7" name="Freeform 27976">
              <a:extLst>
                <a:ext uri="{FF2B5EF4-FFF2-40B4-BE49-F238E27FC236}">
                  <a16:creationId xmlns:a16="http://schemas.microsoft.com/office/drawing/2014/main" id="{1F52F8FF-A44A-E454-AEB8-A351F8AC564A}"/>
                </a:ext>
              </a:extLst>
            </p:cNvPr>
            <p:cNvSpPr/>
            <p:nvPr/>
          </p:nvSpPr>
          <p:spPr bwMode="auto">
            <a:xfrm flipH="1">
              <a:off x="4763430" y="4769279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8" name="Freeform 27977">
              <a:extLst>
                <a:ext uri="{FF2B5EF4-FFF2-40B4-BE49-F238E27FC236}">
                  <a16:creationId xmlns:a16="http://schemas.microsoft.com/office/drawing/2014/main" id="{86236885-3612-0673-ECB2-B9DB04C70E5A}"/>
                </a:ext>
              </a:extLst>
            </p:cNvPr>
            <p:cNvSpPr/>
            <p:nvPr/>
          </p:nvSpPr>
          <p:spPr bwMode="auto">
            <a:xfrm flipH="1">
              <a:off x="4771911" y="5076346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79" name="Freeform 27978">
              <a:extLst>
                <a:ext uri="{FF2B5EF4-FFF2-40B4-BE49-F238E27FC236}">
                  <a16:creationId xmlns:a16="http://schemas.microsoft.com/office/drawing/2014/main" id="{7E566142-0706-6073-8F2E-01C2B302599F}"/>
                </a:ext>
              </a:extLst>
            </p:cNvPr>
            <p:cNvSpPr/>
            <p:nvPr/>
          </p:nvSpPr>
          <p:spPr bwMode="auto">
            <a:xfrm flipH="1">
              <a:off x="4763433" y="5343815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980" name="Freeform 27979">
              <a:extLst>
                <a:ext uri="{FF2B5EF4-FFF2-40B4-BE49-F238E27FC236}">
                  <a16:creationId xmlns:a16="http://schemas.microsoft.com/office/drawing/2014/main" id="{D7941556-3859-2D80-E5FF-91280CCD6B09}"/>
                </a:ext>
              </a:extLst>
            </p:cNvPr>
            <p:cNvSpPr/>
            <p:nvPr/>
          </p:nvSpPr>
          <p:spPr bwMode="auto">
            <a:xfrm flipH="1">
              <a:off x="4636727" y="32037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23178" name="Group 23177">
            <a:extLst>
              <a:ext uri="{FF2B5EF4-FFF2-40B4-BE49-F238E27FC236}">
                <a16:creationId xmlns:a16="http://schemas.microsoft.com/office/drawing/2014/main" id="{BABE007A-FDE0-5C13-EB2A-C7D62F48C86D}"/>
              </a:ext>
            </a:extLst>
          </p:cNvPr>
          <p:cNvGrpSpPr/>
          <p:nvPr/>
        </p:nvGrpSpPr>
        <p:grpSpPr>
          <a:xfrm flipH="1">
            <a:off x="2175727" y="1954507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23179" name="Ink 23178">
                  <a:extLst>
                    <a:ext uri="{FF2B5EF4-FFF2-40B4-BE49-F238E27FC236}">
                      <a16:creationId xmlns:a16="http://schemas.microsoft.com/office/drawing/2014/main" id="{B6D2E3B2-D3E1-ACE0-757F-FBEB3D5933E6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23179" name="Ink 23178">
                  <a:extLst>
                    <a:ext uri="{FF2B5EF4-FFF2-40B4-BE49-F238E27FC236}">
                      <a16:creationId xmlns:a16="http://schemas.microsoft.com/office/drawing/2014/main" id="{B6D2E3B2-D3E1-ACE0-757F-FBEB3D5933E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3180" name="Ink 23179">
                  <a:extLst>
                    <a:ext uri="{FF2B5EF4-FFF2-40B4-BE49-F238E27FC236}">
                      <a16:creationId xmlns:a16="http://schemas.microsoft.com/office/drawing/2014/main" id="{4E67C92C-395B-3125-D6DC-FDB7F445A442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3180" name="Ink 23179">
                  <a:extLst>
                    <a:ext uri="{FF2B5EF4-FFF2-40B4-BE49-F238E27FC236}">
                      <a16:creationId xmlns:a16="http://schemas.microsoft.com/office/drawing/2014/main" id="{4E67C92C-395B-3125-D6DC-FDB7F445A44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3181" name="Ink 23180">
                  <a:extLst>
                    <a:ext uri="{FF2B5EF4-FFF2-40B4-BE49-F238E27FC236}">
                      <a16:creationId xmlns:a16="http://schemas.microsoft.com/office/drawing/2014/main" id="{A7E13746-0ABE-2E1D-E1D3-B31F3DF7FCE5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3181" name="Ink 23180">
                  <a:extLst>
                    <a:ext uri="{FF2B5EF4-FFF2-40B4-BE49-F238E27FC236}">
                      <a16:creationId xmlns:a16="http://schemas.microsoft.com/office/drawing/2014/main" id="{A7E13746-0ABE-2E1D-E1D3-B31F3DF7FCE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3182" name="Ink 23181">
                  <a:extLst>
                    <a:ext uri="{FF2B5EF4-FFF2-40B4-BE49-F238E27FC236}">
                      <a16:creationId xmlns:a16="http://schemas.microsoft.com/office/drawing/2014/main" id="{28863A03-A739-28AD-2E09-EDCE24BF0115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3182" name="Ink 23181">
                  <a:extLst>
                    <a:ext uri="{FF2B5EF4-FFF2-40B4-BE49-F238E27FC236}">
                      <a16:creationId xmlns:a16="http://schemas.microsoft.com/office/drawing/2014/main" id="{28863A03-A739-28AD-2E09-EDCE24BF011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3183" name="Group 92">
              <a:extLst>
                <a:ext uri="{FF2B5EF4-FFF2-40B4-BE49-F238E27FC236}">
                  <a16:creationId xmlns:a16="http://schemas.microsoft.com/office/drawing/2014/main" id="{AAA2381C-66E4-5CFF-D83A-6142CDA67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312">
                <p14:nvContentPartPr>
                  <p14:cNvPr id="23219" name="Ink 23218">
                    <a:extLst>
                      <a:ext uri="{FF2B5EF4-FFF2-40B4-BE49-F238E27FC236}">
                        <a16:creationId xmlns:a16="http://schemas.microsoft.com/office/drawing/2014/main" id="{7F511C9E-5EC0-0D56-5FC5-13B110436E3E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3219" name="Ink 23218">
                    <a:extLst>
                      <a:ext uri="{FF2B5EF4-FFF2-40B4-BE49-F238E27FC236}">
                        <a16:creationId xmlns:a16="http://schemas.microsoft.com/office/drawing/2014/main" id="{7F511C9E-5EC0-0D56-5FC5-13B110436E3E}"/>
                      </a:ext>
                    </a:extLst>
                  </p:cNvPr>
                  <p:cNvPicPr/>
                  <p:nvPr/>
                </p:nvPicPr>
                <p:blipFill>
                  <a:blip r:embed="rId313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14">
                <p14:nvContentPartPr>
                  <p14:cNvPr id="23220" name="Ink 23219">
                    <a:extLst>
                      <a:ext uri="{FF2B5EF4-FFF2-40B4-BE49-F238E27FC236}">
                        <a16:creationId xmlns:a16="http://schemas.microsoft.com/office/drawing/2014/main" id="{62DA632E-F0C2-3176-B61F-46C40D19108A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3220" name="Ink 23219">
                    <a:extLst>
                      <a:ext uri="{FF2B5EF4-FFF2-40B4-BE49-F238E27FC236}">
                        <a16:creationId xmlns:a16="http://schemas.microsoft.com/office/drawing/2014/main" id="{62DA632E-F0C2-3176-B61F-46C40D19108A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16">
                <p14:nvContentPartPr>
                  <p14:cNvPr id="23221" name="Ink 23220">
                    <a:extLst>
                      <a:ext uri="{FF2B5EF4-FFF2-40B4-BE49-F238E27FC236}">
                        <a16:creationId xmlns:a16="http://schemas.microsoft.com/office/drawing/2014/main" id="{8A160B8F-2FC0-E7E1-298F-0527ADB4CF9A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3221" name="Ink 23220">
                    <a:extLst>
                      <a:ext uri="{FF2B5EF4-FFF2-40B4-BE49-F238E27FC236}">
                        <a16:creationId xmlns:a16="http://schemas.microsoft.com/office/drawing/2014/main" id="{8A160B8F-2FC0-E7E1-298F-0527ADB4CF9A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18">
                <p14:nvContentPartPr>
                  <p14:cNvPr id="23222" name="Ink 23221">
                    <a:extLst>
                      <a:ext uri="{FF2B5EF4-FFF2-40B4-BE49-F238E27FC236}">
                        <a16:creationId xmlns:a16="http://schemas.microsoft.com/office/drawing/2014/main" id="{3D40F763-12E1-F96F-AC97-6A586D1E7A50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3222" name="Ink 23221">
                    <a:extLst>
                      <a:ext uri="{FF2B5EF4-FFF2-40B4-BE49-F238E27FC236}">
                        <a16:creationId xmlns:a16="http://schemas.microsoft.com/office/drawing/2014/main" id="{3D40F763-12E1-F96F-AC97-6A586D1E7A50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20">
                <p14:nvContentPartPr>
                  <p14:cNvPr id="23223" name="Ink 23222">
                    <a:extLst>
                      <a:ext uri="{FF2B5EF4-FFF2-40B4-BE49-F238E27FC236}">
                        <a16:creationId xmlns:a16="http://schemas.microsoft.com/office/drawing/2014/main" id="{93B73259-34F0-3C00-9CA3-6C7C05160053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3223" name="Ink 23222">
                    <a:extLst>
                      <a:ext uri="{FF2B5EF4-FFF2-40B4-BE49-F238E27FC236}">
                        <a16:creationId xmlns:a16="http://schemas.microsoft.com/office/drawing/2014/main" id="{93B73259-34F0-3C00-9CA3-6C7C05160053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22">
                <p14:nvContentPartPr>
                  <p14:cNvPr id="23224" name="Ink 23223">
                    <a:extLst>
                      <a:ext uri="{FF2B5EF4-FFF2-40B4-BE49-F238E27FC236}">
                        <a16:creationId xmlns:a16="http://schemas.microsoft.com/office/drawing/2014/main" id="{FD19278E-9389-B464-6B5C-588F945C17FE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3224" name="Ink 23223">
                    <a:extLst>
                      <a:ext uri="{FF2B5EF4-FFF2-40B4-BE49-F238E27FC236}">
                        <a16:creationId xmlns:a16="http://schemas.microsoft.com/office/drawing/2014/main" id="{FD19278E-9389-B464-6B5C-588F945C17FE}"/>
                      </a:ext>
                    </a:extLst>
                  </p:cNvPr>
                  <p:cNvPicPr/>
                  <p:nvPr/>
                </p:nvPicPr>
                <p:blipFill>
                  <a:blip r:embed="rId32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24">
                <p14:nvContentPartPr>
                  <p14:cNvPr id="23225" name="Ink 23224">
                    <a:extLst>
                      <a:ext uri="{FF2B5EF4-FFF2-40B4-BE49-F238E27FC236}">
                        <a16:creationId xmlns:a16="http://schemas.microsoft.com/office/drawing/2014/main" id="{2024F1A4-8475-5894-BDAD-BD0F730DF4C4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3225" name="Ink 23224">
                    <a:extLst>
                      <a:ext uri="{FF2B5EF4-FFF2-40B4-BE49-F238E27FC236}">
                        <a16:creationId xmlns:a16="http://schemas.microsoft.com/office/drawing/2014/main" id="{2024F1A4-8475-5894-BDAD-BD0F730DF4C4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26">
                <p14:nvContentPartPr>
                  <p14:cNvPr id="23226" name="Ink 23225">
                    <a:extLst>
                      <a:ext uri="{FF2B5EF4-FFF2-40B4-BE49-F238E27FC236}">
                        <a16:creationId xmlns:a16="http://schemas.microsoft.com/office/drawing/2014/main" id="{64059714-CEDC-3257-76EB-7E200BE4A335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3226" name="Ink 23225">
                    <a:extLst>
                      <a:ext uri="{FF2B5EF4-FFF2-40B4-BE49-F238E27FC236}">
                        <a16:creationId xmlns:a16="http://schemas.microsoft.com/office/drawing/2014/main" id="{64059714-CEDC-3257-76EB-7E200BE4A335}"/>
                      </a:ext>
                    </a:extLst>
                  </p:cNvPr>
                  <p:cNvPicPr/>
                  <p:nvPr/>
                </p:nvPicPr>
                <p:blipFill>
                  <a:blip r:embed="rId327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28">
                <p14:nvContentPartPr>
                  <p14:cNvPr id="23227" name="Ink 23226">
                    <a:extLst>
                      <a:ext uri="{FF2B5EF4-FFF2-40B4-BE49-F238E27FC236}">
                        <a16:creationId xmlns:a16="http://schemas.microsoft.com/office/drawing/2014/main" id="{5A87CD22-D3B2-29B6-81FC-D10F6A88D22F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3227" name="Ink 23226">
                    <a:extLst>
                      <a:ext uri="{FF2B5EF4-FFF2-40B4-BE49-F238E27FC236}">
                        <a16:creationId xmlns:a16="http://schemas.microsoft.com/office/drawing/2014/main" id="{5A87CD22-D3B2-29B6-81FC-D10F6A88D22F}"/>
                      </a:ext>
                    </a:extLst>
                  </p:cNvPr>
                  <p:cNvPicPr/>
                  <p:nvPr/>
                </p:nvPicPr>
                <p:blipFill>
                  <a:blip r:embed="rId329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0">
                <p14:nvContentPartPr>
                  <p14:cNvPr id="23228" name="Ink 23227">
                    <a:extLst>
                      <a:ext uri="{FF2B5EF4-FFF2-40B4-BE49-F238E27FC236}">
                        <a16:creationId xmlns:a16="http://schemas.microsoft.com/office/drawing/2014/main" id="{64CB8E37-BC07-81D7-1A2E-17BD9422C9FD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3228" name="Ink 23227">
                    <a:extLst>
                      <a:ext uri="{FF2B5EF4-FFF2-40B4-BE49-F238E27FC236}">
                        <a16:creationId xmlns:a16="http://schemas.microsoft.com/office/drawing/2014/main" id="{64CB8E37-BC07-81D7-1A2E-17BD9422C9FD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2">
                <p14:nvContentPartPr>
                  <p14:cNvPr id="23229" name="Ink 23228">
                    <a:extLst>
                      <a:ext uri="{FF2B5EF4-FFF2-40B4-BE49-F238E27FC236}">
                        <a16:creationId xmlns:a16="http://schemas.microsoft.com/office/drawing/2014/main" id="{EC4A6E67-E56A-6DBF-6F0F-F2A43098559B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3229" name="Ink 23228">
                    <a:extLst>
                      <a:ext uri="{FF2B5EF4-FFF2-40B4-BE49-F238E27FC236}">
                        <a16:creationId xmlns:a16="http://schemas.microsoft.com/office/drawing/2014/main" id="{EC4A6E67-E56A-6DBF-6F0F-F2A43098559B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4">
                <p14:nvContentPartPr>
                  <p14:cNvPr id="23230" name="Ink 23229">
                    <a:extLst>
                      <a:ext uri="{FF2B5EF4-FFF2-40B4-BE49-F238E27FC236}">
                        <a16:creationId xmlns:a16="http://schemas.microsoft.com/office/drawing/2014/main" id="{E14FE68A-8170-D802-CD64-3F3CADE37B05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3230" name="Ink 23229">
                    <a:extLst>
                      <a:ext uri="{FF2B5EF4-FFF2-40B4-BE49-F238E27FC236}">
                        <a16:creationId xmlns:a16="http://schemas.microsoft.com/office/drawing/2014/main" id="{E14FE68A-8170-D802-CD64-3F3CADE37B05}"/>
                      </a:ext>
                    </a:extLst>
                  </p:cNvPr>
                  <p:cNvPicPr/>
                  <p:nvPr/>
                </p:nvPicPr>
                <p:blipFill>
                  <a:blip r:embed="rId33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6">
                <p14:nvContentPartPr>
                  <p14:cNvPr id="23231" name="Ink 23230">
                    <a:extLst>
                      <a:ext uri="{FF2B5EF4-FFF2-40B4-BE49-F238E27FC236}">
                        <a16:creationId xmlns:a16="http://schemas.microsoft.com/office/drawing/2014/main" id="{A673BF5F-69BA-4C68-7F27-979E0447832F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3231" name="Ink 23230">
                    <a:extLst>
                      <a:ext uri="{FF2B5EF4-FFF2-40B4-BE49-F238E27FC236}">
                        <a16:creationId xmlns:a16="http://schemas.microsoft.com/office/drawing/2014/main" id="{A673BF5F-69BA-4C68-7F27-979E0447832F}"/>
                      </a:ext>
                    </a:extLst>
                  </p:cNvPr>
                  <p:cNvPicPr/>
                  <p:nvPr/>
                </p:nvPicPr>
                <p:blipFill>
                  <a:blip r:embed="rId33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38">
                <p14:nvContentPartPr>
                  <p14:cNvPr id="23232" name="Ink 23231">
                    <a:extLst>
                      <a:ext uri="{FF2B5EF4-FFF2-40B4-BE49-F238E27FC236}">
                        <a16:creationId xmlns:a16="http://schemas.microsoft.com/office/drawing/2014/main" id="{A582E631-C70B-A76A-7781-83F990DC348F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3232" name="Ink 23231">
                    <a:extLst>
                      <a:ext uri="{FF2B5EF4-FFF2-40B4-BE49-F238E27FC236}">
                        <a16:creationId xmlns:a16="http://schemas.microsoft.com/office/drawing/2014/main" id="{A582E631-C70B-A76A-7781-83F990DC348F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0">
                <p14:nvContentPartPr>
                  <p14:cNvPr id="23233" name="Ink 23232">
                    <a:extLst>
                      <a:ext uri="{FF2B5EF4-FFF2-40B4-BE49-F238E27FC236}">
                        <a16:creationId xmlns:a16="http://schemas.microsoft.com/office/drawing/2014/main" id="{754A89E3-B8B4-DA31-F8E7-D48830B4DF69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3233" name="Ink 23232">
                    <a:extLst>
                      <a:ext uri="{FF2B5EF4-FFF2-40B4-BE49-F238E27FC236}">
                        <a16:creationId xmlns:a16="http://schemas.microsoft.com/office/drawing/2014/main" id="{754A89E3-B8B4-DA31-F8E7-D48830B4DF69}"/>
                      </a:ext>
                    </a:extLst>
                  </p:cNvPr>
                  <p:cNvPicPr/>
                  <p:nvPr/>
                </p:nvPicPr>
                <p:blipFill>
                  <a:blip r:embed="rId341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2">
                <p14:nvContentPartPr>
                  <p14:cNvPr id="23234" name="Ink 23233">
                    <a:extLst>
                      <a:ext uri="{FF2B5EF4-FFF2-40B4-BE49-F238E27FC236}">
                        <a16:creationId xmlns:a16="http://schemas.microsoft.com/office/drawing/2014/main" id="{60BE638B-28B6-CEFF-E410-AD80457CA56B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3234" name="Ink 23233">
                    <a:extLst>
                      <a:ext uri="{FF2B5EF4-FFF2-40B4-BE49-F238E27FC236}">
                        <a16:creationId xmlns:a16="http://schemas.microsoft.com/office/drawing/2014/main" id="{60BE638B-28B6-CEFF-E410-AD80457CA56B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3">
                <p14:nvContentPartPr>
                  <p14:cNvPr id="23235" name="Ink 23234">
                    <a:extLst>
                      <a:ext uri="{FF2B5EF4-FFF2-40B4-BE49-F238E27FC236}">
                        <a16:creationId xmlns:a16="http://schemas.microsoft.com/office/drawing/2014/main" id="{3605B2F6-E5ED-25D7-89B8-D74D0EE5A177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3235" name="Ink 23234">
                    <a:extLst>
                      <a:ext uri="{FF2B5EF4-FFF2-40B4-BE49-F238E27FC236}">
                        <a16:creationId xmlns:a16="http://schemas.microsoft.com/office/drawing/2014/main" id="{3605B2F6-E5ED-25D7-89B8-D74D0EE5A177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5">
                <p14:nvContentPartPr>
                  <p14:cNvPr id="23236" name="Ink 23235">
                    <a:extLst>
                      <a:ext uri="{FF2B5EF4-FFF2-40B4-BE49-F238E27FC236}">
                        <a16:creationId xmlns:a16="http://schemas.microsoft.com/office/drawing/2014/main" id="{86327853-7BE9-AB95-BB4A-B39622998984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3236" name="Ink 23235">
                    <a:extLst>
                      <a:ext uri="{FF2B5EF4-FFF2-40B4-BE49-F238E27FC236}">
                        <a16:creationId xmlns:a16="http://schemas.microsoft.com/office/drawing/2014/main" id="{86327853-7BE9-AB95-BB4A-B39622998984}"/>
                      </a:ext>
                    </a:extLst>
                  </p:cNvPr>
                  <p:cNvPicPr/>
                  <p:nvPr/>
                </p:nvPicPr>
                <p:blipFill>
                  <a:blip r:embed="rId346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7">
                <p14:nvContentPartPr>
                  <p14:cNvPr id="23237" name="Ink 23236">
                    <a:extLst>
                      <a:ext uri="{FF2B5EF4-FFF2-40B4-BE49-F238E27FC236}">
                        <a16:creationId xmlns:a16="http://schemas.microsoft.com/office/drawing/2014/main" id="{E8376792-F507-03FD-C458-0A610170D724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3237" name="Ink 23236">
                    <a:extLst>
                      <a:ext uri="{FF2B5EF4-FFF2-40B4-BE49-F238E27FC236}">
                        <a16:creationId xmlns:a16="http://schemas.microsoft.com/office/drawing/2014/main" id="{E8376792-F507-03FD-C458-0A610170D724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49">
                <p14:nvContentPartPr>
                  <p14:cNvPr id="23238" name="Ink 23237">
                    <a:extLst>
                      <a:ext uri="{FF2B5EF4-FFF2-40B4-BE49-F238E27FC236}">
                        <a16:creationId xmlns:a16="http://schemas.microsoft.com/office/drawing/2014/main" id="{5DB3FF64-9484-FE7D-0FAE-50B86C366370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3238" name="Ink 23237">
                    <a:extLst>
                      <a:ext uri="{FF2B5EF4-FFF2-40B4-BE49-F238E27FC236}">
                        <a16:creationId xmlns:a16="http://schemas.microsoft.com/office/drawing/2014/main" id="{5DB3FF64-9484-FE7D-0FAE-50B86C366370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0">
                <p14:nvContentPartPr>
                  <p14:cNvPr id="23239" name="Ink 23238">
                    <a:extLst>
                      <a:ext uri="{FF2B5EF4-FFF2-40B4-BE49-F238E27FC236}">
                        <a16:creationId xmlns:a16="http://schemas.microsoft.com/office/drawing/2014/main" id="{A82220B6-0322-CCEF-8BA9-C2AB4F84FBD8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3239" name="Ink 23238">
                    <a:extLst>
                      <a:ext uri="{FF2B5EF4-FFF2-40B4-BE49-F238E27FC236}">
                        <a16:creationId xmlns:a16="http://schemas.microsoft.com/office/drawing/2014/main" id="{A82220B6-0322-CCEF-8BA9-C2AB4F84FBD8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2">
                <p14:nvContentPartPr>
                  <p14:cNvPr id="23240" name="Ink 23239">
                    <a:extLst>
                      <a:ext uri="{FF2B5EF4-FFF2-40B4-BE49-F238E27FC236}">
                        <a16:creationId xmlns:a16="http://schemas.microsoft.com/office/drawing/2014/main" id="{FC436F58-21D5-6F37-D34D-AA7865D9B66A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3240" name="Ink 23239">
                    <a:extLst>
                      <a:ext uri="{FF2B5EF4-FFF2-40B4-BE49-F238E27FC236}">
                        <a16:creationId xmlns:a16="http://schemas.microsoft.com/office/drawing/2014/main" id="{FC436F58-21D5-6F37-D34D-AA7865D9B66A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4">
                <p14:nvContentPartPr>
                  <p14:cNvPr id="23241" name="Ink 23240">
                    <a:extLst>
                      <a:ext uri="{FF2B5EF4-FFF2-40B4-BE49-F238E27FC236}">
                        <a16:creationId xmlns:a16="http://schemas.microsoft.com/office/drawing/2014/main" id="{76BE24A0-2107-82ED-C144-897B99F7053A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3241" name="Ink 23240">
                    <a:extLst>
                      <a:ext uri="{FF2B5EF4-FFF2-40B4-BE49-F238E27FC236}">
                        <a16:creationId xmlns:a16="http://schemas.microsoft.com/office/drawing/2014/main" id="{76BE24A0-2107-82ED-C144-897B99F7053A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6">
                <p14:nvContentPartPr>
                  <p14:cNvPr id="23242" name="Ink 23241">
                    <a:extLst>
                      <a:ext uri="{FF2B5EF4-FFF2-40B4-BE49-F238E27FC236}">
                        <a16:creationId xmlns:a16="http://schemas.microsoft.com/office/drawing/2014/main" id="{62205F86-5426-3B6E-074A-9A9E3B34A19E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3242" name="Ink 23241">
                    <a:extLst>
                      <a:ext uri="{FF2B5EF4-FFF2-40B4-BE49-F238E27FC236}">
                        <a16:creationId xmlns:a16="http://schemas.microsoft.com/office/drawing/2014/main" id="{62205F86-5426-3B6E-074A-9A9E3B34A19E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58">
                <p14:nvContentPartPr>
                  <p14:cNvPr id="23243" name="Ink 23242">
                    <a:extLst>
                      <a:ext uri="{FF2B5EF4-FFF2-40B4-BE49-F238E27FC236}">
                        <a16:creationId xmlns:a16="http://schemas.microsoft.com/office/drawing/2014/main" id="{5BF88ACF-56CD-A88F-B1C2-B4285563179D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3243" name="Ink 23242">
                    <a:extLst>
                      <a:ext uri="{FF2B5EF4-FFF2-40B4-BE49-F238E27FC236}">
                        <a16:creationId xmlns:a16="http://schemas.microsoft.com/office/drawing/2014/main" id="{5BF88ACF-56CD-A88F-B1C2-B4285563179D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0">
                <p14:nvContentPartPr>
                  <p14:cNvPr id="23244" name="Ink 23243">
                    <a:extLst>
                      <a:ext uri="{FF2B5EF4-FFF2-40B4-BE49-F238E27FC236}">
                        <a16:creationId xmlns:a16="http://schemas.microsoft.com/office/drawing/2014/main" id="{54BBB19E-1E36-DA27-3209-D3923CE8DAF5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3244" name="Ink 23243">
                    <a:extLst>
                      <a:ext uri="{FF2B5EF4-FFF2-40B4-BE49-F238E27FC236}">
                        <a16:creationId xmlns:a16="http://schemas.microsoft.com/office/drawing/2014/main" id="{54BBB19E-1E36-DA27-3209-D3923CE8DAF5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1">
                <p14:nvContentPartPr>
                  <p14:cNvPr id="23245" name="Ink 23244">
                    <a:extLst>
                      <a:ext uri="{FF2B5EF4-FFF2-40B4-BE49-F238E27FC236}">
                        <a16:creationId xmlns:a16="http://schemas.microsoft.com/office/drawing/2014/main" id="{34EFD154-1D63-AA97-E7C7-328A565CBE11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3245" name="Ink 23244">
                    <a:extLst>
                      <a:ext uri="{FF2B5EF4-FFF2-40B4-BE49-F238E27FC236}">
                        <a16:creationId xmlns:a16="http://schemas.microsoft.com/office/drawing/2014/main" id="{34EFD154-1D63-AA97-E7C7-328A565CBE11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2">
                <p14:nvContentPartPr>
                  <p14:cNvPr id="23246" name="Ink 23245">
                    <a:extLst>
                      <a:ext uri="{FF2B5EF4-FFF2-40B4-BE49-F238E27FC236}">
                        <a16:creationId xmlns:a16="http://schemas.microsoft.com/office/drawing/2014/main" id="{9D58E9F6-BD0D-4BF6-1C6A-82BAB5A7E3EB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3246" name="Ink 23245">
                    <a:extLst>
                      <a:ext uri="{FF2B5EF4-FFF2-40B4-BE49-F238E27FC236}">
                        <a16:creationId xmlns:a16="http://schemas.microsoft.com/office/drawing/2014/main" id="{9D58E9F6-BD0D-4BF6-1C6A-82BAB5A7E3EB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3">
                <p14:nvContentPartPr>
                  <p14:cNvPr id="23247" name="Ink 23246">
                    <a:extLst>
                      <a:ext uri="{FF2B5EF4-FFF2-40B4-BE49-F238E27FC236}">
                        <a16:creationId xmlns:a16="http://schemas.microsoft.com/office/drawing/2014/main" id="{399C67FF-A65D-C601-E99B-1F8F65E0DCE4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3247" name="Ink 23246">
                    <a:extLst>
                      <a:ext uri="{FF2B5EF4-FFF2-40B4-BE49-F238E27FC236}">
                        <a16:creationId xmlns:a16="http://schemas.microsoft.com/office/drawing/2014/main" id="{399C67FF-A65D-C601-E99B-1F8F65E0DCE4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4">
                <p14:nvContentPartPr>
                  <p14:cNvPr id="23248" name="Ink 23247">
                    <a:extLst>
                      <a:ext uri="{FF2B5EF4-FFF2-40B4-BE49-F238E27FC236}">
                        <a16:creationId xmlns:a16="http://schemas.microsoft.com/office/drawing/2014/main" id="{14B6BA2D-35F4-FA68-14F1-479C9CC111EB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3248" name="Ink 23247">
                    <a:extLst>
                      <a:ext uri="{FF2B5EF4-FFF2-40B4-BE49-F238E27FC236}">
                        <a16:creationId xmlns:a16="http://schemas.microsoft.com/office/drawing/2014/main" id="{14B6BA2D-35F4-FA68-14F1-479C9CC111EB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6">
                <p14:nvContentPartPr>
                  <p14:cNvPr id="23249" name="Ink 23248">
                    <a:extLst>
                      <a:ext uri="{FF2B5EF4-FFF2-40B4-BE49-F238E27FC236}">
                        <a16:creationId xmlns:a16="http://schemas.microsoft.com/office/drawing/2014/main" id="{82FFA35C-90A6-DACC-81BB-61BC1885CAAC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3249" name="Ink 23248">
                    <a:extLst>
                      <a:ext uri="{FF2B5EF4-FFF2-40B4-BE49-F238E27FC236}">
                        <a16:creationId xmlns:a16="http://schemas.microsoft.com/office/drawing/2014/main" id="{82FFA35C-90A6-DACC-81BB-61BC1885CAAC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7">
                <p14:nvContentPartPr>
                  <p14:cNvPr id="23250" name="Ink 23249">
                    <a:extLst>
                      <a:ext uri="{FF2B5EF4-FFF2-40B4-BE49-F238E27FC236}">
                        <a16:creationId xmlns:a16="http://schemas.microsoft.com/office/drawing/2014/main" id="{7DEEB3A1-26DF-7A43-CF1B-123AE6BE8001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3250" name="Ink 23249">
                    <a:extLst>
                      <a:ext uri="{FF2B5EF4-FFF2-40B4-BE49-F238E27FC236}">
                        <a16:creationId xmlns:a16="http://schemas.microsoft.com/office/drawing/2014/main" id="{7DEEB3A1-26DF-7A43-CF1B-123AE6BE8001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69">
                <p14:nvContentPartPr>
                  <p14:cNvPr id="23251" name="Ink 23250">
                    <a:extLst>
                      <a:ext uri="{FF2B5EF4-FFF2-40B4-BE49-F238E27FC236}">
                        <a16:creationId xmlns:a16="http://schemas.microsoft.com/office/drawing/2014/main" id="{CDF9A6F2-ADE6-42F6-E200-83BF767EEC37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3251" name="Ink 23250">
                    <a:extLst>
                      <a:ext uri="{FF2B5EF4-FFF2-40B4-BE49-F238E27FC236}">
                        <a16:creationId xmlns:a16="http://schemas.microsoft.com/office/drawing/2014/main" id="{CDF9A6F2-ADE6-42F6-E200-83BF767EEC37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0">
                <p14:nvContentPartPr>
                  <p14:cNvPr id="23252" name="Ink 23251">
                    <a:extLst>
                      <a:ext uri="{FF2B5EF4-FFF2-40B4-BE49-F238E27FC236}">
                        <a16:creationId xmlns:a16="http://schemas.microsoft.com/office/drawing/2014/main" id="{111DF719-8754-2B7E-762D-33C26E76975C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3252" name="Ink 23251">
                    <a:extLst>
                      <a:ext uri="{FF2B5EF4-FFF2-40B4-BE49-F238E27FC236}">
                        <a16:creationId xmlns:a16="http://schemas.microsoft.com/office/drawing/2014/main" id="{111DF719-8754-2B7E-762D-33C26E76975C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2">
                <p14:nvContentPartPr>
                  <p14:cNvPr id="23253" name="Ink 23252">
                    <a:extLst>
                      <a:ext uri="{FF2B5EF4-FFF2-40B4-BE49-F238E27FC236}">
                        <a16:creationId xmlns:a16="http://schemas.microsoft.com/office/drawing/2014/main" id="{8933F59A-48BC-239E-7FBC-153461FCC8D7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3253" name="Ink 23252">
                    <a:extLst>
                      <a:ext uri="{FF2B5EF4-FFF2-40B4-BE49-F238E27FC236}">
                        <a16:creationId xmlns:a16="http://schemas.microsoft.com/office/drawing/2014/main" id="{8933F59A-48BC-239E-7FBC-153461FCC8D7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3">
                <p14:nvContentPartPr>
                  <p14:cNvPr id="23254" name="Ink 23253">
                    <a:extLst>
                      <a:ext uri="{FF2B5EF4-FFF2-40B4-BE49-F238E27FC236}">
                        <a16:creationId xmlns:a16="http://schemas.microsoft.com/office/drawing/2014/main" id="{F7063390-E95B-AE32-37E9-9679F27553F5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3254" name="Ink 23253">
                    <a:extLst>
                      <a:ext uri="{FF2B5EF4-FFF2-40B4-BE49-F238E27FC236}">
                        <a16:creationId xmlns:a16="http://schemas.microsoft.com/office/drawing/2014/main" id="{F7063390-E95B-AE32-37E9-9679F27553F5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5">
                <p14:nvContentPartPr>
                  <p14:cNvPr id="23255" name="Ink 23254">
                    <a:extLst>
                      <a:ext uri="{FF2B5EF4-FFF2-40B4-BE49-F238E27FC236}">
                        <a16:creationId xmlns:a16="http://schemas.microsoft.com/office/drawing/2014/main" id="{845A0F1D-ACAA-4A9C-E581-8A916A653657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3255" name="Ink 23254">
                    <a:extLst>
                      <a:ext uri="{FF2B5EF4-FFF2-40B4-BE49-F238E27FC236}">
                        <a16:creationId xmlns:a16="http://schemas.microsoft.com/office/drawing/2014/main" id="{845A0F1D-ACAA-4A9C-E581-8A916A653657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7">
                <p14:nvContentPartPr>
                  <p14:cNvPr id="23256" name="Ink 23255">
                    <a:extLst>
                      <a:ext uri="{FF2B5EF4-FFF2-40B4-BE49-F238E27FC236}">
                        <a16:creationId xmlns:a16="http://schemas.microsoft.com/office/drawing/2014/main" id="{A3E848C3-70AE-570C-EB50-49C301D398E3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3256" name="Ink 23255">
                    <a:extLst>
                      <a:ext uri="{FF2B5EF4-FFF2-40B4-BE49-F238E27FC236}">
                        <a16:creationId xmlns:a16="http://schemas.microsoft.com/office/drawing/2014/main" id="{A3E848C3-70AE-570C-EB50-49C301D398E3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78">
                <p14:nvContentPartPr>
                  <p14:cNvPr id="23257" name="Ink 23256">
                    <a:extLst>
                      <a:ext uri="{FF2B5EF4-FFF2-40B4-BE49-F238E27FC236}">
                        <a16:creationId xmlns:a16="http://schemas.microsoft.com/office/drawing/2014/main" id="{AF443485-0499-46C1-8AF4-119064C8CF20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3257" name="Ink 23256">
                    <a:extLst>
                      <a:ext uri="{FF2B5EF4-FFF2-40B4-BE49-F238E27FC236}">
                        <a16:creationId xmlns:a16="http://schemas.microsoft.com/office/drawing/2014/main" id="{AF443485-0499-46C1-8AF4-119064C8CF20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80">
                <p14:nvContentPartPr>
                  <p14:cNvPr id="23258" name="Ink 23257">
                    <a:extLst>
                      <a:ext uri="{FF2B5EF4-FFF2-40B4-BE49-F238E27FC236}">
                        <a16:creationId xmlns:a16="http://schemas.microsoft.com/office/drawing/2014/main" id="{373FC3B2-0311-75FF-6C2E-17F6FB0742F3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3258" name="Ink 23257">
                    <a:extLst>
                      <a:ext uri="{FF2B5EF4-FFF2-40B4-BE49-F238E27FC236}">
                        <a16:creationId xmlns:a16="http://schemas.microsoft.com/office/drawing/2014/main" id="{373FC3B2-0311-75FF-6C2E-17F6FB0742F3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82">
                <p14:nvContentPartPr>
                  <p14:cNvPr id="23259" name="Ink 23258">
                    <a:extLst>
                      <a:ext uri="{FF2B5EF4-FFF2-40B4-BE49-F238E27FC236}">
                        <a16:creationId xmlns:a16="http://schemas.microsoft.com/office/drawing/2014/main" id="{44C9F631-A76A-95C6-6C3F-1E96367BF51A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3259" name="Ink 23258">
                    <a:extLst>
                      <a:ext uri="{FF2B5EF4-FFF2-40B4-BE49-F238E27FC236}">
                        <a16:creationId xmlns:a16="http://schemas.microsoft.com/office/drawing/2014/main" id="{44C9F631-A76A-95C6-6C3F-1E96367BF51A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84">
                <p14:nvContentPartPr>
                  <p14:cNvPr id="23260" name="Ink 23259">
                    <a:extLst>
                      <a:ext uri="{FF2B5EF4-FFF2-40B4-BE49-F238E27FC236}">
                        <a16:creationId xmlns:a16="http://schemas.microsoft.com/office/drawing/2014/main" id="{6258373F-44F3-9B9C-89FE-405811C16E23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3260" name="Ink 23259">
                    <a:extLst>
                      <a:ext uri="{FF2B5EF4-FFF2-40B4-BE49-F238E27FC236}">
                        <a16:creationId xmlns:a16="http://schemas.microsoft.com/office/drawing/2014/main" id="{6258373F-44F3-9B9C-89FE-405811C16E23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86">
                <p14:nvContentPartPr>
                  <p14:cNvPr id="23261" name="Ink 23260">
                    <a:extLst>
                      <a:ext uri="{FF2B5EF4-FFF2-40B4-BE49-F238E27FC236}">
                        <a16:creationId xmlns:a16="http://schemas.microsoft.com/office/drawing/2014/main" id="{2A65DE9C-A0F6-6187-6244-DDAE048F58F8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3261" name="Ink 23260">
                    <a:extLst>
                      <a:ext uri="{FF2B5EF4-FFF2-40B4-BE49-F238E27FC236}">
                        <a16:creationId xmlns:a16="http://schemas.microsoft.com/office/drawing/2014/main" id="{2A65DE9C-A0F6-6187-6244-DDAE048F58F8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88">
                <p14:nvContentPartPr>
                  <p14:cNvPr id="23262" name="Ink 23261">
                    <a:extLst>
                      <a:ext uri="{FF2B5EF4-FFF2-40B4-BE49-F238E27FC236}">
                        <a16:creationId xmlns:a16="http://schemas.microsoft.com/office/drawing/2014/main" id="{AD6E4ED9-0EB7-B6E0-422D-836B14C46218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3262" name="Ink 23261">
                    <a:extLst>
                      <a:ext uri="{FF2B5EF4-FFF2-40B4-BE49-F238E27FC236}">
                        <a16:creationId xmlns:a16="http://schemas.microsoft.com/office/drawing/2014/main" id="{AD6E4ED9-0EB7-B6E0-422D-836B14C46218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0">
                <p14:nvContentPartPr>
                  <p14:cNvPr id="23263" name="Ink 23262">
                    <a:extLst>
                      <a:ext uri="{FF2B5EF4-FFF2-40B4-BE49-F238E27FC236}">
                        <a16:creationId xmlns:a16="http://schemas.microsoft.com/office/drawing/2014/main" id="{227298D7-CB67-72B9-EBD0-6DBBA5DB7A4F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3263" name="Ink 23262">
                    <a:extLst>
                      <a:ext uri="{FF2B5EF4-FFF2-40B4-BE49-F238E27FC236}">
                        <a16:creationId xmlns:a16="http://schemas.microsoft.com/office/drawing/2014/main" id="{227298D7-CB67-72B9-EBD0-6DBBA5DB7A4F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2">
                <p14:nvContentPartPr>
                  <p14:cNvPr id="23264" name="Ink 23263">
                    <a:extLst>
                      <a:ext uri="{FF2B5EF4-FFF2-40B4-BE49-F238E27FC236}">
                        <a16:creationId xmlns:a16="http://schemas.microsoft.com/office/drawing/2014/main" id="{DCE61862-B8C4-B652-E9F7-15996C008F79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3264" name="Ink 23263">
                    <a:extLst>
                      <a:ext uri="{FF2B5EF4-FFF2-40B4-BE49-F238E27FC236}">
                        <a16:creationId xmlns:a16="http://schemas.microsoft.com/office/drawing/2014/main" id="{DCE61862-B8C4-B652-E9F7-15996C008F79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4">
                <p14:nvContentPartPr>
                  <p14:cNvPr id="23265" name="Ink 23264">
                    <a:extLst>
                      <a:ext uri="{FF2B5EF4-FFF2-40B4-BE49-F238E27FC236}">
                        <a16:creationId xmlns:a16="http://schemas.microsoft.com/office/drawing/2014/main" id="{F75EC7F9-54C9-925F-AC02-70F05722354E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3265" name="Ink 23264">
                    <a:extLst>
                      <a:ext uri="{FF2B5EF4-FFF2-40B4-BE49-F238E27FC236}">
                        <a16:creationId xmlns:a16="http://schemas.microsoft.com/office/drawing/2014/main" id="{F75EC7F9-54C9-925F-AC02-70F05722354E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6">
                <p14:nvContentPartPr>
                  <p14:cNvPr id="23266" name="Ink 23265">
                    <a:extLst>
                      <a:ext uri="{FF2B5EF4-FFF2-40B4-BE49-F238E27FC236}">
                        <a16:creationId xmlns:a16="http://schemas.microsoft.com/office/drawing/2014/main" id="{47BE944A-2172-C316-F5DF-4A310EEF3430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3266" name="Ink 23265">
                    <a:extLst>
                      <a:ext uri="{FF2B5EF4-FFF2-40B4-BE49-F238E27FC236}">
                        <a16:creationId xmlns:a16="http://schemas.microsoft.com/office/drawing/2014/main" id="{47BE944A-2172-C316-F5DF-4A310EEF3430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7">
                <p14:nvContentPartPr>
                  <p14:cNvPr id="23267" name="Ink 23266">
                    <a:extLst>
                      <a:ext uri="{FF2B5EF4-FFF2-40B4-BE49-F238E27FC236}">
                        <a16:creationId xmlns:a16="http://schemas.microsoft.com/office/drawing/2014/main" id="{6B165CC0-B676-20EE-1E89-0C9BFA1BC68B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3267" name="Ink 23266">
                    <a:extLst>
                      <a:ext uri="{FF2B5EF4-FFF2-40B4-BE49-F238E27FC236}">
                        <a16:creationId xmlns:a16="http://schemas.microsoft.com/office/drawing/2014/main" id="{6B165CC0-B676-20EE-1E89-0C9BFA1BC68B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399">
                <p14:nvContentPartPr>
                  <p14:cNvPr id="23268" name="Ink 23267">
                    <a:extLst>
                      <a:ext uri="{FF2B5EF4-FFF2-40B4-BE49-F238E27FC236}">
                        <a16:creationId xmlns:a16="http://schemas.microsoft.com/office/drawing/2014/main" id="{FE7A67EB-F53E-3CB7-836B-9E4D3E00FDF9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3268" name="Ink 23267">
                    <a:extLst>
                      <a:ext uri="{FF2B5EF4-FFF2-40B4-BE49-F238E27FC236}">
                        <a16:creationId xmlns:a16="http://schemas.microsoft.com/office/drawing/2014/main" id="{FE7A67EB-F53E-3CB7-836B-9E4D3E00FDF9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3184" name="Freeform 23183">
              <a:extLst>
                <a:ext uri="{FF2B5EF4-FFF2-40B4-BE49-F238E27FC236}">
                  <a16:creationId xmlns:a16="http://schemas.microsoft.com/office/drawing/2014/main" id="{00BBF88F-2AE2-5BB9-12D5-33696A3B5596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85" name="Freeform 23184">
              <a:extLst>
                <a:ext uri="{FF2B5EF4-FFF2-40B4-BE49-F238E27FC236}">
                  <a16:creationId xmlns:a16="http://schemas.microsoft.com/office/drawing/2014/main" id="{13229447-3039-0DC3-E276-2386BE24304E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86" name="Freeform 23185">
              <a:extLst>
                <a:ext uri="{FF2B5EF4-FFF2-40B4-BE49-F238E27FC236}">
                  <a16:creationId xmlns:a16="http://schemas.microsoft.com/office/drawing/2014/main" id="{E83ABC23-DB46-8EC1-F46D-B6241C16616E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87" name="Freeform 23186">
              <a:extLst>
                <a:ext uri="{FF2B5EF4-FFF2-40B4-BE49-F238E27FC236}">
                  <a16:creationId xmlns:a16="http://schemas.microsoft.com/office/drawing/2014/main" id="{146454B8-DCC2-BD3C-7F11-8B38A42DEA07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88" name="Freeform 23187">
              <a:extLst>
                <a:ext uri="{FF2B5EF4-FFF2-40B4-BE49-F238E27FC236}">
                  <a16:creationId xmlns:a16="http://schemas.microsoft.com/office/drawing/2014/main" id="{049E0C6B-7157-CE9C-5ABD-64B0426B4DA1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89" name="Freeform 23188">
              <a:extLst>
                <a:ext uri="{FF2B5EF4-FFF2-40B4-BE49-F238E27FC236}">
                  <a16:creationId xmlns:a16="http://schemas.microsoft.com/office/drawing/2014/main" id="{F4607E28-BF7D-FD29-7586-748CD025628C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0" name="Freeform 23189">
              <a:extLst>
                <a:ext uri="{FF2B5EF4-FFF2-40B4-BE49-F238E27FC236}">
                  <a16:creationId xmlns:a16="http://schemas.microsoft.com/office/drawing/2014/main" id="{8A46683B-31F7-5112-5951-19210F75CE77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1" name="Freeform 23190">
              <a:extLst>
                <a:ext uri="{FF2B5EF4-FFF2-40B4-BE49-F238E27FC236}">
                  <a16:creationId xmlns:a16="http://schemas.microsoft.com/office/drawing/2014/main" id="{B6689EAC-19B1-F490-1FBE-ED33AEBE45A5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2" name="Freeform 23191">
              <a:extLst>
                <a:ext uri="{FF2B5EF4-FFF2-40B4-BE49-F238E27FC236}">
                  <a16:creationId xmlns:a16="http://schemas.microsoft.com/office/drawing/2014/main" id="{D9B1D473-2670-8A31-52D0-200BBB165B9F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3" name="Freeform 23192">
              <a:extLst>
                <a:ext uri="{FF2B5EF4-FFF2-40B4-BE49-F238E27FC236}">
                  <a16:creationId xmlns:a16="http://schemas.microsoft.com/office/drawing/2014/main" id="{16820E91-247E-D754-9A1F-D1353A56E563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4" name="Freeform 23193">
              <a:extLst>
                <a:ext uri="{FF2B5EF4-FFF2-40B4-BE49-F238E27FC236}">
                  <a16:creationId xmlns:a16="http://schemas.microsoft.com/office/drawing/2014/main" id="{11EC1CE1-25A4-9C65-9D97-0BCB1EE8FD61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5" name="Freeform 23194">
              <a:extLst>
                <a:ext uri="{FF2B5EF4-FFF2-40B4-BE49-F238E27FC236}">
                  <a16:creationId xmlns:a16="http://schemas.microsoft.com/office/drawing/2014/main" id="{962A20DB-5470-D252-10DC-7C12D6B24AC1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6" name="Freeform 23195">
              <a:extLst>
                <a:ext uri="{FF2B5EF4-FFF2-40B4-BE49-F238E27FC236}">
                  <a16:creationId xmlns:a16="http://schemas.microsoft.com/office/drawing/2014/main" id="{46EE4C21-442C-F52E-DED1-041CF4226EF5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7" name="Freeform 23196">
              <a:extLst>
                <a:ext uri="{FF2B5EF4-FFF2-40B4-BE49-F238E27FC236}">
                  <a16:creationId xmlns:a16="http://schemas.microsoft.com/office/drawing/2014/main" id="{B35F04CB-2602-9B62-E2A7-47EB4A127981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8" name="Freeform 23197">
              <a:extLst>
                <a:ext uri="{FF2B5EF4-FFF2-40B4-BE49-F238E27FC236}">
                  <a16:creationId xmlns:a16="http://schemas.microsoft.com/office/drawing/2014/main" id="{903AF90C-3585-84BE-1353-E044AC0F96FE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99" name="Freeform 23198">
              <a:extLst>
                <a:ext uri="{FF2B5EF4-FFF2-40B4-BE49-F238E27FC236}">
                  <a16:creationId xmlns:a16="http://schemas.microsoft.com/office/drawing/2014/main" id="{94CF1DDC-C6EF-6477-4723-4E942C599574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3200" name="Ink 23199">
                  <a:extLst>
                    <a:ext uri="{FF2B5EF4-FFF2-40B4-BE49-F238E27FC236}">
                      <a16:creationId xmlns:a16="http://schemas.microsoft.com/office/drawing/2014/main" id="{B7B3D16D-4C8D-16B9-76D0-E2A7D197D950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3200" name="Ink 23199">
                  <a:extLst>
                    <a:ext uri="{FF2B5EF4-FFF2-40B4-BE49-F238E27FC236}">
                      <a16:creationId xmlns:a16="http://schemas.microsoft.com/office/drawing/2014/main" id="{B7B3D16D-4C8D-16B9-76D0-E2A7D197D95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201" name="Ink 23200">
                  <a:extLst>
                    <a:ext uri="{FF2B5EF4-FFF2-40B4-BE49-F238E27FC236}">
                      <a16:creationId xmlns:a16="http://schemas.microsoft.com/office/drawing/2014/main" id="{213E46CD-E75A-7C87-7F97-53588DF320E4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3201" name="Ink 23200">
                  <a:extLst>
                    <a:ext uri="{FF2B5EF4-FFF2-40B4-BE49-F238E27FC236}">
                      <a16:creationId xmlns:a16="http://schemas.microsoft.com/office/drawing/2014/main" id="{213E46CD-E75A-7C87-7F97-53588DF320E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3202" name="Ink 23201">
                  <a:extLst>
                    <a:ext uri="{FF2B5EF4-FFF2-40B4-BE49-F238E27FC236}">
                      <a16:creationId xmlns:a16="http://schemas.microsoft.com/office/drawing/2014/main" id="{027CD3BF-7AAE-CE8A-782A-903884E2954A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3202" name="Ink 23201">
                  <a:extLst>
                    <a:ext uri="{FF2B5EF4-FFF2-40B4-BE49-F238E27FC236}">
                      <a16:creationId xmlns:a16="http://schemas.microsoft.com/office/drawing/2014/main" id="{027CD3BF-7AAE-CE8A-782A-903884E2954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3203" name="Freeform 23202">
              <a:extLst>
                <a:ext uri="{FF2B5EF4-FFF2-40B4-BE49-F238E27FC236}">
                  <a16:creationId xmlns:a16="http://schemas.microsoft.com/office/drawing/2014/main" id="{3F3928D4-CB8B-DAB1-999B-02C23DD30FEF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4" name="Freeform 23203">
              <a:extLst>
                <a:ext uri="{FF2B5EF4-FFF2-40B4-BE49-F238E27FC236}">
                  <a16:creationId xmlns:a16="http://schemas.microsoft.com/office/drawing/2014/main" id="{7CA0C4B6-9CB6-5909-FD26-9C06EC8C12D7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5" name="Freeform 23204">
              <a:extLst>
                <a:ext uri="{FF2B5EF4-FFF2-40B4-BE49-F238E27FC236}">
                  <a16:creationId xmlns:a16="http://schemas.microsoft.com/office/drawing/2014/main" id="{DD9AC12D-4D5C-C984-2F66-0FA69547F01D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6" name="Freeform 23205">
              <a:extLst>
                <a:ext uri="{FF2B5EF4-FFF2-40B4-BE49-F238E27FC236}">
                  <a16:creationId xmlns:a16="http://schemas.microsoft.com/office/drawing/2014/main" id="{73C82230-DAA7-DAB4-3C60-D6D3341B3577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7" name="Freeform 23206">
              <a:extLst>
                <a:ext uri="{FF2B5EF4-FFF2-40B4-BE49-F238E27FC236}">
                  <a16:creationId xmlns:a16="http://schemas.microsoft.com/office/drawing/2014/main" id="{6D2D9500-9276-A085-0F19-4CF6EE4D4BC5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8" name="Freeform 23207">
              <a:extLst>
                <a:ext uri="{FF2B5EF4-FFF2-40B4-BE49-F238E27FC236}">
                  <a16:creationId xmlns:a16="http://schemas.microsoft.com/office/drawing/2014/main" id="{E6BA4C7B-DE94-C8F2-C0A8-69E339DEB546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09" name="Freeform 23208">
              <a:extLst>
                <a:ext uri="{FF2B5EF4-FFF2-40B4-BE49-F238E27FC236}">
                  <a16:creationId xmlns:a16="http://schemas.microsoft.com/office/drawing/2014/main" id="{C640EB0F-743F-9414-13C0-1FCBE16021B3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3210" name="Group 23209">
              <a:extLst>
                <a:ext uri="{FF2B5EF4-FFF2-40B4-BE49-F238E27FC236}">
                  <a16:creationId xmlns:a16="http://schemas.microsoft.com/office/drawing/2014/main" id="{44C7ED5C-3015-7C7A-14A9-C4F46F2AE308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04">
                <p14:nvContentPartPr>
                  <p14:cNvPr id="23211" name="Ink 23210">
                    <a:extLst>
                      <a:ext uri="{FF2B5EF4-FFF2-40B4-BE49-F238E27FC236}">
                        <a16:creationId xmlns:a16="http://schemas.microsoft.com/office/drawing/2014/main" id="{C44E1644-7E6D-1EF1-4087-930F93248E99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23211" name="Ink 23210">
                    <a:extLst>
                      <a:ext uri="{FF2B5EF4-FFF2-40B4-BE49-F238E27FC236}">
                        <a16:creationId xmlns:a16="http://schemas.microsoft.com/office/drawing/2014/main" id="{C44E1644-7E6D-1EF1-4087-930F93248E99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06">
                <p14:nvContentPartPr>
                  <p14:cNvPr id="23212" name="Ink 23211">
                    <a:extLst>
                      <a:ext uri="{FF2B5EF4-FFF2-40B4-BE49-F238E27FC236}">
                        <a16:creationId xmlns:a16="http://schemas.microsoft.com/office/drawing/2014/main" id="{E2264936-E28E-5189-B126-C75AB413AB09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23212" name="Ink 23211">
                    <a:extLst>
                      <a:ext uri="{FF2B5EF4-FFF2-40B4-BE49-F238E27FC236}">
                        <a16:creationId xmlns:a16="http://schemas.microsoft.com/office/drawing/2014/main" id="{E2264936-E28E-5189-B126-C75AB413AB09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07">
                <p14:nvContentPartPr>
                  <p14:cNvPr id="23213" name="Ink 23212">
                    <a:extLst>
                      <a:ext uri="{FF2B5EF4-FFF2-40B4-BE49-F238E27FC236}">
                        <a16:creationId xmlns:a16="http://schemas.microsoft.com/office/drawing/2014/main" id="{677953EC-6347-24FA-61B3-9CDEAB1AFD18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23213" name="Ink 23212">
                    <a:extLst>
                      <a:ext uri="{FF2B5EF4-FFF2-40B4-BE49-F238E27FC236}">
                        <a16:creationId xmlns:a16="http://schemas.microsoft.com/office/drawing/2014/main" id="{677953EC-6347-24FA-61B3-9CDEAB1AFD18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09">
                <p14:nvContentPartPr>
                  <p14:cNvPr id="23214" name="Ink 23213">
                    <a:extLst>
                      <a:ext uri="{FF2B5EF4-FFF2-40B4-BE49-F238E27FC236}">
                        <a16:creationId xmlns:a16="http://schemas.microsoft.com/office/drawing/2014/main" id="{2562A745-D263-115E-4E46-842F6E77A8CD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23214" name="Ink 23213">
                    <a:extLst>
                      <a:ext uri="{FF2B5EF4-FFF2-40B4-BE49-F238E27FC236}">
                        <a16:creationId xmlns:a16="http://schemas.microsoft.com/office/drawing/2014/main" id="{2562A745-D263-115E-4E46-842F6E77A8CD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10">
                <p14:nvContentPartPr>
                  <p14:cNvPr id="23215" name="Ink 23214">
                    <a:extLst>
                      <a:ext uri="{FF2B5EF4-FFF2-40B4-BE49-F238E27FC236}">
                        <a16:creationId xmlns:a16="http://schemas.microsoft.com/office/drawing/2014/main" id="{8D969DD4-2329-0E5C-60C6-4A3BB9D565C3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23215" name="Ink 23214">
                    <a:extLst>
                      <a:ext uri="{FF2B5EF4-FFF2-40B4-BE49-F238E27FC236}">
                        <a16:creationId xmlns:a16="http://schemas.microsoft.com/office/drawing/2014/main" id="{8D969DD4-2329-0E5C-60C6-4A3BB9D565C3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12">
                <p14:nvContentPartPr>
                  <p14:cNvPr id="23216" name="Ink 23215">
                    <a:extLst>
                      <a:ext uri="{FF2B5EF4-FFF2-40B4-BE49-F238E27FC236}">
                        <a16:creationId xmlns:a16="http://schemas.microsoft.com/office/drawing/2014/main" id="{5E0F0C14-374C-21C0-8F5B-1D20AF0F4E77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23216" name="Ink 23215">
                    <a:extLst>
                      <a:ext uri="{FF2B5EF4-FFF2-40B4-BE49-F238E27FC236}">
                        <a16:creationId xmlns:a16="http://schemas.microsoft.com/office/drawing/2014/main" id="{5E0F0C14-374C-21C0-8F5B-1D20AF0F4E77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14">
                <p14:nvContentPartPr>
                  <p14:cNvPr id="23217" name="Ink 23216">
                    <a:extLst>
                      <a:ext uri="{FF2B5EF4-FFF2-40B4-BE49-F238E27FC236}">
                        <a16:creationId xmlns:a16="http://schemas.microsoft.com/office/drawing/2014/main" id="{040FC53C-105E-8759-6E49-391FCFFA0A69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23217" name="Ink 23216">
                    <a:extLst>
                      <a:ext uri="{FF2B5EF4-FFF2-40B4-BE49-F238E27FC236}">
                        <a16:creationId xmlns:a16="http://schemas.microsoft.com/office/drawing/2014/main" id="{040FC53C-105E-8759-6E49-391FCFFA0A69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16">
                <p14:nvContentPartPr>
                  <p14:cNvPr id="23218" name="Ink 23217">
                    <a:extLst>
                      <a:ext uri="{FF2B5EF4-FFF2-40B4-BE49-F238E27FC236}">
                        <a16:creationId xmlns:a16="http://schemas.microsoft.com/office/drawing/2014/main" id="{FFDE570E-C6BF-A8ED-FB39-DF68FC239D5E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23218" name="Ink 23217">
                    <a:extLst>
                      <a:ext uri="{FF2B5EF4-FFF2-40B4-BE49-F238E27FC236}">
                        <a16:creationId xmlns:a16="http://schemas.microsoft.com/office/drawing/2014/main" id="{FFDE570E-C6BF-A8ED-FB39-DF68FC239D5E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3269" name="Group 23268">
            <a:extLst>
              <a:ext uri="{FF2B5EF4-FFF2-40B4-BE49-F238E27FC236}">
                <a16:creationId xmlns:a16="http://schemas.microsoft.com/office/drawing/2014/main" id="{01DC76E6-F8FB-ECF8-892A-9654663F7FD2}"/>
              </a:ext>
            </a:extLst>
          </p:cNvPr>
          <p:cNvGrpSpPr/>
          <p:nvPr/>
        </p:nvGrpSpPr>
        <p:grpSpPr>
          <a:xfrm flipH="1">
            <a:off x="2484468" y="1902256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270" name="Ink 23269">
                  <a:extLst>
                    <a:ext uri="{FF2B5EF4-FFF2-40B4-BE49-F238E27FC236}">
                      <a16:creationId xmlns:a16="http://schemas.microsoft.com/office/drawing/2014/main" id="{372E463D-5CE9-5BD7-A6C7-47C5E0C4A6C7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23270" name="Ink 23269">
                  <a:extLst>
                    <a:ext uri="{FF2B5EF4-FFF2-40B4-BE49-F238E27FC236}">
                      <a16:creationId xmlns:a16="http://schemas.microsoft.com/office/drawing/2014/main" id="{372E463D-5CE9-5BD7-A6C7-47C5E0C4A6C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3271" name="Ink 23270">
                  <a:extLst>
                    <a:ext uri="{FF2B5EF4-FFF2-40B4-BE49-F238E27FC236}">
                      <a16:creationId xmlns:a16="http://schemas.microsoft.com/office/drawing/2014/main" id="{97773EDD-B33E-AF22-07F1-9D518CE01779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3271" name="Ink 23270">
                  <a:extLst>
                    <a:ext uri="{FF2B5EF4-FFF2-40B4-BE49-F238E27FC236}">
                      <a16:creationId xmlns:a16="http://schemas.microsoft.com/office/drawing/2014/main" id="{97773EDD-B33E-AF22-07F1-9D518CE0177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272" name="Ink 23271">
                  <a:extLst>
                    <a:ext uri="{FF2B5EF4-FFF2-40B4-BE49-F238E27FC236}">
                      <a16:creationId xmlns:a16="http://schemas.microsoft.com/office/drawing/2014/main" id="{E1A5A96C-AD9A-37FD-B4CD-AACAF3098645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3272" name="Ink 23271">
                  <a:extLst>
                    <a:ext uri="{FF2B5EF4-FFF2-40B4-BE49-F238E27FC236}">
                      <a16:creationId xmlns:a16="http://schemas.microsoft.com/office/drawing/2014/main" id="{E1A5A96C-AD9A-37FD-B4CD-AACAF309864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3273" name="Ink 23272">
                  <a:extLst>
                    <a:ext uri="{FF2B5EF4-FFF2-40B4-BE49-F238E27FC236}">
                      <a16:creationId xmlns:a16="http://schemas.microsoft.com/office/drawing/2014/main" id="{F625DEAC-A6ED-B323-78D8-B7A04802F2AE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3273" name="Ink 23272">
                  <a:extLst>
                    <a:ext uri="{FF2B5EF4-FFF2-40B4-BE49-F238E27FC236}">
                      <a16:creationId xmlns:a16="http://schemas.microsoft.com/office/drawing/2014/main" id="{F625DEAC-A6ED-B323-78D8-B7A04802F2A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3274" name="Group 92">
              <a:extLst>
                <a:ext uri="{FF2B5EF4-FFF2-40B4-BE49-F238E27FC236}">
                  <a16:creationId xmlns:a16="http://schemas.microsoft.com/office/drawing/2014/main" id="{5F0A316A-9C01-EB2C-C887-EF17A45B07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22">
                <p14:nvContentPartPr>
                  <p14:cNvPr id="23310" name="Ink 23309">
                    <a:extLst>
                      <a:ext uri="{FF2B5EF4-FFF2-40B4-BE49-F238E27FC236}">
                        <a16:creationId xmlns:a16="http://schemas.microsoft.com/office/drawing/2014/main" id="{67154B9D-34EA-CF10-9B9D-402399C83ABA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3310" name="Ink 23309">
                    <a:extLst>
                      <a:ext uri="{FF2B5EF4-FFF2-40B4-BE49-F238E27FC236}">
                        <a16:creationId xmlns:a16="http://schemas.microsoft.com/office/drawing/2014/main" id="{67154B9D-34EA-CF10-9B9D-402399C83ABA}"/>
                      </a:ext>
                    </a:extLst>
                  </p:cNvPr>
                  <p:cNvPicPr/>
                  <p:nvPr/>
                </p:nvPicPr>
                <p:blipFill>
                  <a:blip r:embed="rId313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3">
                <p14:nvContentPartPr>
                  <p14:cNvPr id="23311" name="Ink 23310">
                    <a:extLst>
                      <a:ext uri="{FF2B5EF4-FFF2-40B4-BE49-F238E27FC236}">
                        <a16:creationId xmlns:a16="http://schemas.microsoft.com/office/drawing/2014/main" id="{7A734A9B-565A-00E4-5280-8EBE64C527C8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3311" name="Ink 23310">
                    <a:extLst>
                      <a:ext uri="{FF2B5EF4-FFF2-40B4-BE49-F238E27FC236}">
                        <a16:creationId xmlns:a16="http://schemas.microsoft.com/office/drawing/2014/main" id="{7A734A9B-565A-00E4-5280-8EBE64C527C8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4">
                <p14:nvContentPartPr>
                  <p14:cNvPr id="23312" name="Ink 23311">
                    <a:extLst>
                      <a:ext uri="{FF2B5EF4-FFF2-40B4-BE49-F238E27FC236}">
                        <a16:creationId xmlns:a16="http://schemas.microsoft.com/office/drawing/2014/main" id="{58F40E06-9FF2-7BFE-FCC1-11F5BAFC1F34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3312" name="Ink 23311">
                    <a:extLst>
                      <a:ext uri="{FF2B5EF4-FFF2-40B4-BE49-F238E27FC236}">
                        <a16:creationId xmlns:a16="http://schemas.microsoft.com/office/drawing/2014/main" id="{58F40E06-9FF2-7BFE-FCC1-11F5BAFC1F34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5">
                <p14:nvContentPartPr>
                  <p14:cNvPr id="23313" name="Ink 23312">
                    <a:extLst>
                      <a:ext uri="{FF2B5EF4-FFF2-40B4-BE49-F238E27FC236}">
                        <a16:creationId xmlns:a16="http://schemas.microsoft.com/office/drawing/2014/main" id="{97CD8E80-BEAC-C89E-E380-AD746F42E409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3313" name="Ink 23312">
                    <a:extLst>
                      <a:ext uri="{FF2B5EF4-FFF2-40B4-BE49-F238E27FC236}">
                        <a16:creationId xmlns:a16="http://schemas.microsoft.com/office/drawing/2014/main" id="{97CD8E80-BEAC-C89E-E380-AD746F42E409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6">
                <p14:nvContentPartPr>
                  <p14:cNvPr id="23314" name="Ink 23313">
                    <a:extLst>
                      <a:ext uri="{FF2B5EF4-FFF2-40B4-BE49-F238E27FC236}">
                        <a16:creationId xmlns:a16="http://schemas.microsoft.com/office/drawing/2014/main" id="{B5BC2E1F-E074-247B-FA8C-251AF194A98E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3314" name="Ink 23313">
                    <a:extLst>
                      <a:ext uri="{FF2B5EF4-FFF2-40B4-BE49-F238E27FC236}">
                        <a16:creationId xmlns:a16="http://schemas.microsoft.com/office/drawing/2014/main" id="{B5BC2E1F-E074-247B-FA8C-251AF194A98E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7">
                <p14:nvContentPartPr>
                  <p14:cNvPr id="23315" name="Ink 23314">
                    <a:extLst>
                      <a:ext uri="{FF2B5EF4-FFF2-40B4-BE49-F238E27FC236}">
                        <a16:creationId xmlns:a16="http://schemas.microsoft.com/office/drawing/2014/main" id="{87739E8F-E15D-EC9E-FAB1-301E40AE5875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3315" name="Ink 23314">
                    <a:extLst>
                      <a:ext uri="{FF2B5EF4-FFF2-40B4-BE49-F238E27FC236}">
                        <a16:creationId xmlns:a16="http://schemas.microsoft.com/office/drawing/2014/main" id="{87739E8F-E15D-EC9E-FAB1-301E40AE5875}"/>
                      </a:ext>
                    </a:extLst>
                  </p:cNvPr>
                  <p:cNvPicPr/>
                  <p:nvPr/>
                </p:nvPicPr>
                <p:blipFill>
                  <a:blip r:embed="rId32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8">
                <p14:nvContentPartPr>
                  <p14:cNvPr id="23316" name="Ink 23315">
                    <a:extLst>
                      <a:ext uri="{FF2B5EF4-FFF2-40B4-BE49-F238E27FC236}">
                        <a16:creationId xmlns:a16="http://schemas.microsoft.com/office/drawing/2014/main" id="{39F05153-6A64-5B95-3FE4-5EB394BB54E4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3316" name="Ink 23315">
                    <a:extLst>
                      <a:ext uri="{FF2B5EF4-FFF2-40B4-BE49-F238E27FC236}">
                        <a16:creationId xmlns:a16="http://schemas.microsoft.com/office/drawing/2014/main" id="{39F05153-6A64-5B95-3FE4-5EB394BB54E4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29">
                <p14:nvContentPartPr>
                  <p14:cNvPr id="23317" name="Ink 23316">
                    <a:extLst>
                      <a:ext uri="{FF2B5EF4-FFF2-40B4-BE49-F238E27FC236}">
                        <a16:creationId xmlns:a16="http://schemas.microsoft.com/office/drawing/2014/main" id="{CD89A935-5848-71A6-5401-379382DCD255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3317" name="Ink 23316">
                    <a:extLst>
                      <a:ext uri="{FF2B5EF4-FFF2-40B4-BE49-F238E27FC236}">
                        <a16:creationId xmlns:a16="http://schemas.microsoft.com/office/drawing/2014/main" id="{CD89A935-5848-71A6-5401-379382DCD255}"/>
                      </a:ext>
                    </a:extLst>
                  </p:cNvPr>
                  <p:cNvPicPr/>
                  <p:nvPr/>
                </p:nvPicPr>
                <p:blipFill>
                  <a:blip r:embed="rId327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0">
                <p14:nvContentPartPr>
                  <p14:cNvPr id="23318" name="Ink 23317">
                    <a:extLst>
                      <a:ext uri="{FF2B5EF4-FFF2-40B4-BE49-F238E27FC236}">
                        <a16:creationId xmlns:a16="http://schemas.microsoft.com/office/drawing/2014/main" id="{9C895B2A-65E5-831F-0D8F-B5C3C8AED8F3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3318" name="Ink 23317">
                    <a:extLst>
                      <a:ext uri="{FF2B5EF4-FFF2-40B4-BE49-F238E27FC236}">
                        <a16:creationId xmlns:a16="http://schemas.microsoft.com/office/drawing/2014/main" id="{9C895B2A-65E5-831F-0D8F-B5C3C8AED8F3}"/>
                      </a:ext>
                    </a:extLst>
                  </p:cNvPr>
                  <p:cNvPicPr/>
                  <p:nvPr/>
                </p:nvPicPr>
                <p:blipFill>
                  <a:blip r:embed="rId329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1">
                <p14:nvContentPartPr>
                  <p14:cNvPr id="23319" name="Ink 23318">
                    <a:extLst>
                      <a:ext uri="{FF2B5EF4-FFF2-40B4-BE49-F238E27FC236}">
                        <a16:creationId xmlns:a16="http://schemas.microsoft.com/office/drawing/2014/main" id="{609A78EB-A762-7386-6F09-A1726FD94690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3319" name="Ink 23318">
                    <a:extLst>
                      <a:ext uri="{FF2B5EF4-FFF2-40B4-BE49-F238E27FC236}">
                        <a16:creationId xmlns:a16="http://schemas.microsoft.com/office/drawing/2014/main" id="{609A78EB-A762-7386-6F09-A1726FD94690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2">
                <p14:nvContentPartPr>
                  <p14:cNvPr id="23320" name="Ink 23319">
                    <a:extLst>
                      <a:ext uri="{FF2B5EF4-FFF2-40B4-BE49-F238E27FC236}">
                        <a16:creationId xmlns:a16="http://schemas.microsoft.com/office/drawing/2014/main" id="{5FE08D58-CA79-557D-8EDD-AC7AE541F28E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3320" name="Ink 23319">
                    <a:extLst>
                      <a:ext uri="{FF2B5EF4-FFF2-40B4-BE49-F238E27FC236}">
                        <a16:creationId xmlns:a16="http://schemas.microsoft.com/office/drawing/2014/main" id="{5FE08D58-CA79-557D-8EDD-AC7AE541F28E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3">
                <p14:nvContentPartPr>
                  <p14:cNvPr id="23321" name="Ink 23320">
                    <a:extLst>
                      <a:ext uri="{FF2B5EF4-FFF2-40B4-BE49-F238E27FC236}">
                        <a16:creationId xmlns:a16="http://schemas.microsoft.com/office/drawing/2014/main" id="{9FEA7FED-0F4C-2F22-18E7-0A40455CED67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3321" name="Ink 23320">
                    <a:extLst>
                      <a:ext uri="{FF2B5EF4-FFF2-40B4-BE49-F238E27FC236}">
                        <a16:creationId xmlns:a16="http://schemas.microsoft.com/office/drawing/2014/main" id="{9FEA7FED-0F4C-2F22-18E7-0A40455CED67}"/>
                      </a:ext>
                    </a:extLst>
                  </p:cNvPr>
                  <p:cNvPicPr/>
                  <p:nvPr/>
                </p:nvPicPr>
                <p:blipFill>
                  <a:blip r:embed="rId33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4">
                <p14:nvContentPartPr>
                  <p14:cNvPr id="23322" name="Ink 23321">
                    <a:extLst>
                      <a:ext uri="{FF2B5EF4-FFF2-40B4-BE49-F238E27FC236}">
                        <a16:creationId xmlns:a16="http://schemas.microsoft.com/office/drawing/2014/main" id="{6A3AF5CB-DDB5-DE2C-E784-9663A2A525B7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3322" name="Ink 23321">
                    <a:extLst>
                      <a:ext uri="{FF2B5EF4-FFF2-40B4-BE49-F238E27FC236}">
                        <a16:creationId xmlns:a16="http://schemas.microsoft.com/office/drawing/2014/main" id="{6A3AF5CB-DDB5-DE2C-E784-9663A2A525B7}"/>
                      </a:ext>
                    </a:extLst>
                  </p:cNvPr>
                  <p:cNvPicPr/>
                  <p:nvPr/>
                </p:nvPicPr>
                <p:blipFill>
                  <a:blip r:embed="rId33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5">
                <p14:nvContentPartPr>
                  <p14:cNvPr id="23323" name="Ink 23322">
                    <a:extLst>
                      <a:ext uri="{FF2B5EF4-FFF2-40B4-BE49-F238E27FC236}">
                        <a16:creationId xmlns:a16="http://schemas.microsoft.com/office/drawing/2014/main" id="{9BD539B0-2103-71C2-749A-012FB4E18DD7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3323" name="Ink 23322">
                    <a:extLst>
                      <a:ext uri="{FF2B5EF4-FFF2-40B4-BE49-F238E27FC236}">
                        <a16:creationId xmlns:a16="http://schemas.microsoft.com/office/drawing/2014/main" id="{9BD539B0-2103-71C2-749A-012FB4E18DD7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6">
                <p14:nvContentPartPr>
                  <p14:cNvPr id="23324" name="Ink 23323">
                    <a:extLst>
                      <a:ext uri="{FF2B5EF4-FFF2-40B4-BE49-F238E27FC236}">
                        <a16:creationId xmlns:a16="http://schemas.microsoft.com/office/drawing/2014/main" id="{D19842FC-0CB3-2926-76E4-4C00757C03B1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3324" name="Ink 23323">
                    <a:extLst>
                      <a:ext uri="{FF2B5EF4-FFF2-40B4-BE49-F238E27FC236}">
                        <a16:creationId xmlns:a16="http://schemas.microsoft.com/office/drawing/2014/main" id="{D19842FC-0CB3-2926-76E4-4C00757C03B1}"/>
                      </a:ext>
                    </a:extLst>
                  </p:cNvPr>
                  <p:cNvPicPr/>
                  <p:nvPr/>
                </p:nvPicPr>
                <p:blipFill>
                  <a:blip r:embed="rId341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7">
                <p14:nvContentPartPr>
                  <p14:cNvPr id="23325" name="Ink 23324">
                    <a:extLst>
                      <a:ext uri="{FF2B5EF4-FFF2-40B4-BE49-F238E27FC236}">
                        <a16:creationId xmlns:a16="http://schemas.microsoft.com/office/drawing/2014/main" id="{A89D9026-FB94-8844-6C07-2CAB05C0DC40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3325" name="Ink 23324">
                    <a:extLst>
                      <a:ext uri="{FF2B5EF4-FFF2-40B4-BE49-F238E27FC236}">
                        <a16:creationId xmlns:a16="http://schemas.microsoft.com/office/drawing/2014/main" id="{A89D9026-FB94-8844-6C07-2CAB05C0DC40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8">
                <p14:nvContentPartPr>
                  <p14:cNvPr id="23326" name="Ink 23325">
                    <a:extLst>
                      <a:ext uri="{FF2B5EF4-FFF2-40B4-BE49-F238E27FC236}">
                        <a16:creationId xmlns:a16="http://schemas.microsoft.com/office/drawing/2014/main" id="{7A74B991-7DA6-0AC7-BE32-90F780EC675D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3326" name="Ink 23325">
                    <a:extLst>
                      <a:ext uri="{FF2B5EF4-FFF2-40B4-BE49-F238E27FC236}">
                        <a16:creationId xmlns:a16="http://schemas.microsoft.com/office/drawing/2014/main" id="{7A74B991-7DA6-0AC7-BE32-90F780EC675D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39">
                <p14:nvContentPartPr>
                  <p14:cNvPr id="23327" name="Ink 23326">
                    <a:extLst>
                      <a:ext uri="{FF2B5EF4-FFF2-40B4-BE49-F238E27FC236}">
                        <a16:creationId xmlns:a16="http://schemas.microsoft.com/office/drawing/2014/main" id="{4398A10C-A107-86B6-28D6-98B70C05A316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3327" name="Ink 23326">
                    <a:extLst>
                      <a:ext uri="{FF2B5EF4-FFF2-40B4-BE49-F238E27FC236}">
                        <a16:creationId xmlns:a16="http://schemas.microsoft.com/office/drawing/2014/main" id="{4398A10C-A107-86B6-28D6-98B70C05A316}"/>
                      </a:ext>
                    </a:extLst>
                  </p:cNvPr>
                  <p:cNvPicPr/>
                  <p:nvPr/>
                </p:nvPicPr>
                <p:blipFill>
                  <a:blip r:embed="rId346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0">
                <p14:nvContentPartPr>
                  <p14:cNvPr id="23328" name="Ink 23327">
                    <a:extLst>
                      <a:ext uri="{FF2B5EF4-FFF2-40B4-BE49-F238E27FC236}">
                        <a16:creationId xmlns:a16="http://schemas.microsoft.com/office/drawing/2014/main" id="{18CA1662-5721-DC78-ECAF-F2B51FE8404A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3328" name="Ink 23327">
                    <a:extLst>
                      <a:ext uri="{FF2B5EF4-FFF2-40B4-BE49-F238E27FC236}">
                        <a16:creationId xmlns:a16="http://schemas.microsoft.com/office/drawing/2014/main" id="{18CA1662-5721-DC78-ECAF-F2B51FE8404A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1">
                <p14:nvContentPartPr>
                  <p14:cNvPr id="23329" name="Ink 23328">
                    <a:extLst>
                      <a:ext uri="{FF2B5EF4-FFF2-40B4-BE49-F238E27FC236}">
                        <a16:creationId xmlns:a16="http://schemas.microsoft.com/office/drawing/2014/main" id="{0EF23FD5-BBBE-9394-F844-12BBDB78AB4E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3329" name="Ink 23328">
                    <a:extLst>
                      <a:ext uri="{FF2B5EF4-FFF2-40B4-BE49-F238E27FC236}">
                        <a16:creationId xmlns:a16="http://schemas.microsoft.com/office/drawing/2014/main" id="{0EF23FD5-BBBE-9394-F844-12BBDB78AB4E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2">
                <p14:nvContentPartPr>
                  <p14:cNvPr id="23330" name="Ink 23329">
                    <a:extLst>
                      <a:ext uri="{FF2B5EF4-FFF2-40B4-BE49-F238E27FC236}">
                        <a16:creationId xmlns:a16="http://schemas.microsoft.com/office/drawing/2014/main" id="{A9D2FE02-B629-316E-7F18-E87ADE610C88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3330" name="Ink 23329">
                    <a:extLst>
                      <a:ext uri="{FF2B5EF4-FFF2-40B4-BE49-F238E27FC236}">
                        <a16:creationId xmlns:a16="http://schemas.microsoft.com/office/drawing/2014/main" id="{A9D2FE02-B629-316E-7F18-E87ADE610C88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3">
                <p14:nvContentPartPr>
                  <p14:cNvPr id="23331" name="Ink 23330">
                    <a:extLst>
                      <a:ext uri="{FF2B5EF4-FFF2-40B4-BE49-F238E27FC236}">
                        <a16:creationId xmlns:a16="http://schemas.microsoft.com/office/drawing/2014/main" id="{7A4C2AFA-26C0-51DA-2A75-D229598FDBCE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3331" name="Ink 23330">
                    <a:extLst>
                      <a:ext uri="{FF2B5EF4-FFF2-40B4-BE49-F238E27FC236}">
                        <a16:creationId xmlns:a16="http://schemas.microsoft.com/office/drawing/2014/main" id="{7A4C2AFA-26C0-51DA-2A75-D229598FDBCE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">
                <p14:nvContentPartPr>
                  <p14:cNvPr id="23332" name="Ink 23331">
                    <a:extLst>
                      <a:ext uri="{FF2B5EF4-FFF2-40B4-BE49-F238E27FC236}">
                        <a16:creationId xmlns:a16="http://schemas.microsoft.com/office/drawing/2014/main" id="{F572AFB5-4234-D077-CB06-5BA6A1843B0C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3332" name="Ink 23331">
                    <a:extLst>
                      <a:ext uri="{FF2B5EF4-FFF2-40B4-BE49-F238E27FC236}">
                        <a16:creationId xmlns:a16="http://schemas.microsoft.com/office/drawing/2014/main" id="{F572AFB5-4234-D077-CB06-5BA6A1843B0C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">
                <p14:nvContentPartPr>
                  <p14:cNvPr id="23333" name="Ink 23332">
                    <a:extLst>
                      <a:ext uri="{FF2B5EF4-FFF2-40B4-BE49-F238E27FC236}">
                        <a16:creationId xmlns:a16="http://schemas.microsoft.com/office/drawing/2014/main" id="{8CC18A1F-832A-003F-F8D5-C61437B859F1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3333" name="Ink 23332">
                    <a:extLst>
                      <a:ext uri="{FF2B5EF4-FFF2-40B4-BE49-F238E27FC236}">
                        <a16:creationId xmlns:a16="http://schemas.microsoft.com/office/drawing/2014/main" id="{8CC18A1F-832A-003F-F8D5-C61437B859F1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">
                <p14:nvContentPartPr>
                  <p14:cNvPr id="23334" name="Ink 23333">
                    <a:extLst>
                      <a:ext uri="{FF2B5EF4-FFF2-40B4-BE49-F238E27FC236}">
                        <a16:creationId xmlns:a16="http://schemas.microsoft.com/office/drawing/2014/main" id="{1499B0A6-47D3-4C2C-D2A5-1A29EF9BBF0A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3334" name="Ink 23333">
                    <a:extLst>
                      <a:ext uri="{FF2B5EF4-FFF2-40B4-BE49-F238E27FC236}">
                        <a16:creationId xmlns:a16="http://schemas.microsoft.com/office/drawing/2014/main" id="{1499B0A6-47D3-4C2C-D2A5-1A29EF9BBF0A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">
                <p14:nvContentPartPr>
                  <p14:cNvPr id="23335" name="Ink 23334">
                    <a:extLst>
                      <a:ext uri="{FF2B5EF4-FFF2-40B4-BE49-F238E27FC236}">
                        <a16:creationId xmlns:a16="http://schemas.microsoft.com/office/drawing/2014/main" id="{FEDE8A55-2E10-6F90-169F-705840CDECFB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3335" name="Ink 23334">
                    <a:extLst>
                      <a:ext uri="{FF2B5EF4-FFF2-40B4-BE49-F238E27FC236}">
                        <a16:creationId xmlns:a16="http://schemas.microsoft.com/office/drawing/2014/main" id="{FEDE8A55-2E10-6F90-169F-705840CDECFB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">
                <p14:nvContentPartPr>
                  <p14:cNvPr id="23336" name="Ink 23335">
                    <a:extLst>
                      <a:ext uri="{FF2B5EF4-FFF2-40B4-BE49-F238E27FC236}">
                        <a16:creationId xmlns:a16="http://schemas.microsoft.com/office/drawing/2014/main" id="{1917286D-CFA4-3606-204C-1E6E9EDC92AA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3336" name="Ink 23335">
                    <a:extLst>
                      <a:ext uri="{FF2B5EF4-FFF2-40B4-BE49-F238E27FC236}">
                        <a16:creationId xmlns:a16="http://schemas.microsoft.com/office/drawing/2014/main" id="{1917286D-CFA4-3606-204C-1E6E9EDC92AA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">
                <p14:nvContentPartPr>
                  <p14:cNvPr id="23337" name="Ink 23336">
                    <a:extLst>
                      <a:ext uri="{FF2B5EF4-FFF2-40B4-BE49-F238E27FC236}">
                        <a16:creationId xmlns:a16="http://schemas.microsoft.com/office/drawing/2014/main" id="{49E4F1A3-38CA-CFF6-F4BA-78FFAB3547BD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3337" name="Ink 23336">
                    <a:extLst>
                      <a:ext uri="{FF2B5EF4-FFF2-40B4-BE49-F238E27FC236}">
                        <a16:creationId xmlns:a16="http://schemas.microsoft.com/office/drawing/2014/main" id="{49E4F1A3-38CA-CFF6-F4BA-78FFAB3547BD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0">
                <p14:nvContentPartPr>
                  <p14:cNvPr id="23338" name="Ink 23337">
                    <a:extLst>
                      <a:ext uri="{FF2B5EF4-FFF2-40B4-BE49-F238E27FC236}">
                        <a16:creationId xmlns:a16="http://schemas.microsoft.com/office/drawing/2014/main" id="{064199D1-5833-E6A3-67C5-5851C3D5E696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3338" name="Ink 23337">
                    <a:extLst>
                      <a:ext uri="{FF2B5EF4-FFF2-40B4-BE49-F238E27FC236}">
                        <a16:creationId xmlns:a16="http://schemas.microsoft.com/office/drawing/2014/main" id="{064199D1-5833-E6A3-67C5-5851C3D5E696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">
                <p14:nvContentPartPr>
                  <p14:cNvPr id="23339" name="Ink 23338">
                    <a:extLst>
                      <a:ext uri="{FF2B5EF4-FFF2-40B4-BE49-F238E27FC236}">
                        <a16:creationId xmlns:a16="http://schemas.microsoft.com/office/drawing/2014/main" id="{5B63F116-2A32-8D44-1388-38BA3816CBA9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3339" name="Ink 23338">
                    <a:extLst>
                      <a:ext uri="{FF2B5EF4-FFF2-40B4-BE49-F238E27FC236}">
                        <a16:creationId xmlns:a16="http://schemas.microsoft.com/office/drawing/2014/main" id="{5B63F116-2A32-8D44-1388-38BA3816CBA9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">
                <p14:nvContentPartPr>
                  <p14:cNvPr id="23340" name="Ink 23339">
                    <a:extLst>
                      <a:ext uri="{FF2B5EF4-FFF2-40B4-BE49-F238E27FC236}">
                        <a16:creationId xmlns:a16="http://schemas.microsoft.com/office/drawing/2014/main" id="{FC875AEB-58AC-62DF-AD18-245FAE7AE6C2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3340" name="Ink 23339">
                    <a:extLst>
                      <a:ext uri="{FF2B5EF4-FFF2-40B4-BE49-F238E27FC236}">
                        <a16:creationId xmlns:a16="http://schemas.microsoft.com/office/drawing/2014/main" id="{FC875AEB-58AC-62DF-AD18-245FAE7AE6C2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3">
                <p14:nvContentPartPr>
                  <p14:cNvPr id="23341" name="Ink 23340">
                    <a:extLst>
                      <a:ext uri="{FF2B5EF4-FFF2-40B4-BE49-F238E27FC236}">
                        <a16:creationId xmlns:a16="http://schemas.microsoft.com/office/drawing/2014/main" id="{CD6242E9-A312-50CF-3C51-1C7E0621D44F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3341" name="Ink 23340">
                    <a:extLst>
                      <a:ext uri="{FF2B5EF4-FFF2-40B4-BE49-F238E27FC236}">
                        <a16:creationId xmlns:a16="http://schemas.microsoft.com/office/drawing/2014/main" id="{CD6242E9-A312-50CF-3C51-1C7E0621D44F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4">
                <p14:nvContentPartPr>
                  <p14:cNvPr id="23342" name="Ink 23341">
                    <a:extLst>
                      <a:ext uri="{FF2B5EF4-FFF2-40B4-BE49-F238E27FC236}">
                        <a16:creationId xmlns:a16="http://schemas.microsoft.com/office/drawing/2014/main" id="{AE2D95CC-B65C-3425-A9DB-D095DEF0935A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3342" name="Ink 23341">
                    <a:extLst>
                      <a:ext uri="{FF2B5EF4-FFF2-40B4-BE49-F238E27FC236}">
                        <a16:creationId xmlns:a16="http://schemas.microsoft.com/office/drawing/2014/main" id="{AE2D95CC-B65C-3425-A9DB-D095DEF0935A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">
                <p14:nvContentPartPr>
                  <p14:cNvPr id="23343" name="Ink 23342">
                    <a:extLst>
                      <a:ext uri="{FF2B5EF4-FFF2-40B4-BE49-F238E27FC236}">
                        <a16:creationId xmlns:a16="http://schemas.microsoft.com/office/drawing/2014/main" id="{1AD3C5F5-69FD-0A8E-C15C-2CAFE89067CC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3343" name="Ink 23342">
                    <a:extLst>
                      <a:ext uri="{FF2B5EF4-FFF2-40B4-BE49-F238E27FC236}">
                        <a16:creationId xmlns:a16="http://schemas.microsoft.com/office/drawing/2014/main" id="{1AD3C5F5-69FD-0A8E-C15C-2CAFE89067CC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">
                <p14:nvContentPartPr>
                  <p14:cNvPr id="23344" name="Ink 23343">
                    <a:extLst>
                      <a:ext uri="{FF2B5EF4-FFF2-40B4-BE49-F238E27FC236}">
                        <a16:creationId xmlns:a16="http://schemas.microsoft.com/office/drawing/2014/main" id="{BB08875C-EE9C-C332-AD92-67AFEEEE69FB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3344" name="Ink 23343">
                    <a:extLst>
                      <a:ext uri="{FF2B5EF4-FFF2-40B4-BE49-F238E27FC236}">
                        <a16:creationId xmlns:a16="http://schemas.microsoft.com/office/drawing/2014/main" id="{BB08875C-EE9C-C332-AD92-67AFEEEE69FB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">
                <p14:nvContentPartPr>
                  <p14:cNvPr id="23345" name="Ink 23344">
                    <a:extLst>
                      <a:ext uri="{FF2B5EF4-FFF2-40B4-BE49-F238E27FC236}">
                        <a16:creationId xmlns:a16="http://schemas.microsoft.com/office/drawing/2014/main" id="{4E824BCF-A0DC-7897-2883-B1D18CAA30C6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3345" name="Ink 23344">
                    <a:extLst>
                      <a:ext uri="{FF2B5EF4-FFF2-40B4-BE49-F238E27FC236}">
                        <a16:creationId xmlns:a16="http://schemas.microsoft.com/office/drawing/2014/main" id="{4E824BCF-A0DC-7897-2883-B1D18CAA30C6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">
                <p14:nvContentPartPr>
                  <p14:cNvPr id="23346" name="Ink 23345">
                    <a:extLst>
                      <a:ext uri="{FF2B5EF4-FFF2-40B4-BE49-F238E27FC236}">
                        <a16:creationId xmlns:a16="http://schemas.microsoft.com/office/drawing/2014/main" id="{D3856E80-1C62-E901-D8C6-D1B169D5F03C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3346" name="Ink 23345">
                    <a:extLst>
                      <a:ext uri="{FF2B5EF4-FFF2-40B4-BE49-F238E27FC236}">
                        <a16:creationId xmlns:a16="http://schemas.microsoft.com/office/drawing/2014/main" id="{D3856E80-1C62-E901-D8C6-D1B169D5F03C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">
                <p14:nvContentPartPr>
                  <p14:cNvPr id="23347" name="Ink 23346">
                    <a:extLst>
                      <a:ext uri="{FF2B5EF4-FFF2-40B4-BE49-F238E27FC236}">
                        <a16:creationId xmlns:a16="http://schemas.microsoft.com/office/drawing/2014/main" id="{BB91C42E-F141-00F2-1BCA-1AB5FAFE61CC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3347" name="Ink 23346">
                    <a:extLst>
                      <a:ext uri="{FF2B5EF4-FFF2-40B4-BE49-F238E27FC236}">
                        <a16:creationId xmlns:a16="http://schemas.microsoft.com/office/drawing/2014/main" id="{BB91C42E-F141-00F2-1BCA-1AB5FAFE61CC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">
                <p14:nvContentPartPr>
                  <p14:cNvPr id="23348" name="Ink 23347">
                    <a:extLst>
                      <a:ext uri="{FF2B5EF4-FFF2-40B4-BE49-F238E27FC236}">
                        <a16:creationId xmlns:a16="http://schemas.microsoft.com/office/drawing/2014/main" id="{ACD6E1C9-7579-82F3-4AC2-FE80FA04EC6E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3348" name="Ink 23347">
                    <a:extLst>
                      <a:ext uri="{FF2B5EF4-FFF2-40B4-BE49-F238E27FC236}">
                        <a16:creationId xmlns:a16="http://schemas.microsoft.com/office/drawing/2014/main" id="{ACD6E1C9-7579-82F3-4AC2-FE80FA04EC6E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">
                <p14:nvContentPartPr>
                  <p14:cNvPr id="23349" name="Ink 23348">
                    <a:extLst>
                      <a:ext uri="{FF2B5EF4-FFF2-40B4-BE49-F238E27FC236}">
                        <a16:creationId xmlns:a16="http://schemas.microsoft.com/office/drawing/2014/main" id="{4DED4622-4666-7D74-21C0-D11B7E10081E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3349" name="Ink 23348">
                    <a:extLst>
                      <a:ext uri="{FF2B5EF4-FFF2-40B4-BE49-F238E27FC236}">
                        <a16:creationId xmlns:a16="http://schemas.microsoft.com/office/drawing/2014/main" id="{4DED4622-4666-7D74-21C0-D11B7E10081E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">
                <p14:nvContentPartPr>
                  <p14:cNvPr id="23350" name="Ink 23349">
                    <a:extLst>
                      <a:ext uri="{FF2B5EF4-FFF2-40B4-BE49-F238E27FC236}">
                        <a16:creationId xmlns:a16="http://schemas.microsoft.com/office/drawing/2014/main" id="{F7DA8F0C-0133-57BE-4F6A-E948802C969F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3350" name="Ink 23349">
                    <a:extLst>
                      <a:ext uri="{FF2B5EF4-FFF2-40B4-BE49-F238E27FC236}">
                        <a16:creationId xmlns:a16="http://schemas.microsoft.com/office/drawing/2014/main" id="{F7DA8F0C-0133-57BE-4F6A-E948802C969F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">
                <p14:nvContentPartPr>
                  <p14:cNvPr id="23351" name="Ink 23350">
                    <a:extLst>
                      <a:ext uri="{FF2B5EF4-FFF2-40B4-BE49-F238E27FC236}">
                        <a16:creationId xmlns:a16="http://schemas.microsoft.com/office/drawing/2014/main" id="{15EC3952-CDE0-C74D-F071-31DE02C298B1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3351" name="Ink 23350">
                    <a:extLst>
                      <a:ext uri="{FF2B5EF4-FFF2-40B4-BE49-F238E27FC236}">
                        <a16:creationId xmlns:a16="http://schemas.microsoft.com/office/drawing/2014/main" id="{15EC3952-CDE0-C74D-F071-31DE02C298B1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">
                <p14:nvContentPartPr>
                  <p14:cNvPr id="23352" name="Ink 23351">
                    <a:extLst>
                      <a:ext uri="{FF2B5EF4-FFF2-40B4-BE49-F238E27FC236}">
                        <a16:creationId xmlns:a16="http://schemas.microsoft.com/office/drawing/2014/main" id="{D72DAE09-A3E0-EBBD-E098-83F0DC18861A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3352" name="Ink 23351">
                    <a:extLst>
                      <a:ext uri="{FF2B5EF4-FFF2-40B4-BE49-F238E27FC236}">
                        <a16:creationId xmlns:a16="http://schemas.microsoft.com/office/drawing/2014/main" id="{D72DAE09-A3E0-EBBD-E098-83F0DC18861A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">
                <p14:nvContentPartPr>
                  <p14:cNvPr id="23353" name="Ink 23352">
                    <a:extLst>
                      <a:ext uri="{FF2B5EF4-FFF2-40B4-BE49-F238E27FC236}">
                        <a16:creationId xmlns:a16="http://schemas.microsoft.com/office/drawing/2014/main" id="{62A8122B-467D-B5B1-5799-64C1DB8E8522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3353" name="Ink 23352">
                    <a:extLst>
                      <a:ext uri="{FF2B5EF4-FFF2-40B4-BE49-F238E27FC236}">
                        <a16:creationId xmlns:a16="http://schemas.microsoft.com/office/drawing/2014/main" id="{62A8122B-467D-B5B1-5799-64C1DB8E8522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">
                <p14:nvContentPartPr>
                  <p14:cNvPr id="23354" name="Ink 23353">
                    <a:extLst>
                      <a:ext uri="{FF2B5EF4-FFF2-40B4-BE49-F238E27FC236}">
                        <a16:creationId xmlns:a16="http://schemas.microsoft.com/office/drawing/2014/main" id="{33BB0DB5-562D-F1DA-753F-7110490939DC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3354" name="Ink 23353">
                    <a:extLst>
                      <a:ext uri="{FF2B5EF4-FFF2-40B4-BE49-F238E27FC236}">
                        <a16:creationId xmlns:a16="http://schemas.microsoft.com/office/drawing/2014/main" id="{33BB0DB5-562D-F1DA-753F-7110490939DC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">
                <p14:nvContentPartPr>
                  <p14:cNvPr id="23355" name="Ink 23354">
                    <a:extLst>
                      <a:ext uri="{FF2B5EF4-FFF2-40B4-BE49-F238E27FC236}">
                        <a16:creationId xmlns:a16="http://schemas.microsoft.com/office/drawing/2014/main" id="{BF272AEE-E9DC-4825-A13E-7F1A168C49B7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3355" name="Ink 23354">
                    <a:extLst>
                      <a:ext uri="{FF2B5EF4-FFF2-40B4-BE49-F238E27FC236}">
                        <a16:creationId xmlns:a16="http://schemas.microsoft.com/office/drawing/2014/main" id="{BF272AEE-E9DC-4825-A13E-7F1A168C49B7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">
                <p14:nvContentPartPr>
                  <p14:cNvPr id="23356" name="Ink 23355">
                    <a:extLst>
                      <a:ext uri="{FF2B5EF4-FFF2-40B4-BE49-F238E27FC236}">
                        <a16:creationId xmlns:a16="http://schemas.microsoft.com/office/drawing/2014/main" id="{1812F2D8-A332-9446-0474-4B0560270FB3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3356" name="Ink 23355">
                    <a:extLst>
                      <a:ext uri="{FF2B5EF4-FFF2-40B4-BE49-F238E27FC236}">
                        <a16:creationId xmlns:a16="http://schemas.microsoft.com/office/drawing/2014/main" id="{1812F2D8-A332-9446-0474-4B0560270FB3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">
                <p14:nvContentPartPr>
                  <p14:cNvPr id="23357" name="Ink 23356">
                    <a:extLst>
                      <a:ext uri="{FF2B5EF4-FFF2-40B4-BE49-F238E27FC236}">
                        <a16:creationId xmlns:a16="http://schemas.microsoft.com/office/drawing/2014/main" id="{5B90D8DB-A355-E094-01F4-2751B7EA465C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3357" name="Ink 23356">
                    <a:extLst>
                      <a:ext uri="{FF2B5EF4-FFF2-40B4-BE49-F238E27FC236}">
                        <a16:creationId xmlns:a16="http://schemas.microsoft.com/office/drawing/2014/main" id="{5B90D8DB-A355-E094-01F4-2751B7EA465C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">
                <p14:nvContentPartPr>
                  <p14:cNvPr id="23358" name="Ink 23357">
                    <a:extLst>
                      <a:ext uri="{FF2B5EF4-FFF2-40B4-BE49-F238E27FC236}">
                        <a16:creationId xmlns:a16="http://schemas.microsoft.com/office/drawing/2014/main" id="{DC64B9B6-930B-58A6-89F6-8EB34D6F84A8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3358" name="Ink 23357">
                    <a:extLst>
                      <a:ext uri="{FF2B5EF4-FFF2-40B4-BE49-F238E27FC236}">
                        <a16:creationId xmlns:a16="http://schemas.microsoft.com/office/drawing/2014/main" id="{DC64B9B6-930B-58A6-89F6-8EB34D6F84A8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">
                <p14:nvContentPartPr>
                  <p14:cNvPr id="23359" name="Ink 23358">
                    <a:extLst>
                      <a:ext uri="{FF2B5EF4-FFF2-40B4-BE49-F238E27FC236}">
                        <a16:creationId xmlns:a16="http://schemas.microsoft.com/office/drawing/2014/main" id="{DFF76B97-4754-B855-25A3-20F98B105A8E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3359" name="Ink 23358">
                    <a:extLst>
                      <a:ext uri="{FF2B5EF4-FFF2-40B4-BE49-F238E27FC236}">
                        <a16:creationId xmlns:a16="http://schemas.microsoft.com/office/drawing/2014/main" id="{DFF76B97-4754-B855-25A3-20F98B105A8E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3275" name="Freeform 23274">
              <a:extLst>
                <a:ext uri="{FF2B5EF4-FFF2-40B4-BE49-F238E27FC236}">
                  <a16:creationId xmlns:a16="http://schemas.microsoft.com/office/drawing/2014/main" id="{53613B93-09DB-11E5-F461-5D65BED240DC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76" name="Freeform 23275">
              <a:extLst>
                <a:ext uri="{FF2B5EF4-FFF2-40B4-BE49-F238E27FC236}">
                  <a16:creationId xmlns:a16="http://schemas.microsoft.com/office/drawing/2014/main" id="{28B284CE-AACA-7BBB-E244-FE0612B64A61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77" name="Freeform 23276">
              <a:extLst>
                <a:ext uri="{FF2B5EF4-FFF2-40B4-BE49-F238E27FC236}">
                  <a16:creationId xmlns:a16="http://schemas.microsoft.com/office/drawing/2014/main" id="{66E502FD-CBC5-C051-AF05-4B87DE5BEA47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78" name="Freeform 23277">
              <a:extLst>
                <a:ext uri="{FF2B5EF4-FFF2-40B4-BE49-F238E27FC236}">
                  <a16:creationId xmlns:a16="http://schemas.microsoft.com/office/drawing/2014/main" id="{8915E890-C902-F251-8CC7-2480515A6329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79" name="Freeform 23278">
              <a:extLst>
                <a:ext uri="{FF2B5EF4-FFF2-40B4-BE49-F238E27FC236}">
                  <a16:creationId xmlns:a16="http://schemas.microsoft.com/office/drawing/2014/main" id="{1D97DEA5-FE6E-2945-137F-A49FB1693DF5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0" name="Freeform 23279">
              <a:extLst>
                <a:ext uri="{FF2B5EF4-FFF2-40B4-BE49-F238E27FC236}">
                  <a16:creationId xmlns:a16="http://schemas.microsoft.com/office/drawing/2014/main" id="{1E83611D-44B4-AD45-C590-E2010D0C082D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1" name="Freeform 23280">
              <a:extLst>
                <a:ext uri="{FF2B5EF4-FFF2-40B4-BE49-F238E27FC236}">
                  <a16:creationId xmlns:a16="http://schemas.microsoft.com/office/drawing/2014/main" id="{5EA3760E-0A02-109D-1A78-CCF0B9D56415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2" name="Freeform 23281">
              <a:extLst>
                <a:ext uri="{FF2B5EF4-FFF2-40B4-BE49-F238E27FC236}">
                  <a16:creationId xmlns:a16="http://schemas.microsoft.com/office/drawing/2014/main" id="{3D529CED-33D6-509C-6596-24F82EA99EA8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3" name="Freeform 23282">
              <a:extLst>
                <a:ext uri="{FF2B5EF4-FFF2-40B4-BE49-F238E27FC236}">
                  <a16:creationId xmlns:a16="http://schemas.microsoft.com/office/drawing/2014/main" id="{66A2362C-684E-4878-D92F-C973AE174A4A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4" name="Freeform 23283">
              <a:extLst>
                <a:ext uri="{FF2B5EF4-FFF2-40B4-BE49-F238E27FC236}">
                  <a16:creationId xmlns:a16="http://schemas.microsoft.com/office/drawing/2014/main" id="{CA539E2C-C9F3-FE57-6D93-DE035E33F76F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5" name="Freeform 23284">
              <a:extLst>
                <a:ext uri="{FF2B5EF4-FFF2-40B4-BE49-F238E27FC236}">
                  <a16:creationId xmlns:a16="http://schemas.microsoft.com/office/drawing/2014/main" id="{36F653A7-AB2E-DB00-AE7B-C2A043101AF6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6" name="Freeform 23285">
              <a:extLst>
                <a:ext uri="{FF2B5EF4-FFF2-40B4-BE49-F238E27FC236}">
                  <a16:creationId xmlns:a16="http://schemas.microsoft.com/office/drawing/2014/main" id="{6A2E9452-E382-60DD-2873-A1DADC1E69D3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7" name="Freeform 23286">
              <a:extLst>
                <a:ext uri="{FF2B5EF4-FFF2-40B4-BE49-F238E27FC236}">
                  <a16:creationId xmlns:a16="http://schemas.microsoft.com/office/drawing/2014/main" id="{B9740EE3-3723-1B70-91AA-14069A3A92C8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8" name="Freeform 23287">
              <a:extLst>
                <a:ext uri="{FF2B5EF4-FFF2-40B4-BE49-F238E27FC236}">
                  <a16:creationId xmlns:a16="http://schemas.microsoft.com/office/drawing/2014/main" id="{F71D2F23-D008-335D-7E76-915B2B92C179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89" name="Freeform 23288">
              <a:extLst>
                <a:ext uri="{FF2B5EF4-FFF2-40B4-BE49-F238E27FC236}">
                  <a16:creationId xmlns:a16="http://schemas.microsoft.com/office/drawing/2014/main" id="{9A1A40DA-F2E5-736A-3BFF-0F3B301ACA55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0" name="Freeform 23289">
              <a:extLst>
                <a:ext uri="{FF2B5EF4-FFF2-40B4-BE49-F238E27FC236}">
                  <a16:creationId xmlns:a16="http://schemas.microsoft.com/office/drawing/2014/main" id="{E29F6A3E-503D-B73C-AC2C-21A24EB05731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3291" name="Ink 23290">
                  <a:extLst>
                    <a:ext uri="{FF2B5EF4-FFF2-40B4-BE49-F238E27FC236}">
                      <a16:creationId xmlns:a16="http://schemas.microsoft.com/office/drawing/2014/main" id="{15D0D621-9900-7569-A79E-3417089681F7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3291" name="Ink 23290">
                  <a:extLst>
                    <a:ext uri="{FF2B5EF4-FFF2-40B4-BE49-F238E27FC236}">
                      <a16:creationId xmlns:a16="http://schemas.microsoft.com/office/drawing/2014/main" id="{15D0D621-9900-7569-A79E-3417089681F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3292" name="Ink 23291">
                  <a:extLst>
                    <a:ext uri="{FF2B5EF4-FFF2-40B4-BE49-F238E27FC236}">
                      <a16:creationId xmlns:a16="http://schemas.microsoft.com/office/drawing/2014/main" id="{FD8E3979-F1B8-13B1-4BB1-9F339A973219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3292" name="Ink 23291">
                  <a:extLst>
                    <a:ext uri="{FF2B5EF4-FFF2-40B4-BE49-F238E27FC236}">
                      <a16:creationId xmlns:a16="http://schemas.microsoft.com/office/drawing/2014/main" id="{FD8E3979-F1B8-13B1-4BB1-9F339A97321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3293" name="Ink 23292">
                  <a:extLst>
                    <a:ext uri="{FF2B5EF4-FFF2-40B4-BE49-F238E27FC236}">
                      <a16:creationId xmlns:a16="http://schemas.microsoft.com/office/drawing/2014/main" id="{6828F6EB-84C2-2BFF-EF60-EBE25608CBB1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3293" name="Ink 23292">
                  <a:extLst>
                    <a:ext uri="{FF2B5EF4-FFF2-40B4-BE49-F238E27FC236}">
                      <a16:creationId xmlns:a16="http://schemas.microsoft.com/office/drawing/2014/main" id="{6828F6EB-84C2-2BFF-EF60-EBE25608CBB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3294" name="Freeform 23293">
              <a:extLst>
                <a:ext uri="{FF2B5EF4-FFF2-40B4-BE49-F238E27FC236}">
                  <a16:creationId xmlns:a16="http://schemas.microsoft.com/office/drawing/2014/main" id="{62490C97-B4E2-A7D2-E90C-FD7BC880A07F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5" name="Freeform 23294">
              <a:extLst>
                <a:ext uri="{FF2B5EF4-FFF2-40B4-BE49-F238E27FC236}">
                  <a16:creationId xmlns:a16="http://schemas.microsoft.com/office/drawing/2014/main" id="{2C810E11-C274-83CA-4C21-E93CE4395A9D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6" name="Freeform 23295">
              <a:extLst>
                <a:ext uri="{FF2B5EF4-FFF2-40B4-BE49-F238E27FC236}">
                  <a16:creationId xmlns:a16="http://schemas.microsoft.com/office/drawing/2014/main" id="{85050AAC-8812-D638-7109-31D16AB1D7C6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7" name="Freeform 23296">
              <a:extLst>
                <a:ext uri="{FF2B5EF4-FFF2-40B4-BE49-F238E27FC236}">
                  <a16:creationId xmlns:a16="http://schemas.microsoft.com/office/drawing/2014/main" id="{EED2DF9B-11B5-EF6C-2638-9D2FD9A9C529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8" name="Freeform 23297">
              <a:extLst>
                <a:ext uri="{FF2B5EF4-FFF2-40B4-BE49-F238E27FC236}">
                  <a16:creationId xmlns:a16="http://schemas.microsoft.com/office/drawing/2014/main" id="{B1E64CE7-B2CF-16EC-8086-1FE1EC26B755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99" name="Freeform 23298">
              <a:extLst>
                <a:ext uri="{FF2B5EF4-FFF2-40B4-BE49-F238E27FC236}">
                  <a16:creationId xmlns:a16="http://schemas.microsoft.com/office/drawing/2014/main" id="{343E6D32-7796-382D-09DE-DAD723C4F0D4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00" name="Freeform 23299">
              <a:extLst>
                <a:ext uri="{FF2B5EF4-FFF2-40B4-BE49-F238E27FC236}">
                  <a16:creationId xmlns:a16="http://schemas.microsoft.com/office/drawing/2014/main" id="{B7DB79CE-643D-7B00-E101-BCCC7FC6D74D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3301" name="Group 23300">
              <a:extLst>
                <a:ext uri="{FF2B5EF4-FFF2-40B4-BE49-F238E27FC236}">
                  <a16:creationId xmlns:a16="http://schemas.microsoft.com/office/drawing/2014/main" id="{802158E0-85E8-CB7D-0451-821607FC184F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75">
                <p14:nvContentPartPr>
                  <p14:cNvPr id="23302" name="Ink 23301">
                    <a:extLst>
                      <a:ext uri="{FF2B5EF4-FFF2-40B4-BE49-F238E27FC236}">
                        <a16:creationId xmlns:a16="http://schemas.microsoft.com/office/drawing/2014/main" id="{14FBA803-A3F5-B753-09AC-A135EEDFD1FF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23302" name="Ink 23301">
                    <a:extLst>
                      <a:ext uri="{FF2B5EF4-FFF2-40B4-BE49-F238E27FC236}">
                        <a16:creationId xmlns:a16="http://schemas.microsoft.com/office/drawing/2014/main" id="{14FBA803-A3F5-B753-09AC-A135EEDFD1FF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">
                <p14:nvContentPartPr>
                  <p14:cNvPr id="23303" name="Ink 23302">
                    <a:extLst>
                      <a:ext uri="{FF2B5EF4-FFF2-40B4-BE49-F238E27FC236}">
                        <a16:creationId xmlns:a16="http://schemas.microsoft.com/office/drawing/2014/main" id="{5D3EE4C1-B17C-DD8A-875D-FD42D0EE01E5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23303" name="Ink 23302">
                    <a:extLst>
                      <a:ext uri="{FF2B5EF4-FFF2-40B4-BE49-F238E27FC236}">
                        <a16:creationId xmlns:a16="http://schemas.microsoft.com/office/drawing/2014/main" id="{5D3EE4C1-B17C-DD8A-875D-FD42D0EE01E5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">
                <p14:nvContentPartPr>
                  <p14:cNvPr id="23304" name="Ink 23303">
                    <a:extLst>
                      <a:ext uri="{FF2B5EF4-FFF2-40B4-BE49-F238E27FC236}">
                        <a16:creationId xmlns:a16="http://schemas.microsoft.com/office/drawing/2014/main" id="{8A30C6F4-D912-D99C-6166-9F7C003E5DDF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23304" name="Ink 23303">
                    <a:extLst>
                      <a:ext uri="{FF2B5EF4-FFF2-40B4-BE49-F238E27FC236}">
                        <a16:creationId xmlns:a16="http://schemas.microsoft.com/office/drawing/2014/main" id="{8A30C6F4-D912-D99C-6166-9F7C003E5DDF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">
                <p14:nvContentPartPr>
                  <p14:cNvPr id="23305" name="Ink 23304">
                    <a:extLst>
                      <a:ext uri="{FF2B5EF4-FFF2-40B4-BE49-F238E27FC236}">
                        <a16:creationId xmlns:a16="http://schemas.microsoft.com/office/drawing/2014/main" id="{D72617EC-5CAA-A6EE-558E-8939D21DB5AB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23305" name="Ink 23304">
                    <a:extLst>
                      <a:ext uri="{FF2B5EF4-FFF2-40B4-BE49-F238E27FC236}">
                        <a16:creationId xmlns:a16="http://schemas.microsoft.com/office/drawing/2014/main" id="{D72617EC-5CAA-A6EE-558E-8939D21DB5AB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">
                <p14:nvContentPartPr>
                  <p14:cNvPr id="23306" name="Ink 23305">
                    <a:extLst>
                      <a:ext uri="{FF2B5EF4-FFF2-40B4-BE49-F238E27FC236}">
                        <a16:creationId xmlns:a16="http://schemas.microsoft.com/office/drawing/2014/main" id="{6E126F97-02BB-9722-83C9-ABAAC717652D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23306" name="Ink 23305">
                    <a:extLst>
                      <a:ext uri="{FF2B5EF4-FFF2-40B4-BE49-F238E27FC236}">
                        <a16:creationId xmlns:a16="http://schemas.microsoft.com/office/drawing/2014/main" id="{6E126F97-02BB-9722-83C9-ABAAC717652D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">
                <p14:nvContentPartPr>
                  <p14:cNvPr id="23307" name="Ink 23306">
                    <a:extLst>
                      <a:ext uri="{FF2B5EF4-FFF2-40B4-BE49-F238E27FC236}">
                        <a16:creationId xmlns:a16="http://schemas.microsoft.com/office/drawing/2014/main" id="{40FE6897-BDB7-9E2A-DDAF-729E5BF1B985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23307" name="Ink 23306">
                    <a:extLst>
                      <a:ext uri="{FF2B5EF4-FFF2-40B4-BE49-F238E27FC236}">
                        <a16:creationId xmlns:a16="http://schemas.microsoft.com/office/drawing/2014/main" id="{40FE6897-BDB7-9E2A-DDAF-729E5BF1B985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">
                <p14:nvContentPartPr>
                  <p14:cNvPr id="23308" name="Ink 23307">
                    <a:extLst>
                      <a:ext uri="{FF2B5EF4-FFF2-40B4-BE49-F238E27FC236}">
                        <a16:creationId xmlns:a16="http://schemas.microsoft.com/office/drawing/2014/main" id="{B05C3C07-B02D-FCD6-E09F-FE4D1E9E7C7A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23308" name="Ink 23307">
                    <a:extLst>
                      <a:ext uri="{FF2B5EF4-FFF2-40B4-BE49-F238E27FC236}">
                        <a16:creationId xmlns:a16="http://schemas.microsoft.com/office/drawing/2014/main" id="{B05C3C07-B02D-FCD6-E09F-FE4D1E9E7C7A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">
                <p14:nvContentPartPr>
                  <p14:cNvPr id="23309" name="Ink 23308">
                    <a:extLst>
                      <a:ext uri="{FF2B5EF4-FFF2-40B4-BE49-F238E27FC236}">
                        <a16:creationId xmlns:a16="http://schemas.microsoft.com/office/drawing/2014/main" id="{E2CA6689-F8C4-206A-EE06-6FF01D75BE96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23309" name="Ink 23308">
                    <a:extLst>
                      <a:ext uri="{FF2B5EF4-FFF2-40B4-BE49-F238E27FC236}">
                        <a16:creationId xmlns:a16="http://schemas.microsoft.com/office/drawing/2014/main" id="{E2CA6689-F8C4-206A-EE06-6FF01D75BE96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sp>
        <p:nvSpPr>
          <p:cNvPr id="77" name="Freeform 76">
            <a:extLst>
              <a:ext uri="{FF2B5EF4-FFF2-40B4-BE49-F238E27FC236}">
                <a16:creationId xmlns:a16="http://schemas.microsoft.com/office/drawing/2014/main" id="{C42C667C-8B5E-CA7F-1A34-526C3F04B2C9}"/>
              </a:ext>
            </a:extLst>
          </p:cNvPr>
          <p:cNvSpPr/>
          <p:nvPr/>
        </p:nvSpPr>
        <p:spPr>
          <a:xfrm>
            <a:off x="438106" y="2868305"/>
            <a:ext cx="6400800" cy="2337483"/>
          </a:xfrm>
          <a:custGeom>
            <a:avLst/>
            <a:gdLst>
              <a:gd name="connsiteX0" fmla="*/ 0 w 6400800"/>
              <a:gd name="connsiteY0" fmla="*/ 0 h 2337483"/>
              <a:gd name="connsiteX1" fmla="*/ 0 w 6400800"/>
              <a:gd name="connsiteY1" fmla="*/ 584371 h 2337483"/>
              <a:gd name="connsiteX2" fmla="*/ 0 w 6400800"/>
              <a:gd name="connsiteY2" fmla="*/ 1192116 h 2337483"/>
              <a:gd name="connsiteX3" fmla="*/ 0 w 6400800"/>
              <a:gd name="connsiteY3" fmla="*/ 1753112 h 2337483"/>
              <a:gd name="connsiteX4" fmla="*/ 0 w 6400800"/>
              <a:gd name="connsiteY4" fmla="*/ 2337483 h 2337483"/>
              <a:gd name="connsiteX5" fmla="*/ 453875 w 6400800"/>
              <a:gd name="connsiteY5" fmla="*/ 2337483 h 2337483"/>
              <a:gd name="connsiteX6" fmla="*/ 1035766 w 6400800"/>
              <a:gd name="connsiteY6" fmla="*/ 2337483 h 2337483"/>
              <a:gd name="connsiteX7" fmla="*/ 1745673 w 6400800"/>
              <a:gd name="connsiteY7" fmla="*/ 2337483 h 2337483"/>
              <a:gd name="connsiteX8" fmla="*/ 2455580 w 6400800"/>
              <a:gd name="connsiteY8" fmla="*/ 2337483 h 2337483"/>
              <a:gd name="connsiteX9" fmla="*/ 3101479 w 6400800"/>
              <a:gd name="connsiteY9" fmla="*/ 2337483 h 2337483"/>
              <a:gd name="connsiteX10" fmla="*/ 3747377 w 6400800"/>
              <a:gd name="connsiteY10" fmla="*/ 2337483 h 2337483"/>
              <a:gd name="connsiteX11" fmla="*/ 4393276 w 6400800"/>
              <a:gd name="connsiteY11" fmla="*/ 2337483 h 2337483"/>
              <a:gd name="connsiteX12" fmla="*/ 4847151 w 6400800"/>
              <a:gd name="connsiteY12" fmla="*/ 2337483 h 2337483"/>
              <a:gd name="connsiteX13" fmla="*/ 5557058 w 6400800"/>
              <a:gd name="connsiteY13" fmla="*/ 2337483 h 2337483"/>
              <a:gd name="connsiteX14" fmla="*/ 6400800 w 6400800"/>
              <a:gd name="connsiteY14" fmla="*/ 2337483 h 2337483"/>
              <a:gd name="connsiteX15" fmla="*/ 6119228 w 6400800"/>
              <a:gd name="connsiteY15" fmla="*/ 2205409 h 2337483"/>
              <a:gd name="connsiteX16" fmla="*/ 5801710 w 6400800"/>
              <a:gd name="connsiteY16" fmla="*/ 2056474 h 2337483"/>
              <a:gd name="connsiteX17" fmla="*/ 5339255 w 6400800"/>
              <a:gd name="connsiteY17" fmla="*/ 1788239 h 2337483"/>
              <a:gd name="connsiteX18" fmla="*/ 4760345 w 6400800"/>
              <a:gd name="connsiteY18" fmla="*/ 1755667 h 2337483"/>
              <a:gd name="connsiteX19" fmla="*/ 4204138 w 6400800"/>
              <a:gd name="connsiteY19" fmla="*/ 1724373 h 2337483"/>
              <a:gd name="connsiteX20" fmla="*/ 3920359 w 6400800"/>
              <a:gd name="connsiteY20" fmla="*/ 1417818 h 2337483"/>
              <a:gd name="connsiteX21" fmla="*/ 3619027 w 6400800"/>
              <a:gd name="connsiteY21" fmla="*/ 1393804 h 2337483"/>
              <a:gd name="connsiteX22" fmla="*/ 3279228 w 6400800"/>
              <a:gd name="connsiteY22" fmla="*/ 1366725 h 2337483"/>
              <a:gd name="connsiteX23" fmla="*/ 2890345 w 6400800"/>
              <a:gd name="connsiteY23" fmla="*/ 1309246 h 2337483"/>
              <a:gd name="connsiteX24" fmla="*/ 2501462 w 6400800"/>
              <a:gd name="connsiteY24" fmla="*/ 1251767 h 2337483"/>
              <a:gd name="connsiteX25" fmla="*/ 2070538 w 6400800"/>
              <a:gd name="connsiteY25" fmla="*/ 1353952 h 2337483"/>
              <a:gd name="connsiteX26" fmla="*/ 1587062 w 6400800"/>
              <a:gd name="connsiteY26" fmla="*/ 1072943 h 2337483"/>
              <a:gd name="connsiteX27" fmla="*/ 1513490 w 6400800"/>
              <a:gd name="connsiteY27" fmla="*/ 817480 h 2337483"/>
              <a:gd name="connsiteX28" fmla="*/ 1229710 w 6400800"/>
              <a:gd name="connsiteY28" fmla="*/ 613110 h 2337483"/>
              <a:gd name="connsiteX29" fmla="*/ 840828 w 6400800"/>
              <a:gd name="connsiteY29" fmla="*/ 625883 h 2337483"/>
              <a:gd name="connsiteX30" fmla="*/ 567559 w 6400800"/>
              <a:gd name="connsiteY30" fmla="*/ 332101 h 2337483"/>
              <a:gd name="connsiteX31" fmla="*/ 283779 w 6400800"/>
              <a:gd name="connsiteY31" fmla="*/ 344875 h 2337483"/>
              <a:gd name="connsiteX32" fmla="*/ 178676 w 6400800"/>
              <a:gd name="connsiteY32" fmla="*/ 166051 h 2337483"/>
              <a:gd name="connsiteX33" fmla="*/ 0 w 6400800"/>
              <a:gd name="connsiteY33" fmla="*/ 0 h 2337483"/>
              <a:gd name="connsiteX0" fmla="*/ 0 w 6400800"/>
              <a:gd name="connsiteY0" fmla="*/ 0 h 2337483"/>
              <a:gd name="connsiteX1" fmla="*/ 0 w 6400800"/>
              <a:gd name="connsiteY1" fmla="*/ 560996 h 2337483"/>
              <a:gd name="connsiteX2" fmla="*/ 0 w 6400800"/>
              <a:gd name="connsiteY2" fmla="*/ 1075242 h 2337483"/>
              <a:gd name="connsiteX3" fmla="*/ 0 w 6400800"/>
              <a:gd name="connsiteY3" fmla="*/ 1706363 h 2337483"/>
              <a:gd name="connsiteX4" fmla="*/ 0 w 6400800"/>
              <a:gd name="connsiteY4" fmla="*/ 2337483 h 2337483"/>
              <a:gd name="connsiteX5" fmla="*/ 517883 w 6400800"/>
              <a:gd name="connsiteY5" fmla="*/ 2337483 h 2337483"/>
              <a:gd name="connsiteX6" fmla="*/ 971758 w 6400800"/>
              <a:gd name="connsiteY6" fmla="*/ 2337483 h 2337483"/>
              <a:gd name="connsiteX7" fmla="*/ 1553649 w 6400800"/>
              <a:gd name="connsiteY7" fmla="*/ 2337483 h 2337483"/>
              <a:gd name="connsiteX8" fmla="*/ 2135540 w 6400800"/>
              <a:gd name="connsiteY8" fmla="*/ 2337483 h 2337483"/>
              <a:gd name="connsiteX9" fmla="*/ 2589415 w 6400800"/>
              <a:gd name="connsiteY9" fmla="*/ 2337483 h 2337483"/>
              <a:gd name="connsiteX10" fmla="*/ 3043289 w 6400800"/>
              <a:gd name="connsiteY10" fmla="*/ 2337483 h 2337483"/>
              <a:gd name="connsiteX11" fmla="*/ 3625180 w 6400800"/>
              <a:gd name="connsiteY11" fmla="*/ 2337483 h 2337483"/>
              <a:gd name="connsiteX12" fmla="*/ 4271079 w 6400800"/>
              <a:gd name="connsiteY12" fmla="*/ 2337483 h 2337483"/>
              <a:gd name="connsiteX13" fmla="*/ 4660946 w 6400800"/>
              <a:gd name="connsiteY13" fmla="*/ 2337483 h 2337483"/>
              <a:gd name="connsiteX14" fmla="*/ 5242837 w 6400800"/>
              <a:gd name="connsiteY14" fmla="*/ 2337483 h 2337483"/>
              <a:gd name="connsiteX15" fmla="*/ 5824728 w 6400800"/>
              <a:gd name="connsiteY15" fmla="*/ 2337483 h 2337483"/>
              <a:gd name="connsiteX16" fmla="*/ 6400800 w 6400800"/>
              <a:gd name="connsiteY16" fmla="*/ 2337483 h 2337483"/>
              <a:gd name="connsiteX17" fmla="*/ 6095264 w 6400800"/>
              <a:gd name="connsiteY17" fmla="*/ 2194168 h 2337483"/>
              <a:gd name="connsiteX18" fmla="*/ 5801710 w 6400800"/>
              <a:gd name="connsiteY18" fmla="*/ 2056474 h 2337483"/>
              <a:gd name="connsiteX19" fmla="*/ 5339255 w 6400800"/>
              <a:gd name="connsiteY19" fmla="*/ 1788239 h 2337483"/>
              <a:gd name="connsiteX20" fmla="*/ 4794399 w 6400800"/>
              <a:gd name="connsiteY20" fmla="*/ 1757583 h 2337483"/>
              <a:gd name="connsiteX21" fmla="*/ 4204138 w 6400800"/>
              <a:gd name="connsiteY21" fmla="*/ 1724373 h 2337483"/>
              <a:gd name="connsiteX22" fmla="*/ 3920359 w 6400800"/>
              <a:gd name="connsiteY22" fmla="*/ 1417818 h 2337483"/>
              <a:gd name="connsiteX23" fmla="*/ 3619027 w 6400800"/>
              <a:gd name="connsiteY23" fmla="*/ 1393804 h 2337483"/>
              <a:gd name="connsiteX24" fmla="*/ 3279228 w 6400800"/>
              <a:gd name="connsiteY24" fmla="*/ 1366725 h 2337483"/>
              <a:gd name="connsiteX25" fmla="*/ 2882567 w 6400800"/>
              <a:gd name="connsiteY25" fmla="*/ 1308096 h 2337483"/>
              <a:gd name="connsiteX26" fmla="*/ 2501462 w 6400800"/>
              <a:gd name="connsiteY26" fmla="*/ 1251767 h 2337483"/>
              <a:gd name="connsiteX27" fmla="*/ 2070538 w 6400800"/>
              <a:gd name="connsiteY27" fmla="*/ 1353952 h 2337483"/>
              <a:gd name="connsiteX28" fmla="*/ 1587062 w 6400800"/>
              <a:gd name="connsiteY28" fmla="*/ 1072943 h 2337483"/>
              <a:gd name="connsiteX29" fmla="*/ 1513490 w 6400800"/>
              <a:gd name="connsiteY29" fmla="*/ 817480 h 2337483"/>
              <a:gd name="connsiteX30" fmla="*/ 1229710 w 6400800"/>
              <a:gd name="connsiteY30" fmla="*/ 613110 h 2337483"/>
              <a:gd name="connsiteX31" fmla="*/ 840828 w 6400800"/>
              <a:gd name="connsiteY31" fmla="*/ 625883 h 2337483"/>
              <a:gd name="connsiteX32" fmla="*/ 567559 w 6400800"/>
              <a:gd name="connsiteY32" fmla="*/ 332101 h 2337483"/>
              <a:gd name="connsiteX33" fmla="*/ 283779 w 6400800"/>
              <a:gd name="connsiteY33" fmla="*/ 344875 h 2337483"/>
              <a:gd name="connsiteX34" fmla="*/ 178676 w 6400800"/>
              <a:gd name="connsiteY34" fmla="*/ 166051 h 2337483"/>
              <a:gd name="connsiteX35" fmla="*/ 0 w 6400800"/>
              <a:gd name="connsiteY35" fmla="*/ 0 h 2337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400800" h="2337483" fill="none" extrusionOk="0">
                <a:moveTo>
                  <a:pt x="0" y="0"/>
                </a:moveTo>
                <a:cubicBezTo>
                  <a:pt x="-24270" y="222869"/>
                  <a:pt x="-28206" y="430110"/>
                  <a:pt x="0" y="584371"/>
                </a:cubicBezTo>
                <a:cubicBezTo>
                  <a:pt x="83976" y="731044"/>
                  <a:pt x="-94228" y="957810"/>
                  <a:pt x="0" y="1192116"/>
                </a:cubicBezTo>
                <a:cubicBezTo>
                  <a:pt x="37510" y="1399387"/>
                  <a:pt x="2471" y="1525032"/>
                  <a:pt x="0" y="1753112"/>
                </a:cubicBezTo>
                <a:cubicBezTo>
                  <a:pt x="-3426" y="2014383"/>
                  <a:pt x="-61202" y="2049782"/>
                  <a:pt x="0" y="2337483"/>
                </a:cubicBezTo>
                <a:cubicBezTo>
                  <a:pt x="189383" y="2287373"/>
                  <a:pt x="247585" y="2364712"/>
                  <a:pt x="453875" y="2337483"/>
                </a:cubicBezTo>
                <a:cubicBezTo>
                  <a:pt x="663016" y="2319060"/>
                  <a:pt x="794384" y="2396807"/>
                  <a:pt x="1035766" y="2337483"/>
                </a:cubicBezTo>
                <a:cubicBezTo>
                  <a:pt x="1279521" y="2250160"/>
                  <a:pt x="1561792" y="2389063"/>
                  <a:pt x="1745673" y="2337483"/>
                </a:cubicBezTo>
                <a:cubicBezTo>
                  <a:pt x="1873991" y="2264482"/>
                  <a:pt x="2251054" y="2354279"/>
                  <a:pt x="2455580" y="2337483"/>
                </a:cubicBezTo>
                <a:cubicBezTo>
                  <a:pt x="2729320" y="2237087"/>
                  <a:pt x="2891916" y="2387896"/>
                  <a:pt x="3101479" y="2337483"/>
                </a:cubicBezTo>
                <a:cubicBezTo>
                  <a:pt x="3361632" y="2260919"/>
                  <a:pt x="3601017" y="2348782"/>
                  <a:pt x="3747377" y="2337483"/>
                </a:cubicBezTo>
                <a:cubicBezTo>
                  <a:pt x="3891214" y="2344712"/>
                  <a:pt x="4237869" y="2364785"/>
                  <a:pt x="4393276" y="2337483"/>
                </a:cubicBezTo>
                <a:cubicBezTo>
                  <a:pt x="4547735" y="2304879"/>
                  <a:pt x="4692884" y="2369086"/>
                  <a:pt x="4847151" y="2337483"/>
                </a:cubicBezTo>
                <a:cubicBezTo>
                  <a:pt x="4940546" y="2325171"/>
                  <a:pt x="5388144" y="2332027"/>
                  <a:pt x="5557058" y="2337483"/>
                </a:cubicBezTo>
                <a:cubicBezTo>
                  <a:pt x="5684117" y="2345555"/>
                  <a:pt x="6213955" y="2440217"/>
                  <a:pt x="6400800" y="2337483"/>
                </a:cubicBezTo>
                <a:cubicBezTo>
                  <a:pt x="6257944" y="2264663"/>
                  <a:pt x="6219119" y="2217038"/>
                  <a:pt x="6119228" y="2205409"/>
                </a:cubicBezTo>
                <a:cubicBezTo>
                  <a:pt x="6012892" y="2193143"/>
                  <a:pt x="5904818" y="2091202"/>
                  <a:pt x="5801710" y="2056474"/>
                </a:cubicBezTo>
                <a:cubicBezTo>
                  <a:pt x="5554742" y="1932310"/>
                  <a:pt x="5474495" y="1842355"/>
                  <a:pt x="5339255" y="1788239"/>
                </a:cubicBezTo>
                <a:cubicBezTo>
                  <a:pt x="5107232" y="1838433"/>
                  <a:pt x="4878760" y="1720575"/>
                  <a:pt x="4760345" y="1755667"/>
                </a:cubicBezTo>
                <a:cubicBezTo>
                  <a:pt x="4621231" y="1817026"/>
                  <a:pt x="4431234" y="1735498"/>
                  <a:pt x="4204138" y="1724373"/>
                </a:cubicBezTo>
                <a:cubicBezTo>
                  <a:pt x="4056373" y="1642288"/>
                  <a:pt x="4004072" y="1458614"/>
                  <a:pt x="3920359" y="1417818"/>
                </a:cubicBezTo>
                <a:cubicBezTo>
                  <a:pt x="3831212" y="1423747"/>
                  <a:pt x="3716190" y="1370856"/>
                  <a:pt x="3619027" y="1393804"/>
                </a:cubicBezTo>
                <a:cubicBezTo>
                  <a:pt x="3563352" y="1382956"/>
                  <a:pt x="3417816" y="1338789"/>
                  <a:pt x="3279228" y="1366725"/>
                </a:cubicBezTo>
                <a:cubicBezTo>
                  <a:pt x="3105752" y="1386773"/>
                  <a:pt x="2983839" y="1286766"/>
                  <a:pt x="2890345" y="1309246"/>
                </a:cubicBezTo>
                <a:cubicBezTo>
                  <a:pt x="2813993" y="1330167"/>
                  <a:pt x="2624018" y="1224305"/>
                  <a:pt x="2501462" y="1251767"/>
                </a:cubicBezTo>
                <a:cubicBezTo>
                  <a:pt x="2303304" y="1320327"/>
                  <a:pt x="2203847" y="1330710"/>
                  <a:pt x="2070538" y="1353952"/>
                </a:cubicBezTo>
                <a:cubicBezTo>
                  <a:pt x="1856508" y="1295415"/>
                  <a:pt x="1750161" y="1074161"/>
                  <a:pt x="1587062" y="1072943"/>
                </a:cubicBezTo>
                <a:cubicBezTo>
                  <a:pt x="1525150" y="959758"/>
                  <a:pt x="1569990" y="933505"/>
                  <a:pt x="1513490" y="817480"/>
                </a:cubicBezTo>
                <a:cubicBezTo>
                  <a:pt x="1427859" y="777220"/>
                  <a:pt x="1352693" y="640640"/>
                  <a:pt x="1229710" y="613110"/>
                </a:cubicBezTo>
                <a:cubicBezTo>
                  <a:pt x="1108230" y="639029"/>
                  <a:pt x="1012401" y="628839"/>
                  <a:pt x="840828" y="625883"/>
                </a:cubicBezTo>
                <a:cubicBezTo>
                  <a:pt x="700583" y="500172"/>
                  <a:pt x="724043" y="457745"/>
                  <a:pt x="567559" y="332101"/>
                </a:cubicBezTo>
                <a:cubicBezTo>
                  <a:pt x="506188" y="338423"/>
                  <a:pt x="422999" y="309576"/>
                  <a:pt x="283779" y="344875"/>
                </a:cubicBezTo>
                <a:cubicBezTo>
                  <a:pt x="219194" y="265427"/>
                  <a:pt x="240599" y="231987"/>
                  <a:pt x="178676" y="166051"/>
                </a:cubicBezTo>
                <a:cubicBezTo>
                  <a:pt x="94480" y="99908"/>
                  <a:pt x="57248" y="30866"/>
                  <a:pt x="0" y="0"/>
                </a:cubicBezTo>
                <a:close/>
              </a:path>
              <a:path w="6400800" h="2337483" stroke="0" extrusionOk="0">
                <a:moveTo>
                  <a:pt x="0" y="0"/>
                </a:moveTo>
                <a:cubicBezTo>
                  <a:pt x="11571" y="256934"/>
                  <a:pt x="17822" y="399214"/>
                  <a:pt x="0" y="560996"/>
                </a:cubicBezTo>
                <a:cubicBezTo>
                  <a:pt x="28347" y="704261"/>
                  <a:pt x="-34898" y="910108"/>
                  <a:pt x="0" y="1075242"/>
                </a:cubicBezTo>
                <a:cubicBezTo>
                  <a:pt x="22364" y="1168428"/>
                  <a:pt x="-3496" y="1545480"/>
                  <a:pt x="0" y="1706363"/>
                </a:cubicBezTo>
                <a:cubicBezTo>
                  <a:pt x="-21073" y="1902034"/>
                  <a:pt x="-13145" y="2100550"/>
                  <a:pt x="0" y="2337483"/>
                </a:cubicBezTo>
                <a:cubicBezTo>
                  <a:pt x="77802" y="2253697"/>
                  <a:pt x="300348" y="2359250"/>
                  <a:pt x="517883" y="2337483"/>
                </a:cubicBezTo>
                <a:cubicBezTo>
                  <a:pt x="733690" y="2326297"/>
                  <a:pt x="857959" y="2344705"/>
                  <a:pt x="971758" y="2337483"/>
                </a:cubicBezTo>
                <a:cubicBezTo>
                  <a:pt x="1132773" y="2347112"/>
                  <a:pt x="1412546" y="2383263"/>
                  <a:pt x="1553649" y="2337483"/>
                </a:cubicBezTo>
                <a:cubicBezTo>
                  <a:pt x="1715860" y="2311530"/>
                  <a:pt x="2020672" y="2333147"/>
                  <a:pt x="2135540" y="2337483"/>
                </a:cubicBezTo>
                <a:cubicBezTo>
                  <a:pt x="2253308" y="2323684"/>
                  <a:pt x="2473080" y="2338354"/>
                  <a:pt x="2589415" y="2337483"/>
                </a:cubicBezTo>
                <a:cubicBezTo>
                  <a:pt x="2684139" y="2356271"/>
                  <a:pt x="2852970" y="2365711"/>
                  <a:pt x="3043289" y="2337483"/>
                </a:cubicBezTo>
                <a:cubicBezTo>
                  <a:pt x="3245754" y="2295678"/>
                  <a:pt x="3357782" y="2323874"/>
                  <a:pt x="3625180" y="2337483"/>
                </a:cubicBezTo>
                <a:cubicBezTo>
                  <a:pt x="3944100" y="2336613"/>
                  <a:pt x="4015659" y="2366267"/>
                  <a:pt x="4271079" y="2337483"/>
                </a:cubicBezTo>
                <a:cubicBezTo>
                  <a:pt x="4496989" y="2328269"/>
                  <a:pt x="4519496" y="2348872"/>
                  <a:pt x="4660946" y="2337483"/>
                </a:cubicBezTo>
                <a:cubicBezTo>
                  <a:pt x="4845736" y="2309529"/>
                  <a:pt x="5080273" y="2361072"/>
                  <a:pt x="5242837" y="2337483"/>
                </a:cubicBezTo>
                <a:cubicBezTo>
                  <a:pt x="5396499" y="2307470"/>
                  <a:pt x="5586475" y="2396785"/>
                  <a:pt x="5824728" y="2337483"/>
                </a:cubicBezTo>
                <a:cubicBezTo>
                  <a:pt x="6064870" y="2291754"/>
                  <a:pt x="6198954" y="2365381"/>
                  <a:pt x="6400800" y="2337483"/>
                </a:cubicBezTo>
                <a:cubicBezTo>
                  <a:pt x="6250588" y="2285492"/>
                  <a:pt x="6171267" y="2215025"/>
                  <a:pt x="6095264" y="2194168"/>
                </a:cubicBezTo>
                <a:cubicBezTo>
                  <a:pt x="6010480" y="2175652"/>
                  <a:pt x="5877105" y="2113896"/>
                  <a:pt x="5801710" y="2056474"/>
                </a:cubicBezTo>
                <a:cubicBezTo>
                  <a:pt x="5651373" y="1956769"/>
                  <a:pt x="5577509" y="1861558"/>
                  <a:pt x="5339255" y="1788239"/>
                </a:cubicBezTo>
                <a:cubicBezTo>
                  <a:pt x="5085601" y="1789293"/>
                  <a:pt x="4937585" y="1734063"/>
                  <a:pt x="4794399" y="1757583"/>
                </a:cubicBezTo>
                <a:cubicBezTo>
                  <a:pt x="4695144" y="1795145"/>
                  <a:pt x="4411077" y="1699769"/>
                  <a:pt x="4204138" y="1724373"/>
                </a:cubicBezTo>
                <a:cubicBezTo>
                  <a:pt x="4089862" y="1631516"/>
                  <a:pt x="4070326" y="1523103"/>
                  <a:pt x="3920359" y="1417818"/>
                </a:cubicBezTo>
                <a:cubicBezTo>
                  <a:pt x="3768075" y="1426328"/>
                  <a:pt x="3747216" y="1378009"/>
                  <a:pt x="3619027" y="1393804"/>
                </a:cubicBezTo>
                <a:cubicBezTo>
                  <a:pt x="3518049" y="1426793"/>
                  <a:pt x="3405597" y="1329803"/>
                  <a:pt x="3279228" y="1366725"/>
                </a:cubicBezTo>
                <a:cubicBezTo>
                  <a:pt x="3101284" y="1372789"/>
                  <a:pt x="3025152" y="1293188"/>
                  <a:pt x="2882567" y="1308096"/>
                </a:cubicBezTo>
                <a:cubicBezTo>
                  <a:pt x="2792971" y="1340648"/>
                  <a:pt x="2631717" y="1267870"/>
                  <a:pt x="2501462" y="1251767"/>
                </a:cubicBezTo>
                <a:cubicBezTo>
                  <a:pt x="2305881" y="1344690"/>
                  <a:pt x="2175068" y="1287850"/>
                  <a:pt x="2070538" y="1353952"/>
                </a:cubicBezTo>
                <a:cubicBezTo>
                  <a:pt x="1931437" y="1308459"/>
                  <a:pt x="1725865" y="1092908"/>
                  <a:pt x="1587062" y="1072943"/>
                </a:cubicBezTo>
                <a:cubicBezTo>
                  <a:pt x="1582558" y="997936"/>
                  <a:pt x="1588652" y="909040"/>
                  <a:pt x="1513490" y="817480"/>
                </a:cubicBezTo>
                <a:cubicBezTo>
                  <a:pt x="1429380" y="743567"/>
                  <a:pt x="1301296" y="607029"/>
                  <a:pt x="1229710" y="613110"/>
                </a:cubicBezTo>
                <a:cubicBezTo>
                  <a:pt x="1142138" y="641526"/>
                  <a:pt x="972295" y="586257"/>
                  <a:pt x="840828" y="625883"/>
                </a:cubicBezTo>
                <a:cubicBezTo>
                  <a:pt x="736406" y="567976"/>
                  <a:pt x="658066" y="416921"/>
                  <a:pt x="567559" y="332101"/>
                </a:cubicBezTo>
                <a:cubicBezTo>
                  <a:pt x="494516" y="336759"/>
                  <a:pt x="405249" y="354228"/>
                  <a:pt x="283779" y="344875"/>
                </a:cubicBezTo>
                <a:cubicBezTo>
                  <a:pt x="215937" y="288128"/>
                  <a:pt x="222741" y="204038"/>
                  <a:pt x="178676" y="166051"/>
                </a:cubicBezTo>
                <a:cubicBezTo>
                  <a:pt x="91192" y="121210"/>
                  <a:pt x="51098" y="35695"/>
                  <a:pt x="0" y="0"/>
                </a:cubicBezTo>
                <a:close/>
              </a:path>
              <a:path w="6400800" h="2337483" fill="none" stroke="0" extrusionOk="0">
                <a:moveTo>
                  <a:pt x="0" y="0"/>
                </a:moveTo>
                <a:cubicBezTo>
                  <a:pt x="-25594" y="178391"/>
                  <a:pt x="-89605" y="429036"/>
                  <a:pt x="0" y="584371"/>
                </a:cubicBezTo>
                <a:cubicBezTo>
                  <a:pt x="91496" y="752515"/>
                  <a:pt x="-97129" y="1001027"/>
                  <a:pt x="0" y="1192116"/>
                </a:cubicBezTo>
                <a:cubicBezTo>
                  <a:pt x="59321" y="1394976"/>
                  <a:pt x="-6284" y="1522629"/>
                  <a:pt x="0" y="1753112"/>
                </a:cubicBezTo>
                <a:cubicBezTo>
                  <a:pt x="-11791" y="2011854"/>
                  <a:pt x="-63129" y="2054844"/>
                  <a:pt x="0" y="2337483"/>
                </a:cubicBezTo>
                <a:cubicBezTo>
                  <a:pt x="205588" y="2286722"/>
                  <a:pt x="238750" y="2342030"/>
                  <a:pt x="453875" y="2337483"/>
                </a:cubicBezTo>
                <a:cubicBezTo>
                  <a:pt x="651714" y="2309295"/>
                  <a:pt x="776406" y="2416922"/>
                  <a:pt x="1035766" y="2337483"/>
                </a:cubicBezTo>
                <a:cubicBezTo>
                  <a:pt x="1274624" y="2251847"/>
                  <a:pt x="1529254" y="2448302"/>
                  <a:pt x="1745673" y="2337483"/>
                </a:cubicBezTo>
                <a:cubicBezTo>
                  <a:pt x="1995882" y="2291568"/>
                  <a:pt x="2273791" y="2427752"/>
                  <a:pt x="2455580" y="2337483"/>
                </a:cubicBezTo>
                <a:cubicBezTo>
                  <a:pt x="2640438" y="2252477"/>
                  <a:pt x="2855207" y="2397928"/>
                  <a:pt x="3101479" y="2337483"/>
                </a:cubicBezTo>
                <a:cubicBezTo>
                  <a:pt x="3366534" y="2299617"/>
                  <a:pt x="3600172" y="2409859"/>
                  <a:pt x="3747377" y="2337483"/>
                </a:cubicBezTo>
                <a:cubicBezTo>
                  <a:pt x="3910447" y="2325717"/>
                  <a:pt x="4282258" y="2416544"/>
                  <a:pt x="4393276" y="2337483"/>
                </a:cubicBezTo>
                <a:cubicBezTo>
                  <a:pt x="4553939" y="2272397"/>
                  <a:pt x="4727559" y="2334174"/>
                  <a:pt x="4847151" y="2337483"/>
                </a:cubicBezTo>
                <a:cubicBezTo>
                  <a:pt x="4951706" y="2317386"/>
                  <a:pt x="5360588" y="2325652"/>
                  <a:pt x="5557058" y="2337483"/>
                </a:cubicBezTo>
                <a:cubicBezTo>
                  <a:pt x="5706134" y="2328734"/>
                  <a:pt x="6213792" y="2376381"/>
                  <a:pt x="6400800" y="2337483"/>
                </a:cubicBezTo>
                <a:cubicBezTo>
                  <a:pt x="6274295" y="2274764"/>
                  <a:pt x="6202952" y="2223460"/>
                  <a:pt x="6119228" y="2205409"/>
                </a:cubicBezTo>
                <a:cubicBezTo>
                  <a:pt x="6005788" y="2226411"/>
                  <a:pt x="5959082" y="2094426"/>
                  <a:pt x="5801710" y="2056474"/>
                </a:cubicBezTo>
                <a:cubicBezTo>
                  <a:pt x="5578171" y="2002475"/>
                  <a:pt x="5492790" y="1852431"/>
                  <a:pt x="5339255" y="1788239"/>
                </a:cubicBezTo>
                <a:cubicBezTo>
                  <a:pt x="5109639" y="1836276"/>
                  <a:pt x="4863225" y="1698346"/>
                  <a:pt x="4760345" y="1755667"/>
                </a:cubicBezTo>
                <a:cubicBezTo>
                  <a:pt x="4661004" y="1870774"/>
                  <a:pt x="4378525" y="1708802"/>
                  <a:pt x="4204138" y="1724373"/>
                </a:cubicBezTo>
                <a:cubicBezTo>
                  <a:pt x="4065659" y="1621584"/>
                  <a:pt x="4001051" y="1478193"/>
                  <a:pt x="3920359" y="1417818"/>
                </a:cubicBezTo>
                <a:cubicBezTo>
                  <a:pt x="3826738" y="1448387"/>
                  <a:pt x="3697679" y="1397331"/>
                  <a:pt x="3619027" y="1393804"/>
                </a:cubicBezTo>
                <a:cubicBezTo>
                  <a:pt x="3526588" y="1421647"/>
                  <a:pt x="3380687" y="1329389"/>
                  <a:pt x="3279228" y="1366725"/>
                </a:cubicBezTo>
                <a:cubicBezTo>
                  <a:pt x="3125245" y="1368319"/>
                  <a:pt x="2980112" y="1266229"/>
                  <a:pt x="2890345" y="1309246"/>
                </a:cubicBezTo>
                <a:cubicBezTo>
                  <a:pt x="2815926" y="1339641"/>
                  <a:pt x="2590505" y="1253585"/>
                  <a:pt x="2501462" y="1251767"/>
                </a:cubicBezTo>
                <a:cubicBezTo>
                  <a:pt x="2312034" y="1353499"/>
                  <a:pt x="2189645" y="1298546"/>
                  <a:pt x="2070538" y="1353952"/>
                </a:cubicBezTo>
                <a:cubicBezTo>
                  <a:pt x="1888667" y="1256777"/>
                  <a:pt x="1751926" y="1046033"/>
                  <a:pt x="1587062" y="1072943"/>
                </a:cubicBezTo>
                <a:cubicBezTo>
                  <a:pt x="1514572" y="961263"/>
                  <a:pt x="1573156" y="928646"/>
                  <a:pt x="1513490" y="817480"/>
                </a:cubicBezTo>
                <a:cubicBezTo>
                  <a:pt x="1412791" y="796466"/>
                  <a:pt x="1336251" y="658847"/>
                  <a:pt x="1229710" y="613110"/>
                </a:cubicBezTo>
                <a:cubicBezTo>
                  <a:pt x="1118394" y="633104"/>
                  <a:pt x="1007492" y="618015"/>
                  <a:pt x="840828" y="625883"/>
                </a:cubicBezTo>
                <a:cubicBezTo>
                  <a:pt x="710530" y="503324"/>
                  <a:pt x="715773" y="446116"/>
                  <a:pt x="567559" y="332101"/>
                </a:cubicBezTo>
                <a:cubicBezTo>
                  <a:pt x="517424" y="356268"/>
                  <a:pt x="426354" y="331307"/>
                  <a:pt x="283779" y="344875"/>
                </a:cubicBezTo>
                <a:cubicBezTo>
                  <a:pt x="223482" y="268771"/>
                  <a:pt x="238874" y="233002"/>
                  <a:pt x="178676" y="166051"/>
                </a:cubicBezTo>
                <a:cubicBezTo>
                  <a:pt x="89891" y="110509"/>
                  <a:pt x="42674" y="33786"/>
                  <a:pt x="0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25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custGeom>
                    <a:avLst/>
                    <a:gdLst>
                      <a:gd name="connsiteX0" fmla="*/ 0 w 6400800"/>
                      <a:gd name="connsiteY0" fmla="*/ 0 h 2337483"/>
                      <a:gd name="connsiteX1" fmla="*/ 0 w 6400800"/>
                      <a:gd name="connsiteY1" fmla="*/ 584371 h 2337483"/>
                      <a:gd name="connsiteX2" fmla="*/ 0 w 6400800"/>
                      <a:gd name="connsiteY2" fmla="*/ 1192116 h 2337483"/>
                      <a:gd name="connsiteX3" fmla="*/ 0 w 6400800"/>
                      <a:gd name="connsiteY3" fmla="*/ 1753112 h 2337483"/>
                      <a:gd name="connsiteX4" fmla="*/ 0 w 6400800"/>
                      <a:gd name="connsiteY4" fmla="*/ 2337483 h 2337483"/>
                      <a:gd name="connsiteX5" fmla="*/ 453875 w 6400800"/>
                      <a:gd name="connsiteY5" fmla="*/ 2337483 h 2337483"/>
                      <a:gd name="connsiteX6" fmla="*/ 1035766 w 6400800"/>
                      <a:gd name="connsiteY6" fmla="*/ 2337483 h 2337483"/>
                      <a:gd name="connsiteX7" fmla="*/ 1745673 w 6400800"/>
                      <a:gd name="connsiteY7" fmla="*/ 2337483 h 2337483"/>
                      <a:gd name="connsiteX8" fmla="*/ 2455580 w 6400800"/>
                      <a:gd name="connsiteY8" fmla="*/ 2337483 h 2337483"/>
                      <a:gd name="connsiteX9" fmla="*/ 3101479 w 6400800"/>
                      <a:gd name="connsiteY9" fmla="*/ 2337483 h 2337483"/>
                      <a:gd name="connsiteX10" fmla="*/ 3747377 w 6400800"/>
                      <a:gd name="connsiteY10" fmla="*/ 2337483 h 2337483"/>
                      <a:gd name="connsiteX11" fmla="*/ 4393276 w 6400800"/>
                      <a:gd name="connsiteY11" fmla="*/ 2337483 h 2337483"/>
                      <a:gd name="connsiteX12" fmla="*/ 4847151 w 6400800"/>
                      <a:gd name="connsiteY12" fmla="*/ 2337483 h 2337483"/>
                      <a:gd name="connsiteX13" fmla="*/ 5557058 w 6400800"/>
                      <a:gd name="connsiteY13" fmla="*/ 2337483 h 2337483"/>
                      <a:gd name="connsiteX14" fmla="*/ 6400800 w 6400800"/>
                      <a:gd name="connsiteY14" fmla="*/ 2337483 h 2337483"/>
                      <a:gd name="connsiteX15" fmla="*/ 6119228 w 6400800"/>
                      <a:gd name="connsiteY15" fmla="*/ 2205409 h 2337483"/>
                      <a:gd name="connsiteX16" fmla="*/ 5801710 w 6400800"/>
                      <a:gd name="connsiteY16" fmla="*/ 2056474 h 2337483"/>
                      <a:gd name="connsiteX17" fmla="*/ 5339255 w 6400800"/>
                      <a:gd name="connsiteY17" fmla="*/ 1788239 h 2337483"/>
                      <a:gd name="connsiteX18" fmla="*/ 4760345 w 6400800"/>
                      <a:gd name="connsiteY18" fmla="*/ 1755667 h 2337483"/>
                      <a:gd name="connsiteX19" fmla="*/ 4204138 w 6400800"/>
                      <a:gd name="connsiteY19" fmla="*/ 1724373 h 2337483"/>
                      <a:gd name="connsiteX20" fmla="*/ 3920359 w 6400800"/>
                      <a:gd name="connsiteY20" fmla="*/ 1417818 h 2337483"/>
                      <a:gd name="connsiteX21" fmla="*/ 3619027 w 6400800"/>
                      <a:gd name="connsiteY21" fmla="*/ 1393804 h 2337483"/>
                      <a:gd name="connsiteX22" fmla="*/ 3279228 w 6400800"/>
                      <a:gd name="connsiteY22" fmla="*/ 1366725 h 2337483"/>
                      <a:gd name="connsiteX23" fmla="*/ 2890345 w 6400800"/>
                      <a:gd name="connsiteY23" fmla="*/ 1309246 h 2337483"/>
                      <a:gd name="connsiteX24" fmla="*/ 2501462 w 6400800"/>
                      <a:gd name="connsiteY24" fmla="*/ 1251767 h 2337483"/>
                      <a:gd name="connsiteX25" fmla="*/ 2070538 w 6400800"/>
                      <a:gd name="connsiteY25" fmla="*/ 1353952 h 2337483"/>
                      <a:gd name="connsiteX26" fmla="*/ 1587062 w 6400800"/>
                      <a:gd name="connsiteY26" fmla="*/ 1072943 h 2337483"/>
                      <a:gd name="connsiteX27" fmla="*/ 1513490 w 6400800"/>
                      <a:gd name="connsiteY27" fmla="*/ 817480 h 2337483"/>
                      <a:gd name="connsiteX28" fmla="*/ 1229710 w 6400800"/>
                      <a:gd name="connsiteY28" fmla="*/ 613110 h 2337483"/>
                      <a:gd name="connsiteX29" fmla="*/ 840828 w 6400800"/>
                      <a:gd name="connsiteY29" fmla="*/ 625883 h 2337483"/>
                      <a:gd name="connsiteX30" fmla="*/ 567559 w 6400800"/>
                      <a:gd name="connsiteY30" fmla="*/ 332101 h 2337483"/>
                      <a:gd name="connsiteX31" fmla="*/ 283779 w 6400800"/>
                      <a:gd name="connsiteY31" fmla="*/ 344875 h 2337483"/>
                      <a:gd name="connsiteX32" fmla="*/ 178676 w 6400800"/>
                      <a:gd name="connsiteY32" fmla="*/ 166051 h 2337483"/>
                      <a:gd name="connsiteX33" fmla="*/ 0 w 6400800"/>
                      <a:gd name="connsiteY33" fmla="*/ 0 h 233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6400800" h="2337483" fill="none" extrusionOk="0">
                        <a:moveTo>
                          <a:pt x="0" y="0"/>
                        </a:moveTo>
                        <a:cubicBezTo>
                          <a:pt x="2857" y="195940"/>
                          <a:pt x="-68420" y="421085"/>
                          <a:pt x="0" y="584371"/>
                        </a:cubicBezTo>
                        <a:cubicBezTo>
                          <a:pt x="68420" y="747657"/>
                          <a:pt x="-70507" y="1000180"/>
                          <a:pt x="0" y="1192116"/>
                        </a:cubicBezTo>
                        <a:cubicBezTo>
                          <a:pt x="70507" y="1384052"/>
                          <a:pt x="-4" y="1487917"/>
                          <a:pt x="0" y="1753112"/>
                        </a:cubicBezTo>
                        <a:cubicBezTo>
                          <a:pt x="4" y="2018307"/>
                          <a:pt x="-65038" y="2053932"/>
                          <a:pt x="0" y="2337483"/>
                        </a:cubicBezTo>
                        <a:cubicBezTo>
                          <a:pt x="187066" y="2284525"/>
                          <a:pt x="229255" y="2361570"/>
                          <a:pt x="453875" y="2337483"/>
                        </a:cubicBezTo>
                        <a:cubicBezTo>
                          <a:pt x="678496" y="2313396"/>
                          <a:pt x="794474" y="2399911"/>
                          <a:pt x="1035766" y="2337483"/>
                        </a:cubicBezTo>
                        <a:cubicBezTo>
                          <a:pt x="1277058" y="2275055"/>
                          <a:pt x="1552842" y="2415521"/>
                          <a:pt x="1745673" y="2337483"/>
                        </a:cubicBezTo>
                        <a:cubicBezTo>
                          <a:pt x="1938504" y="2259445"/>
                          <a:pt x="2213217" y="2413188"/>
                          <a:pt x="2455580" y="2337483"/>
                        </a:cubicBezTo>
                        <a:cubicBezTo>
                          <a:pt x="2697943" y="2261778"/>
                          <a:pt x="2847185" y="2391368"/>
                          <a:pt x="3101479" y="2337483"/>
                        </a:cubicBezTo>
                        <a:cubicBezTo>
                          <a:pt x="3355773" y="2283598"/>
                          <a:pt x="3596069" y="2367366"/>
                          <a:pt x="3747377" y="2337483"/>
                        </a:cubicBezTo>
                        <a:cubicBezTo>
                          <a:pt x="3898685" y="2307600"/>
                          <a:pt x="4254911" y="2383046"/>
                          <a:pt x="4393276" y="2337483"/>
                        </a:cubicBezTo>
                        <a:cubicBezTo>
                          <a:pt x="4531641" y="2291920"/>
                          <a:pt x="4721859" y="2360985"/>
                          <a:pt x="4847151" y="2337483"/>
                        </a:cubicBezTo>
                        <a:cubicBezTo>
                          <a:pt x="4972444" y="2313981"/>
                          <a:pt x="5388401" y="2344842"/>
                          <a:pt x="5557058" y="2337483"/>
                        </a:cubicBezTo>
                        <a:cubicBezTo>
                          <a:pt x="5725715" y="2330124"/>
                          <a:pt x="6217654" y="2384253"/>
                          <a:pt x="6400800" y="2337483"/>
                        </a:cubicBezTo>
                        <a:cubicBezTo>
                          <a:pt x="6274001" y="2278736"/>
                          <a:pt x="6214645" y="2216632"/>
                          <a:pt x="6119228" y="2205409"/>
                        </a:cubicBezTo>
                        <a:cubicBezTo>
                          <a:pt x="6023811" y="2194186"/>
                          <a:pt x="5936228" y="2077443"/>
                          <a:pt x="5801710" y="2056474"/>
                        </a:cubicBezTo>
                        <a:cubicBezTo>
                          <a:pt x="5579890" y="1961601"/>
                          <a:pt x="5472762" y="1864311"/>
                          <a:pt x="5339255" y="1788239"/>
                        </a:cubicBezTo>
                        <a:cubicBezTo>
                          <a:pt x="5119535" y="1820565"/>
                          <a:pt x="4888198" y="1697014"/>
                          <a:pt x="4760345" y="1755667"/>
                        </a:cubicBezTo>
                        <a:cubicBezTo>
                          <a:pt x="4632492" y="1814320"/>
                          <a:pt x="4414571" y="1689793"/>
                          <a:pt x="4204138" y="1724373"/>
                        </a:cubicBezTo>
                        <a:cubicBezTo>
                          <a:pt x="4061872" y="1643242"/>
                          <a:pt x="4004836" y="1478407"/>
                          <a:pt x="3920359" y="1417818"/>
                        </a:cubicBezTo>
                        <a:cubicBezTo>
                          <a:pt x="3820946" y="1443400"/>
                          <a:pt x="3701327" y="1386315"/>
                          <a:pt x="3619027" y="1393804"/>
                        </a:cubicBezTo>
                        <a:cubicBezTo>
                          <a:pt x="3536727" y="1401293"/>
                          <a:pt x="3399469" y="1354309"/>
                          <a:pt x="3279228" y="1366725"/>
                        </a:cubicBezTo>
                        <a:cubicBezTo>
                          <a:pt x="3101146" y="1360768"/>
                          <a:pt x="2981220" y="1289218"/>
                          <a:pt x="2890345" y="1309246"/>
                        </a:cubicBezTo>
                        <a:cubicBezTo>
                          <a:pt x="2799470" y="1329274"/>
                          <a:pt x="2625756" y="1245849"/>
                          <a:pt x="2501462" y="1251767"/>
                        </a:cubicBezTo>
                        <a:cubicBezTo>
                          <a:pt x="2323382" y="1318122"/>
                          <a:pt x="2197340" y="1322780"/>
                          <a:pt x="2070538" y="1353952"/>
                        </a:cubicBezTo>
                        <a:cubicBezTo>
                          <a:pt x="1865101" y="1274478"/>
                          <a:pt x="1732065" y="1080516"/>
                          <a:pt x="1587062" y="1072943"/>
                        </a:cubicBezTo>
                        <a:cubicBezTo>
                          <a:pt x="1523152" y="964552"/>
                          <a:pt x="1568765" y="932964"/>
                          <a:pt x="1513490" y="817480"/>
                        </a:cubicBezTo>
                        <a:cubicBezTo>
                          <a:pt x="1417159" y="794017"/>
                          <a:pt x="1332070" y="647518"/>
                          <a:pt x="1229710" y="613110"/>
                        </a:cubicBezTo>
                        <a:cubicBezTo>
                          <a:pt x="1097873" y="637176"/>
                          <a:pt x="1010633" y="606262"/>
                          <a:pt x="840828" y="625883"/>
                        </a:cubicBezTo>
                        <a:cubicBezTo>
                          <a:pt x="703948" y="501436"/>
                          <a:pt x="719433" y="458049"/>
                          <a:pt x="567559" y="332101"/>
                        </a:cubicBezTo>
                        <a:cubicBezTo>
                          <a:pt x="506597" y="355924"/>
                          <a:pt x="412637" y="317093"/>
                          <a:pt x="283779" y="344875"/>
                        </a:cubicBezTo>
                        <a:cubicBezTo>
                          <a:pt x="218470" y="263972"/>
                          <a:pt x="238478" y="232033"/>
                          <a:pt x="178676" y="166051"/>
                        </a:cubicBezTo>
                        <a:cubicBezTo>
                          <a:pt x="86965" y="107614"/>
                          <a:pt x="51156" y="45128"/>
                          <a:pt x="0" y="0"/>
                        </a:cubicBezTo>
                        <a:close/>
                      </a:path>
                      <a:path w="6400800" h="2337483" stroke="0" extrusionOk="0">
                        <a:moveTo>
                          <a:pt x="0" y="0"/>
                        </a:moveTo>
                        <a:cubicBezTo>
                          <a:pt x="6028" y="254427"/>
                          <a:pt x="-10722" y="423933"/>
                          <a:pt x="0" y="560996"/>
                        </a:cubicBezTo>
                        <a:cubicBezTo>
                          <a:pt x="10722" y="698059"/>
                          <a:pt x="-40333" y="942386"/>
                          <a:pt x="0" y="1075242"/>
                        </a:cubicBezTo>
                        <a:cubicBezTo>
                          <a:pt x="40333" y="1208098"/>
                          <a:pt x="-9093" y="1503469"/>
                          <a:pt x="0" y="1706363"/>
                        </a:cubicBezTo>
                        <a:cubicBezTo>
                          <a:pt x="9093" y="1909257"/>
                          <a:pt x="-11263" y="2151790"/>
                          <a:pt x="0" y="2337483"/>
                        </a:cubicBezTo>
                        <a:cubicBezTo>
                          <a:pt x="105670" y="2277866"/>
                          <a:pt x="306886" y="2351552"/>
                          <a:pt x="517883" y="2337483"/>
                        </a:cubicBezTo>
                        <a:cubicBezTo>
                          <a:pt x="728880" y="2323414"/>
                          <a:pt x="851685" y="2345609"/>
                          <a:pt x="971758" y="2337483"/>
                        </a:cubicBezTo>
                        <a:cubicBezTo>
                          <a:pt x="1091831" y="2329357"/>
                          <a:pt x="1389747" y="2368542"/>
                          <a:pt x="1553649" y="2337483"/>
                        </a:cubicBezTo>
                        <a:cubicBezTo>
                          <a:pt x="1717551" y="2306424"/>
                          <a:pt x="2001928" y="2343855"/>
                          <a:pt x="2135540" y="2337483"/>
                        </a:cubicBezTo>
                        <a:cubicBezTo>
                          <a:pt x="2269152" y="2331111"/>
                          <a:pt x="2488672" y="2363088"/>
                          <a:pt x="2589415" y="2337483"/>
                        </a:cubicBezTo>
                        <a:cubicBezTo>
                          <a:pt x="2690159" y="2311878"/>
                          <a:pt x="2845387" y="2359405"/>
                          <a:pt x="3043289" y="2337483"/>
                        </a:cubicBezTo>
                        <a:cubicBezTo>
                          <a:pt x="3241191" y="2315561"/>
                          <a:pt x="3344819" y="2347225"/>
                          <a:pt x="3625180" y="2337483"/>
                        </a:cubicBezTo>
                        <a:cubicBezTo>
                          <a:pt x="3905541" y="2327741"/>
                          <a:pt x="4043731" y="2349242"/>
                          <a:pt x="4271079" y="2337483"/>
                        </a:cubicBezTo>
                        <a:cubicBezTo>
                          <a:pt x="4498427" y="2325724"/>
                          <a:pt x="4513062" y="2347687"/>
                          <a:pt x="4660946" y="2337483"/>
                        </a:cubicBezTo>
                        <a:cubicBezTo>
                          <a:pt x="4808830" y="2327279"/>
                          <a:pt x="5087490" y="2371608"/>
                          <a:pt x="5242837" y="2337483"/>
                        </a:cubicBezTo>
                        <a:cubicBezTo>
                          <a:pt x="5398184" y="2303358"/>
                          <a:pt x="5576579" y="2384264"/>
                          <a:pt x="5824728" y="2337483"/>
                        </a:cubicBezTo>
                        <a:cubicBezTo>
                          <a:pt x="6072877" y="2290702"/>
                          <a:pt x="6197661" y="2349811"/>
                          <a:pt x="6400800" y="2337483"/>
                        </a:cubicBezTo>
                        <a:cubicBezTo>
                          <a:pt x="6262271" y="2283434"/>
                          <a:pt x="6172281" y="2210838"/>
                          <a:pt x="6095264" y="2194168"/>
                        </a:cubicBezTo>
                        <a:cubicBezTo>
                          <a:pt x="6018247" y="2177498"/>
                          <a:pt x="5900585" y="2100623"/>
                          <a:pt x="5801710" y="2056474"/>
                        </a:cubicBezTo>
                        <a:cubicBezTo>
                          <a:pt x="5641158" y="1991223"/>
                          <a:pt x="5583800" y="1865260"/>
                          <a:pt x="5339255" y="1788239"/>
                        </a:cubicBezTo>
                        <a:cubicBezTo>
                          <a:pt x="5082179" y="1774374"/>
                          <a:pt x="4926589" y="1703789"/>
                          <a:pt x="4794399" y="1757583"/>
                        </a:cubicBezTo>
                        <a:cubicBezTo>
                          <a:pt x="4662210" y="1811377"/>
                          <a:pt x="4413489" y="1673095"/>
                          <a:pt x="4204138" y="1724373"/>
                        </a:cubicBezTo>
                        <a:cubicBezTo>
                          <a:pt x="4080620" y="1618427"/>
                          <a:pt x="4057717" y="1535488"/>
                          <a:pt x="3920359" y="1417818"/>
                        </a:cubicBezTo>
                        <a:cubicBezTo>
                          <a:pt x="3773235" y="1424470"/>
                          <a:pt x="3743147" y="1377165"/>
                          <a:pt x="3619027" y="1393804"/>
                        </a:cubicBezTo>
                        <a:cubicBezTo>
                          <a:pt x="3494907" y="1410444"/>
                          <a:pt x="3383278" y="1348392"/>
                          <a:pt x="3279228" y="1366725"/>
                        </a:cubicBezTo>
                        <a:cubicBezTo>
                          <a:pt x="3095045" y="1358224"/>
                          <a:pt x="2992453" y="1288219"/>
                          <a:pt x="2882567" y="1308096"/>
                        </a:cubicBezTo>
                        <a:cubicBezTo>
                          <a:pt x="2772681" y="1327973"/>
                          <a:pt x="2628486" y="1270247"/>
                          <a:pt x="2501462" y="1251767"/>
                        </a:cubicBezTo>
                        <a:cubicBezTo>
                          <a:pt x="2298507" y="1345080"/>
                          <a:pt x="2165718" y="1310157"/>
                          <a:pt x="2070538" y="1353952"/>
                        </a:cubicBezTo>
                        <a:cubicBezTo>
                          <a:pt x="1909164" y="1320845"/>
                          <a:pt x="1725007" y="1080639"/>
                          <a:pt x="1587062" y="1072943"/>
                        </a:cubicBezTo>
                        <a:cubicBezTo>
                          <a:pt x="1563567" y="1000321"/>
                          <a:pt x="1577909" y="926587"/>
                          <a:pt x="1513490" y="817480"/>
                        </a:cubicBezTo>
                        <a:cubicBezTo>
                          <a:pt x="1435309" y="764763"/>
                          <a:pt x="1314793" y="627843"/>
                          <a:pt x="1229710" y="613110"/>
                        </a:cubicBezTo>
                        <a:cubicBezTo>
                          <a:pt x="1110588" y="641214"/>
                          <a:pt x="958613" y="601132"/>
                          <a:pt x="840828" y="625883"/>
                        </a:cubicBezTo>
                        <a:cubicBezTo>
                          <a:pt x="770918" y="559405"/>
                          <a:pt x="682595" y="425937"/>
                          <a:pt x="567559" y="332101"/>
                        </a:cubicBezTo>
                        <a:cubicBezTo>
                          <a:pt x="503639" y="368252"/>
                          <a:pt x="393902" y="334183"/>
                          <a:pt x="283779" y="344875"/>
                        </a:cubicBezTo>
                        <a:cubicBezTo>
                          <a:pt x="222076" y="282146"/>
                          <a:pt x="223435" y="195553"/>
                          <a:pt x="178676" y="166051"/>
                        </a:cubicBezTo>
                        <a:cubicBezTo>
                          <a:pt x="109005" y="123921"/>
                          <a:pt x="50875" y="40938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86C9A624-4124-B645-27F8-10E9D81CFEE3}"/>
              </a:ext>
            </a:extLst>
          </p:cNvPr>
          <p:cNvSpPr txBox="1"/>
          <p:nvPr/>
        </p:nvSpPr>
        <p:spPr>
          <a:xfrm>
            <a:off x="4008630" y="705877"/>
            <a:ext cx="14981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Outer</a:t>
            </a:r>
          </a:p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~15 m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B7580F9D-934F-A315-7F79-DF8FD9FCCAC1}"/>
              </a:ext>
            </a:extLst>
          </p:cNvPr>
          <p:cNvSpPr txBox="1"/>
          <p:nvPr/>
        </p:nvSpPr>
        <p:spPr>
          <a:xfrm>
            <a:off x="5969523" y="705877"/>
            <a:ext cx="122292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Deep</a:t>
            </a:r>
          </a:p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~25 m</a:t>
            </a:r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CBD3481C-A943-26F4-118F-E3A7FFB68DFC}"/>
              </a:ext>
            </a:extLst>
          </p:cNvPr>
          <p:cNvGrpSpPr/>
          <p:nvPr/>
        </p:nvGrpSpPr>
        <p:grpSpPr>
          <a:xfrm>
            <a:off x="6170091" y="4693108"/>
            <a:ext cx="202377" cy="261610"/>
            <a:chOff x="5739883" y="1855754"/>
            <a:chExt cx="2424275" cy="4513338"/>
          </a:xfrm>
        </p:grpSpPr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7197DBB4-AAFD-CF93-A047-F14D466966A3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B4C3FAF0-D454-5E78-F3D3-1796E1108D1A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BA17841D-7AC2-5C3A-8261-10D4E7EA0710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A2521BD9-772A-14D1-63F2-5A827D703BE6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D3FF0EE-0B8D-82A0-CDD7-1852B6310B8A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CD1CCDD0-957A-94E8-420C-294329B39D93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E7274BC1-96A6-7AD0-E09E-29E7077FDDAF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5CF70FA-85FB-91FF-394C-ACE641CFAAD7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13F174BF-FA5E-C558-8713-413CC414F49A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AC702E9-C0DF-575B-2D4D-D444813CC2BC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E33ABA54-C167-C7FF-F41C-C4D2C784D021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D82CE0C-30EA-ECCE-7C6F-6D3987A4DC4F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9D94AA85-7C8D-9C20-9FE4-D901812C33CD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89590C8E-A322-F572-FC32-6E5A2A965CD9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28494267-AB53-F5CC-BB38-62A4BB1FE8A9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5FA5D2C9-1ED0-4AD7-9D9F-C90C929C33D7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19AF7FBA-1832-047E-394F-AC7872D12478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63C09F15-5AFD-9EC4-9CC9-F35F2ED3A197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A54C5459-F151-BFBB-CA43-ECFD11807B99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72CD7A32-5862-133B-033B-965E9EBCB6FF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2F405EC2-07A3-AEC5-0273-BC73786AAB70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6FF674BE-3CB4-956F-7A13-A64A552F6B57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7CFDEFCD-910B-4B1C-5C46-64D6DC605033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6A675972-AC70-8847-E6C0-7F848C1E7230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5E6C6B7-BF45-3F96-310B-A94B023413FC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31DE229F-1FD2-5D38-DBCC-6B63421A554B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0CD769FE-12DB-626C-93A7-16EDB093D3B0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C8F953A-5D56-E9F4-897E-4C86BD0A51CA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A2B29448-B5D4-3B2B-ECBA-0C6AD36DC99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ECB34F20-E10E-FFAD-CD09-F5347B399F4A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29B1ADC-CEFC-94C7-52D5-33AFE02DCCD9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32CE186C-DE57-9659-EC26-97A61AA78572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53C69B10-86C3-8356-3AAF-7B06C3E2DC6A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0789830C-2205-E38F-FF14-EB557689ED1B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FD912CD5-35FE-CFBF-6633-A87A207F3F47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58E4300D-DFF3-A6D3-ACA7-EA5209FE4C74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0710E8D9-B46A-4931-0F9A-37DDBBF23E5C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2650340A-E76D-9C49-93C7-B8E551C73F53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97E0DA3A-744D-6E0E-B25B-A8E4D70BC0CE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3E0945DE-76A8-A2CA-48DB-63B1B4F09972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234F571A-EE3F-DEB2-2A27-866CC93C0B30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AA3042DB-DEA7-8650-AA95-4B1BD442E723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8F1C7B0F-0406-ABFA-5917-B5E8FD7F646E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17DF79C9-E3D1-A68B-F1A3-5274A21C490D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7B15F174-AA7C-9987-519C-368822129F69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B17B810B-3A2B-1901-0E39-9488D9A33155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41FBFA5F-27D8-849A-545A-62EBC11590E8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0791C585-9C05-AD62-1F62-26336E8B5BD5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4EAB5627-3C1F-B015-6D20-0E63D94FB8AE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E05AB7F1-5315-69B4-A919-02653060E013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152C65AA-AE86-2890-8315-3A5E15F86ED1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41FCFA51-38F2-640A-D802-65C296580724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D129ADAF-0E99-FA54-C4E7-A74A24C9F07A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8407B98E-6CEB-3DFE-F347-8CF52B7C409D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67D05018-A7F0-170C-4BDE-CEDC6D685905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9FFB1227-373A-C545-A61D-EDE2C3756199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828BC527-8828-9550-217E-E63E25547F8C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2691C0F1-7FAB-3B0F-BBAC-F5A560B18683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4A87FBB-7E46-6D22-45CF-4AB71E4C5A75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8B0FF4B0-CD2D-A9EA-806F-64C4F4F76302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E3333E01-4D98-050E-4178-32B2559CBAFB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274D9239-5A21-09D5-B33D-3B0496F7D36C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987CC8A5-3AC7-0AD9-0D3C-0672FCB0E1F2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E1747A32-7F44-6521-51E7-1AC1B9E6B47E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CC575CE6-DEF4-6137-C696-AF41F4D4A6C7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B29271CB-0801-128A-5B49-F5A4A71687EF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8121CE5-CEF3-B07F-043A-92F17E04B089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3D07DC2F-EA27-D6FB-5AAC-CA3498AB931C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D0E55B12-1A3F-F879-23A5-7065C89630FB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BFDE98C5-4E93-0BA9-1336-7D58CD70F30A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DEFCBAEF-5C23-788E-6638-F1319A1D761A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D138F7B8-C67F-9A01-632F-24172B149FEC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BD4F170C-494C-66E2-E970-F48EC3FBC91F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2C48C53B-9564-5E8E-6071-4C91FAA27C4F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447A482-EA76-B525-6631-3E9094F54712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3BBED210-4B4F-A84A-C50D-79D3304E2E33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3922B03A-1BFA-730E-14CF-9A949C2D6FCE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DD453CF9-A74A-238E-6AEA-3B4D8A95E375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1C3D4F89-B190-DBBF-72A0-ADAA86402036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A45C7D97-ADC1-D785-6789-6AF074F6F0B7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268EA436-3C61-F4F4-C667-F3784DE25090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ACED96BC-DCD7-0B53-06DF-F8066EF4BCF1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91BC7DA1-7CE5-1F37-1A8D-E678FAC29683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4DDEAC8E-13B5-8984-3218-32EBC40AA846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6D87E4FE-F837-C56F-196A-B3E0C439E047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BDFDD8A3-3AD5-3D7F-1619-8C52DF6BE461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014B2A89-896B-BCB6-3A22-AF7B5B4FE7C9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17C04DC9-387D-25E0-C4A4-D37D829040FF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6BDE8CB0-D9E3-BC96-4E37-6E5ED17A1BCF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72D1471-E466-7501-9994-1D5F24777379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3874E7D-70CF-EB05-3334-D6FCB63D9601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7CC5490-670F-71E1-A8D3-5EC190047174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B85439D4-BB2D-29A6-4B99-F9989DC14C0E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364EB5E2-A6B7-086F-D239-3F9B49F09403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DA876BEE-7C56-20CE-5CA6-E490B79498C4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A0553EB1-83A0-8818-088C-152DC8D804CA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D516A304-C8CE-8D13-792C-22135B722C9D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A0B7C7E9-085B-B2A9-88A0-D1FD8E7BD6D8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C0D9DCC6-F88E-13D1-8F6E-58F7EA543BE9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1602FCCC-66CB-B636-15C0-D7600931C7AD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9A9AB274-907E-BEFF-0AD8-925BDA1D580F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A2FB603B-53DC-A9DA-DBF5-080EA26439E2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4A1ABE4B-A7AD-7946-0B67-E4A42AB35445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C7FBAD0E-6354-B47C-1D6D-15775632D759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9940E002-41DC-ECE2-CA5C-293516A5F041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99931E96-6B7D-DB6B-21C4-AE5C610A2F6F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3DD3FE6C-5061-30FB-31EE-A7914A3B0D63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87579CED-9FE2-626F-D4A7-D60C68E06A3C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30CE967F-7C2E-1516-9644-57D0DCCAC333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E3220CC6-FDB9-BEA5-75C4-B27311EB2B07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840D3D05-DA11-F8F3-2EDC-AC8C8D1756B9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97C2C2F5-A9DA-C6AB-F0BB-0E31617C00FE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53493D82-AC58-2C41-9481-CF5734E3E1F3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261BD168-8150-34EF-A1C1-F898FE8B60DB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8C39E542-1810-ADAF-7E78-2092149887AF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44763ADD-82F1-DD2F-5C21-903FEFC2474C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0EF517C0-3D31-4308-B65D-FB9BAB0724A3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A6F0EC72-7CE0-D4B2-1BD4-5E5B899CD76B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9CA4F681-4AD7-02E4-0ECC-1D8892122914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99205589-4C8D-513E-E6FD-53E5CFC3E457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2C8191BB-8910-4073-F637-F3A73024C4F7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5027F63F-7E8C-DBF2-C4F5-0D25E5875C4B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51CB9D86-C04F-555E-D399-36E6264C3E77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0B03E32B-F973-4E86-8907-CEB874A158F7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AD86B462-9137-F953-AD61-378280B269E8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1588FF11-33AA-DDA8-8B67-CC8480A80E2F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130A2FC-FA33-1030-E430-DA2FEBF9787C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C0872AFC-B356-9DA4-5AEC-678B6AA1AE8A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AA1B3B11-CAC5-BAAF-F3E0-C71C0A01B43D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5147148A-432B-3C51-60B0-94C7F8306E77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5C1F88AA-9D58-BB25-2CFC-F2D73F0371A9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84C08ED4-1D77-1081-9910-721C3C18576F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314EA315-B4C5-E476-DD6A-0F8A316E4920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4F92CA2A-10C6-3EFE-93AC-54E47C56FD5A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069874FC-B6E5-A2B5-4EA3-36EBF3D10E28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D32C388F-07E9-A20F-ED79-75DDE13BDFD4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9F1EA41-17F0-FBD2-D47A-3688F12B131D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96FD25AD-9E38-B917-2A3F-12B0E5B63210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15A91E2B-E14C-0B83-AB88-35DAE58D8C42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293DF145-BD40-6F24-8378-FA88EB404531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BA15DDCE-6268-EA97-EB59-52646521AEFE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DED1CEE-F4FE-B72C-B4EF-39797AF587EC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6CC8C72F-8EF0-6738-67A3-1551016CA22C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71275EAE-9997-4BDB-F186-13EAE459F081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1775ED92-FDF7-D5BC-6384-0D564B8C532D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74A5A182-A2F0-3C3D-77C7-154763AC4FD4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00D073F7-846C-E562-1BB2-38A89486B471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0D9AB07D-2BD0-4ED7-ABBE-2CA0E9AB4FD7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191ACDEE-A5E7-C364-FA68-9C3F0EDE1F48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316E6E5D-69DF-84F7-11C7-D5FA58A69D37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CCBF76E2-31F1-31C8-28D4-C8243671F13E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9C8D0279-66EF-358B-7C4B-F1CC0A9D4C10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5C5EA72E-B675-604A-4D78-BAE8CB94120C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C3AC74D1-CECE-B7C8-61C8-B157EE8D65C1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4FBEC15A-7C4D-44C0-BA29-6C6FA78413C5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1C61C428-A377-5481-0B9B-332F477D2D10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0153BF22-457E-BBEC-C81B-6DFCE86A0CB2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13FD3BB9-7984-F7C2-5442-A6F922F03FB3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B4B9FFD9-87F1-1AFE-DFD1-25CA608E0C89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47F8D196-1F30-B307-7B77-2573EF5B6F7C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73A1B9D9-008C-11F4-BC7C-5C9C64B31B4F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22641318-40C8-BC0C-2DC0-5CA1FB586EF8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6E930EB0-543E-6020-6BD3-ABCD26ED57C3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3298ABBE-A404-61EB-5605-F28B14197287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3B9B7987-10DD-3A81-1EAB-4BC474C6AAFF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77410B9B-442C-6701-4857-81A64B4815A6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A01B44A3-0C46-C1CC-5DF4-94803317AE34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D2406832-D554-1FB6-182F-0AA51DBD56C7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8016A7AF-FA17-DA02-1CE9-C73B444E1C15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0F68409F-1C07-6EDD-583F-B66DBFAB1BD6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3C116A6B-76EF-C28F-116F-E80155868222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C1E573F3-ACF4-D665-1738-A515DA6B6686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FC5FCCF2-7824-A563-6112-B1781B908F5B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D99B787F-49CC-9DED-96FB-371D03398ABE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07E901CA-DE32-A3C0-01AC-74A73FDDA3D4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D1A866C3-098D-AFFF-256E-5C8907B077D9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3C2D98BB-5FA6-381C-326D-669E552681AD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098062B7-5EE7-9D38-D146-C2446594FA64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5D2740DA-A34B-E9F2-D704-0076EBF1A0C0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50680CD7-5B4B-8488-3F4C-7758DD93E3A6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3A697A8E-A411-6AA6-DFE8-497CEDCF2E4F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BA3119C4-B28A-2A09-2852-E269BF864FF9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5FD7C211-9124-A0E9-B2F2-1AB73BBA2A18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2F38FB6C-899B-DC4E-AD92-7F217FE80CD6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A86A5451-3385-9098-F695-6909AD6B57C7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3100AE82-B972-087C-F0D1-00131B6CEC77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AB38DD1E-69FB-241B-3CEE-A34A7E702140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F374B7E9-16DF-A338-DACB-140341802FC0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1EB54837-5947-2212-2F66-07206646466E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DE213F0C-82C6-FDC9-6622-44B03BF96421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483CF2FD-A94B-F46F-3116-2EFF8443422A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9249442A-4583-CF1E-75DE-0B96F212BD01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14D663F9-D621-1381-7BCE-8BE3BDD0D486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D31E170E-494A-3FCB-9289-918FB6EF4925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E93D3A47-EC71-F1F7-0F65-712402B31695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ADF38B2C-E803-F7FD-A259-DF3EAAE62883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71B1AD6E-60E1-3CD4-9912-956153130CD3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C19A0205-B8D6-FD7C-A412-338A7E56D557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8C8058C6-3FAD-FCCE-08BC-B737C1626827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7E5AC24B-FC8E-3AF2-E25F-99CE58D3A4B3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ABB216C5-3704-7DE1-200A-FF523D9BD8FE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989507E5-BF72-E156-505E-9C13092FE5E3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C5B65E80-45AD-FAF7-9516-F0BF80BA4383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EA8151DA-1DB3-31F8-3EDC-8D3A4D851DD1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A4E9E938-9EC1-2BF9-FC5B-82A31282793E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9AD2AB78-D6A7-F57F-248A-BEFF58EFEAF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B16D4531-F290-0553-E7B4-1F65DA5D55B8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CFEE124D-081E-16C5-851F-73513D88F6DE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2587632E-C67C-8E8A-9AA5-7583B81F2959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58FB3956-9488-837D-A800-DB64CF4F6D6A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2413DB93-2995-D47D-20F5-D193C5837279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74DEFF45-D12C-57CF-E297-8C0FF8A91263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5A2EC831-3DCB-9CDE-9A5F-9BDB2BDCDC98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7AED4F94-70E2-D864-1423-AA8A3813983B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06CDB1DA-FB85-2E1B-5DFF-33726B9AAF1C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9B253A7F-547A-001A-0C99-C7843E60ACF3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8C04D880-9DC1-D9B5-0C4E-45CED6547BB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C842B36D-30C3-0BE2-2AD2-09F5EBC1E1D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E2544D9C-6392-23EB-FD09-EAB991ED6684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A14C4056-FBD0-D977-800D-2053A9C8A38D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88165C2-9799-CDCC-927B-081A72D2789A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48ED2F04-85B6-39F3-CDD7-E4A6FFCF275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F000381D-6120-16D1-D1ED-121E3295FF0A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7C2AAC8A-F1BD-9A78-67CA-E5F73CF9646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A7BE7B77-38BF-535B-C9DF-B485EA6674A1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0060A1F0-C115-B84F-2455-094C05411ADD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295DA9A1-0464-DC05-3013-D29F1505B1EE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15C0F1B0-6F33-225A-2E43-9F4A1683B79E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598EE2B4-3E0A-1C7E-2714-369E260DD93D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C8E82992-E143-C9E0-6E10-0BB72013F223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03704CE5-F5E6-C626-1F89-A0540E1BCA70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E77A93C0-62B8-43A4-04E0-C2E4E40DCE9A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55E7E1DB-F182-1169-8035-976485F46511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0583DE30-A90E-1019-D52A-98E4E760B586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73882845-0D92-7C9D-181B-38370A103A95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E063781C-E0DE-902B-B034-BEB5456F745E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30714D95-000B-287D-20E7-FEF3A52AAB41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0421C987-2CCA-D7C5-509F-99F3F14B47FE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04137F73-B52F-0076-AA28-A9107DE85914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DEEC7E85-C096-BFAA-CD5A-9CFDF85FA4E6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EC9984C3-D8B5-066F-B9C8-FBE053C1459A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57297B91-F3DB-7303-7943-59E2A042369F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74C4E4C9-CEDC-5FF9-8B06-0777394CA0C2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700AD8F9-AC42-B307-6005-801E30D1661F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7C44A0E8-2911-097B-DEDF-93A01ECACEF9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BB7A2DDD-6DF3-57AA-F118-A4CA4C28E7B9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9A789FC6-CA23-EDAE-C83A-F04B9DD2C28D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BF85262A-B78B-CF7E-88EF-E29530DA86CC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2BE3C8E4-B976-0EC4-6FE5-64F344194C35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EAB7E973-BBD8-D568-9E0F-D656E3A87D9D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6749C89F-317C-955C-5B8F-134D267BCFF7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114144D8-AC9A-7A94-E73C-EB2BE5636FE6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B5F2E315-3044-07DB-FB3C-4307603AA30A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07D6D669-A79C-A323-D992-E361529A7551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37697D59-D764-FC99-7AE5-AB6A46088EF0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486EF4AE-E926-A1CE-969D-56A8E4D12666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952A4716-8D8E-872B-E452-F9EF6A4BA9E7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A2F9A31F-4615-F2A6-65A5-512A5DC627BD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561505AD-36DD-C230-A122-6F70A3F28C11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B84978EC-CB83-3B26-5833-8783E9C966DA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B09EAE98-86A0-C420-0ECC-9F952986D198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AD7B8F13-3FC5-1BDD-3FEE-E9B1A1033EA5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95902AD2-005E-5DD9-C05F-440D3CCA488C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7480CDC9-329E-1236-5EA4-EFD2086B233A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2AE174E6-D9A8-A46C-D26E-635C69720915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FFC7237C-1A86-7F21-72C0-82B5C69B9BCA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91EF5C94-4AA8-5755-913D-E13C5C5DB76C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B4E72B09-7E47-E7C7-59F0-9322FE1DBAE9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E1AC4128-9F5D-24E5-8D09-0479C84134E1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AB55A644-4CCB-D438-4D67-34390EAF1DC9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D6E58C31-C189-3191-FB82-A87B4489755D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03047A85-9F4B-0C1B-A6BD-D828A1A32797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11B5330B-29DD-CDE2-24DC-A23C164210B0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097D68B6-94B4-5285-DCF4-5ED4E125667E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51DE5A21-2735-675D-8AEE-7A87CF063678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D371527D-F154-AB1F-65EB-67570131D564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8BB46C68-384A-16C9-6EAC-77094F4254BF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12BC6D62-6AE9-7953-AF9D-FC6FB46E7C44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C7EFDFA4-D571-2236-D7CD-6E4905A58042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83332798-CE8F-DEAB-FE68-D6285935C9ED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5083369C-9DD1-CD29-B873-AD8A582036BB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5A675B72-3093-72C8-D9E2-7C1286887902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51B3566D-BDA4-20BD-1E13-35E5662A020A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A89FEEDB-C585-0311-7C78-BE6C4F402D97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ED8F7742-2662-89E0-E62E-90F12037686B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4A075E8C-2193-E71E-AFB4-A81703DC0D1E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57879D12-692E-91F8-392A-579FF8CE8F5B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1C483B7E-1F21-D23C-57F1-7940BA5EB9FF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F40F50E1-CD52-4DA4-0FCC-0D7A0999C275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08F00DFD-FF3C-98CA-B5B1-D0424CFC7DC9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816A943-40E2-952E-2F0C-061D6870FBA5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BABB034D-8AF9-D5F6-3923-67443C900738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AB65D532-0D40-5DFE-4F54-F171F68AB4FE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04533235-9367-A3BB-B475-31ED0A8D470B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8CB22FD8-2121-E84E-DE06-B344DAB29139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153A33D1-2117-75EB-77D5-279D67958F1F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EE2B983E-3BFD-A886-5B61-3179A14BC438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04A54A13-30D0-5CBF-A0BC-9AE4DFDE2C56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7608078B-72EF-B900-DCE9-DF1DB8FE5908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6F3AB465-8C01-D5B2-86DB-D3570149736E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5A5A1AB7-2FAF-2E17-1836-35FD6BADA8AA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D42B3DC2-FD8F-B285-65AD-F6F3C25A197C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123BD5F6-6B00-E145-1C43-906B9563A84D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24510E00-C41E-BB7F-18B3-64189E2CA94A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65781E09-EF47-C9C4-4200-F76153804B0E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023913BD-E723-7D01-F576-7F4D1E3BA60B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8FDAA218-DE50-34E7-3A49-61A50E184944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97E2362B-3D49-CC7D-CD0E-8032C65E2458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6E8618D9-7885-9B7E-E41B-778028D8229B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A5588FC3-7551-7455-AD2B-17252E7643FD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0CA5D09E-322B-2A41-D5B7-DC2A1ADB04FE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4054DEC5-3C2B-6215-E0DB-BBEF17177890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F792E84C-4046-02E9-31B5-3E42CCBE7791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9E6DD19-62C2-F6F5-8DA6-4E8DAD772AFC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5B473F3D-31E0-BAE3-EB7A-AE57AD76CC94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76F74FEC-0151-D632-6429-4B7369551F3B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34B090D3-4CC8-80C3-DE70-0DD2875A4BFC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E30CD484-DAAF-9F1D-C35D-1148DE17CDBF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55B1C94B-69E8-C7A5-9984-1510CBB97120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6154784-DFB6-712A-A672-55CF070D67DA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36169249-BF18-24EF-C858-2B18E51FE07A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C1A639E2-98D6-1AF2-7949-CC0701BFACA2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3BA5CB33-5B3C-56E5-82BE-D313A2A5BD21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1ABA985A-61B4-7ECA-DE98-FF103151ACE5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04A69C92-B464-966C-FF87-C27FC9A38423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0A8F6F8C-3A94-D3EA-6AF1-77588D1F96AE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B76CEE32-30FB-67E3-9B9F-6B48CAAD1D62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D21E168-EA0F-6636-5957-7A35D712D9EF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BC0A7EB6-B4C3-4CE5-FEB7-4CA51B8DCC42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2436BDB8-044A-E59B-81DF-F6A66BE6A4C2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3CEA2E0B-FA1F-B4DD-8CAF-CC8178FC1E0C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A312B0B8-E9B6-A600-C94C-BB2213F7ACCE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84A55AB3-E89D-74C0-A2C0-169A28335056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924612CA-BB88-0B3A-2321-60B4B49276BB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F2DD8284-E324-7563-9A66-61EA3BF7F76C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06303F9C-C73A-EB45-1F4A-26C4AEAC25D3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D6A1024F-A80C-7C2A-2B64-83337BD34334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0359F9AB-30A9-F878-D54C-9C76275005F4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DBDFD7E0-DBDF-4416-14F9-ABAFDC4F7BA9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FCB5C13B-792C-9EFE-F5B6-0422C6729940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21AF360D-B993-EC09-7FE7-0CC28DFB2283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4F8E4530-6900-AF4F-2F36-C058F956DADF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C19AC27A-D73C-C052-7442-78FDD1E41813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58B0BBB1-C2F1-B7C6-DB34-AC6CD926F89D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F7E3EDD9-3A2C-0862-05C7-2B9A028D190F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58A73B9F-D8DC-A922-335D-1B6D407679A2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2A403D28-01AB-392E-2FA7-1F58DB39A666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7755ADB6-5046-8738-5BC9-B9FDE6B64AA6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812E8FEA-A284-64FA-0B8C-FF1AFA80FC1D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55765EB7-6F6F-4A56-6B97-3DCDD9551C8E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E763A14D-4EEA-44E9-7B0A-BF6594E4DDC6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356C90D0-9A8A-7E92-4CE1-B53178BF7A47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9B313FAE-AA11-AE11-E3DF-29CE1572B612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B9EAB925-2B5A-C363-4F48-19C4E2DE2766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D33C7F82-24E5-353E-3088-9C2A80F54AD4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C48CD723-FF76-4F76-4E0A-1060101807DB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B195C753-B074-D3FD-F6C5-8886927E5585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17540F13-8C59-C775-8E63-65555B080F2F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B872B464-B26E-B30C-746E-75BBC1DEE837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Freeform 511">
              <a:extLst>
                <a:ext uri="{FF2B5EF4-FFF2-40B4-BE49-F238E27FC236}">
                  <a16:creationId xmlns:a16="http://schemas.microsoft.com/office/drawing/2014/main" id="{8172FB28-6C2A-0C00-10BA-6776310C2BE8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3" name="Freeform 512">
              <a:extLst>
                <a:ext uri="{FF2B5EF4-FFF2-40B4-BE49-F238E27FC236}">
                  <a16:creationId xmlns:a16="http://schemas.microsoft.com/office/drawing/2014/main" id="{F543810B-E7C3-CF30-F3F5-B2FEAD44A2C7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Freeform 513">
              <a:extLst>
                <a:ext uri="{FF2B5EF4-FFF2-40B4-BE49-F238E27FC236}">
                  <a16:creationId xmlns:a16="http://schemas.microsoft.com/office/drawing/2014/main" id="{E33D8B78-A3A8-11EB-F360-A3141D332A8F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Freeform 514">
              <a:extLst>
                <a:ext uri="{FF2B5EF4-FFF2-40B4-BE49-F238E27FC236}">
                  <a16:creationId xmlns:a16="http://schemas.microsoft.com/office/drawing/2014/main" id="{B020CFE3-8266-557C-4D11-23615C106AD4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Freeform 515">
              <a:extLst>
                <a:ext uri="{FF2B5EF4-FFF2-40B4-BE49-F238E27FC236}">
                  <a16:creationId xmlns:a16="http://schemas.microsoft.com/office/drawing/2014/main" id="{654FF8F2-7280-BA85-4FC5-1603C7F8D1D6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Freeform 516">
              <a:extLst>
                <a:ext uri="{FF2B5EF4-FFF2-40B4-BE49-F238E27FC236}">
                  <a16:creationId xmlns:a16="http://schemas.microsoft.com/office/drawing/2014/main" id="{C64C51E5-EEFB-687F-0BEB-343E32226365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Freeform 517">
              <a:extLst>
                <a:ext uri="{FF2B5EF4-FFF2-40B4-BE49-F238E27FC236}">
                  <a16:creationId xmlns:a16="http://schemas.microsoft.com/office/drawing/2014/main" id="{B4690021-9CF0-B797-EE5D-6FD4B35C66F5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D07B7C7B-3B30-7855-65C8-1854238ABA50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Freeform 519">
              <a:extLst>
                <a:ext uri="{FF2B5EF4-FFF2-40B4-BE49-F238E27FC236}">
                  <a16:creationId xmlns:a16="http://schemas.microsoft.com/office/drawing/2014/main" id="{2F2ABE32-78E7-65E9-1F1F-E856E2977F06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C12D95B6-F71E-8DB0-7249-83DE988ED3FB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4A7533FB-FDA5-9FAF-88A7-3191D98284E5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5DA492BF-18B0-46CB-A129-DDC4E375EB37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5CCCCA03-1C04-0952-6C2B-CED41C08544B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4E8B6748-35E4-D75C-E6B5-17F715D998B0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Freeform 525">
              <a:extLst>
                <a:ext uri="{FF2B5EF4-FFF2-40B4-BE49-F238E27FC236}">
                  <a16:creationId xmlns:a16="http://schemas.microsoft.com/office/drawing/2014/main" id="{BE1CFCA5-6758-4C2F-81C9-FCA02EA398ED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EB6C4A9D-97F6-0CC1-8263-9B135736E4AD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Freeform 527">
              <a:extLst>
                <a:ext uri="{FF2B5EF4-FFF2-40B4-BE49-F238E27FC236}">
                  <a16:creationId xmlns:a16="http://schemas.microsoft.com/office/drawing/2014/main" id="{5D05304D-5C0A-6AF2-C8E7-0A707562C2A3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" name="Freeform 528">
              <a:extLst>
                <a:ext uri="{FF2B5EF4-FFF2-40B4-BE49-F238E27FC236}">
                  <a16:creationId xmlns:a16="http://schemas.microsoft.com/office/drawing/2014/main" id="{CF24EAB4-CAB7-37FE-C662-B0D52F93DF4B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Freeform 529">
              <a:extLst>
                <a:ext uri="{FF2B5EF4-FFF2-40B4-BE49-F238E27FC236}">
                  <a16:creationId xmlns:a16="http://schemas.microsoft.com/office/drawing/2014/main" id="{4F8096DD-6750-8F66-57BE-3A903BBA9015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56E5FC6B-0863-973E-7164-D0EDAAA3BCEB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11DB9162-A852-6876-9971-F57577CB4047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1419BC12-5294-77DF-DAE4-453ECF9A2F3F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AA24CBB6-6D59-80AF-42EB-6E6FEF3C2E24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ADC3BF51-9BA4-7F43-C4AB-BD2E24EAB133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Freeform 535">
              <a:extLst>
                <a:ext uri="{FF2B5EF4-FFF2-40B4-BE49-F238E27FC236}">
                  <a16:creationId xmlns:a16="http://schemas.microsoft.com/office/drawing/2014/main" id="{BCF4D248-9882-E0A8-C5C7-FC2A291476B1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F2A80FEF-D4EA-6C59-34FE-0B281310977D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C88910C1-AD22-7AF3-7A8D-54193AC90840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E9F7500B-9948-A818-7F9F-88E412E0E229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DD6C72EB-CCEF-D6AE-E277-7E600B57C926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1D04606D-1750-12ED-18FF-0DC15331D3C6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Freeform 541">
              <a:extLst>
                <a:ext uri="{FF2B5EF4-FFF2-40B4-BE49-F238E27FC236}">
                  <a16:creationId xmlns:a16="http://schemas.microsoft.com/office/drawing/2014/main" id="{F98CC41B-C7A6-5A8C-14B4-4CE59DD744B2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FF087F92-A190-DDA2-BF45-2F394D7F3A42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Freeform 543">
              <a:extLst>
                <a:ext uri="{FF2B5EF4-FFF2-40B4-BE49-F238E27FC236}">
                  <a16:creationId xmlns:a16="http://schemas.microsoft.com/office/drawing/2014/main" id="{ED41EA3A-D0A8-5C01-84C1-8B92EA06A757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344EFE0F-DE4B-60CE-DC60-F3C5F7F7B820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1191187B-F8BB-2D56-FD65-5C4627E803E7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DCDE83E6-BC7A-D731-FFB9-1AE8DE0EDEA1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C2136587-3B3F-2ABD-0E8D-B8A5140DFAB3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9A25B627-8760-6CEB-54BE-C638228010A6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F717FEE4-3ACD-E220-5506-467697200794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ADE57133-73E3-E04D-EC2A-26E8B481DBFC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Freeform 551">
              <a:extLst>
                <a:ext uri="{FF2B5EF4-FFF2-40B4-BE49-F238E27FC236}">
                  <a16:creationId xmlns:a16="http://schemas.microsoft.com/office/drawing/2014/main" id="{35849A3E-8FCC-F41C-7114-41B1C8EF5D4C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Freeform 552">
              <a:extLst>
                <a:ext uri="{FF2B5EF4-FFF2-40B4-BE49-F238E27FC236}">
                  <a16:creationId xmlns:a16="http://schemas.microsoft.com/office/drawing/2014/main" id="{6332EE5E-84E2-898B-0044-9D8AD29F793C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Freeform 553">
              <a:extLst>
                <a:ext uri="{FF2B5EF4-FFF2-40B4-BE49-F238E27FC236}">
                  <a16:creationId xmlns:a16="http://schemas.microsoft.com/office/drawing/2014/main" id="{52EED57E-FF22-8897-9B5E-98EB11F8CC2C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3C1F2193-2DE8-9F2E-60BA-5CF975F795A8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C70C8D8F-D82C-2521-CCC5-721FBAB2DA51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8D8039B1-746D-B197-BCC4-8BA1FD19009B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0BC7BACD-E8B9-4B91-4D4C-1B1E8F06FEFC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E597881A-C796-DD77-21D0-B6C15001ABAD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A73E16F4-FC45-F5AA-F097-A7E21F03BC9F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Freeform 560">
              <a:extLst>
                <a:ext uri="{FF2B5EF4-FFF2-40B4-BE49-F238E27FC236}">
                  <a16:creationId xmlns:a16="http://schemas.microsoft.com/office/drawing/2014/main" id="{5F7200CF-AB5F-36E6-1817-1F1760685115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303001A9-7C97-8586-F59A-A5B71B5EC1F2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750130D8-28D0-2CFC-3501-7BBBBFE58086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FE53C811-05D0-C65C-0B40-BB2AFA34BFDD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29B1A2B3-32EA-4726-D363-FF62D1127C40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D1BA7C7A-DCBE-01C3-5325-B56CABA59BCB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1C5C4EB9-3F64-BA80-9086-E1CF88327717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219EB463-5595-7537-08DC-A0810E00BE65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698B8590-5C2B-8AE0-7927-80191B786F95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93ED856B-00EC-FF15-7E19-9BE7699E8255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0F00A8B8-5F10-0444-0B76-6CAF457D73EA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57099186-D72E-B3F3-FB71-CFD64BF5E928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DC9F7482-8FAB-B1F8-4485-8D04C0ABA855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1124A90B-B5DB-19F1-5534-749004E407C9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1A68C9C6-9EA2-E9FA-3A2A-8E2C2EE16655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532A5A1C-4957-DBF6-0185-C420687A52D5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FC9DD431-F95D-3191-1504-055E71C5FF89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29AD60DB-5797-5428-1A02-ED2B29E129AC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C1943EA5-7EE5-306D-FD8F-3E31BB90451B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84D64D8E-D973-2616-37B9-92D7FF673A47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E5865199-DB5E-660D-08DC-04CDF51058F7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74FB58EC-8E51-F9D8-C878-B2A0695D618C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E09A10F1-1335-D727-B2D1-7B0FF95D1033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BBC08317-792C-6E82-1920-7B321B9C5B05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3F54F904-FDA9-6D9A-4707-0016C3B89867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5C99154E-68A9-1FAB-402F-D3EE935841EA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DFE934B1-DB0C-01E8-8700-746D7138F076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DF669CE0-9299-F662-A7E2-1847F7DB662D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20ADC292-3159-5B2E-A876-832D370677E0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C8E58588-E8A0-4DC3-4EF5-7AC427F68D92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24094BC2-938A-DEE9-D160-665AA45F7271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76AFD4D4-D06E-D069-53DB-4A7D6525748C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08AD01D2-62AD-7FD1-A8E5-479040081626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D977A2F-7518-6EB5-BEC9-38FD6D1E477E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C171384F-D628-FAC2-E20F-E1F70A79333A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0AB3B7BF-0881-3776-4B3B-BCBB25485CAF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8CD6EF4D-F40B-E6C0-5319-848941E6FC75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4BC067B5-B63D-A627-25C6-8A522C134F2C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4A656ED7-3A0C-A912-257D-24DDCF4784C7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368398FC-735D-F4DE-E539-698A1459643B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883FCAC4-C45E-0B6A-663E-36B74DEED2A4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521B6583-1712-ABA8-3840-A15F2D7898AF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C132A35B-9376-E3F0-3A4A-426D8DBAC542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C1CCDC95-D538-BCC7-B9E7-3AB4668817F8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CE8A4ACA-BEEF-A99B-456F-DFEB241FE30C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1BDB3965-A0D3-88B3-CB4B-D1052F7D4D3D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8ACDF38E-CD2D-7179-EDB0-8036B3EA965B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8" name="Freeform 607">
              <a:extLst>
                <a:ext uri="{FF2B5EF4-FFF2-40B4-BE49-F238E27FC236}">
                  <a16:creationId xmlns:a16="http://schemas.microsoft.com/office/drawing/2014/main" id="{F18A61BF-AAE9-0AD7-7771-E1CE2CC504A6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0A01F152-324A-383D-BE9F-7EA8C0B3EE0A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BF9C1096-365F-A419-5217-CF5351791022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DA1C5669-9FB5-13D2-27EA-0D51B69AAF3A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34BBECB1-99ED-1268-158C-6E046608C9F9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E864818B-27AD-301F-6714-A642A2168BC0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08092189-6DBE-A339-8ED2-FAF381C0E74A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5" name="Freeform 614">
              <a:extLst>
                <a:ext uri="{FF2B5EF4-FFF2-40B4-BE49-F238E27FC236}">
                  <a16:creationId xmlns:a16="http://schemas.microsoft.com/office/drawing/2014/main" id="{C54CB2F9-3A57-1312-E7C7-05B09E75F475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71CB4B68-8F09-7789-DB1D-1F11BE37CBA5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7" name="Freeform 616">
              <a:extLst>
                <a:ext uri="{FF2B5EF4-FFF2-40B4-BE49-F238E27FC236}">
                  <a16:creationId xmlns:a16="http://schemas.microsoft.com/office/drawing/2014/main" id="{EDA33A16-82EB-A370-DFBD-6AEEC4056062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7EB70C58-5A03-2A69-5185-851191E00135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155CCD95-8815-9D91-AC7D-9F9498D2BDFD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BB6A2FEE-01AD-BAC9-6CDA-F28784C43648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DE62112B-A131-0985-6154-CD70253E0331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F3F24EF5-10C6-0D66-BB20-0A05F5471424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1CA0DAC2-4D0F-DC63-21FE-B1723C60A8A4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3F74C59A-24FA-09ED-1CBE-78781960F04D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2C4AE5B1-F646-8879-246D-0EDD35CE0302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11EFC519-DC59-D5BA-0151-52B14231BFEE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EF40A067-B935-F6A9-60F1-4E0AC108F68D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1929871D-1900-9578-F6B9-4032CED48DE0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D945469A-8C13-5345-86CD-DB3CC53A3437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673078EB-0000-2C23-6EBB-C42C56E1E4C4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21AE6C68-2676-4613-AE40-3E048972E4AC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1933CA28-BC78-94F4-7BD7-954E348F3A2E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D3A66439-8109-4F96-D703-9A680342BD28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854FCF39-EC3D-AE55-825B-502FA1333AA6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661BE1B4-3D09-30EC-C623-5EE7F1552A7C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7ED69127-7C0C-89BC-3CC7-FECD1C2A33F9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2DA1C489-B5C0-9A8A-CD93-08668BB0B598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E5FBDC2B-14EF-21B9-D522-80EFECA4E693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AAA78C94-09D7-011A-75B4-CA9771A039DF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018BA58E-C093-AED4-F919-1C6C33344D67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042979EE-2E28-8489-3975-7E8EA9632622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7256D11B-9B2C-393E-6363-06E150818DD9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9CEF2CE6-ADD5-93A8-66B9-A6E120F4DBF2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BD0673B1-AC3B-3220-52C2-CDD833F9CD21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BB2C619A-198E-AAC1-C4D8-2E08182B5BEF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E5BD6321-F89A-E89F-46D7-2B1EDDFA3ADA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C040D8BB-938A-78A8-6FB8-134CEABC6078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BBAB4594-7AD4-83DC-D3C0-9F22A9C82D08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651267ED-C9E7-2444-559B-305976CDC67C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CC03EAB2-6B2E-C92F-51F4-56F0BA446BBD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29B48E85-7F5D-D95F-D576-14F98EA3FD57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3E6397F7-1560-535D-2B51-81DDFD594685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DFD7D612-1F69-B6F7-FD45-5A1704A06BB5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C35B9E44-2DAA-70CC-5051-5BDC4F06BBFA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D1EC25C1-A67A-489D-4792-A645C68F7847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F1F6BEFB-E9A4-DACC-9EB7-220D6A5F6F3C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ABEACC96-FA91-1B7D-1282-67CADCD3F6B6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1A70988C-CE5A-D1E0-5F09-04EF7774492C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0733D739-0025-63F0-67B0-0D3171A0C620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46E56166-232D-3E4C-8829-0431684A71B6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479FDA10-9494-CC55-925C-E52830ADF36B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D20B7F82-F92D-7FD3-A4F5-6AF7F387CAEA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D37F8F9D-6A6E-B7EF-8E2B-71BC9D0D466B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BE08EA83-A1F5-C5BB-7716-7EE7772FAC99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35756F76-34EF-C8D2-076C-94B20476D2F2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CB6555D7-A5D0-A9C9-AB29-E2B8F7C95997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2AFC8016-9780-FCF1-34AF-D1447EE0357F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F5070D96-84DC-47D7-7BB7-DCF1FCCEAFB6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58631953-E7BD-B161-F285-2774366589F7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00D8C292-B29D-0940-DEFA-15F6F904470C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D65787BD-23B2-B37F-9B58-CF0848462C4E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F168F9C0-F566-2BED-A28B-58AE1B5EA0FF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C089C14E-BA4A-3E49-A692-49E1C563826D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40F2D406-5037-4EDC-22C1-12C22B126273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16A5D810-D44A-56CC-C513-32A077B48EB0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251D7C09-ACC0-E15F-BBC2-A2A2BD86583A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226E9826-CEF0-D063-8EB6-AB111A15C661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364D9669-651A-3DAF-67EB-8AE04154E1AC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84A0AD7E-9573-5E6C-9EA2-9AA16B5E0160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91750845-ACD2-A7C9-41C6-383CB7F2BE72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BD824AC2-EE95-E700-128E-3E34EB7C6247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F8ABB070-B7F5-A105-A32A-EF56D7A1D255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0AE2C5D3-56BD-06D1-28FB-D5F14B58E020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DCFDBFFF-269E-E5A4-55EC-2A51C974C8E7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A228E483-7D8A-5C8F-FBEC-B7D0797594D7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48AB346A-0C5C-496D-2E05-BDE547E71F49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86BB25D5-9692-4C6B-F0DB-23A9C3DDCCC3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0D849619-A3DB-63DB-72B5-6D478AF510B8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523E6413-FD3C-180C-B32F-DE88CC469E51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71879164-FAA2-FFE9-857D-8FC6BECDB75B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4E74F829-7041-EE30-F7D3-A9764F3A085E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AC84E104-482C-EC8E-127E-8E2969757AB7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7D25C2A1-A4D6-0D07-0AC2-67B08082C4A5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ABFB6D25-A26C-D31B-7EB2-C9EEEDB10959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0157519E-E812-66DD-36A7-93857CD75A67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57BF1DD9-CB00-F5E2-C3C3-C89E81DCBCC5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FBB51F83-0FB2-4346-052B-B5BF54C7E506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2ACE6639-E014-3D94-832B-CEF746B322E0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CB6B389A-B77E-F3EE-9662-A66F353D5851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B81C7504-318F-870B-94D2-B0D98A848500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97D02CCF-2706-5A26-5D72-9A9FE0110AE6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0DE9836B-3271-9728-A149-866D8237E33C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7D84DD39-A27C-0D74-59E2-8C36B010D7D9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929A92E6-D306-DD8A-EE2E-A061C135126F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BBA45F25-B075-A1C0-3ABA-0206075AC01F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233561F6-0B52-F955-BADB-69AE2FC082C7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ACC372DE-9545-AC38-9B92-5365EA873823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6A0F257B-68E7-E8D4-789B-FCE18BE5ACC8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D3CE6BB1-B80C-E693-DCFE-B7D3E3F97159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E518033F-A0BC-0A9B-4B47-17A9BF37E9D0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23A78741-008E-61C6-73A7-BD0E78778CDB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478EA849-1C28-8882-F08E-46C8E08D9D89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33663972-AD42-4D18-7774-145823491E31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419FAD7D-B8C4-21AB-AF74-B2053AD33E2D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48778D5B-D168-C016-8475-56F177E154F2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5D92D221-A875-5F2C-58E9-95EAC3B7D9BD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C2D0E69C-A848-50F3-77D7-79D413DFED47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1B67F989-8BFF-501F-AAE4-775C021016DF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6FB2DC7F-33E1-B526-DAAA-F9214C698E8E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471AFA4F-E498-F6DE-2FA6-D53872317F02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931E77C7-6A3F-BE5E-1D64-E6B6332A1B5B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BC22E38F-52AA-054B-4676-030EFE124D35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E9D7307E-B9FD-16CC-208D-FB3CA61AE19A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B22A947C-FD25-1580-B50F-5BB01016FE67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160F4B8D-8549-3EE1-6747-90E20EC513C9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2CFEB4D7-B960-77F6-6BC0-B5F376980D7D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Freeform 726">
              <a:extLst>
                <a:ext uri="{FF2B5EF4-FFF2-40B4-BE49-F238E27FC236}">
                  <a16:creationId xmlns:a16="http://schemas.microsoft.com/office/drawing/2014/main" id="{29B5E9E4-EC95-4FBC-7BDC-966F68BA0EBC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B2053E0A-AE27-DC47-75FC-20001530C67D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EA1124AF-7869-67E7-2D0F-04C27104E0C1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8E94FA83-E111-BEE1-710F-3A32B36444CB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0347F725-8B77-E594-EB2A-46036188E841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4CDA1F4E-95E4-7DA8-73EC-800F58E7D28D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BC93B822-0350-7A2D-4CD7-61278A563ED6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FC562EFD-9A0B-A9CD-3C02-14D43E79695B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2B1E4636-BF59-5AB6-7731-0BED9E1ADC0F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40813274-0579-E974-AA7F-1ED3B74C13B0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B7994CE6-5AD1-92E8-A457-C09A5C5C2709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DD3E12D3-90F6-0346-F813-5DAC97CBEA0A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97270388-C96F-674A-89F2-B701BF7EB0BF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EAF4607A-6414-36EA-5690-325C0D031B96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7BD9D1D8-4CDF-CF06-01AB-3B9C29076C35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78586A11-EED9-69E9-AA08-C09AEC59D1D4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35D44F49-88D5-F22E-F2EA-F58D7F31CBCD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31AB27B7-FA53-970D-4744-0418DDB7BD62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03B29446-AA24-E95D-3BE4-736C6948045A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6C0EE394-52FB-B82C-B079-C84771FBBDE7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287474D7-B4E9-9AA7-F8B1-320D53989E6E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3A7DDEFB-F302-0F59-9331-493BF26671A6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2A671803-3493-E45D-CA8E-D28E0F5AD577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28A67664-C22E-2A5B-9401-9134BD833760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Freeform 750">
              <a:extLst>
                <a:ext uri="{FF2B5EF4-FFF2-40B4-BE49-F238E27FC236}">
                  <a16:creationId xmlns:a16="http://schemas.microsoft.com/office/drawing/2014/main" id="{508D7DAD-A04A-B629-5C5A-2110739C84B5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A89E8A9A-AE8A-F8CD-B4C4-0B334518EE91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3" name="Freeform 752">
              <a:extLst>
                <a:ext uri="{FF2B5EF4-FFF2-40B4-BE49-F238E27FC236}">
                  <a16:creationId xmlns:a16="http://schemas.microsoft.com/office/drawing/2014/main" id="{EF226B39-1F04-B7D6-C98F-78C0C8DD56C5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Freeform 753">
              <a:extLst>
                <a:ext uri="{FF2B5EF4-FFF2-40B4-BE49-F238E27FC236}">
                  <a16:creationId xmlns:a16="http://schemas.microsoft.com/office/drawing/2014/main" id="{2878C42B-E2EB-0BBC-801B-F8F297153F62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5" name="Freeform 754">
              <a:extLst>
                <a:ext uri="{FF2B5EF4-FFF2-40B4-BE49-F238E27FC236}">
                  <a16:creationId xmlns:a16="http://schemas.microsoft.com/office/drawing/2014/main" id="{4E33EA8C-4D6F-A442-69C3-719A85B63E5F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6" name="Freeform 755">
              <a:extLst>
                <a:ext uri="{FF2B5EF4-FFF2-40B4-BE49-F238E27FC236}">
                  <a16:creationId xmlns:a16="http://schemas.microsoft.com/office/drawing/2014/main" id="{0F217D39-29B5-CACC-70AF-223103C7470B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5D71ACB6-A122-CF9F-F0B0-CEBD357569E7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9A55A523-1C4B-84B9-8C18-8DBF7DAB15F6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Freeform 758">
              <a:extLst>
                <a:ext uri="{FF2B5EF4-FFF2-40B4-BE49-F238E27FC236}">
                  <a16:creationId xmlns:a16="http://schemas.microsoft.com/office/drawing/2014/main" id="{141A25CD-E519-A8FC-C376-06EB38EC9430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96C1B922-F9C6-6EF7-FF7D-2695A277A530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Freeform 760">
              <a:extLst>
                <a:ext uri="{FF2B5EF4-FFF2-40B4-BE49-F238E27FC236}">
                  <a16:creationId xmlns:a16="http://schemas.microsoft.com/office/drawing/2014/main" id="{78EF4F11-5B87-BFBF-06D4-E4F933A957C0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E44E0336-D346-7188-469D-A8FCA0A1DAB9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CB7F1334-EFEF-14A3-C0CF-A27E3DED6FFD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BCDAD153-F3D3-B38B-71D9-462E2B9F14E4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5E0AE7BE-3576-A5CB-BE9A-250F87BCCC84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D46EC9E5-1E43-C847-1C87-4735A3FBE4EA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9FE523E3-3ADD-25EE-DDFC-1ABA1CBFFEEC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64DBAC9B-CBF3-B97B-60AD-EADD02B61637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8892C7AB-9B32-204B-6583-10C3864A96F3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6EF332A9-06E5-3562-E705-21AFFE1F6BAD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A23AD133-BACA-ACDD-DF28-EA953591E517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37211123-E286-0E25-FBBB-FB429C7327C3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48E7F638-F7B4-C51B-7527-45D8DEFAE9AF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4" name="Freeform 773">
              <a:extLst>
                <a:ext uri="{FF2B5EF4-FFF2-40B4-BE49-F238E27FC236}">
                  <a16:creationId xmlns:a16="http://schemas.microsoft.com/office/drawing/2014/main" id="{9B87A664-628E-EBB3-ACBF-288C281801A4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5" name="Freeform 774">
              <a:extLst>
                <a:ext uri="{FF2B5EF4-FFF2-40B4-BE49-F238E27FC236}">
                  <a16:creationId xmlns:a16="http://schemas.microsoft.com/office/drawing/2014/main" id="{B51AA563-422F-D764-86EC-7AA2F1C6B6D6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Freeform 775">
              <a:extLst>
                <a:ext uri="{FF2B5EF4-FFF2-40B4-BE49-F238E27FC236}">
                  <a16:creationId xmlns:a16="http://schemas.microsoft.com/office/drawing/2014/main" id="{0349556F-FB0F-4217-0181-994F3295FB00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9E3F4A61-7CD8-0DC6-5560-991DC7085D45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Freeform 777">
              <a:extLst>
                <a:ext uri="{FF2B5EF4-FFF2-40B4-BE49-F238E27FC236}">
                  <a16:creationId xmlns:a16="http://schemas.microsoft.com/office/drawing/2014/main" id="{CAEC59A7-F2A1-3CB0-0AD4-33FC6282A709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433897C2-4C60-3364-60EE-CFBC23103D7F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C277E11A-A9EF-F216-FDB6-515ADC09C405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6020C2D1-7F91-37FA-1B3E-10B94DCC6B9E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2158CF2D-D3CF-328F-01F7-B016AEED73BF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49F3366F-B8F2-014D-E644-860775DC3272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B8895B66-A177-A587-62B1-81A8D3CD15C3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4B2DC3F0-157A-5BF6-0E4E-0DA759E66C79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5AA0CF47-452A-99E0-F3A9-F2B93A66691C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7DA6162A-07A7-C995-A862-1EBC327CD22B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488178E7-930D-3C5D-7DF8-16DA8C0BA157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C8012FE1-54FF-E2DC-8BF6-67851D7D27FE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70B99427-8AB5-C12B-AAE0-7F8F172F9641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F4F44AAD-B694-AD75-6DDD-C6FFDAE2E313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BE1BBC6D-6E23-B8A0-21CE-D9D8D5425F24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88A9D404-66BA-0164-D411-24948394D139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4" name="Freeform 793">
              <a:extLst>
                <a:ext uri="{FF2B5EF4-FFF2-40B4-BE49-F238E27FC236}">
                  <a16:creationId xmlns:a16="http://schemas.microsoft.com/office/drawing/2014/main" id="{6830B8E3-51EF-4590-5188-72AE7BCD7B8A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Freeform 794">
              <a:extLst>
                <a:ext uri="{FF2B5EF4-FFF2-40B4-BE49-F238E27FC236}">
                  <a16:creationId xmlns:a16="http://schemas.microsoft.com/office/drawing/2014/main" id="{1AE91C64-B670-8B20-2422-B79388FA17CE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Freeform 795">
              <a:extLst>
                <a:ext uri="{FF2B5EF4-FFF2-40B4-BE49-F238E27FC236}">
                  <a16:creationId xmlns:a16="http://schemas.microsoft.com/office/drawing/2014/main" id="{2FFBFE8B-3B42-50A5-BB35-AACB59D07BA8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Freeform 796">
              <a:extLst>
                <a:ext uri="{FF2B5EF4-FFF2-40B4-BE49-F238E27FC236}">
                  <a16:creationId xmlns:a16="http://schemas.microsoft.com/office/drawing/2014/main" id="{338B9D18-8135-ED53-CEB0-5DF824DE27C8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Freeform 797">
              <a:extLst>
                <a:ext uri="{FF2B5EF4-FFF2-40B4-BE49-F238E27FC236}">
                  <a16:creationId xmlns:a16="http://schemas.microsoft.com/office/drawing/2014/main" id="{AA541B1E-0017-1CB4-363F-D61C342C6540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Freeform 798">
              <a:extLst>
                <a:ext uri="{FF2B5EF4-FFF2-40B4-BE49-F238E27FC236}">
                  <a16:creationId xmlns:a16="http://schemas.microsoft.com/office/drawing/2014/main" id="{EC06AD19-9095-DDC0-4CD9-735C55858D5F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0" name="Freeform 799">
              <a:extLst>
                <a:ext uri="{FF2B5EF4-FFF2-40B4-BE49-F238E27FC236}">
                  <a16:creationId xmlns:a16="http://schemas.microsoft.com/office/drawing/2014/main" id="{18793DEB-384F-E633-5101-55330B43F978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F04F913B-7BCF-2E81-ADCF-224C398BEDF2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Freeform 801">
              <a:extLst>
                <a:ext uri="{FF2B5EF4-FFF2-40B4-BE49-F238E27FC236}">
                  <a16:creationId xmlns:a16="http://schemas.microsoft.com/office/drawing/2014/main" id="{948F8914-C91F-56A7-DEB4-68EA8417A28D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3" name="Freeform 802">
              <a:extLst>
                <a:ext uri="{FF2B5EF4-FFF2-40B4-BE49-F238E27FC236}">
                  <a16:creationId xmlns:a16="http://schemas.microsoft.com/office/drawing/2014/main" id="{3936D7DB-81EF-55A3-5705-0127BA8448FD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Freeform 803">
              <a:extLst>
                <a:ext uri="{FF2B5EF4-FFF2-40B4-BE49-F238E27FC236}">
                  <a16:creationId xmlns:a16="http://schemas.microsoft.com/office/drawing/2014/main" id="{76124483-831B-A1A5-F094-1E02930858FD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Freeform 804">
              <a:extLst>
                <a:ext uri="{FF2B5EF4-FFF2-40B4-BE49-F238E27FC236}">
                  <a16:creationId xmlns:a16="http://schemas.microsoft.com/office/drawing/2014/main" id="{E8261CE7-A2EA-9E4A-0322-3E18EC96A29C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Freeform 805">
              <a:extLst>
                <a:ext uri="{FF2B5EF4-FFF2-40B4-BE49-F238E27FC236}">
                  <a16:creationId xmlns:a16="http://schemas.microsoft.com/office/drawing/2014/main" id="{9F68E725-EFF5-D9EE-6B6C-FF5717E0FA00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Freeform 806">
              <a:extLst>
                <a:ext uri="{FF2B5EF4-FFF2-40B4-BE49-F238E27FC236}">
                  <a16:creationId xmlns:a16="http://schemas.microsoft.com/office/drawing/2014/main" id="{A58F49D7-8F2E-FB59-7C14-FB4CBF3C35D1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Freeform 807">
              <a:extLst>
                <a:ext uri="{FF2B5EF4-FFF2-40B4-BE49-F238E27FC236}">
                  <a16:creationId xmlns:a16="http://schemas.microsoft.com/office/drawing/2014/main" id="{1608EC44-2974-92B0-C915-7EAB671278AA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335FCA59-F880-11E7-6979-C9B57962924C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4E776BEE-7CDF-F257-62F9-DF8CF77E777E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20528490-E4B1-F368-9CBB-D2C2DCB49204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Freeform 811">
              <a:extLst>
                <a:ext uri="{FF2B5EF4-FFF2-40B4-BE49-F238E27FC236}">
                  <a16:creationId xmlns:a16="http://schemas.microsoft.com/office/drawing/2014/main" id="{9717EC20-DDDA-BB30-0626-E56FCFE8DEEF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3" name="Freeform 812">
              <a:extLst>
                <a:ext uri="{FF2B5EF4-FFF2-40B4-BE49-F238E27FC236}">
                  <a16:creationId xmlns:a16="http://schemas.microsoft.com/office/drawing/2014/main" id="{287EB537-A399-9B6C-FE68-DD568EE1558F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EC335951-50E7-4CD2-E2D3-A9D3ECD4E0AC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74A99474-ADB2-F21F-0E59-E6BFCDB30FEF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Freeform 815">
              <a:extLst>
                <a:ext uri="{FF2B5EF4-FFF2-40B4-BE49-F238E27FC236}">
                  <a16:creationId xmlns:a16="http://schemas.microsoft.com/office/drawing/2014/main" id="{B71E6F0B-505B-F6A9-826D-C762740FF7C8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Freeform 816">
              <a:extLst>
                <a:ext uri="{FF2B5EF4-FFF2-40B4-BE49-F238E27FC236}">
                  <a16:creationId xmlns:a16="http://schemas.microsoft.com/office/drawing/2014/main" id="{3A679B8C-CC9A-2051-E929-3A9C77D75F70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6C604020-09A0-236B-3768-6CFCDAFB421D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876C4422-4F94-AE0B-180F-D8E1C95289FD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060D7601-6268-E25C-BA68-4E407085CC79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34F7FE57-1B6F-C3A2-EF00-A2E09A9AC8E1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5CBD5DB1-5DEA-4BC7-9146-CF5365247A5E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A8557914-5699-ABD5-F9D1-784BC14EF1BA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D0BA2A21-3B3A-A7BC-AA17-0DF6C0C6E547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11044C75-A793-AFB9-9AE9-752CCF2DF177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Freeform 825">
              <a:extLst>
                <a:ext uri="{FF2B5EF4-FFF2-40B4-BE49-F238E27FC236}">
                  <a16:creationId xmlns:a16="http://schemas.microsoft.com/office/drawing/2014/main" id="{8701EE59-807A-5E8B-7689-7CF7523BFD2A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Freeform 826">
              <a:extLst>
                <a:ext uri="{FF2B5EF4-FFF2-40B4-BE49-F238E27FC236}">
                  <a16:creationId xmlns:a16="http://schemas.microsoft.com/office/drawing/2014/main" id="{E4E02F65-711D-BE4D-F592-78E4D7C6D4A8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Freeform 827">
              <a:extLst>
                <a:ext uri="{FF2B5EF4-FFF2-40B4-BE49-F238E27FC236}">
                  <a16:creationId xmlns:a16="http://schemas.microsoft.com/office/drawing/2014/main" id="{EE1CECB6-5D2F-D3E5-C45F-12133233BF79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Freeform 828">
              <a:extLst>
                <a:ext uri="{FF2B5EF4-FFF2-40B4-BE49-F238E27FC236}">
                  <a16:creationId xmlns:a16="http://schemas.microsoft.com/office/drawing/2014/main" id="{911FEF81-F022-E0F5-CB2E-260F64757719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Freeform 829">
              <a:extLst>
                <a:ext uri="{FF2B5EF4-FFF2-40B4-BE49-F238E27FC236}">
                  <a16:creationId xmlns:a16="http://schemas.microsoft.com/office/drawing/2014/main" id="{13E07C31-B226-91D4-788F-E796BCF6D31C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F72C8CEF-DFF5-C66E-1A5E-C5FEE94A0EDC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9A3452B3-362E-FE0B-93FD-D0993073DBC0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E6841598-1B07-5378-C73F-2BBFAD0D3FAE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1AEED5ED-D3BD-FAC4-5237-F54D15A21272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601064B6-4041-7AA7-C061-E7FB3BA05EA9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Freeform 835">
              <a:extLst>
                <a:ext uri="{FF2B5EF4-FFF2-40B4-BE49-F238E27FC236}">
                  <a16:creationId xmlns:a16="http://schemas.microsoft.com/office/drawing/2014/main" id="{D3E2DFEE-6072-46CD-929C-38E8CBCB3E00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Freeform 836">
              <a:extLst>
                <a:ext uri="{FF2B5EF4-FFF2-40B4-BE49-F238E27FC236}">
                  <a16:creationId xmlns:a16="http://schemas.microsoft.com/office/drawing/2014/main" id="{027E34B6-AEAB-57D7-A7ED-68AE88F7164F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8931CBC4-7BB5-C965-AE60-81CBD1CB7303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04C30F79-A35C-281B-D3E5-45514EC521A9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760C6818-2A30-0256-7116-011B6794C9D4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3F819D84-4473-9C13-57AD-254F433954DD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0AE658BC-EFCC-DD08-8369-72E692562453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1325C570-6697-A18B-EB17-54CC2E99F9D3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A625E93B-939D-AB47-7303-C9E29EF9AEB1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B41A515C-7C90-E5FD-E0A7-3A5A21773E31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Freeform 845">
              <a:extLst>
                <a:ext uri="{FF2B5EF4-FFF2-40B4-BE49-F238E27FC236}">
                  <a16:creationId xmlns:a16="http://schemas.microsoft.com/office/drawing/2014/main" id="{AE6B5C7D-3AE5-5D18-AF17-0ED635C66587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7" name="Freeform 846">
              <a:extLst>
                <a:ext uri="{FF2B5EF4-FFF2-40B4-BE49-F238E27FC236}">
                  <a16:creationId xmlns:a16="http://schemas.microsoft.com/office/drawing/2014/main" id="{5CE890CD-5F2E-FAEB-3264-4FBE9610590A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B3180ED6-4167-1964-F94C-350DD49CF282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044CBBF0-9684-9B97-979C-F1CBB1B865F2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2DCB11F8-ACD7-9142-9B09-D7CE5809215C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829CB925-2232-1A16-2F99-1C725E320390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EC1F4F7D-C651-595B-E50C-EDA525DA61E0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E6510110-ABF8-C9B6-63E3-429E31B76F3E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62F4B46A-89D8-2D04-19DD-040161A19F08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0A4318A5-F2A1-FB37-6DB2-19B262E929A9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71427439-C023-8E6B-EE2A-FF614351B87A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FE1423DF-93F2-A04B-DCAE-6AEF17A6F7D5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Freeform 857">
              <a:extLst>
                <a:ext uri="{FF2B5EF4-FFF2-40B4-BE49-F238E27FC236}">
                  <a16:creationId xmlns:a16="http://schemas.microsoft.com/office/drawing/2014/main" id="{84915432-B951-0F0C-99D2-B4F16E9E0207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Freeform 858">
              <a:extLst>
                <a:ext uri="{FF2B5EF4-FFF2-40B4-BE49-F238E27FC236}">
                  <a16:creationId xmlns:a16="http://schemas.microsoft.com/office/drawing/2014/main" id="{9D110675-F8F3-2E61-BC39-061561D739BF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Freeform 859">
              <a:extLst>
                <a:ext uri="{FF2B5EF4-FFF2-40B4-BE49-F238E27FC236}">
                  <a16:creationId xmlns:a16="http://schemas.microsoft.com/office/drawing/2014/main" id="{8C7F699F-C21F-E2AD-6EC5-70F20F0A9031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29803F47-E68E-9EDC-3DB8-96C1EC68DE30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7793DEC1-4B2F-B170-E694-DFCA78BA5B90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Freeform 862">
              <a:extLst>
                <a:ext uri="{FF2B5EF4-FFF2-40B4-BE49-F238E27FC236}">
                  <a16:creationId xmlns:a16="http://schemas.microsoft.com/office/drawing/2014/main" id="{1AA72DBA-CF69-490E-53C1-6B352DDC63E3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291A0091-A202-A02A-345C-7737D4B891DE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0EC2BC3A-0520-30A6-3462-446354D4296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BBB3635E-C3E0-DF80-210F-9ABA408824C1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48712F72-2D25-D544-5218-11ADBD11B622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B2A9AFBB-49D2-4035-9AC2-F68BD69F322D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3BE673A5-EB85-A6B1-EE75-3FD1D786E4AD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415EFA68-22F6-33C8-BDEC-79E7F96D22B4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3E7F7E65-A444-1D6F-9DF9-B3AAA9111C79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12220931-8946-FC09-4D38-90259C4123DC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B783162E-8D0F-4737-C08F-38EFE794BDA3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B2E6B802-CAD6-5E28-B772-A3758A3B9DC5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CDAFA8EE-8613-685D-AD65-D8D4A036EBD3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9E29C092-C7B5-4E34-4C20-7DEB3F46DD72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0AC1E793-4782-BF61-EC76-0E6F0B17792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F0AC7734-9B7D-DD5A-FB3E-5FFA6AB7BAD3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D576F3B3-F989-F8AB-E09C-3895BD6C69D3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8B1FEB82-A8C7-25E8-8F02-9FB5F624064E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28E3BC33-5042-7BA8-D794-DE382B4849F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7DFC422B-4B37-8D93-0180-70F66267689E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9116AEEC-3484-9D00-ECD4-796D868A489C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25E360CC-4D1B-E4E5-1FA2-AC8A06606033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24E2A60E-C7E7-C057-9A9A-850BE93BB485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A0E21333-0A56-3470-18B5-414C4A103521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67EFB58A-182D-117D-1092-5899A1C3FDA2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001DBC43-4655-8CE8-DEA4-7006ED21F62D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28604763-71FE-85A9-780B-27DB9D0939D8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0D4EBA2A-7AA5-164E-EC1A-A42BB3700B7B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D44693A6-AE96-E6EB-4A3A-3149A4F155E1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571C064C-C0B2-8585-6528-80272B42E321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002B1FD2-6D1C-862E-30BA-E55F04413669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08918830-C61A-6342-D61C-8445AEA62EF8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B02FF5CC-9E68-BBF4-636E-87275C813CE4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F5DAF3EC-151B-213B-890B-98342C6F286F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898C650F-1633-4EEE-B0E0-9E10824466A9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964F7F10-A4EB-DCF1-037C-20E50C70EDBF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5E7B998A-DAC1-DBDC-7E12-045D95EB6A01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4C4D2860-AAAD-124E-627E-61EF385A80FF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F515242D-0B8B-5B7F-D9B7-BB2AA2D3D49D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4A9935D2-0F33-A3F0-6F26-2B5B2771F29F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32A09233-E006-6D16-BFAD-EC9FDC2B618C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5F7FE00A-9658-8CB2-BA76-41A8A47DA71C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25677C8F-AF3F-9099-3E01-2609D23E1C6B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F06648F1-185A-7911-9EF1-E42F384A604A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450D10E7-119A-66BF-FC4A-551A8B0E4877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5C648598-C04D-A8B7-19EA-8CB4B5A14DC0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44D2C999-3379-9AC8-4CCF-3FE9424432E3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7EC033A4-5302-558C-DDF6-39063EADC263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F086494C-C622-6CD0-954C-AE3CEA172D1C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4639FF1F-A06E-7B75-92D5-EB1C7CC5065C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CA7FF6DF-9335-7B63-8AF1-35FE6A62FDAD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AE56EA2A-3DE0-1274-2888-5E92E6DADB06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4F8C47A1-50F2-A97B-73AE-74C9EBEBC6DE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20FE35E5-87AF-50B2-50CC-B9D6F726B2F0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CD296CC7-3F60-C3FE-8D3A-8CA042BFC4A8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516BDCAB-8C92-2F47-744A-10F18DA4B6E8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B3F7E913-FCF8-BBAD-6B1B-23B6BBA9ACE1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3E6EBED1-D388-B0DC-D8B1-2A73262445C1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DA84F52E-1BF4-7454-9B69-E448B20D4F31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47FA5CBD-CD17-9718-081D-E5D6A204770C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C284FCCF-E08C-8145-8994-F274402542DA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7B36A01D-4E71-6591-FE3E-FD372C8C8FAA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2CB7C025-DD79-D6D0-45D2-C6045238116A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C1586AD-32D1-F3D1-54D3-FC280CD6A176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3480B350-535F-FB0C-22A6-57A45F669300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AA22E8B2-DDD2-1B8C-DC13-98B529BEF32F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A9CA4F04-6DD5-89BD-82BB-2FB7C0DE345E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52C018A6-9356-EE7F-89AF-5E6F8B4372D6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2FEE7F4-60C4-3B5D-5D0C-C3E45636456F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9D807A8C-E5FA-1316-3374-D686370C50BD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83D4E201-31F6-033E-D58E-340292819DAC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72FFA4B6-24F7-1A1B-A8E2-A0304BE0FACD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6634C8A8-C872-62FF-CE02-4947D20F237E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014C7854-08E9-9726-96FC-A416362DAF0F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ED452821-3B8B-4927-F98F-BDA980D3C0B4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7D752F1B-23AA-A646-26EA-A7E212ABBDE4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3410203A-16E7-41ED-FF7B-625A47BE5D8C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59247FAB-2380-87E8-FA4C-C279AE97A500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0040A319-9763-11ED-300A-83EAC7109922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C588AE4A-AD2F-DA1B-BE56-B4C395B30412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551A4956-C7F9-3A70-4B50-24544B3DC0D8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7E1CAA3B-4CF6-9D85-7A0A-F2AF19375483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5A63B3D7-BEBC-75C6-2F47-1BB7791F679F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F561EE29-BB74-6539-B99A-96A41B5F3D29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C6AC5D51-E95F-E89D-C46D-D743DB652D16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F3668E57-7E2A-6751-72F8-174A9C44531F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F9D7CEF8-4DA8-622D-ECF7-8AECB6F6DB2F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E4CC75AF-5097-C334-6F53-52DA0ACC52F0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14A5A796-48B7-CDEC-0F8E-5879DD08ABFC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E24EB374-89E8-905E-8C65-2A2D74BC6E3B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132ABB69-0185-F2C4-299D-0F6FF9F591D7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0A2C01BE-F77D-D472-F864-22534C86952D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4C894035-E2B8-FA87-66CC-B6177457580B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B19002FC-5882-9DB2-CFCE-D411343E31D9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84000D67-7F09-48B3-7B73-8128E096E463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A158A342-1999-AEFF-248C-EAC013698775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B6CF3195-5E34-436A-D6DF-2C37E87FF4BE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AFCE9235-2E58-AD36-39D2-78D69A16E0F6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C91B5140-9F95-12CE-1DEA-EC91494BA2AF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72FD6C05-32E5-CE6D-917D-7510467267E4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4814C172-6C4F-29A2-727D-2B2B38E945DD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65F9D730-D3EE-2235-D203-035FF7B697A0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230FBE44-9F6A-62DA-F946-F0CEB43D9AA7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54BADC36-C066-72CE-C411-9A405B321079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6F97D440-3FFC-3F3E-7543-DEAD1BB44BCD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834CE9-BA09-AD6E-918E-ABB883DA9EC1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3D709325-F781-FEF3-532A-EDBFECE8A797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00897C6E-60B1-1EE3-CD8D-DCDC66CFA544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936BE57D-679E-AA83-F3A0-45DAA07DAC10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04D36187-5B6B-AB81-60FE-7388818D05F2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118B0EDF-96E2-EEE1-1D4E-67142F938C9A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E71754EC-D14F-6C9A-1EDD-400D5D4295E2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28A66FA3-EBE8-F600-80EF-B0C0FAA081A9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EF0F1D14-0C75-381B-23C2-DE8078F09766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3264C9B5-9D02-D6A5-40DF-9872B2650C40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86691A47-4733-F52E-CA85-59405AEA3F2C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1822FD0A-0CAF-63DC-39A6-8C903B724856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F06A5748-C38E-061E-815D-9EC2FD842F1C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C7E04D1E-A717-4B77-1AB4-CBEF01D85174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597A1073-C72C-417D-4D39-652CBEB44D24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0DE22705-348E-A973-ED69-3EB326C93CFE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92C2F368-C236-BB6A-665B-BD6610571EFE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E80EA15D-BA5B-72EF-D2AC-45B36B893F88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2A194112-2CA9-CD89-6DF5-255450FCE224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068B1077-DDEB-5A69-B19C-E3E5B0843EB7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5365F5A9-A0FB-AF7B-73F0-F7D6557D14BE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A3948917-B91E-1615-FB6D-2208A585414C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F7732ED2-9794-13EC-462B-1F97910CBAF3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A1C0B648-163F-B5FD-200F-E87BC87CCD18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C3377D08-7C5B-3951-085A-CEA37427A2E3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A108E3BD-9F15-1FBF-71EF-C2BE673A5B04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B390C35B-BFDF-4AA9-5EE8-8EFF16247643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17D9A05F-10E3-0F5E-FFC0-FFFED5B129EE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5B0BF06D-C251-403A-F974-B3E456D1ED53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28411C42-0256-5887-3603-4916165DEB91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876F6D20-A5A4-6716-2985-FBD2234BA6D6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24AA0965-6E1C-4EF6-CBBA-65C2F47FDDD8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EB6DC8E9-5C67-F802-D09C-6BBD659F0B0D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43CBE128-62B4-75F9-F1E8-9553EB6C79B2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72AC60C1-4BEA-BE65-CB47-E48AA518A5A5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7DC5B835-01C8-3823-57EB-300F2251F4A2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26FCAB8A-34D3-3193-9E4E-8C40FD67C825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3DCAC616-1168-9988-5069-3312375CC7B9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B38C3A0E-EC82-B6D6-296F-59C84CCA6AF2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33BF7A23-AB44-F3C3-7B9D-4D26DEA2629B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65D47FA9-A32F-82EA-8D1D-ADE559A64CF7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FCE7EB9D-F3D7-7B82-7429-8111C246C963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8AAFD8D6-42B5-972C-525E-4ED2C4BDE9EE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3DB6C9EA-DD16-7874-026E-5B48CB0FDEBB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266CA658-8B2E-54D5-3B4F-07AC93BF158A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4A213280-B15A-0903-4C1F-B87661721A97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EFF3842A-EFC2-A16F-DD3A-83FE9F7D48D1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84181CE3-35E5-0FB5-19BF-7707AC299276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A7D932EB-5F7E-EE48-0CB3-1716150C1427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CD532ED7-A93D-E63D-23C0-EFB2E5E09C4F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8217F840-4623-6172-073B-D2A6483221E4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EBA321F5-133B-D67F-AFBB-D0327C0345EB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28EF6A48-7DC4-CC8A-155F-D57F3957E6A7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1186C09B-9BEF-4686-3136-BB70339A8D75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399E893A-AC33-1B29-F63F-9596D10FD215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99" name="Freeform 1898">
            <a:extLst>
              <a:ext uri="{FF2B5EF4-FFF2-40B4-BE49-F238E27FC236}">
                <a16:creationId xmlns:a16="http://schemas.microsoft.com/office/drawing/2014/main" id="{C7B17625-EE23-1B90-4E70-884CD9D419B4}"/>
              </a:ext>
            </a:extLst>
          </p:cNvPr>
          <p:cNvSpPr/>
          <p:nvPr/>
        </p:nvSpPr>
        <p:spPr>
          <a:xfrm>
            <a:off x="4357010" y="4007772"/>
            <a:ext cx="428870" cy="552424"/>
          </a:xfrm>
          <a:custGeom>
            <a:avLst/>
            <a:gdLst>
              <a:gd name="connsiteX0" fmla="*/ 1493514 w 2809864"/>
              <a:gd name="connsiteY0" fmla="*/ 3230880 h 3619364"/>
              <a:gd name="connsiteX1" fmla="*/ 1484805 w 2809864"/>
              <a:gd name="connsiteY1" fmla="*/ 3021874 h 3619364"/>
              <a:gd name="connsiteX2" fmla="*/ 1476097 w 2809864"/>
              <a:gd name="connsiteY2" fmla="*/ 2995748 h 3619364"/>
              <a:gd name="connsiteX3" fmla="*/ 1458680 w 2809864"/>
              <a:gd name="connsiteY3" fmla="*/ 2908663 h 3619364"/>
              <a:gd name="connsiteX4" fmla="*/ 1449971 w 2809864"/>
              <a:gd name="connsiteY4" fmla="*/ 2830285 h 3619364"/>
              <a:gd name="connsiteX5" fmla="*/ 1432554 w 2809864"/>
              <a:gd name="connsiteY5" fmla="*/ 2629988 h 3619364"/>
              <a:gd name="connsiteX6" fmla="*/ 1415137 w 2809864"/>
              <a:gd name="connsiteY6" fmla="*/ 2281645 h 3619364"/>
              <a:gd name="connsiteX7" fmla="*/ 1389011 w 2809864"/>
              <a:gd name="connsiteY7" fmla="*/ 2072640 h 3619364"/>
              <a:gd name="connsiteX8" fmla="*/ 1380303 w 2809864"/>
              <a:gd name="connsiteY8" fmla="*/ 2002971 h 3619364"/>
              <a:gd name="connsiteX9" fmla="*/ 1371594 w 2809864"/>
              <a:gd name="connsiteY9" fmla="*/ 1802674 h 3619364"/>
              <a:gd name="connsiteX10" fmla="*/ 1380303 w 2809864"/>
              <a:gd name="connsiteY10" fmla="*/ 1828800 h 3619364"/>
              <a:gd name="connsiteX11" fmla="*/ 1406428 w 2809864"/>
              <a:gd name="connsiteY11" fmla="*/ 1837508 h 3619364"/>
              <a:gd name="connsiteX12" fmla="*/ 1476097 w 2809864"/>
              <a:gd name="connsiteY12" fmla="*/ 1820091 h 3619364"/>
              <a:gd name="connsiteX13" fmla="*/ 1502223 w 2809864"/>
              <a:gd name="connsiteY13" fmla="*/ 1793965 h 3619364"/>
              <a:gd name="connsiteX14" fmla="*/ 1537057 w 2809864"/>
              <a:gd name="connsiteY14" fmla="*/ 1776548 h 3619364"/>
              <a:gd name="connsiteX15" fmla="*/ 1563183 w 2809864"/>
              <a:gd name="connsiteY15" fmla="*/ 1741714 h 3619364"/>
              <a:gd name="connsiteX16" fmla="*/ 1589308 w 2809864"/>
              <a:gd name="connsiteY16" fmla="*/ 1724297 h 3619364"/>
              <a:gd name="connsiteX17" fmla="*/ 1624143 w 2809864"/>
              <a:gd name="connsiteY17" fmla="*/ 1672045 h 3619364"/>
              <a:gd name="connsiteX18" fmla="*/ 1650268 w 2809864"/>
              <a:gd name="connsiteY18" fmla="*/ 1619794 h 3619364"/>
              <a:gd name="connsiteX19" fmla="*/ 1676394 w 2809864"/>
              <a:gd name="connsiteY19" fmla="*/ 1532708 h 3619364"/>
              <a:gd name="connsiteX20" fmla="*/ 1667685 w 2809864"/>
              <a:gd name="connsiteY20" fmla="*/ 1288868 h 3619364"/>
              <a:gd name="connsiteX21" fmla="*/ 1685103 w 2809864"/>
              <a:gd name="connsiteY21" fmla="*/ 1210491 h 3619364"/>
              <a:gd name="connsiteX22" fmla="*/ 1711228 w 2809864"/>
              <a:gd name="connsiteY22" fmla="*/ 1158240 h 3619364"/>
              <a:gd name="connsiteX23" fmla="*/ 1772188 w 2809864"/>
              <a:gd name="connsiteY23" fmla="*/ 1132114 h 3619364"/>
              <a:gd name="connsiteX24" fmla="*/ 1841857 w 2809864"/>
              <a:gd name="connsiteY24" fmla="*/ 1105988 h 3619364"/>
              <a:gd name="connsiteX25" fmla="*/ 1867983 w 2809864"/>
              <a:gd name="connsiteY25" fmla="*/ 1088571 h 3619364"/>
              <a:gd name="connsiteX26" fmla="*/ 1928943 w 2809864"/>
              <a:gd name="connsiteY26" fmla="*/ 1071154 h 3619364"/>
              <a:gd name="connsiteX27" fmla="*/ 1981194 w 2809864"/>
              <a:gd name="connsiteY27" fmla="*/ 1053737 h 3619364"/>
              <a:gd name="connsiteX28" fmla="*/ 2007320 w 2809864"/>
              <a:gd name="connsiteY28" fmla="*/ 1045028 h 3619364"/>
              <a:gd name="connsiteX29" fmla="*/ 2059571 w 2809864"/>
              <a:gd name="connsiteY29" fmla="*/ 992777 h 3619364"/>
              <a:gd name="connsiteX30" fmla="*/ 2094405 w 2809864"/>
              <a:gd name="connsiteY30" fmla="*/ 914400 h 3619364"/>
              <a:gd name="connsiteX31" fmla="*/ 2111823 w 2809864"/>
              <a:gd name="connsiteY31" fmla="*/ 879565 h 3619364"/>
              <a:gd name="connsiteX32" fmla="*/ 2120531 w 2809864"/>
              <a:gd name="connsiteY32" fmla="*/ 844731 h 3619364"/>
              <a:gd name="connsiteX33" fmla="*/ 2137948 w 2809864"/>
              <a:gd name="connsiteY33" fmla="*/ 792480 h 3619364"/>
              <a:gd name="connsiteX34" fmla="*/ 2146657 w 2809864"/>
              <a:gd name="connsiteY34" fmla="*/ 757645 h 3619364"/>
              <a:gd name="connsiteX35" fmla="*/ 2190200 w 2809864"/>
              <a:gd name="connsiteY35" fmla="*/ 687977 h 3619364"/>
              <a:gd name="connsiteX36" fmla="*/ 2225034 w 2809864"/>
              <a:gd name="connsiteY36" fmla="*/ 635725 h 3619364"/>
              <a:gd name="connsiteX37" fmla="*/ 2285994 w 2809864"/>
              <a:gd name="connsiteY37" fmla="*/ 566057 h 3619364"/>
              <a:gd name="connsiteX38" fmla="*/ 2312120 w 2809864"/>
              <a:gd name="connsiteY38" fmla="*/ 548640 h 3619364"/>
              <a:gd name="connsiteX39" fmla="*/ 2381788 w 2809864"/>
              <a:gd name="connsiteY39" fmla="*/ 487680 h 3619364"/>
              <a:gd name="connsiteX40" fmla="*/ 2416623 w 2809864"/>
              <a:gd name="connsiteY40" fmla="*/ 478971 h 3619364"/>
              <a:gd name="connsiteX41" fmla="*/ 2468874 w 2809864"/>
              <a:gd name="connsiteY41" fmla="*/ 461554 h 3619364"/>
              <a:gd name="connsiteX42" fmla="*/ 2512417 w 2809864"/>
              <a:gd name="connsiteY42" fmla="*/ 452845 h 3619364"/>
              <a:gd name="connsiteX43" fmla="*/ 2538543 w 2809864"/>
              <a:gd name="connsiteY43" fmla="*/ 444137 h 3619364"/>
              <a:gd name="connsiteX44" fmla="*/ 2573377 w 2809864"/>
              <a:gd name="connsiteY44" fmla="*/ 435428 h 3619364"/>
              <a:gd name="connsiteX45" fmla="*/ 2616920 w 2809864"/>
              <a:gd name="connsiteY45" fmla="*/ 391885 h 3619364"/>
              <a:gd name="connsiteX46" fmla="*/ 2651754 w 2809864"/>
              <a:gd name="connsiteY46" fmla="*/ 339634 h 3619364"/>
              <a:gd name="connsiteX47" fmla="*/ 2669171 w 2809864"/>
              <a:gd name="connsiteY47" fmla="*/ 304800 h 3619364"/>
              <a:gd name="connsiteX48" fmla="*/ 2712714 w 2809864"/>
              <a:gd name="connsiteY48" fmla="*/ 226423 h 3619364"/>
              <a:gd name="connsiteX49" fmla="*/ 2677880 w 2809864"/>
              <a:gd name="connsiteY49" fmla="*/ 182880 h 3619364"/>
              <a:gd name="connsiteX50" fmla="*/ 2721423 w 2809864"/>
              <a:gd name="connsiteY50" fmla="*/ 156754 h 3619364"/>
              <a:gd name="connsiteX51" fmla="*/ 2782383 w 2809864"/>
              <a:gd name="connsiteY51" fmla="*/ 139337 h 3619364"/>
              <a:gd name="connsiteX52" fmla="*/ 2808508 w 2809864"/>
              <a:gd name="connsiteY52" fmla="*/ 121920 h 3619364"/>
              <a:gd name="connsiteX53" fmla="*/ 2773674 w 2809864"/>
              <a:gd name="connsiteY53" fmla="*/ 78377 h 3619364"/>
              <a:gd name="connsiteX54" fmla="*/ 2747548 w 2809864"/>
              <a:gd name="connsiteY54" fmla="*/ 69668 h 3619364"/>
              <a:gd name="connsiteX55" fmla="*/ 2712714 w 2809864"/>
              <a:gd name="connsiteY55" fmla="*/ 52251 h 3619364"/>
              <a:gd name="connsiteX56" fmla="*/ 2651754 w 2809864"/>
              <a:gd name="connsiteY56" fmla="*/ 34834 h 3619364"/>
              <a:gd name="connsiteX57" fmla="*/ 2495000 w 2809864"/>
              <a:gd name="connsiteY57" fmla="*/ 43543 h 3619364"/>
              <a:gd name="connsiteX58" fmla="*/ 2468874 w 2809864"/>
              <a:gd name="connsiteY58" fmla="*/ 52251 h 3619364"/>
              <a:gd name="connsiteX59" fmla="*/ 2460165 w 2809864"/>
              <a:gd name="connsiteY59" fmla="*/ 78377 h 3619364"/>
              <a:gd name="connsiteX60" fmla="*/ 2434040 w 2809864"/>
              <a:gd name="connsiteY60" fmla="*/ 104503 h 3619364"/>
              <a:gd name="connsiteX61" fmla="*/ 2416623 w 2809864"/>
              <a:gd name="connsiteY61" fmla="*/ 139337 h 3619364"/>
              <a:gd name="connsiteX62" fmla="*/ 2373080 w 2809864"/>
              <a:gd name="connsiteY62" fmla="*/ 191588 h 3619364"/>
              <a:gd name="connsiteX63" fmla="*/ 2346954 w 2809864"/>
              <a:gd name="connsiteY63" fmla="*/ 209005 h 3619364"/>
              <a:gd name="connsiteX64" fmla="*/ 2320828 w 2809864"/>
              <a:gd name="connsiteY64" fmla="*/ 217714 h 3619364"/>
              <a:gd name="connsiteX65" fmla="*/ 2285994 w 2809864"/>
              <a:gd name="connsiteY65" fmla="*/ 243840 h 3619364"/>
              <a:gd name="connsiteX66" fmla="*/ 2259868 w 2809864"/>
              <a:gd name="connsiteY66" fmla="*/ 252548 h 3619364"/>
              <a:gd name="connsiteX67" fmla="*/ 2216325 w 2809864"/>
              <a:gd name="connsiteY67" fmla="*/ 269965 h 3619364"/>
              <a:gd name="connsiteX68" fmla="*/ 2120531 w 2809864"/>
              <a:gd name="connsiteY68" fmla="*/ 287383 h 3619364"/>
              <a:gd name="connsiteX69" fmla="*/ 2085697 w 2809864"/>
              <a:gd name="connsiteY69" fmla="*/ 296091 h 3619364"/>
              <a:gd name="connsiteX70" fmla="*/ 2024737 w 2809864"/>
              <a:gd name="connsiteY70" fmla="*/ 348343 h 3619364"/>
              <a:gd name="connsiteX71" fmla="*/ 1972485 w 2809864"/>
              <a:gd name="connsiteY71" fmla="*/ 400594 h 3619364"/>
              <a:gd name="connsiteX72" fmla="*/ 1946360 w 2809864"/>
              <a:gd name="connsiteY72" fmla="*/ 426720 h 3619364"/>
              <a:gd name="connsiteX73" fmla="*/ 1894108 w 2809864"/>
              <a:gd name="connsiteY73" fmla="*/ 496388 h 3619364"/>
              <a:gd name="connsiteX74" fmla="*/ 1841857 w 2809864"/>
              <a:gd name="connsiteY74" fmla="*/ 583474 h 3619364"/>
              <a:gd name="connsiteX75" fmla="*/ 1815731 w 2809864"/>
              <a:gd name="connsiteY75" fmla="*/ 618308 h 3619364"/>
              <a:gd name="connsiteX76" fmla="*/ 1789605 w 2809864"/>
              <a:gd name="connsiteY76" fmla="*/ 696685 h 3619364"/>
              <a:gd name="connsiteX77" fmla="*/ 1780897 w 2809864"/>
              <a:gd name="connsiteY77" fmla="*/ 722811 h 3619364"/>
              <a:gd name="connsiteX78" fmla="*/ 1763480 w 2809864"/>
              <a:gd name="connsiteY78" fmla="*/ 766354 h 3619364"/>
              <a:gd name="connsiteX79" fmla="*/ 1746063 w 2809864"/>
              <a:gd name="connsiteY79" fmla="*/ 801188 h 3619364"/>
              <a:gd name="connsiteX80" fmla="*/ 1737354 w 2809864"/>
              <a:gd name="connsiteY80" fmla="*/ 836023 h 3619364"/>
              <a:gd name="connsiteX81" fmla="*/ 1711228 w 2809864"/>
              <a:gd name="connsiteY81" fmla="*/ 862148 h 3619364"/>
              <a:gd name="connsiteX82" fmla="*/ 1685103 w 2809864"/>
              <a:gd name="connsiteY82" fmla="*/ 896983 h 3619364"/>
              <a:gd name="connsiteX83" fmla="*/ 1632851 w 2809864"/>
              <a:gd name="connsiteY83" fmla="*/ 931817 h 3619364"/>
              <a:gd name="connsiteX84" fmla="*/ 1606725 w 2809864"/>
              <a:gd name="connsiteY84" fmla="*/ 949234 h 3619364"/>
              <a:gd name="connsiteX85" fmla="*/ 1580600 w 2809864"/>
              <a:gd name="connsiteY85" fmla="*/ 966651 h 3619364"/>
              <a:gd name="connsiteX86" fmla="*/ 1510931 w 2809864"/>
              <a:gd name="connsiteY86" fmla="*/ 1001485 h 3619364"/>
              <a:gd name="connsiteX87" fmla="*/ 1449971 w 2809864"/>
              <a:gd name="connsiteY87" fmla="*/ 1045028 h 3619364"/>
              <a:gd name="connsiteX88" fmla="*/ 1432554 w 2809864"/>
              <a:gd name="connsiteY88" fmla="*/ 1071154 h 3619364"/>
              <a:gd name="connsiteX89" fmla="*/ 1423845 w 2809864"/>
              <a:gd name="connsiteY89" fmla="*/ 1105988 h 3619364"/>
              <a:gd name="connsiteX90" fmla="*/ 1406428 w 2809864"/>
              <a:gd name="connsiteY90" fmla="*/ 1280160 h 3619364"/>
              <a:gd name="connsiteX91" fmla="*/ 1397720 w 2809864"/>
              <a:gd name="connsiteY91" fmla="*/ 1341120 h 3619364"/>
              <a:gd name="connsiteX92" fmla="*/ 1380303 w 2809864"/>
              <a:gd name="connsiteY92" fmla="*/ 1393371 h 3619364"/>
              <a:gd name="connsiteX93" fmla="*/ 1362885 w 2809864"/>
              <a:gd name="connsiteY93" fmla="*/ 1445623 h 3619364"/>
              <a:gd name="connsiteX94" fmla="*/ 1354177 w 2809864"/>
              <a:gd name="connsiteY94" fmla="*/ 1471748 h 3619364"/>
              <a:gd name="connsiteX95" fmla="*/ 1336760 w 2809864"/>
              <a:gd name="connsiteY95" fmla="*/ 1576251 h 3619364"/>
              <a:gd name="connsiteX96" fmla="*/ 1336760 w 2809864"/>
              <a:gd name="connsiteY96" fmla="*/ 1672045 h 3619364"/>
              <a:gd name="connsiteX97" fmla="*/ 1328051 w 2809864"/>
              <a:gd name="connsiteY97" fmla="*/ 1715588 h 3619364"/>
              <a:gd name="connsiteX98" fmla="*/ 1397720 w 2809864"/>
              <a:gd name="connsiteY98" fmla="*/ 1698171 h 3619364"/>
              <a:gd name="connsiteX99" fmla="*/ 1423845 w 2809864"/>
              <a:gd name="connsiteY99" fmla="*/ 1680754 h 3619364"/>
              <a:gd name="connsiteX100" fmla="*/ 1449971 w 2809864"/>
              <a:gd name="connsiteY100" fmla="*/ 1654628 h 3619364"/>
              <a:gd name="connsiteX101" fmla="*/ 1502223 w 2809864"/>
              <a:gd name="connsiteY101" fmla="*/ 1619794 h 3619364"/>
              <a:gd name="connsiteX102" fmla="*/ 1537057 w 2809864"/>
              <a:gd name="connsiteY102" fmla="*/ 1567543 h 3619364"/>
              <a:gd name="connsiteX103" fmla="*/ 1554474 w 2809864"/>
              <a:gd name="connsiteY103" fmla="*/ 1471748 h 3619364"/>
              <a:gd name="connsiteX104" fmla="*/ 1571891 w 2809864"/>
              <a:gd name="connsiteY104" fmla="*/ 1436914 h 3619364"/>
              <a:gd name="connsiteX105" fmla="*/ 1589308 w 2809864"/>
              <a:gd name="connsiteY105" fmla="*/ 1367245 h 3619364"/>
              <a:gd name="connsiteX106" fmla="*/ 1606725 w 2809864"/>
              <a:gd name="connsiteY106" fmla="*/ 1306285 h 3619364"/>
              <a:gd name="connsiteX107" fmla="*/ 1615434 w 2809864"/>
              <a:gd name="connsiteY107" fmla="*/ 1280160 h 3619364"/>
              <a:gd name="connsiteX108" fmla="*/ 1589308 w 2809864"/>
              <a:gd name="connsiteY108" fmla="*/ 1341120 h 3619364"/>
              <a:gd name="connsiteX109" fmla="*/ 1571891 w 2809864"/>
              <a:gd name="connsiteY109" fmla="*/ 1375954 h 3619364"/>
              <a:gd name="connsiteX110" fmla="*/ 1554474 w 2809864"/>
              <a:gd name="connsiteY110" fmla="*/ 1428205 h 3619364"/>
              <a:gd name="connsiteX111" fmla="*/ 1537057 w 2809864"/>
              <a:gd name="connsiteY111" fmla="*/ 1471748 h 3619364"/>
              <a:gd name="connsiteX112" fmla="*/ 1528348 w 2809864"/>
              <a:gd name="connsiteY112" fmla="*/ 1497874 h 3619364"/>
              <a:gd name="connsiteX113" fmla="*/ 1510931 w 2809864"/>
              <a:gd name="connsiteY113" fmla="*/ 1532708 h 3619364"/>
              <a:gd name="connsiteX114" fmla="*/ 1493514 w 2809864"/>
              <a:gd name="connsiteY114" fmla="*/ 1619794 h 3619364"/>
              <a:gd name="connsiteX115" fmla="*/ 1484805 w 2809864"/>
              <a:gd name="connsiteY115" fmla="*/ 1645920 h 3619364"/>
              <a:gd name="connsiteX116" fmla="*/ 1458680 w 2809864"/>
              <a:gd name="connsiteY116" fmla="*/ 1672045 h 3619364"/>
              <a:gd name="connsiteX117" fmla="*/ 1432554 w 2809864"/>
              <a:gd name="connsiteY117" fmla="*/ 1680754 h 3619364"/>
              <a:gd name="connsiteX118" fmla="*/ 1371594 w 2809864"/>
              <a:gd name="connsiteY118" fmla="*/ 1698171 h 3619364"/>
              <a:gd name="connsiteX119" fmla="*/ 1362885 w 2809864"/>
              <a:gd name="connsiteY119" fmla="*/ 1663337 h 3619364"/>
              <a:gd name="connsiteX120" fmla="*/ 1345468 w 2809864"/>
              <a:gd name="connsiteY120" fmla="*/ 1584960 h 3619364"/>
              <a:gd name="connsiteX121" fmla="*/ 1328051 w 2809864"/>
              <a:gd name="connsiteY121" fmla="*/ 1532708 h 3619364"/>
              <a:gd name="connsiteX122" fmla="*/ 1319343 w 2809864"/>
              <a:gd name="connsiteY122" fmla="*/ 1506583 h 3619364"/>
              <a:gd name="connsiteX123" fmla="*/ 1267091 w 2809864"/>
              <a:gd name="connsiteY123" fmla="*/ 1471748 h 3619364"/>
              <a:gd name="connsiteX124" fmla="*/ 1258383 w 2809864"/>
              <a:gd name="connsiteY124" fmla="*/ 1445623 h 3619364"/>
              <a:gd name="connsiteX125" fmla="*/ 1240965 w 2809864"/>
              <a:gd name="connsiteY125" fmla="*/ 1410788 h 3619364"/>
              <a:gd name="connsiteX126" fmla="*/ 1232257 w 2809864"/>
              <a:gd name="connsiteY126" fmla="*/ 1367245 h 3619364"/>
              <a:gd name="connsiteX127" fmla="*/ 1249674 w 2809864"/>
              <a:gd name="connsiteY127" fmla="*/ 1297577 h 3619364"/>
              <a:gd name="connsiteX128" fmla="*/ 1301925 w 2809864"/>
              <a:gd name="connsiteY128" fmla="*/ 1245325 h 3619364"/>
              <a:gd name="connsiteX129" fmla="*/ 1319343 w 2809864"/>
              <a:gd name="connsiteY129" fmla="*/ 1227908 h 3619364"/>
              <a:gd name="connsiteX130" fmla="*/ 1336760 w 2809864"/>
              <a:gd name="connsiteY130" fmla="*/ 1201783 h 3619364"/>
              <a:gd name="connsiteX131" fmla="*/ 1328051 w 2809864"/>
              <a:gd name="connsiteY131" fmla="*/ 1123405 h 3619364"/>
              <a:gd name="connsiteX132" fmla="*/ 1319343 w 2809864"/>
              <a:gd name="connsiteY132" fmla="*/ 1097280 h 3619364"/>
              <a:gd name="connsiteX133" fmla="*/ 1293217 w 2809864"/>
              <a:gd name="connsiteY133" fmla="*/ 1088571 h 3619364"/>
              <a:gd name="connsiteX134" fmla="*/ 1284508 w 2809864"/>
              <a:gd name="connsiteY134" fmla="*/ 914400 h 3619364"/>
              <a:gd name="connsiteX135" fmla="*/ 1293217 w 2809864"/>
              <a:gd name="connsiteY135" fmla="*/ 879565 h 3619364"/>
              <a:gd name="connsiteX136" fmla="*/ 1319343 w 2809864"/>
              <a:gd name="connsiteY136" fmla="*/ 827314 h 3619364"/>
              <a:gd name="connsiteX137" fmla="*/ 1328051 w 2809864"/>
              <a:gd name="connsiteY137" fmla="*/ 783771 h 3619364"/>
              <a:gd name="connsiteX138" fmla="*/ 1336760 w 2809864"/>
              <a:gd name="connsiteY138" fmla="*/ 748937 h 3619364"/>
              <a:gd name="connsiteX139" fmla="*/ 1328051 w 2809864"/>
              <a:gd name="connsiteY139" fmla="*/ 661851 h 3619364"/>
              <a:gd name="connsiteX140" fmla="*/ 1275800 w 2809864"/>
              <a:gd name="connsiteY140" fmla="*/ 627017 h 3619364"/>
              <a:gd name="connsiteX141" fmla="*/ 1258383 w 2809864"/>
              <a:gd name="connsiteY141" fmla="*/ 574765 h 3619364"/>
              <a:gd name="connsiteX142" fmla="*/ 1249674 w 2809864"/>
              <a:gd name="connsiteY142" fmla="*/ 548640 h 3619364"/>
              <a:gd name="connsiteX143" fmla="*/ 1171297 w 2809864"/>
              <a:gd name="connsiteY143" fmla="*/ 609600 h 3619364"/>
              <a:gd name="connsiteX144" fmla="*/ 1145171 w 2809864"/>
              <a:gd name="connsiteY144" fmla="*/ 644434 h 3619364"/>
              <a:gd name="connsiteX145" fmla="*/ 1066794 w 2809864"/>
              <a:gd name="connsiteY145" fmla="*/ 705394 h 3619364"/>
              <a:gd name="connsiteX146" fmla="*/ 1031960 w 2809864"/>
              <a:gd name="connsiteY146" fmla="*/ 740228 h 3619364"/>
              <a:gd name="connsiteX147" fmla="*/ 971000 w 2809864"/>
              <a:gd name="connsiteY147" fmla="*/ 775063 h 3619364"/>
              <a:gd name="connsiteX148" fmla="*/ 918748 w 2809864"/>
              <a:gd name="connsiteY148" fmla="*/ 818605 h 3619364"/>
              <a:gd name="connsiteX149" fmla="*/ 892623 w 2809864"/>
              <a:gd name="connsiteY149" fmla="*/ 896983 h 3619364"/>
              <a:gd name="connsiteX150" fmla="*/ 927457 w 2809864"/>
              <a:gd name="connsiteY150" fmla="*/ 1053737 h 3619364"/>
              <a:gd name="connsiteX151" fmla="*/ 962291 w 2809864"/>
              <a:gd name="connsiteY151" fmla="*/ 1097280 h 3619364"/>
              <a:gd name="connsiteX152" fmla="*/ 997125 w 2809864"/>
              <a:gd name="connsiteY152" fmla="*/ 1149531 h 3619364"/>
              <a:gd name="connsiteX153" fmla="*/ 1049377 w 2809864"/>
              <a:gd name="connsiteY153" fmla="*/ 1201783 h 3619364"/>
              <a:gd name="connsiteX154" fmla="*/ 1075503 w 2809864"/>
              <a:gd name="connsiteY154" fmla="*/ 1227908 h 3619364"/>
              <a:gd name="connsiteX155" fmla="*/ 1119045 w 2809864"/>
              <a:gd name="connsiteY155" fmla="*/ 1280160 h 3619364"/>
              <a:gd name="connsiteX156" fmla="*/ 1145171 w 2809864"/>
              <a:gd name="connsiteY156" fmla="*/ 1341120 h 3619364"/>
              <a:gd name="connsiteX157" fmla="*/ 1162588 w 2809864"/>
              <a:gd name="connsiteY157" fmla="*/ 1393371 h 3619364"/>
              <a:gd name="connsiteX158" fmla="*/ 1171297 w 2809864"/>
              <a:gd name="connsiteY158" fmla="*/ 1419497 h 3619364"/>
              <a:gd name="connsiteX159" fmla="*/ 1180005 w 2809864"/>
              <a:gd name="connsiteY159" fmla="*/ 1445623 h 3619364"/>
              <a:gd name="connsiteX160" fmla="*/ 1171297 w 2809864"/>
              <a:gd name="connsiteY160" fmla="*/ 1576251 h 3619364"/>
              <a:gd name="connsiteX161" fmla="*/ 1153880 w 2809864"/>
              <a:gd name="connsiteY161" fmla="*/ 1550125 h 3619364"/>
              <a:gd name="connsiteX162" fmla="*/ 1145171 w 2809864"/>
              <a:gd name="connsiteY162" fmla="*/ 1506583 h 3619364"/>
              <a:gd name="connsiteX163" fmla="*/ 1127754 w 2809864"/>
              <a:gd name="connsiteY163" fmla="*/ 1471748 h 3619364"/>
              <a:gd name="connsiteX164" fmla="*/ 1092920 w 2809864"/>
              <a:gd name="connsiteY164" fmla="*/ 1428205 h 3619364"/>
              <a:gd name="connsiteX165" fmla="*/ 1066794 w 2809864"/>
              <a:gd name="connsiteY165" fmla="*/ 1410788 h 3619364"/>
              <a:gd name="connsiteX166" fmla="*/ 1040668 w 2809864"/>
              <a:gd name="connsiteY166" fmla="*/ 1375954 h 3619364"/>
              <a:gd name="connsiteX167" fmla="*/ 1031960 w 2809864"/>
              <a:gd name="connsiteY167" fmla="*/ 1349828 h 3619364"/>
              <a:gd name="connsiteX168" fmla="*/ 1014543 w 2809864"/>
              <a:gd name="connsiteY168" fmla="*/ 1323703 h 3619364"/>
              <a:gd name="connsiteX169" fmla="*/ 1023251 w 2809864"/>
              <a:gd name="connsiteY169" fmla="*/ 1280160 h 3619364"/>
              <a:gd name="connsiteX170" fmla="*/ 1040668 w 2809864"/>
              <a:gd name="connsiteY170" fmla="*/ 1219200 h 3619364"/>
              <a:gd name="connsiteX171" fmla="*/ 1031960 w 2809864"/>
              <a:gd name="connsiteY171" fmla="*/ 1193074 h 3619364"/>
              <a:gd name="connsiteX172" fmla="*/ 1005834 w 2809864"/>
              <a:gd name="connsiteY172" fmla="*/ 1184365 h 3619364"/>
              <a:gd name="connsiteX173" fmla="*/ 979708 w 2809864"/>
              <a:gd name="connsiteY173" fmla="*/ 1166948 h 3619364"/>
              <a:gd name="connsiteX174" fmla="*/ 936165 w 2809864"/>
              <a:gd name="connsiteY174" fmla="*/ 1123405 h 3619364"/>
              <a:gd name="connsiteX175" fmla="*/ 918748 w 2809864"/>
              <a:gd name="connsiteY175" fmla="*/ 1062445 h 3619364"/>
              <a:gd name="connsiteX176" fmla="*/ 910040 w 2809864"/>
              <a:gd name="connsiteY176" fmla="*/ 1036320 h 3619364"/>
              <a:gd name="connsiteX177" fmla="*/ 918748 w 2809864"/>
              <a:gd name="connsiteY177" fmla="*/ 879565 h 3619364"/>
              <a:gd name="connsiteX178" fmla="*/ 927457 w 2809864"/>
              <a:gd name="connsiteY178" fmla="*/ 853440 h 3619364"/>
              <a:gd name="connsiteX179" fmla="*/ 979708 w 2809864"/>
              <a:gd name="connsiteY179" fmla="*/ 827314 h 3619364"/>
              <a:gd name="connsiteX180" fmla="*/ 997125 w 2809864"/>
              <a:gd name="connsiteY180" fmla="*/ 801188 h 3619364"/>
              <a:gd name="connsiteX181" fmla="*/ 988417 w 2809864"/>
              <a:gd name="connsiteY181" fmla="*/ 775063 h 3619364"/>
              <a:gd name="connsiteX182" fmla="*/ 944874 w 2809864"/>
              <a:gd name="connsiteY182" fmla="*/ 740228 h 3619364"/>
              <a:gd name="connsiteX183" fmla="*/ 910040 w 2809864"/>
              <a:gd name="connsiteY183" fmla="*/ 696685 h 3619364"/>
              <a:gd name="connsiteX184" fmla="*/ 892623 w 2809864"/>
              <a:gd name="connsiteY184" fmla="*/ 670560 h 3619364"/>
              <a:gd name="connsiteX185" fmla="*/ 910040 w 2809864"/>
              <a:gd name="connsiteY185" fmla="*/ 548640 h 3619364"/>
              <a:gd name="connsiteX186" fmla="*/ 944874 w 2809864"/>
              <a:gd name="connsiteY186" fmla="*/ 496388 h 3619364"/>
              <a:gd name="connsiteX187" fmla="*/ 979708 w 2809864"/>
              <a:gd name="connsiteY187" fmla="*/ 435428 h 3619364"/>
              <a:gd name="connsiteX188" fmla="*/ 988417 w 2809864"/>
              <a:gd name="connsiteY188" fmla="*/ 400594 h 3619364"/>
              <a:gd name="connsiteX189" fmla="*/ 971000 w 2809864"/>
              <a:gd name="connsiteY189" fmla="*/ 278674 h 3619364"/>
              <a:gd name="connsiteX190" fmla="*/ 953583 w 2809864"/>
              <a:gd name="connsiteY190" fmla="*/ 209005 h 3619364"/>
              <a:gd name="connsiteX191" fmla="*/ 927457 w 2809864"/>
              <a:gd name="connsiteY191" fmla="*/ 113211 h 3619364"/>
              <a:gd name="connsiteX192" fmla="*/ 901331 w 2809864"/>
              <a:gd name="connsiteY192" fmla="*/ 26125 h 3619364"/>
              <a:gd name="connsiteX193" fmla="*/ 892623 w 2809864"/>
              <a:gd name="connsiteY193" fmla="*/ 0 h 3619364"/>
              <a:gd name="connsiteX194" fmla="*/ 875205 w 2809864"/>
              <a:gd name="connsiteY194" fmla="*/ 95794 h 3619364"/>
              <a:gd name="connsiteX195" fmla="*/ 849080 w 2809864"/>
              <a:gd name="connsiteY195" fmla="*/ 182880 h 3619364"/>
              <a:gd name="connsiteX196" fmla="*/ 831663 w 2809864"/>
              <a:gd name="connsiteY196" fmla="*/ 269965 h 3619364"/>
              <a:gd name="connsiteX197" fmla="*/ 796828 w 2809864"/>
              <a:gd name="connsiteY197" fmla="*/ 330925 h 3619364"/>
              <a:gd name="connsiteX198" fmla="*/ 761994 w 2809864"/>
              <a:gd name="connsiteY198" fmla="*/ 374468 h 3619364"/>
              <a:gd name="connsiteX199" fmla="*/ 753285 w 2809864"/>
              <a:gd name="connsiteY199" fmla="*/ 400594 h 3619364"/>
              <a:gd name="connsiteX200" fmla="*/ 727160 w 2809864"/>
              <a:gd name="connsiteY200" fmla="*/ 435428 h 3619364"/>
              <a:gd name="connsiteX201" fmla="*/ 701034 w 2809864"/>
              <a:gd name="connsiteY201" fmla="*/ 505097 h 3619364"/>
              <a:gd name="connsiteX202" fmla="*/ 701034 w 2809864"/>
              <a:gd name="connsiteY202" fmla="*/ 1027611 h 3619364"/>
              <a:gd name="connsiteX203" fmla="*/ 709743 w 2809864"/>
              <a:gd name="connsiteY203" fmla="*/ 1132114 h 3619364"/>
              <a:gd name="connsiteX204" fmla="*/ 718451 w 2809864"/>
              <a:gd name="connsiteY204" fmla="*/ 1158240 h 3619364"/>
              <a:gd name="connsiteX205" fmla="*/ 788120 w 2809864"/>
              <a:gd name="connsiteY205" fmla="*/ 1227908 h 3619364"/>
              <a:gd name="connsiteX206" fmla="*/ 814245 w 2809864"/>
              <a:gd name="connsiteY206" fmla="*/ 1254034 h 3619364"/>
              <a:gd name="connsiteX207" fmla="*/ 831663 w 2809864"/>
              <a:gd name="connsiteY207" fmla="*/ 1271451 h 3619364"/>
              <a:gd name="connsiteX208" fmla="*/ 910040 w 2809864"/>
              <a:gd name="connsiteY208" fmla="*/ 1323703 h 3619364"/>
              <a:gd name="connsiteX209" fmla="*/ 944874 w 2809864"/>
              <a:gd name="connsiteY209" fmla="*/ 1393371 h 3619364"/>
              <a:gd name="connsiteX210" fmla="*/ 962291 w 2809864"/>
              <a:gd name="connsiteY210" fmla="*/ 1445623 h 3619364"/>
              <a:gd name="connsiteX211" fmla="*/ 953583 w 2809864"/>
              <a:gd name="connsiteY211" fmla="*/ 1471748 h 3619364"/>
              <a:gd name="connsiteX212" fmla="*/ 918748 w 2809864"/>
              <a:gd name="connsiteY212" fmla="*/ 1480457 h 3619364"/>
              <a:gd name="connsiteX213" fmla="*/ 788120 w 2809864"/>
              <a:gd name="connsiteY213" fmla="*/ 1463040 h 3619364"/>
              <a:gd name="connsiteX214" fmla="*/ 735868 w 2809864"/>
              <a:gd name="connsiteY214" fmla="*/ 1436914 h 3619364"/>
              <a:gd name="connsiteX215" fmla="*/ 666200 w 2809864"/>
              <a:gd name="connsiteY215" fmla="*/ 1402080 h 3619364"/>
              <a:gd name="connsiteX216" fmla="*/ 640074 w 2809864"/>
              <a:gd name="connsiteY216" fmla="*/ 1384663 h 3619364"/>
              <a:gd name="connsiteX217" fmla="*/ 622657 w 2809864"/>
              <a:gd name="connsiteY217" fmla="*/ 1367245 h 3619364"/>
              <a:gd name="connsiteX218" fmla="*/ 596531 w 2809864"/>
              <a:gd name="connsiteY218" fmla="*/ 1375954 h 3619364"/>
              <a:gd name="connsiteX219" fmla="*/ 535571 w 2809864"/>
              <a:gd name="connsiteY219" fmla="*/ 1445623 h 3619364"/>
              <a:gd name="connsiteX220" fmla="*/ 518154 w 2809864"/>
              <a:gd name="connsiteY220" fmla="*/ 1480457 h 3619364"/>
              <a:gd name="connsiteX221" fmla="*/ 500737 w 2809864"/>
              <a:gd name="connsiteY221" fmla="*/ 1506583 h 3619364"/>
              <a:gd name="connsiteX222" fmla="*/ 483320 w 2809864"/>
              <a:gd name="connsiteY222" fmla="*/ 1558834 h 3619364"/>
              <a:gd name="connsiteX223" fmla="*/ 474611 w 2809864"/>
              <a:gd name="connsiteY223" fmla="*/ 1584960 h 3619364"/>
              <a:gd name="connsiteX224" fmla="*/ 465903 w 2809864"/>
              <a:gd name="connsiteY224" fmla="*/ 1619794 h 3619364"/>
              <a:gd name="connsiteX225" fmla="*/ 448485 w 2809864"/>
              <a:gd name="connsiteY225" fmla="*/ 1654628 h 3619364"/>
              <a:gd name="connsiteX226" fmla="*/ 413651 w 2809864"/>
              <a:gd name="connsiteY226" fmla="*/ 1733005 h 3619364"/>
              <a:gd name="connsiteX227" fmla="*/ 396234 w 2809864"/>
              <a:gd name="connsiteY227" fmla="*/ 1759131 h 3619364"/>
              <a:gd name="connsiteX228" fmla="*/ 343983 w 2809864"/>
              <a:gd name="connsiteY228" fmla="*/ 1811383 h 3619364"/>
              <a:gd name="connsiteX229" fmla="*/ 291731 w 2809864"/>
              <a:gd name="connsiteY229" fmla="*/ 1863634 h 3619364"/>
              <a:gd name="connsiteX230" fmla="*/ 265605 w 2809864"/>
              <a:gd name="connsiteY230" fmla="*/ 1889760 h 3619364"/>
              <a:gd name="connsiteX231" fmla="*/ 239480 w 2809864"/>
              <a:gd name="connsiteY231" fmla="*/ 1907177 h 3619364"/>
              <a:gd name="connsiteX232" fmla="*/ 187228 w 2809864"/>
              <a:gd name="connsiteY232" fmla="*/ 1959428 h 3619364"/>
              <a:gd name="connsiteX233" fmla="*/ 169811 w 2809864"/>
              <a:gd name="connsiteY233" fmla="*/ 2011680 h 3619364"/>
              <a:gd name="connsiteX234" fmla="*/ 161103 w 2809864"/>
              <a:gd name="connsiteY234" fmla="*/ 2037805 h 3619364"/>
              <a:gd name="connsiteX235" fmla="*/ 152394 w 2809864"/>
              <a:gd name="connsiteY235" fmla="*/ 2142308 h 3619364"/>
              <a:gd name="connsiteX236" fmla="*/ 143685 w 2809864"/>
              <a:gd name="connsiteY236" fmla="*/ 2177143 h 3619364"/>
              <a:gd name="connsiteX237" fmla="*/ 108851 w 2809864"/>
              <a:gd name="connsiteY237" fmla="*/ 2255520 h 3619364"/>
              <a:gd name="connsiteX238" fmla="*/ 91434 w 2809864"/>
              <a:gd name="connsiteY238" fmla="*/ 2281645 h 3619364"/>
              <a:gd name="connsiteX239" fmla="*/ 74017 w 2809864"/>
              <a:gd name="connsiteY239" fmla="*/ 2316480 h 3619364"/>
              <a:gd name="connsiteX240" fmla="*/ 39183 w 2809864"/>
              <a:gd name="connsiteY240" fmla="*/ 2360023 h 3619364"/>
              <a:gd name="connsiteX241" fmla="*/ 4348 w 2809864"/>
              <a:gd name="connsiteY241" fmla="*/ 2412274 h 3619364"/>
              <a:gd name="connsiteX242" fmla="*/ 65308 w 2809864"/>
              <a:gd name="connsiteY242" fmla="*/ 2377440 h 3619364"/>
              <a:gd name="connsiteX243" fmla="*/ 117560 w 2809864"/>
              <a:gd name="connsiteY243" fmla="*/ 2342605 h 3619364"/>
              <a:gd name="connsiteX244" fmla="*/ 143685 w 2809864"/>
              <a:gd name="connsiteY244" fmla="*/ 2325188 h 3619364"/>
              <a:gd name="connsiteX245" fmla="*/ 178520 w 2809864"/>
              <a:gd name="connsiteY245" fmla="*/ 2299063 h 3619364"/>
              <a:gd name="connsiteX246" fmla="*/ 222063 w 2809864"/>
              <a:gd name="connsiteY246" fmla="*/ 2255520 h 3619364"/>
              <a:gd name="connsiteX247" fmla="*/ 239480 w 2809864"/>
              <a:gd name="connsiteY247" fmla="*/ 2220685 h 3619364"/>
              <a:gd name="connsiteX248" fmla="*/ 256897 w 2809864"/>
              <a:gd name="connsiteY248" fmla="*/ 2177143 h 3619364"/>
              <a:gd name="connsiteX249" fmla="*/ 274314 w 2809864"/>
              <a:gd name="connsiteY249" fmla="*/ 2151017 h 3619364"/>
              <a:gd name="connsiteX250" fmla="*/ 291731 w 2809864"/>
              <a:gd name="connsiteY250" fmla="*/ 2116183 h 3619364"/>
              <a:gd name="connsiteX251" fmla="*/ 309148 w 2809864"/>
              <a:gd name="connsiteY251" fmla="*/ 2072640 h 3619364"/>
              <a:gd name="connsiteX252" fmla="*/ 326565 w 2809864"/>
              <a:gd name="connsiteY252" fmla="*/ 2037805 h 3619364"/>
              <a:gd name="connsiteX253" fmla="*/ 335274 w 2809864"/>
              <a:gd name="connsiteY253" fmla="*/ 2011680 h 3619364"/>
              <a:gd name="connsiteX254" fmla="*/ 352691 w 2809864"/>
              <a:gd name="connsiteY254" fmla="*/ 1976845 h 3619364"/>
              <a:gd name="connsiteX255" fmla="*/ 387525 w 2809864"/>
              <a:gd name="connsiteY255" fmla="*/ 1924594 h 3619364"/>
              <a:gd name="connsiteX256" fmla="*/ 396234 w 2809864"/>
              <a:gd name="connsiteY256" fmla="*/ 1898468 h 3619364"/>
              <a:gd name="connsiteX257" fmla="*/ 422360 w 2809864"/>
              <a:gd name="connsiteY257" fmla="*/ 1863634 h 3619364"/>
              <a:gd name="connsiteX258" fmla="*/ 448485 w 2809864"/>
              <a:gd name="connsiteY258" fmla="*/ 1846217 h 3619364"/>
              <a:gd name="connsiteX259" fmla="*/ 526863 w 2809864"/>
              <a:gd name="connsiteY259" fmla="*/ 1811383 h 3619364"/>
              <a:gd name="connsiteX260" fmla="*/ 579114 w 2809864"/>
              <a:gd name="connsiteY260" fmla="*/ 1793965 h 3619364"/>
              <a:gd name="connsiteX261" fmla="*/ 613948 w 2809864"/>
              <a:gd name="connsiteY261" fmla="*/ 1767840 h 3619364"/>
              <a:gd name="connsiteX262" fmla="*/ 657491 w 2809864"/>
              <a:gd name="connsiteY262" fmla="*/ 1733005 h 3619364"/>
              <a:gd name="connsiteX263" fmla="*/ 674908 w 2809864"/>
              <a:gd name="connsiteY263" fmla="*/ 1706880 h 3619364"/>
              <a:gd name="connsiteX264" fmla="*/ 701034 w 2809864"/>
              <a:gd name="connsiteY264" fmla="*/ 1680754 h 3619364"/>
              <a:gd name="connsiteX265" fmla="*/ 718451 w 2809864"/>
              <a:gd name="connsiteY265" fmla="*/ 1654628 h 3619364"/>
              <a:gd name="connsiteX266" fmla="*/ 788120 w 2809864"/>
              <a:gd name="connsiteY266" fmla="*/ 1593668 h 3619364"/>
              <a:gd name="connsiteX267" fmla="*/ 1023251 w 2809864"/>
              <a:gd name="connsiteY267" fmla="*/ 1619794 h 3619364"/>
              <a:gd name="connsiteX268" fmla="*/ 1092920 w 2809864"/>
              <a:gd name="connsiteY268" fmla="*/ 1637211 h 3619364"/>
              <a:gd name="connsiteX269" fmla="*/ 1049377 w 2809864"/>
              <a:gd name="connsiteY269" fmla="*/ 1645920 h 3619364"/>
              <a:gd name="connsiteX270" fmla="*/ 1014543 w 2809864"/>
              <a:gd name="connsiteY270" fmla="*/ 1654628 h 3619364"/>
              <a:gd name="connsiteX271" fmla="*/ 857788 w 2809864"/>
              <a:gd name="connsiteY271" fmla="*/ 1689463 h 3619364"/>
              <a:gd name="connsiteX272" fmla="*/ 805537 w 2809864"/>
              <a:gd name="connsiteY272" fmla="*/ 1706880 h 3619364"/>
              <a:gd name="connsiteX273" fmla="*/ 779411 w 2809864"/>
              <a:gd name="connsiteY273" fmla="*/ 1715588 h 3619364"/>
              <a:gd name="connsiteX274" fmla="*/ 735868 w 2809864"/>
              <a:gd name="connsiteY274" fmla="*/ 1733005 h 3619364"/>
              <a:gd name="connsiteX275" fmla="*/ 718451 w 2809864"/>
              <a:gd name="connsiteY275" fmla="*/ 1750423 h 3619364"/>
              <a:gd name="connsiteX276" fmla="*/ 701034 w 2809864"/>
              <a:gd name="connsiteY276" fmla="*/ 1776548 h 3619364"/>
              <a:gd name="connsiteX277" fmla="*/ 674908 w 2809864"/>
              <a:gd name="connsiteY277" fmla="*/ 1811383 h 3619364"/>
              <a:gd name="connsiteX278" fmla="*/ 657491 w 2809864"/>
              <a:gd name="connsiteY278" fmla="*/ 1889760 h 3619364"/>
              <a:gd name="connsiteX279" fmla="*/ 648783 w 2809864"/>
              <a:gd name="connsiteY279" fmla="*/ 2124891 h 3619364"/>
              <a:gd name="connsiteX280" fmla="*/ 622657 w 2809864"/>
              <a:gd name="connsiteY280" fmla="*/ 2238103 h 3619364"/>
              <a:gd name="connsiteX281" fmla="*/ 605240 w 2809864"/>
              <a:gd name="connsiteY281" fmla="*/ 2281645 h 3619364"/>
              <a:gd name="connsiteX282" fmla="*/ 561697 w 2809864"/>
              <a:gd name="connsiteY282" fmla="*/ 2325188 h 3619364"/>
              <a:gd name="connsiteX283" fmla="*/ 526863 w 2809864"/>
              <a:gd name="connsiteY283" fmla="*/ 2360023 h 3619364"/>
              <a:gd name="connsiteX284" fmla="*/ 474611 w 2809864"/>
              <a:gd name="connsiteY284" fmla="*/ 2403565 h 3619364"/>
              <a:gd name="connsiteX285" fmla="*/ 448485 w 2809864"/>
              <a:gd name="connsiteY285" fmla="*/ 2473234 h 3619364"/>
              <a:gd name="connsiteX286" fmla="*/ 457194 w 2809864"/>
              <a:gd name="connsiteY286" fmla="*/ 2499360 h 3619364"/>
              <a:gd name="connsiteX287" fmla="*/ 561697 w 2809864"/>
              <a:gd name="connsiteY287" fmla="*/ 2542903 h 3619364"/>
              <a:gd name="connsiteX288" fmla="*/ 587823 w 2809864"/>
              <a:gd name="connsiteY288" fmla="*/ 2560320 h 3619364"/>
              <a:gd name="connsiteX289" fmla="*/ 613948 w 2809864"/>
              <a:gd name="connsiteY289" fmla="*/ 2534194 h 3619364"/>
              <a:gd name="connsiteX290" fmla="*/ 657491 w 2809864"/>
              <a:gd name="connsiteY290" fmla="*/ 2481943 h 3619364"/>
              <a:gd name="connsiteX291" fmla="*/ 744577 w 2809864"/>
              <a:gd name="connsiteY291" fmla="*/ 2447108 h 3619364"/>
              <a:gd name="connsiteX292" fmla="*/ 822954 w 2809864"/>
              <a:gd name="connsiteY292" fmla="*/ 2429691 h 3619364"/>
              <a:gd name="connsiteX293" fmla="*/ 857788 w 2809864"/>
              <a:gd name="connsiteY293" fmla="*/ 2420983 h 3619364"/>
              <a:gd name="connsiteX294" fmla="*/ 892623 w 2809864"/>
              <a:gd name="connsiteY294" fmla="*/ 2377440 h 3619364"/>
              <a:gd name="connsiteX295" fmla="*/ 875205 w 2809864"/>
              <a:gd name="connsiteY295" fmla="*/ 2177143 h 3619364"/>
              <a:gd name="connsiteX296" fmla="*/ 883914 w 2809864"/>
              <a:gd name="connsiteY296" fmla="*/ 1872343 h 3619364"/>
              <a:gd name="connsiteX297" fmla="*/ 901331 w 2809864"/>
              <a:gd name="connsiteY297" fmla="*/ 1767840 h 3619364"/>
              <a:gd name="connsiteX298" fmla="*/ 910040 w 2809864"/>
              <a:gd name="connsiteY298" fmla="*/ 1741714 h 3619364"/>
              <a:gd name="connsiteX299" fmla="*/ 936165 w 2809864"/>
              <a:gd name="connsiteY299" fmla="*/ 1715588 h 3619364"/>
              <a:gd name="connsiteX300" fmla="*/ 1092920 w 2809864"/>
              <a:gd name="connsiteY300" fmla="*/ 1724297 h 3619364"/>
              <a:gd name="connsiteX301" fmla="*/ 1180005 w 2809864"/>
              <a:gd name="connsiteY301" fmla="*/ 1741714 h 3619364"/>
              <a:gd name="connsiteX302" fmla="*/ 1206131 w 2809864"/>
              <a:gd name="connsiteY302" fmla="*/ 1750423 h 3619364"/>
              <a:gd name="connsiteX303" fmla="*/ 1214840 w 2809864"/>
              <a:gd name="connsiteY303" fmla="*/ 1776548 h 3619364"/>
              <a:gd name="connsiteX304" fmla="*/ 1197423 w 2809864"/>
              <a:gd name="connsiteY304" fmla="*/ 1854925 h 3619364"/>
              <a:gd name="connsiteX305" fmla="*/ 1180005 w 2809864"/>
              <a:gd name="connsiteY305" fmla="*/ 1942011 h 3619364"/>
              <a:gd name="connsiteX306" fmla="*/ 1197423 w 2809864"/>
              <a:gd name="connsiteY306" fmla="*/ 2272937 h 3619364"/>
              <a:gd name="connsiteX307" fmla="*/ 1206131 w 2809864"/>
              <a:gd name="connsiteY307" fmla="*/ 2325188 h 3619364"/>
              <a:gd name="connsiteX308" fmla="*/ 1214840 w 2809864"/>
              <a:gd name="connsiteY308" fmla="*/ 2386148 h 3619364"/>
              <a:gd name="connsiteX309" fmla="*/ 1223548 w 2809864"/>
              <a:gd name="connsiteY309" fmla="*/ 2438400 h 3619364"/>
              <a:gd name="connsiteX310" fmla="*/ 1232257 w 2809864"/>
              <a:gd name="connsiteY310" fmla="*/ 2499360 h 3619364"/>
              <a:gd name="connsiteX311" fmla="*/ 1249674 w 2809864"/>
              <a:gd name="connsiteY311" fmla="*/ 2603863 h 3619364"/>
              <a:gd name="connsiteX312" fmla="*/ 1258383 w 2809864"/>
              <a:gd name="connsiteY312" fmla="*/ 2656114 h 3619364"/>
              <a:gd name="connsiteX313" fmla="*/ 1267091 w 2809864"/>
              <a:gd name="connsiteY313" fmla="*/ 2717074 h 3619364"/>
              <a:gd name="connsiteX314" fmla="*/ 1284508 w 2809864"/>
              <a:gd name="connsiteY314" fmla="*/ 2812868 h 3619364"/>
              <a:gd name="connsiteX315" fmla="*/ 1301925 w 2809864"/>
              <a:gd name="connsiteY315" fmla="*/ 2969623 h 3619364"/>
              <a:gd name="connsiteX316" fmla="*/ 1319343 w 2809864"/>
              <a:gd name="connsiteY316" fmla="*/ 3143794 h 3619364"/>
              <a:gd name="connsiteX317" fmla="*/ 1284508 w 2809864"/>
              <a:gd name="connsiteY317" fmla="*/ 3257005 h 3619364"/>
              <a:gd name="connsiteX318" fmla="*/ 1232257 w 2809864"/>
              <a:gd name="connsiteY318" fmla="*/ 3291840 h 3619364"/>
              <a:gd name="connsiteX319" fmla="*/ 1180005 w 2809864"/>
              <a:gd name="connsiteY319" fmla="*/ 3309257 h 3619364"/>
              <a:gd name="connsiteX320" fmla="*/ 1153880 w 2809864"/>
              <a:gd name="connsiteY320" fmla="*/ 3335383 h 3619364"/>
              <a:gd name="connsiteX321" fmla="*/ 1127754 w 2809864"/>
              <a:gd name="connsiteY321" fmla="*/ 3352800 h 3619364"/>
              <a:gd name="connsiteX322" fmla="*/ 1119045 w 2809864"/>
              <a:gd name="connsiteY322" fmla="*/ 3378925 h 3619364"/>
              <a:gd name="connsiteX323" fmla="*/ 1110337 w 2809864"/>
              <a:gd name="connsiteY323" fmla="*/ 3431177 h 3619364"/>
              <a:gd name="connsiteX324" fmla="*/ 1101628 w 2809864"/>
              <a:gd name="connsiteY324" fmla="*/ 3466011 h 3619364"/>
              <a:gd name="connsiteX325" fmla="*/ 1162588 w 2809864"/>
              <a:gd name="connsiteY325" fmla="*/ 3405051 h 3619364"/>
              <a:gd name="connsiteX326" fmla="*/ 1197423 w 2809864"/>
              <a:gd name="connsiteY326" fmla="*/ 3378925 h 3619364"/>
              <a:gd name="connsiteX327" fmla="*/ 1240965 w 2809864"/>
              <a:gd name="connsiteY327" fmla="*/ 3352800 h 3619364"/>
              <a:gd name="connsiteX328" fmla="*/ 1258383 w 2809864"/>
              <a:gd name="connsiteY328" fmla="*/ 3335383 h 3619364"/>
              <a:gd name="connsiteX329" fmla="*/ 1293217 w 2809864"/>
              <a:gd name="connsiteY329" fmla="*/ 3326674 h 3619364"/>
              <a:gd name="connsiteX330" fmla="*/ 1319343 w 2809864"/>
              <a:gd name="connsiteY330" fmla="*/ 3309257 h 3619364"/>
              <a:gd name="connsiteX331" fmla="*/ 1336760 w 2809864"/>
              <a:gd name="connsiteY331" fmla="*/ 3326674 h 3619364"/>
              <a:gd name="connsiteX332" fmla="*/ 1275800 w 2809864"/>
              <a:gd name="connsiteY332" fmla="*/ 3378925 h 3619364"/>
              <a:gd name="connsiteX333" fmla="*/ 1240965 w 2809864"/>
              <a:gd name="connsiteY333" fmla="*/ 3439885 h 3619364"/>
              <a:gd name="connsiteX334" fmla="*/ 1223548 w 2809864"/>
              <a:gd name="connsiteY334" fmla="*/ 3500845 h 3619364"/>
              <a:gd name="connsiteX335" fmla="*/ 1214840 w 2809864"/>
              <a:gd name="connsiteY335" fmla="*/ 3526971 h 3619364"/>
              <a:gd name="connsiteX336" fmla="*/ 1240965 w 2809864"/>
              <a:gd name="connsiteY336" fmla="*/ 3509554 h 3619364"/>
              <a:gd name="connsiteX337" fmla="*/ 1258383 w 2809864"/>
              <a:gd name="connsiteY337" fmla="*/ 3483428 h 3619364"/>
              <a:gd name="connsiteX338" fmla="*/ 1284508 w 2809864"/>
              <a:gd name="connsiteY338" fmla="*/ 3448594 h 3619364"/>
              <a:gd name="connsiteX339" fmla="*/ 1362885 w 2809864"/>
              <a:gd name="connsiteY339" fmla="*/ 3326674 h 3619364"/>
              <a:gd name="connsiteX340" fmla="*/ 1380303 w 2809864"/>
              <a:gd name="connsiteY340" fmla="*/ 3309257 h 3619364"/>
              <a:gd name="connsiteX341" fmla="*/ 1389011 w 2809864"/>
              <a:gd name="connsiteY341" fmla="*/ 3283131 h 3619364"/>
              <a:gd name="connsiteX342" fmla="*/ 1406428 w 2809864"/>
              <a:gd name="connsiteY342" fmla="*/ 3326674 h 3619364"/>
              <a:gd name="connsiteX343" fmla="*/ 1415137 w 2809864"/>
              <a:gd name="connsiteY343" fmla="*/ 3378925 h 3619364"/>
              <a:gd name="connsiteX344" fmla="*/ 1432554 w 2809864"/>
              <a:gd name="connsiteY344" fmla="*/ 3492137 h 3619364"/>
              <a:gd name="connsiteX345" fmla="*/ 1449971 w 2809864"/>
              <a:gd name="connsiteY345" fmla="*/ 3544388 h 3619364"/>
              <a:gd name="connsiteX346" fmla="*/ 1458680 w 2809864"/>
              <a:gd name="connsiteY346" fmla="*/ 3492137 h 3619364"/>
              <a:gd name="connsiteX347" fmla="*/ 1476097 w 2809864"/>
              <a:gd name="connsiteY347" fmla="*/ 3274423 h 3619364"/>
              <a:gd name="connsiteX348" fmla="*/ 1502223 w 2809864"/>
              <a:gd name="connsiteY348" fmla="*/ 3291840 h 3619364"/>
              <a:gd name="connsiteX349" fmla="*/ 1528348 w 2809864"/>
              <a:gd name="connsiteY349" fmla="*/ 3335383 h 3619364"/>
              <a:gd name="connsiteX350" fmla="*/ 1563183 w 2809864"/>
              <a:gd name="connsiteY350" fmla="*/ 3448594 h 3619364"/>
              <a:gd name="connsiteX351" fmla="*/ 1571891 w 2809864"/>
              <a:gd name="connsiteY351" fmla="*/ 3483428 h 3619364"/>
              <a:gd name="connsiteX352" fmla="*/ 1580600 w 2809864"/>
              <a:gd name="connsiteY352" fmla="*/ 3509554 h 3619364"/>
              <a:gd name="connsiteX353" fmla="*/ 1589308 w 2809864"/>
              <a:gd name="connsiteY353" fmla="*/ 3570514 h 3619364"/>
              <a:gd name="connsiteX354" fmla="*/ 1571891 w 2809864"/>
              <a:gd name="connsiteY354" fmla="*/ 3509554 h 3619364"/>
              <a:gd name="connsiteX355" fmla="*/ 1563183 w 2809864"/>
              <a:gd name="connsiteY355" fmla="*/ 3448594 h 3619364"/>
              <a:gd name="connsiteX356" fmla="*/ 1545765 w 2809864"/>
              <a:gd name="connsiteY356" fmla="*/ 3361508 h 3619364"/>
              <a:gd name="connsiteX357" fmla="*/ 1537057 w 2809864"/>
              <a:gd name="connsiteY357" fmla="*/ 3283131 h 3619364"/>
              <a:gd name="connsiteX358" fmla="*/ 1519640 w 2809864"/>
              <a:gd name="connsiteY358" fmla="*/ 3230880 h 3619364"/>
              <a:gd name="connsiteX359" fmla="*/ 1528348 w 2809864"/>
              <a:gd name="connsiteY359" fmla="*/ 3196045 h 3619364"/>
              <a:gd name="connsiteX360" fmla="*/ 1563183 w 2809864"/>
              <a:gd name="connsiteY360" fmla="*/ 3230880 h 3619364"/>
              <a:gd name="connsiteX361" fmla="*/ 1606725 w 2809864"/>
              <a:gd name="connsiteY361" fmla="*/ 3274423 h 3619364"/>
              <a:gd name="connsiteX362" fmla="*/ 1658977 w 2809864"/>
              <a:gd name="connsiteY362" fmla="*/ 3361508 h 3619364"/>
              <a:gd name="connsiteX363" fmla="*/ 1685103 w 2809864"/>
              <a:gd name="connsiteY363" fmla="*/ 3448594 h 3619364"/>
              <a:gd name="connsiteX364" fmla="*/ 1702520 w 2809864"/>
              <a:gd name="connsiteY364" fmla="*/ 3500845 h 3619364"/>
              <a:gd name="connsiteX365" fmla="*/ 1711228 w 2809864"/>
              <a:gd name="connsiteY365" fmla="*/ 3535680 h 3619364"/>
              <a:gd name="connsiteX366" fmla="*/ 1719937 w 2809864"/>
              <a:gd name="connsiteY366" fmla="*/ 3614057 h 3619364"/>
              <a:gd name="connsiteX367" fmla="*/ 1702520 w 2809864"/>
              <a:gd name="connsiteY367" fmla="*/ 3466011 h 3619364"/>
              <a:gd name="connsiteX368" fmla="*/ 1685103 w 2809864"/>
              <a:gd name="connsiteY368" fmla="*/ 3344091 h 3619364"/>
              <a:gd name="connsiteX369" fmla="*/ 1658977 w 2809864"/>
              <a:gd name="connsiteY369" fmla="*/ 3291840 h 3619364"/>
              <a:gd name="connsiteX370" fmla="*/ 1615434 w 2809864"/>
              <a:gd name="connsiteY370" fmla="*/ 3257005 h 3619364"/>
              <a:gd name="connsiteX371" fmla="*/ 1598017 w 2809864"/>
              <a:gd name="connsiteY371" fmla="*/ 3230880 h 3619364"/>
              <a:gd name="connsiteX372" fmla="*/ 1571891 w 2809864"/>
              <a:gd name="connsiteY372" fmla="*/ 3222171 h 3619364"/>
              <a:gd name="connsiteX373" fmla="*/ 1493514 w 2809864"/>
              <a:gd name="connsiteY373" fmla="*/ 3230880 h 3619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2809864" h="3619364">
                <a:moveTo>
                  <a:pt x="1493514" y="3230880"/>
                </a:moveTo>
                <a:cubicBezTo>
                  <a:pt x="1479000" y="3197497"/>
                  <a:pt x="1489956" y="3091413"/>
                  <a:pt x="1484805" y="3021874"/>
                </a:cubicBezTo>
                <a:cubicBezTo>
                  <a:pt x="1484127" y="3012719"/>
                  <a:pt x="1478088" y="3004709"/>
                  <a:pt x="1476097" y="2995748"/>
                </a:cubicBezTo>
                <a:cubicBezTo>
                  <a:pt x="1433385" y="2803543"/>
                  <a:pt x="1493385" y="3047490"/>
                  <a:pt x="1458680" y="2908663"/>
                </a:cubicBezTo>
                <a:cubicBezTo>
                  <a:pt x="1455777" y="2882537"/>
                  <a:pt x="1452425" y="2856457"/>
                  <a:pt x="1449971" y="2830285"/>
                </a:cubicBezTo>
                <a:cubicBezTo>
                  <a:pt x="1443715" y="2763560"/>
                  <a:pt x="1432554" y="2629988"/>
                  <a:pt x="1432554" y="2629988"/>
                </a:cubicBezTo>
                <a:cubicBezTo>
                  <a:pt x="1429272" y="2547946"/>
                  <a:pt x="1424367" y="2377024"/>
                  <a:pt x="1415137" y="2281645"/>
                </a:cubicBezTo>
                <a:cubicBezTo>
                  <a:pt x="1415131" y="2281579"/>
                  <a:pt x="1393369" y="2107507"/>
                  <a:pt x="1389011" y="2072640"/>
                </a:cubicBezTo>
                <a:lnTo>
                  <a:pt x="1380303" y="2002971"/>
                </a:lnTo>
                <a:cubicBezTo>
                  <a:pt x="1377400" y="1936205"/>
                  <a:pt x="1371594" y="1869503"/>
                  <a:pt x="1371594" y="1802674"/>
                </a:cubicBezTo>
                <a:cubicBezTo>
                  <a:pt x="1371594" y="1793494"/>
                  <a:pt x="1373812" y="1822309"/>
                  <a:pt x="1380303" y="1828800"/>
                </a:cubicBezTo>
                <a:cubicBezTo>
                  <a:pt x="1386794" y="1835291"/>
                  <a:pt x="1397720" y="1834605"/>
                  <a:pt x="1406428" y="1837508"/>
                </a:cubicBezTo>
                <a:cubicBezTo>
                  <a:pt x="1412712" y="1836251"/>
                  <a:pt x="1464619" y="1827743"/>
                  <a:pt x="1476097" y="1820091"/>
                </a:cubicBezTo>
                <a:cubicBezTo>
                  <a:pt x="1486344" y="1813259"/>
                  <a:pt x="1492201" y="1801123"/>
                  <a:pt x="1502223" y="1793965"/>
                </a:cubicBezTo>
                <a:cubicBezTo>
                  <a:pt x="1512787" y="1786419"/>
                  <a:pt x="1525446" y="1782354"/>
                  <a:pt x="1537057" y="1776548"/>
                </a:cubicBezTo>
                <a:cubicBezTo>
                  <a:pt x="1545766" y="1764937"/>
                  <a:pt x="1552920" y="1751977"/>
                  <a:pt x="1563183" y="1741714"/>
                </a:cubicBezTo>
                <a:cubicBezTo>
                  <a:pt x="1570584" y="1734313"/>
                  <a:pt x="1582416" y="1732174"/>
                  <a:pt x="1589308" y="1724297"/>
                </a:cubicBezTo>
                <a:cubicBezTo>
                  <a:pt x="1603092" y="1708543"/>
                  <a:pt x="1624143" y="1672045"/>
                  <a:pt x="1624143" y="1672045"/>
                </a:cubicBezTo>
                <a:cubicBezTo>
                  <a:pt x="1655898" y="1576775"/>
                  <a:pt x="1605254" y="1721076"/>
                  <a:pt x="1650268" y="1619794"/>
                </a:cubicBezTo>
                <a:cubicBezTo>
                  <a:pt x="1662383" y="1592535"/>
                  <a:pt x="1669156" y="1561658"/>
                  <a:pt x="1676394" y="1532708"/>
                </a:cubicBezTo>
                <a:cubicBezTo>
                  <a:pt x="1673491" y="1451428"/>
                  <a:pt x="1667685" y="1370200"/>
                  <a:pt x="1667685" y="1288868"/>
                </a:cubicBezTo>
                <a:cubicBezTo>
                  <a:pt x="1667685" y="1279888"/>
                  <a:pt x="1681744" y="1222248"/>
                  <a:pt x="1685103" y="1210491"/>
                </a:cubicBezTo>
                <a:cubicBezTo>
                  <a:pt x="1690770" y="1190657"/>
                  <a:pt x="1695960" y="1173508"/>
                  <a:pt x="1711228" y="1158240"/>
                </a:cubicBezTo>
                <a:cubicBezTo>
                  <a:pt x="1735935" y="1133533"/>
                  <a:pt x="1740211" y="1144106"/>
                  <a:pt x="1772188" y="1132114"/>
                </a:cubicBezTo>
                <a:cubicBezTo>
                  <a:pt x="1863267" y="1097959"/>
                  <a:pt x="1752445" y="1128342"/>
                  <a:pt x="1841857" y="1105988"/>
                </a:cubicBezTo>
                <a:cubicBezTo>
                  <a:pt x="1850566" y="1100182"/>
                  <a:pt x="1858621" y="1093252"/>
                  <a:pt x="1867983" y="1088571"/>
                </a:cubicBezTo>
                <a:cubicBezTo>
                  <a:pt x="1882613" y="1081256"/>
                  <a:pt x="1914997" y="1075338"/>
                  <a:pt x="1928943" y="1071154"/>
                </a:cubicBezTo>
                <a:cubicBezTo>
                  <a:pt x="1946528" y="1065879"/>
                  <a:pt x="1963777" y="1059543"/>
                  <a:pt x="1981194" y="1053737"/>
                </a:cubicBezTo>
                <a:lnTo>
                  <a:pt x="2007320" y="1045028"/>
                </a:lnTo>
                <a:cubicBezTo>
                  <a:pt x="2024737" y="1027611"/>
                  <a:pt x="2048556" y="1014808"/>
                  <a:pt x="2059571" y="992777"/>
                </a:cubicBezTo>
                <a:cubicBezTo>
                  <a:pt x="2102452" y="907015"/>
                  <a:pt x="2049922" y="1014486"/>
                  <a:pt x="2094405" y="914400"/>
                </a:cubicBezTo>
                <a:cubicBezTo>
                  <a:pt x="2099678" y="902537"/>
                  <a:pt x="2106017" y="891177"/>
                  <a:pt x="2111823" y="879565"/>
                </a:cubicBezTo>
                <a:cubicBezTo>
                  <a:pt x="2114726" y="867954"/>
                  <a:pt x="2117092" y="856195"/>
                  <a:pt x="2120531" y="844731"/>
                </a:cubicBezTo>
                <a:cubicBezTo>
                  <a:pt x="2125806" y="827146"/>
                  <a:pt x="2133495" y="810291"/>
                  <a:pt x="2137948" y="792480"/>
                </a:cubicBezTo>
                <a:cubicBezTo>
                  <a:pt x="2140851" y="780868"/>
                  <a:pt x="2142454" y="768852"/>
                  <a:pt x="2146657" y="757645"/>
                </a:cubicBezTo>
                <a:cubicBezTo>
                  <a:pt x="2158611" y="725767"/>
                  <a:pt x="2169649" y="715377"/>
                  <a:pt x="2190200" y="687977"/>
                </a:cubicBezTo>
                <a:cubicBezTo>
                  <a:pt x="2205503" y="642064"/>
                  <a:pt x="2188794" y="679213"/>
                  <a:pt x="2225034" y="635725"/>
                </a:cubicBezTo>
                <a:cubicBezTo>
                  <a:pt x="2270433" y="581247"/>
                  <a:pt x="2202503" y="639111"/>
                  <a:pt x="2285994" y="566057"/>
                </a:cubicBezTo>
                <a:cubicBezTo>
                  <a:pt x="2293871" y="559165"/>
                  <a:pt x="2304173" y="555452"/>
                  <a:pt x="2312120" y="548640"/>
                </a:cubicBezTo>
                <a:cubicBezTo>
                  <a:pt x="2337268" y="527084"/>
                  <a:pt x="2351449" y="502849"/>
                  <a:pt x="2381788" y="487680"/>
                </a:cubicBezTo>
                <a:cubicBezTo>
                  <a:pt x="2392493" y="482327"/>
                  <a:pt x="2405159" y="482410"/>
                  <a:pt x="2416623" y="478971"/>
                </a:cubicBezTo>
                <a:cubicBezTo>
                  <a:pt x="2434208" y="473696"/>
                  <a:pt x="2450871" y="465155"/>
                  <a:pt x="2468874" y="461554"/>
                </a:cubicBezTo>
                <a:cubicBezTo>
                  <a:pt x="2483388" y="458651"/>
                  <a:pt x="2498057" y="456435"/>
                  <a:pt x="2512417" y="452845"/>
                </a:cubicBezTo>
                <a:cubicBezTo>
                  <a:pt x="2521323" y="450619"/>
                  <a:pt x="2529717" y="446659"/>
                  <a:pt x="2538543" y="444137"/>
                </a:cubicBezTo>
                <a:cubicBezTo>
                  <a:pt x="2550051" y="440849"/>
                  <a:pt x="2561766" y="438331"/>
                  <a:pt x="2573377" y="435428"/>
                </a:cubicBezTo>
                <a:cubicBezTo>
                  <a:pt x="2587891" y="420914"/>
                  <a:pt x="2605534" y="408964"/>
                  <a:pt x="2616920" y="391885"/>
                </a:cubicBezTo>
                <a:lnTo>
                  <a:pt x="2651754" y="339634"/>
                </a:lnTo>
                <a:cubicBezTo>
                  <a:pt x="2658955" y="328832"/>
                  <a:pt x="2662492" y="315932"/>
                  <a:pt x="2669171" y="304800"/>
                </a:cubicBezTo>
                <a:cubicBezTo>
                  <a:pt x="2714088" y="229937"/>
                  <a:pt x="2695196" y="278972"/>
                  <a:pt x="2712714" y="226423"/>
                </a:cubicBezTo>
                <a:cubicBezTo>
                  <a:pt x="2708005" y="221714"/>
                  <a:pt x="2674219" y="190202"/>
                  <a:pt x="2677880" y="182880"/>
                </a:cubicBezTo>
                <a:cubicBezTo>
                  <a:pt x="2685450" y="167741"/>
                  <a:pt x="2706284" y="164324"/>
                  <a:pt x="2721423" y="156754"/>
                </a:cubicBezTo>
                <a:cubicBezTo>
                  <a:pt x="2733921" y="150505"/>
                  <a:pt x="2771215" y="142129"/>
                  <a:pt x="2782383" y="139337"/>
                </a:cubicBezTo>
                <a:cubicBezTo>
                  <a:pt x="2791091" y="133531"/>
                  <a:pt x="2804621" y="131638"/>
                  <a:pt x="2808508" y="121920"/>
                </a:cubicBezTo>
                <a:cubicBezTo>
                  <a:pt x="2816878" y="100994"/>
                  <a:pt x="2784192" y="83636"/>
                  <a:pt x="2773674" y="78377"/>
                </a:cubicBezTo>
                <a:cubicBezTo>
                  <a:pt x="2765463" y="74272"/>
                  <a:pt x="2755986" y="73284"/>
                  <a:pt x="2747548" y="69668"/>
                </a:cubicBezTo>
                <a:cubicBezTo>
                  <a:pt x="2735616" y="64554"/>
                  <a:pt x="2724646" y="57365"/>
                  <a:pt x="2712714" y="52251"/>
                </a:cubicBezTo>
                <a:cubicBezTo>
                  <a:pt x="2695229" y="44758"/>
                  <a:pt x="2669423" y="39251"/>
                  <a:pt x="2651754" y="34834"/>
                </a:cubicBezTo>
                <a:cubicBezTo>
                  <a:pt x="2599503" y="37737"/>
                  <a:pt x="2547096" y="38581"/>
                  <a:pt x="2495000" y="43543"/>
                </a:cubicBezTo>
                <a:cubicBezTo>
                  <a:pt x="2485862" y="44413"/>
                  <a:pt x="2475365" y="45760"/>
                  <a:pt x="2468874" y="52251"/>
                </a:cubicBezTo>
                <a:cubicBezTo>
                  <a:pt x="2462383" y="58742"/>
                  <a:pt x="2465257" y="70739"/>
                  <a:pt x="2460165" y="78377"/>
                </a:cubicBezTo>
                <a:cubicBezTo>
                  <a:pt x="2453334" y="88624"/>
                  <a:pt x="2441198" y="94481"/>
                  <a:pt x="2434040" y="104503"/>
                </a:cubicBezTo>
                <a:cubicBezTo>
                  <a:pt x="2426495" y="115067"/>
                  <a:pt x="2423064" y="128066"/>
                  <a:pt x="2416623" y="139337"/>
                </a:cubicBezTo>
                <a:cubicBezTo>
                  <a:pt x="2404169" y="161132"/>
                  <a:pt x="2392727" y="175215"/>
                  <a:pt x="2373080" y="191588"/>
                </a:cubicBezTo>
                <a:cubicBezTo>
                  <a:pt x="2365039" y="198288"/>
                  <a:pt x="2356315" y="204324"/>
                  <a:pt x="2346954" y="209005"/>
                </a:cubicBezTo>
                <a:cubicBezTo>
                  <a:pt x="2338743" y="213110"/>
                  <a:pt x="2329537" y="214811"/>
                  <a:pt x="2320828" y="217714"/>
                </a:cubicBezTo>
                <a:cubicBezTo>
                  <a:pt x="2309217" y="226423"/>
                  <a:pt x="2298596" y="236639"/>
                  <a:pt x="2285994" y="243840"/>
                </a:cubicBezTo>
                <a:cubicBezTo>
                  <a:pt x="2278024" y="248394"/>
                  <a:pt x="2268463" y="249325"/>
                  <a:pt x="2259868" y="252548"/>
                </a:cubicBezTo>
                <a:cubicBezTo>
                  <a:pt x="2245231" y="258037"/>
                  <a:pt x="2231298" y="265473"/>
                  <a:pt x="2216325" y="269965"/>
                </a:cubicBezTo>
                <a:cubicBezTo>
                  <a:pt x="2197642" y="275570"/>
                  <a:pt x="2137071" y="284075"/>
                  <a:pt x="2120531" y="287383"/>
                </a:cubicBezTo>
                <a:cubicBezTo>
                  <a:pt x="2108795" y="289730"/>
                  <a:pt x="2097308" y="293188"/>
                  <a:pt x="2085697" y="296091"/>
                </a:cubicBezTo>
                <a:cubicBezTo>
                  <a:pt x="1992440" y="389348"/>
                  <a:pt x="2136442" y="247809"/>
                  <a:pt x="2024737" y="348343"/>
                </a:cubicBezTo>
                <a:cubicBezTo>
                  <a:pt x="2006428" y="364821"/>
                  <a:pt x="1989902" y="383177"/>
                  <a:pt x="1972485" y="400594"/>
                </a:cubicBezTo>
                <a:cubicBezTo>
                  <a:pt x="1963776" y="409303"/>
                  <a:pt x="1953749" y="416868"/>
                  <a:pt x="1946360" y="426720"/>
                </a:cubicBezTo>
                <a:cubicBezTo>
                  <a:pt x="1928943" y="449943"/>
                  <a:pt x="1909043" y="471496"/>
                  <a:pt x="1894108" y="496388"/>
                </a:cubicBezTo>
                <a:cubicBezTo>
                  <a:pt x="1876691" y="525417"/>
                  <a:pt x="1862169" y="556392"/>
                  <a:pt x="1841857" y="583474"/>
                </a:cubicBezTo>
                <a:cubicBezTo>
                  <a:pt x="1833148" y="595085"/>
                  <a:pt x="1822780" y="605620"/>
                  <a:pt x="1815731" y="618308"/>
                </a:cubicBezTo>
                <a:cubicBezTo>
                  <a:pt x="1798072" y="650094"/>
                  <a:pt x="1798888" y="664195"/>
                  <a:pt x="1789605" y="696685"/>
                </a:cubicBezTo>
                <a:cubicBezTo>
                  <a:pt x="1787083" y="705511"/>
                  <a:pt x="1784120" y="714216"/>
                  <a:pt x="1780897" y="722811"/>
                </a:cubicBezTo>
                <a:cubicBezTo>
                  <a:pt x="1775408" y="737448"/>
                  <a:pt x="1769829" y="752069"/>
                  <a:pt x="1763480" y="766354"/>
                </a:cubicBezTo>
                <a:cubicBezTo>
                  <a:pt x="1758208" y="778217"/>
                  <a:pt x="1750621" y="789033"/>
                  <a:pt x="1746063" y="801188"/>
                </a:cubicBezTo>
                <a:cubicBezTo>
                  <a:pt x="1741860" y="812395"/>
                  <a:pt x="1743292" y="825631"/>
                  <a:pt x="1737354" y="836023"/>
                </a:cubicBezTo>
                <a:cubicBezTo>
                  <a:pt x="1731244" y="846716"/>
                  <a:pt x="1719243" y="852797"/>
                  <a:pt x="1711228" y="862148"/>
                </a:cubicBezTo>
                <a:cubicBezTo>
                  <a:pt x="1701782" y="873168"/>
                  <a:pt x="1695951" y="887340"/>
                  <a:pt x="1685103" y="896983"/>
                </a:cubicBezTo>
                <a:cubicBezTo>
                  <a:pt x="1669458" y="910890"/>
                  <a:pt x="1650268" y="920206"/>
                  <a:pt x="1632851" y="931817"/>
                </a:cubicBezTo>
                <a:lnTo>
                  <a:pt x="1606725" y="949234"/>
                </a:lnTo>
                <a:cubicBezTo>
                  <a:pt x="1598017" y="955040"/>
                  <a:pt x="1589961" y="961970"/>
                  <a:pt x="1580600" y="966651"/>
                </a:cubicBezTo>
                <a:cubicBezTo>
                  <a:pt x="1557377" y="978262"/>
                  <a:pt x="1532534" y="987082"/>
                  <a:pt x="1510931" y="1001485"/>
                </a:cubicBezTo>
                <a:cubicBezTo>
                  <a:pt x="1472729" y="1026954"/>
                  <a:pt x="1493178" y="1012623"/>
                  <a:pt x="1449971" y="1045028"/>
                </a:cubicBezTo>
                <a:cubicBezTo>
                  <a:pt x="1444165" y="1053737"/>
                  <a:pt x="1436677" y="1061534"/>
                  <a:pt x="1432554" y="1071154"/>
                </a:cubicBezTo>
                <a:cubicBezTo>
                  <a:pt x="1427839" y="1082155"/>
                  <a:pt x="1425330" y="1094112"/>
                  <a:pt x="1423845" y="1105988"/>
                </a:cubicBezTo>
                <a:cubicBezTo>
                  <a:pt x="1416608" y="1163884"/>
                  <a:pt x="1414679" y="1222399"/>
                  <a:pt x="1406428" y="1280160"/>
                </a:cubicBezTo>
                <a:cubicBezTo>
                  <a:pt x="1403525" y="1300480"/>
                  <a:pt x="1402335" y="1321119"/>
                  <a:pt x="1397720" y="1341120"/>
                </a:cubicBezTo>
                <a:cubicBezTo>
                  <a:pt x="1393592" y="1359009"/>
                  <a:pt x="1386109" y="1375954"/>
                  <a:pt x="1380303" y="1393371"/>
                </a:cubicBezTo>
                <a:lnTo>
                  <a:pt x="1362885" y="1445623"/>
                </a:lnTo>
                <a:cubicBezTo>
                  <a:pt x="1359982" y="1454331"/>
                  <a:pt x="1355977" y="1462747"/>
                  <a:pt x="1354177" y="1471748"/>
                </a:cubicBezTo>
                <a:cubicBezTo>
                  <a:pt x="1341442" y="1535419"/>
                  <a:pt x="1347561" y="1500638"/>
                  <a:pt x="1336760" y="1576251"/>
                </a:cubicBezTo>
                <a:cubicBezTo>
                  <a:pt x="1352258" y="1622749"/>
                  <a:pt x="1348162" y="1597934"/>
                  <a:pt x="1336760" y="1672045"/>
                </a:cubicBezTo>
                <a:cubicBezTo>
                  <a:pt x="1334509" y="1686675"/>
                  <a:pt x="1314446" y="1709757"/>
                  <a:pt x="1328051" y="1715588"/>
                </a:cubicBezTo>
                <a:cubicBezTo>
                  <a:pt x="1350053" y="1725018"/>
                  <a:pt x="1374497" y="1703977"/>
                  <a:pt x="1397720" y="1698171"/>
                </a:cubicBezTo>
                <a:cubicBezTo>
                  <a:pt x="1406428" y="1692365"/>
                  <a:pt x="1415805" y="1687454"/>
                  <a:pt x="1423845" y="1680754"/>
                </a:cubicBezTo>
                <a:cubicBezTo>
                  <a:pt x="1433306" y="1672869"/>
                  <a:pt x="1439949" y="1661786"/>
                  <a:pt x="1449971" y="1654628"/>
                </a:cubicBezTo>
                <a:cubicBezTo>
                  <a:pt x="1484102" y="1630248"/>
                  <a:pt x="1480714" y="1648472"/>
                  <a:pt x="1502223" y="1619794"/>
                </a:cubicBezTo>
                <a:cubicBezTo>
                  <a:pt x="1514783" y="1603048"/>
                  <a:pt x="1537057" y="1567543"/>
                  <a:pt x="1537057" y="1567543"/>
                </a:cubicBezTo>
                <a:cubicBezTo>
                  <a:pt x="1540236" y="1545286"/>
                  <a:pt x="1544997" y="1497019"/>
                  <a:pt x="1554474" y="1471748"/>
                </a:cubicBezTo>
                <a:cubicBezTo>
                  <a:pt x="1559032" y="1459593"/>
                  <a:pt x="1567786" y="1449230"/>
                  <a:pt x="1571891" y="1436914"/>
                </a:cubicBezTo>
                <a:cubicBezTo>
                  <a:pt x="1579461" y="1414205"/>
                  <a:pt x="1581738" y="1389954"/>
                  <a:pt x="1589308" y="1367245"/>
                </a:cubicBezTo>
                <a:cubicBezTo>
                  <a:pt x="1610189" y="1304607"/>
                  <a:pt x="1584855" y="1382829"/>
                  <a:pt x="1606725" y="1306285"/>
                </a:cubicBezTo>
                <a:cubicBezTo>
                  <a:pt x="1609247" y="1297459"/>
                  <a:pt x="1621924" y="1273669"/>
                  <a:pt x="1615434" y="1280160"/>
                </a:cubicBezTo>
                <a:cubicBezTo>
                  <a:pt x="1600993" y="1294603"/>
                  <a:pt x="1597115" y="1322903"/>
                  <a:pt x="1589308" y="1341120"/>
                </a:cubicBezTo>
                <a:cubicBezTo>
                  <a:pt x="1584194" y="1353052"/>
                  <a:pt x="1576712" y="1363901"/>
                  <a:pt x="1571891" y="1375954"/>
                </a:cubicBezTo>
                <a:cubicBezTo>
                  <a:pt x="1565073" y="1393000"/>
                  <a:pt x="1561292" y="1411159"/>
                  <a:pt x="1554474" y="1428205"/>
                </a:cubicBezTo>
                <a:cubicBezTo>
                  <a:pt x="1548668" y="1442719"/>
                  <a:pt x="1542546" y="1457111"/>
                  <a:pt x="1537057" y="1471748"/>
                </a:cubicBezTo>
                <a:cubicBezTo>
                  <a:pt x="1533834" y="1480343"/>
                  <a:pt x="1531964" y="1489436"/>
                  <a:pt x="1528348" y="1497874"/>
                </a:cubicBezTo>
                <a:cubicBezTo>
                  <a:pt x="1523234" y="1509806"/>
                  <a:pt x="1516737" y="1521097"/>
                  <a:pt x="1510931" y="1532708"/>
                </a:cubicBezTo>
                <a:cubicBezTo>
                  <a:pt x="1504087" y="1573772"/>
                  <a:pt x="1503908" y="1583415"/>
                  <a:pt x="1493514" y="1619794"/>
                </a:cubicBezTo>
                <a:cubicBezTo>
                  <a:pt x="1490992" y="1628621"/>
                  <a:pt x="1489897" y="1638282"/>
                  <a:pt x="1484805" y="1645920"/>
                </a:cubicBezTo>
                <a:cubicBezTo>
                  <a:pt x="1477974" y="1656167"/>
                  <a:pt x="1468927" y="1665214"/>
                  <a:pt x="1458680" y="1672045"/>
                </a:cubicBezTo>
                <a:cubicBezTo>
                  <a:pt x="1451042" y="1677137"/>
                  <a:pt x="1441381" y="1678232"/>
                  <a:pt x="1432554" y="1680754"/>
                </a:cubicBezTo>
                <a:cubicBezTo>
                  <a:pt x="1355983" y="1702633"/>
                  <a:pt x="1434256" y="1677285"/>
                  <a:pt x="1371594" y="1698171"/>
                </a:cubicBezTo>
                <a:cubicBezTo>
                  <a:pt x="1368691" y="1686560"/>
                  <a:pt x="1365481" y="1675021"/>
                  <a:pt x="1362885" y="1663337"/>
                </a:cubicBezTo>
                <a:cubicBezTo>
                  <a:pt x="1355778" y="1631354"/>
                  <a:pt x="1354575" y="1615316"/>
                  <a:pt x="1345468" y="1584960"/>
                </a:cubicBezTo>
                <a:cubicBezTo>
                  <a:pt x="1340192" y="1567375"/>
                  <a:pt x="1333857" y="1550125"/>
                  <a:pt x="1328051" y="1532708"/>
                </a:cubicBezTo>
                <a:cubicBezTo>
                  <a:pt x="1325148" y="1524000"/>
                  <a:pt x="1326981" y="1511675"/>
                  <a:pt x="1319343" y="1506583"/>
                </a:cubicBezTo>
                <a:lnTo>
                  <a:pt x="1267091" y="1471748"/>
                </a:lnTo>
                <a:cubicBezTo>
                  <a:pt x="1264188" y="1463040"/>
                  <a:pt x="1261999" y="1454060"/>
                  <a:pt x="1258383" y="1445623"/>
                </a:cubicBezTo>
                <a:cubicBezTo>
                  <a:pt x="1253269" y="1433690"/>
                  <a:pt x="1245070" y="1423104"/>
                  <a:pt x="1240965" y="1410788"/>
                </a:cubicBezTo>
                <a:cubicBezTo>
                  <a:pt x="1236284" y="1396746"/>
                  <a:pt x="1235160" y="1381759"/>
                  <a:pt x="1232257" y="1367245"/>
                </a:cubicBezTo>
                <a:cubicBezTo>
                  <a:pt x="1232802" y="1364519"/>
                  <a:pt x="1242463" y="1306848"/>
                  <a:pt x="1249674" y="1297577"/>
                </a:cubicBezTo>
                <a:cubicBezTo>
                  <a:pt x="1264796" y="1278134"/>
                  <a:pt x="1284508" y="1262742"/>
                  <a:pt x="1301925" y="1245325"/>
                </a:cubicBezTo>
                <a:cubicBezTo>
                  <a:pt x="1307731" y="1239519"/>
                  <a:pt x="1314788" y="1234740"/>
                  <a:pt x="1319343" y="1227908"/>
                </a:cubicBezTo>
                <a:lnTo>
                  <a:pt x="1336760" y="1201783"/>
                </a:lnTo>
                <a:cubicBezTo>
                  <a:pt x="1333857" y="1175657"/>
                  <a:pt x="1332372" y="1149334"/>
                  <a:pt x="1328051" y="1123405"/>
                </a:cubicBezTo>
                <a:cubicBezTo>
                  <a:pt x="1326542" y="1114351"/>
                  <a:pt x="1325834" y="1103771"/>
                  <a:pt x="1319343" y="1097280"/>
                </a:cubicBezTo>
                <a:cubicBezTo>
                  <a:pt x="1312852" y="1090789"/>
                  <a:pt x="1301926" y="1091474"/>
                  <a:pt x="1293217" y="1088571"/>
                </a:cubicBezTo>
                <a:cubicBezTo>
                  <a:pt x="1249449" y="1022917"/>
                  <a:pt x="1270135" y="1065318"/>
                  <a:pt x="1284508" y="914400"/>
                </a:cubicBezTo>
                <a:cubicBezTo>
                  <a:pt x="1285643" y="902485"/>
                  <a:pt x="1288502" y="890566"/>
                  <a:pt x="1293217" y="879565"/>
                </a:cubicBezTo>
                <a:cubicBezTo>
                  <a:pt x="1318757" y="819972"/>
                  <a:pt x="1304666" y="886025"/>
                  <a:pt x="1319343" y="827314"/>
                </a:cubicBezTo>
                <a:cubicBezTo>
                  <a:pt x="1322933" y="812954"/>
                  <a:pt x="1324840" y="798220"/>
                  <a:pt x="1328051" y="783771"/>
                </a:cubicBezTo>
                <a:cubicBezTo>
                  <a:pt x="1330647" y="772087"/>
                  <a:pt x="1333857" y="760548"/>
                  <a:pt x="1336760" y="748937"/>
                </a:cubicBezTo>
                <a:cubicBezTo>
                  <a:pt x="1333857" y="719908"/>
                  <a:pt x="1341098" y="687945"/>
                  <a:pt x="1328051" y="661851"/>
                </a:cubicBezTo>
                <a:cubicBezTo>
                  <a:pt x="1318690" y="643128"/>
                  <a:pt x="1275800" y="627017"/>
                  <a:pt x="1275800" y="627017"/>
                </a:cubicBezTo>
                <a:lnTo>
                  <a:pt x="1258383" y="574765"/>
                </a:lnTo>
                <a:lnTo>
                  <a:pt x="1249674" y="548640"/>
                </a:lnTo>
                <a:cubicBezTo>
                  <a:pt x="1223548" y="568960"/>
                  <a:pt x="1191156" y="583122"/>
                  <a:pt x="1171297" y="609600"/>
                </a:cubicBezTo>
                <a:cubicBezTo>
                  <a:pt x="1162588" y="621211"/>
                  <a:pt x="1155870" y="634626"/>
                  <a:pt x="1145171" y="644434"/>
                </a:cubicBezTo>
                <a:cubicBezTo>
                  <a:pt x="1120773" y="666799"/>
                  <a:pt x="1090198" y="681990"/>
                  <a:pt x="1066794" y="705394"/>
                </a:cubicBezTo>
                <a:cubicBezTo>
                  <a:pt x="1055183" y="717005"/>
                  <a:pt x="1044428" y="729541"/>
                  <a:pt x="1031960" y="740228"/>
                </a:cubicBezTo>
                <a:cubicBezTo>
                  <a:pt x="1010747" y="758411"/>
                  <a:pt x="995704" y="760946"/>
                  <a:pt x="971000" y="775063"/>
                </a:cubicBezTo>
                <a:cubicBezTo>
                  <a:pt x="942709" y="791230"/>
                  <a:pt x="942765" y="794589"/>
                  <a:pt x="918748" y="818605"/>
                </a:cubicBezTo>
                <a:cubicBezTo>
                  <a:pt x="904582" y="846938"/>
                  <a:pt x="892623" y="863218"/>
                  <a:pt x="892623" y="896983"/>
                </a:cubicBezTo>
                <a:cubicBezTo>
                  <a:pt x="892623" y="930519"/>
                  <a:pt x="905327" y="1026074"/>
                  <a:pt x="927457" y="1053737"/>
                </a:cubicBezTo>
                <a:cubicBezTo>
                  <a:pt x="939068" y="1068251"/>
                  <a:pt x="951358" y="1082248"/>
                  <a:pt x="962291" y="1097280"/>
                </a:cubicBezTo>
                <a:cubicBezTo>
                  <a:pt x="974603" y="1114209"/>
                  <a:pt x="983724" y="1133450"/>
                  <a:pt x="997125" y="1149531"/>
                </a:cubicBezTo>
                <a:cubicBezTo>
                  <a:pt x="1012894" y="1168454"/>
                  <a:pt x="1031960" y="1184366"/>
                  <a:pt x="1049377" y="1201783"/>
                </a:cubicBezTo>
                <a:cubicBezTo>
                  <a:pt x="1058086" y="1210491"/>
                  <a:pt x="1068672" y="1217661"/>
                  <a:pt x="1075503" y="1227908"/>
                </a:cubicBezTo>
                <a:cubicBezTo>
                  <a:pt x="1099751" y="1264281"/>
                  <a:pt x="1085519" y="1246633"/>
                  <a:pt x="1119045" y="1280160"/>
                </a:cubicBezTo>
                <a:cubicBezTo>
                  <a:pt x="1147084" y="1364272"/>
                  <a:pt x="1102117" y="1233484"/>
                  <a:pt x="1145171" y="1341120"/>
                </a:cubicBezTo>
                <a:cubicBezTo>
                  <a:pt x="1151989" y="1358166"/>
                  <a:pt x="1156782" y="1375954"/>
                  <a:pt x="1162588" y="1393371"/>
                </a:cubicBezTo>
                <a:lnTo>
                  <a:pt x="1171297" y="1419497"/>
                </a:lnTo>
                <a:lnTo>
                  <a:pt x="1180005" y="1445623"/>
                </a:lnTo>
                <a:cubicBezTo>
                  <a:pt x="1177102" y="1489166"/>
                  <a:pt x="1181881" y="1533915"/>
                  <a:pt x="1171297" y="1576251"/>
                </a:cubicBezTo>
                <a:cubicBezTo>
                  <a:pt x="1168759" y="1586405"/>
                  <a:pt x="1157555" y="1559925"/>
                  <a:pt x="1153880" y="1550125"/>
                </a:cubicBezTo>
                <a:cubicBezTo>
                  <a:pt x="1148683" y="1536266"/>
                  <a:pt x="1149852" y="1520625"/>
                  <a:pt x="1145171" y="1506583"/>
                </a:cubicBezTo>
                <a:cubicBezTo>
                  <a:pt x="1141066" y="1494267"/>
                  <a:pt x="1134195" y="1483020"/>
                  <a:pt x="1127754" y="1471748"/>
                </a:cubicBezTo>
                <a:cubicBezTo>
                  <a:pt x="1118227" y="1455075"/>
                  <a:pt x="1107975" y="1440249"/>
                  <a:pt x="1092920" y="1428205"/>
                </a:cubicBezTo>
                <a:cubicBezTo>
                  <a:pt x="1084747" y="1421667"/>
                  <a:pt x="1074195" y="1418189"/>
                  <a:pt x="1066794" y="1410788"/>
                </a:cubicBezTo>
                <a:cubicBezTo>
                  <a:pt x="1056531" y="1400525"/>
                  <a:pt x="1049377" y="1387565"/>
                  <a:pt x="1040668" y="1375954"/>
                </a:cubicBezTo>
                <a:cubicBezTo>
                  <a:pt x="1037765" y="1367245"/>
                  <a:pt x="1036065" y="1358039"/>
                  <a:pt x="1031960" y="1349828"/>
                </a:cubicBezTo>
                <a:cubicBezTo>
                  <a:pt x="1027279" y="1340467"/>
                  <a:pt x="1015841" y="1334088"/>
                  <a:pt x="1014543" y="1323703"/>
                </a:cubicBezTo>
                <a:cubicBezTo>
                  <a:pt x="1012707" y="1309016"/>
                  <a:pt x="1020040" y="1294609"/>
                  <a:pt x="1023251" y="1280160"/>
                </a:cubicBezTo>
                <a:cubicBezTo>
                  <a:pt x="1030540" y="1247360"/>
                  <a:pt x="1030972" y="1248289"/>
                  <a:pt x="1040668" y="1219200"/>
                </a:cubicBezTo>
                <a:cubicBezTo>
                  <a:pt x="1037765" y="1210491"/>
                  <a:pt x="1038451" y="1199565"/>
                  <a:pt x="1031960" y="1193074"/>
                </a:cubicBezTo>
                <a:cubicBezTo>
                  <a:pt x="1025469" y="1186583"/>
                  <a:pt x="1014045" y="1188470"/>
                  <a:pt x="1005834" y="1184365"/>
                </a:cubicBezTo>
                <a:cubicBezTo>
                  <a:pt x="996473" y="1179684"/>
                  <a:pt x="987585" y="1173840"/>
                  <a:pt x="979708" y="1166948"/>
                </a:cubicBezTo>
                <a:cubicBezTo>
                  <a:pt x="964260" y="1153431"/>
                  <a:pt x="936165" y="1123405"/>
                  <a:pt x="936165" y="1123405"/>
                </a:cubicBezTo>
                <a:cubicBezTo>
                  <a:pt x="915287" y="1060767"/>
                  <a:pt x="940618" y="1138989"/>
                  <a:pt x="918748" y="1062445"/>
                </a:cubicBezTo>
                <a:cubicBezTo>
                  <a:pt x="916226" y="1053619"/>
                  <a:pt x="912943" y="1045028"/>
                  <a:pt x="910040" y="1036320"/>
                </a:cubicBezTo>
                <a:cubicBezTo>
                  <a:pt x="912943" y="984068"/>
                  <a:pt x="913786" y="931662"/>
                  <a:pt x="918748" y="879565"/>
                </a:cubicBezTo>
                <a:cubicBezTo>
                  <a:pt x="919618" y="870427"/>
                  <a:pt x="921722" y="860608"/>
                  <a:pt x="927457" y="853440"/>
                </a:cubicBezTo>
                <a:cubicBezTo>
                  <a:pt x="939734" y="838094"/>
                  <a:pt x="962498" y="833051"/>
                  <a:pt x="979708" y="827314"/>
                </a:cubicBezTo>
                <a:cubicBezTo>
                  <a:pt x="985514" y="818605"/>
                  <a:pt x="995404" y="811512"/>
                  <a:pt x="997125" y="801188"/>
                </a:cubicBezTo>
                <a:cubicBezTo>
                  <a:pt x="998634" y="792134"/>
                  <a:pt x="993140" y="782934"/>
                  <a:pt x="988417" y="775063"/>
                </a:cubicBezTo>
                <a:cubicBezTo>
                  <a:pt x="980143" y="761273"/>
                  <a:pt x="956743" y="748140"/>
                  <a:pt x="944874" y="740228"/>
                </a:cubicBezTo>
                <a:cubicBezTo>
                  <a:pt x="891268" y="659820"/>
                  <a:pt x="959675" y="758729"/>
                  <a:pt x="910040" y="696685"/>
                </a:cubicBezTo>
                <a:cubicBezTo>
                  <a:pt x="903502" y="688512"/>
                  <a:pt x="898429" y="679268"/>
                  <a:pt x="892623" y="670560"/>
                </a:cubicBezTo>
                <a:cubicBezTo>
                  <a:pt x="892824" y="668953"/>
                  <a:pt x="905554" y="559407"/>
                  <a:pt x="910040" y="548640"/>
                </a:cubicBezTo>
                <a:cubicBezTo>
                  <a:pt x="918091" y="529317"/>
                  <a:pt x="935513" y="515111"/>
                  <a:pt x="944874" y="496388"/>
                </a:cubicBezTo>
                <a:cubicBezTo>
                  <a:pt x="966972" y="452193"/>
                  <a:pt x="955090" y="472356"/>
                  <a:pt x="979708" y="435428"/>
                </a:cubicBezTo>
                <a:cubicBezTo>
                  <a:pt x="982611" y="423817"/>
                  <a:pt x="988417" y="412563"/>
                  <a:pt x="988417" y="400594"/>
                </a:cubicBezTo>
                <a:cubicBezTo>
                  <a:pt x="988417" y="286761"/>
                  <a:pt x="987115" y="337765"/>
                  <a:pt x="971000" y="278674"/>
                </a:cubicBezTo>
                <a:cubicBezTo>
                  <a:pt x="964702" y="255580"/>
                  <a:pt x="961153" y="231714"/>
                  <a:pt x="953583" y="209005"/>
                </a:cubicBezTo>
                <a:cubicBezTo>
                  <a:pt x="937303" y="160169"/>
                  <a:pt x="947102" y="191791"/>
                  <a:pt x="927457" y="113211"/>
                </a:cubicBezTo>
                <a:cubicBezTo>
                  <a:pt x="914297" y="60572"/>
                  <a:pt x="922529" y="89722"/>
                  <a:pt x="901331" y="26125"/>
                </a:cubicBezTo>
                <a:lnTo>
                  <a:pt x="892623" y="0"/>
                </a:lnTo>
                <a:cubicBezTo>
                  <a:pt x="886489" y="42939"/>
                  <a:pt x="886404" y="58463"/>
                  <a:pt x="875205" y="95794"/>
                </a:cubicBezTo>
                <a:cubicBezTo>
                  <a:pt x="858793" y="150500"/>
                  <a:pt x="859118" y="136036"/>
                  <a:pt x="849080" y="182880"/>
                </a:cubicBezTo>
                <a:cubicBezTo>
                  <a:pt x="842877" y="211826"/>
                  <a:pt x="844902" y="243487"/>
                  <a:pt x="831663" y="269965"/>
                </a:cubicBezTo>
                <a:cubicBezTo>
                  <a:pt x="819742" y="293805"/>
                  <a:pt x="813241" y="310409"/>
                  <a:pt x="796828" y="330925"/>
                </a:cubicBezTo>
                <a:cubicBezTo>
                  <a:pt x="775231" y="357922"/>
                  <a:pt x="779861" y="338735"/>
                  <a:pt x="761994" y="374468"/>
                </a:cubicBezTo>
                <a:cubicBezTo>
                  <a:pt x="757889" y="382679"/>
                  <a:pt x="757839" y="392624"/>
                  <a:pt x="753285" y="400594"/>
                </a:cubicBezTo>
                <a:cubicBezTo>
                  <a:pt x="746084" y="413196"/>
                  <a:pt x="734852" y="423120"/>
                  <a:pt x="727160" y="435428"/>
                </a:cubicBezTo>
                <a:cubicBezTo>
                  <a:pt x="708186" y="465787"/>
                  <a:pt x="709393" y="471664"/>
                  <a:pt x="701034" y="505097"/>
                </a:cubicBezTo>
                <a:cubicBezTo>
                  <a:pt x="720950" y="963148"/>
                  <a:pt x="701034" y="396766"/>
                  <a:pt x="701034" y="1027611"/>
                </a:cubicBezTo>
                <a:cubicBezTo>
                  <a:pt x="701034" y="1062566"/>
                  <a:pt x="705123" y="1097466"/>
                  <a:pt x="709743" y="1132114"/>
                </a:cubicBezTo>
                <a:cubicBezTo>
                  <a:pt x="710956" y="1141213"/>
                  <a:pt x="712943" y="1150896"/>
                  <a:pt x="718451" y="1158240"/>
                </a:cubicBezTo>
                <a:cubicBezTo>
                  <a:pt x="718459" y="1158250"/>
                  <a:pt x="778825" y="1218613"/>
                  <a:pt x="788120" y="1227908"/>
                </a:cubicBezTo>
                <a:lnTo>
                  <a:pt x="814245" y="1254034"/>
                </a:lnTo>
                <a:cubicBezTo>
                  <a:pt x="820051" y="1259840"/>
                  <a:pt x="824319" y="1267779"/>
                  <a:pt x="831663" y="1271451"/>
                </a:cubicBezTo>
                <a:cubicBezTo>
                  <a:pt x="859882" y="1285561"/>
                  <a:pt x="889734" y="1298321"/>
                  <a:pt x="910040" y="1323703"/>
                </a:cubicBezTo>
                <a:cubicBezTo>
                  <a:pt x="929404" y="1347908"/>
                  <a:pt x="933614" y="1362405"/>
                  <a:pt x="944874" y="1393371"/>
                </a:cubicBezTo>
                <a:cubicBezTo>
                  <a:pt x="951148" y="1410625"/>
                  <a:pt x="962291" y="1445623"/>
                  <a:pt x="962291" y="1445623"/>
                </a:cubicBezTo>
                <a:cubicBezTo>
                  <a:pt x="959388" y="1454331"/>
                  <a:pt x="960751" y="1466014"/>
                  <a:pt x="953583" y="1471748"/>
                </a:cubicBezTo>
                <a:cubicBezTo>
                  <a:pt x="944237" y="1479225"/>
                  <a:pt x="930717" y="1480457"/>
                  <a:pt x="918748" y="1480457"/>
                </a:cubicBezTo>
                <a:cubicBezTo>
                  <a:pt x="867848" y="1480457"/>
                  <a:pt x="834438" y="1472303"/>
                  <a:pt x="788120" y="1463040"/>
                </a:cubicBezTo>
                <a:cubicBezTo>
                  <a:pt x="770703" y="1454331"/>
                  <a:pt x="752963" y="1446239"/>
                  <a:pt x="735868" y="1436914"/>
                </a:cubicBezTo>
                <a:cubicBezTo>
                  <a:pt x="671233" y="1401659"/>
                  <a:pt x="715553" y="1418530"/>
                  <a:pt x="666200" y="1402080"/>
                </a:cubicBezTo>
                <a:cubicBezTo>
                  <a:pt x="657491" y="1396274"/>
                  <a:pt x="648247" y="1391201"/>
                  <a:pt x="640074" y="1384663"/>
                </a:cubicBezTo>
                <a:cubicBezTo>
                  <a:pt x="633663" y="1379534"/>
                  <a:pt x="630708" y="1368855"/>
                  <a:pt x="622657" y="1367245"/>
                </a:cubicBezTo>
                <a:cubicBezTo>
                  <a:pt x="613656" y="1365445"/>
                  <a:pt x="605240" y="1373051"/>
                  <a:pt x="596531" y="1375954"/>
                </a:cubicBezTo>
                <a:cubicBezTo>
                  <a:pt x="571351" y="1401134"/>
                  <a:pt x="556836" y="1413726"/>
                  <a:pt x="535571" y="1445623"/>
                </a:cubicBezTo>
                <a:cubicBezTo>
                  <a:pt x="528370" y="1456425"/>
                  <a:pt x="524595" y="1469186"/>
                  <a:pt x="518154" y="1480457"/>
                </a:cubicBezTo>
                <a:cubicBezTo>
                  <a:pt x="512961" y="1489544"/>
                  <a:pt x="504988" y="1497019"/>
                  <a:pt x="500737" y="1506583"/>
                </a:cubicBezTo>
                <a:cubicBezTo>
                  <a:pt x="493281" y="1523360"/>
                  <a:pt x="489126" y="1541417"/>
                  <a:pt x="483320" y="1558834"/>
                </a:cubicBezTo>
                <a:cubicBezTo>
                  <a:pt x="480417" y="1567543"/>
                  <a:pt x="476837" y="1576054"/>
                  <a:pt x="474611" y="1584960"/>
                </a:cubicBezTo>
                <a:cubicBezTo>
                  <a:pt x="471708" y="1596571"/>
                  <a:pt x="470106" y="1608587"/>
                  <a:pt x="465903" y="1619794"/>
                </a:cubicBezTo>
                <a:cubicBezTo>
                  <a:pt x="461345" y="1631949"/>
                  <a:pt x="453758" y="1642765"/>
                  <a:pt x="448485" y="1654628"/>
                </a:cubicBezTo>
                <a:cubicBezTo>
                  <a:pt x="429819" y="1696625"/>
                  <a:pt x="435092" y="1695483"/>
                  <a:pt x="413651" y="1733005"/>
                </a:cubicBezTo>
                <a:cubicBezTo>
                  <a:pt x="408458" y="1742092"/>
                  <a:pt x="403187" y="1751308"/>
                  <a:pt x="396234" y="1759131"/>
                </a:cubicBezTo>
                <a:cubicBezTo>
                  <a:pt x="379870" y="1777541"/>
                  <a:pt x="361400" y="1793966"/>
                  <a:pt x="343983" y="1811383"/>
                </a:cubicBezTo>
                <a:lnTo>
                  <a:pt x="291731" y="1863634"/>
                </a:lnTo>
                <a:cubicBezTo>
                  <a:pt x="283022" y="1872343"/>
                  <a:pt x="275852" y="1882928"/>
                  <a:pt x="265605" y="1889760"/>
                </a:cubicBezTo>
                <a:cubicBezTo>
                  <a:pt x="256897" y="1895566"/>
                  <a:pt x="247303" y="1900224"/>
                  <a:pt x="239480" y="1907177"/>
                </a:cubicBezTo>
                <a:cubicBezTo>
                  <a:pt x="221070" y="1923541"/>
                  <a:pt x="187228" y="1959428"/>
                  <a:pt x="187228" y="1959428"/>
                </a:cubicBezTo>
                <a:lnTo>
                  <a:pt x="169811" y="2011680"/>
                </a:lnTo>
                <a:lnTo>
                  <a:pt x="161103" y="2037805"/>
                </a:lnTo>
                <a:cubicBezTo>
                  <a:pt x="158200" y="2072639"/>
                  <a:pt x="156730" y="2107623"/>
                  <a:pt x="152394" y="2142308"/>
                </a:cubicBezTo>
                <a:cubicBezTo>
                  <a:pt x="150909" y="2154185"/>
                  <a:pt x="147470" y="2165788"/>
                  <a:pt x="143685" y="2177143"/>
                </a:cubicBezTo>
                <a:cubicBezTo>
                  <a:pt x="136221" y="2199534"/>
                  <a:pt x="120988" y="2234279"/>
                  <a:pt x="108851" y="2255520"/>
                </a:cubicBezTo>
                <a:cubicBezTo>
                  <a:pt x="103658" y="2264607"/>
                  <a:pt x="96627" y="2272558"/>
                  <a:pt x="91434" y="2281645"/>
                </a:cubicBezTo>
                <a:cubicBezTo>
                  <a:pt x="84993" y="2292917"/>
                  <a:pt x="80458" y="2305208"/>
                  <a:pt x="74017" y="2316480"/>
                </a:cubicBezTo>
                <a:cubicBezTo>
                  <a:pt x="39928" y="2376136"/>
                  <a:pt x="73506" y="2314259"/>
                  <a:pt x="39183" y="2360023"/>
                </a:cubicBezTo>
                <a:cubicBezTo>
                  <a:pt x="26623" y="2376769"/>
                  <a:pt x="-13069" y="2423885"/>
                  <a:pt x="4348" y="2412274"/>
                </a:cubicBezTo>
                <a:cubicBezTo>
                  <a:pt x="94740" y="2352014"/>
                  <a:pt x="-45201" y="2443746"/>
                  <a:pt x="65308" y="2377440"/>
                </a:cubicBezTo>
                <a:cubicBezTo>
                  <a:pt x="83258" y="2366670"/>
                  <a:pt x="100143" y="2354217"/>
                  <a:pt x="117560" y="2342605"/>
                </a:cubicBezTo>
                <a:cubicBezTo>
                  <a:pt x="126268" y="2336799"/>
                  <a:pt x="135312" y="2331468"/>
                  <a:pt x="143685" y="2325188"/>
                </a:cubicBezTo>
                <a:cubicBezTo>
                  <a:pt x="155297" y="2316480"/>
                  <a:pt x="167672" y="2308706"/>
                  <a:pt x="178520" y="2299063"/>
                </a:cubicBezTo>
                <a:cubicBezTo>
                  <a:pt x="193862" y="2285426"/>
                  <a:pt x="222063" y="2255520"/>
                  <a:pt x="222063" y="2255520"/>
                </a:cubicBezTo>
                <a:cubicBezTo>
                  <a:pt x="227869" y="2243908"/>
                  <a:pt x="234207" y="2232548"/>
                  <a:pt x="239480" y="2220685"/>
                </a:cubicBezTo>
                <a:cubicBezTo>
                  <a:pt x="245829" y="2206400"/>
                  <a:pt x="249906" y="2191125"/>
                  <a:pt x="256897" y="2177143"/>
                </a:cubicBezTo>
                <a:cubicBezTo>
                  <a:pt x="261578" y="2167782"/>
                  <a:pt x="269121" y="2160104"/>
                  <a:pt x="274314" y="2151017"/>
                </a:cubicBezTo>
                <a:cubicBezTo>
                  <a:pt x="280755" y="2139746"/>
                  <a:pt x="286459" y="2128046"/>
                  <a:pt x="291731" y="2116183"/>
                </a:cubicBezTo>
                <a:cubicBezTo>
                  <a:pt x="298080" y="2101898"/>
                  <a:pt x="302799" y="2086925"/>
                  <a:pt x="309148" y="2072640"/>
                </a:cubicBezTo>
                <a:cubicBezTo>
                  <a:pt x="314420" y="2060777"/>
                  <a:pt x="321451" y="2049737"/>
                  <a:pt x="326565" y="2037805"/>
                </a:cubicBezTo>
                <a:cubicBezTo>
                  <a:pt x="330181" y="2029368"/>
                  <a:pt x="331658" y="2020117"/>
                  <a:pt x="335274" y="2011680"/>
                </a:cubicBezTo>
                <a:cubicBezTo>
                  <a:pt x="340388" y="1999748"/>
                  <a:pt x="346012" y="1987977"/>
                  <a:pt x="352691" y="1976845"/>
                </a:cubicBezTo>
                <a:cubicBezTo>
                  <a:pt x="363461" y="1958895"/>
                  <a:pt x="380905" y="1944452"/>
                  <a:pt x="387525" y="1924594"/>
                </a:cubicBezTo>
                <a:cubicBezTo>
                  <a:pt x="390428" y="1915885"/>
                  <a:pt x="391679" y="1906438"/>
                  <a:pt x="396234" y="1898468"/>
                </a:cubicBezTo>
                <a:cubicBezTo>
                  <a:pt x="403435" y="1885866"/>
                  <a:pt x="412097" y="1873897"/>
                  <a:pt x="422360" y="1863634"/>
                </a:cubicBezTo>
                <a:cubicBezTo>
                  <a:pt x="429761" y="1856233"/>
                  <a:pt x="439398" y="1851410"/>
                  <a:pt x="448485" y="1846217"/>
                </a:cubicBezTo>
                <a:cubicBezTo>
                  <a:pt x="472440" y="1832528"/>
                  <a:pt x="501203" y="1820714"/>
                  <a:pt x="526863" y="1811383"/>
                </a:cubicBezTo>
                <a:cubicBezTo>
                  <a:pt x="544117" y="1805109"/>
                  <a:pt x="579114" y="1793965"/>
                  <a:pt x="579114" y="1793965"/>
                </a:cubicBezTo>
                <a:cubicBezTo>
                  <a:pt x="590725" y="1785257"/>
                  <a:pt x="602137" y="1776276"/>
                  <a:pt x="613948" y="1767840"/>
                </a:cubicBezTo>
                <a:cubicBezTo>
                  <a:pt x="635075" y="1752750"/>
                  <a:pt x="641954" y="1752426"/>
                  <a:pt x="657491" y="1733005"/>
                </a:cubicBezTo>
                <a:cubicBezTo>
                  <a:pt x="664029" y="1724832"/>
                  <a:pt x="668208" y="1714920"/>
                  <a:pt x="674908" y="1706880"/>
                </a:cubicBezTo>
                <a:cubicBezTo>
                  <a:pt x="682793" y="1697419"/>
                  <a:pt x="693150" y="1690215"/>
                  <a:pt x="701034" y="1680754"/>
                </a:cubicBezTo>
                <a:cubicBezTo>
                  <a:pt x="707734" y="1672713"/>
                  <a:pt x="711559" y="1662505"/>
                  <a:pt x="718451" y="1654628"/>
                </a:cubicBezTo>
                <a:cubicBezTo>
                  <a:pt x="754112" y="1613873"/>
                  <a:pt x="752708" y="1617276"/>
                  <a:pt x="788120" y="1593668"/>
                </a:cubicBezTo>
                <a:cubicBezTo>
                  <a:pt x="906514" y="1600633"/>
                  <a:pt x="923146" y="1594768"/>
                  <a:pt x="1023251" y="1619794"/>
                </a:cubicBezTo>
                <a:lnTo>
                  <a:pt x="1092920" y="1637211"/>
                </a:lnTo>
                <a:cubicBezTo>
                  <a:pt x="1078406" y="1640114"/>
                  <a:pt x="1063826" y="1642709"/>
                  <a:pt x="1049377" y="1645920"/>
                </a:cubicBezTo>
                <a:cubicBezTo>
                  <a:pt x="1037693" y="1648516"/>
                  <a:pt x="1026246" y="1652120"/>
                  <a:pt x="1014543" y="1654628"/>
                </a:cubicBezTo>
                <a:cubicBezTo>
                  <a:pt x="975879" y="1662913"/>
                  <a:pt x="898042" y="1676045"/>
                  <a:pt x="857788" y="1689463"/>
                </a:cubicBezTo>
                <a:lnTo>
                  <a:pt x="805537" y="1706880"/>
                </a:lnTo>
                <a:cubicBezTo>
                  <a:pt x="796828" y="1709783"/>
                  <a:pt x="787934" y="1712179"/>
                  <a:pt x="779411" y="1715588"/>
                </a:cubicBezTo>
                <a:lnTo>
                  <a:pt x="735868" y="1733005"/>
                </a:lnTo>
                <a:cubicBezTo>
                  <a:pt x="730062" y="1738811"/>
                  <a:pt x="723580" y="1744012"/>
                  <a:pt x="718451" y="1750423"/>
                </a:cubicBezTo>
                <a:cubicBezTo>
                  <a:pt x="711913" y="1758596"/>
                  <a:pt x="707117" y="1768031"/>
                  <a:pt x="701034" y="1776548"/>
                </a:cubicBezTo>
                <a:cubicBezTo>
                  <a:pt x="692598" y="1788359"/>
                  <a:pt x="683617" y="1799771"/>
                  <a:pt x="674908" y="1811383"/>
                </a:cubicBezTo>
                <a:cubicBezTo>
                  <a:pt x="670806" y="1827793"/>
                  <a:pt x="658412" y="1875025"/>
                  <a:pt x="657491" y="1889760"/>
                </a:cubicBezTo>
                <a:cubicBezTo>
                  <a:pt x="652599" y="1968038"/>
                  <a:pt x="653134" y="2046581"/>
                  <a:pt x="648783" y="2124891"/>
                </a:cubicBezTo>
                <a:cubicBezTo>
                  <a:pt x="643499" y="2220003"/>
                  <a:pt x="649430" y="2177864"/>
                  <a:pt x="622657" y="2238103"/>
                </a:cubicBezTo>
                <a:cubicBezTo>
                  <a:pt x="616308" y="2252388"/>
                  <a:pt x="614204" y="2268839"/>
                  <a:pt x="605240" y="2281645"/>
                </a:cubicBezTo>
                <a:cubicBezTo>
                  <a:pt x="593469" y="2298461"/>
                  <a:pt x="576211" y="2310674"/>
                  <a:pt x="561697" y="2325188"/>
                </a:cubicBezTo>
                <a:cubicBezTo>
                  <a:pt x="550086" y="2336800"/>
                  <a:pt x="540526" y="2350914"/>
                  <a:pt x="526863" y="2360023"/>
                </a:cubicBezTo>
                <a:cubicBezTo>
                  <a:pt x="490490" y="2384271"/>
                  <a:pt x="508138" y="2370039"/>
                  <a:pt x="474611" y="2403565"/>
                </a:cubicBezTo>
                <a:cubicBezTo>
                  <a:pt x="464703" y="2423381"/>
                  <a:pt x="448485" y="2449522"/>
                  <a:pt x="448485" y="2473234"/>
                </a:cubicBezTo>
                <a:cubicBezTo>
                  <a:pt x="448485" y="2482414"/>
                  <a:pt x="449948" y="2493724"/>
                  <a:pt x="457194" y="2499360"/>
                </a:cubicBezTo>
                <a:cubicBezTo>
                  <a:pt x="495264" y="2528970"/>
                  <a:pt x="521175" y="2532772"/>
                  <a:pt x="561697" y="2542903"/>
                </a:cubicBezTo>
                <a:cubicBezTo>
                  <a:pt x="570406" y="2548709"/>
                  <a:pt x="577499" y="2562041"/>
                  <a:pt x="587823" y="2560320"/>
                </a:cubicBezTo>
                <a:cubicBezTo>
                  <a:pt x="599971" y="2558295"/>
                  <a:pt x="606064" y="2543655"/>
                  <a:pt x="613948" y="2534194"/>
                </a:cubicBezTo>
                <a:cubicBezTo>
                  <a:pt x="629316" y="2515752"/>
                  <a:pt x="634414" y="2494369"/>
                  <a:pt x="657491" y="2481943"/>
                </a:cubicBezTo>
                <a:cubicBezTo>
                  <a:pt x="685019" y="2467120"/>
                  <a:pt x="714245" y="2454690"/>
                  <a:pt x="744577" y="2447108"/>
                </a:cubicBezTo>
                <a:cubicBezTo>
                  <a:pt x="829529" y="2425871"/>
                  <a:pt x="723452" y="2451802"/>
                  <a:pt x="822954" y="2429691"/>
                </a:cubicBezTo>
                <a:cubicBezTo>
                  <a:pt x="834638" y="2427095"/>
                  <a:pt x="846177" y="2423886"/>
                  <a:pt x="857788" y="2420983"/>
                </a:cubicBezTo>
                <a:cubicBezTo>
                  <a:pt x="865799" y="2412971"/>
                  <a:pt x="892074" y="2388972"/>
                  <a:pt x="892623" y="2377440"/>
                </a:cubicBezTo>
                <a:cubicBezTo>
                  <a:pt x="897388" y="2277377"/>
                  <a:pt x="890135" y="2251786"/>
                  <a:pt x="875205" y="2177143"/>
                </a:cubicBezTo>
                <a:cubicBezTo>
                  <a:pt x="878108" y="2075543"/>
                  <a:pt x="879191" y="1973875"/>
                  <a:pt x="883914" y="1872343"/>
                </a:cubicBezTo>
                <a:cubicBezTo>
                  <a:pt x="885681" y="1834361"/>
                  <a:pt x="891257" y="1803101"/>
                  <a:pt x="901331" y="1767840"/>
                </a:cubicBezTo>
                <a:cubicBezTo>
                  <a:pt x="903853" y="1759013"/>
                  <a:pt x="904948" y="1749352"/>
                  <a:pt x="910040" y="1741714"/>
                </a:cubicBezTo>
                <a:cubicBezTo>
                  <a:pt x="916871" y="1731467"/>
                  <a:pt x="927457" y="1724297"/>
                  <a:pt x="936165" y="1715588"/>
                </a:cubicBezTo>
                <a:cubicBezTo>
                  <a:pt x="988417" y="1718491"/>
                  <a:pt x="1040769" y="1719951"/>
                  <a:pt x="1092920" y="1724297"/>
                </a:cubicBezTo>
                <a:cubicBezTo>
                  <a:pt x="1117078" y="1726310"/>
                  <a:pt x="1155086" y="1734594"/>
                  <a:pt x="1180005" y="1741714"/>
                </a:cubicBezTo>
                <a:cubicBezTo>
                  <a:pt x="1188832" y="1744236"/>
                  <a:pt x="1197422" y="1747520"/>
                  <a:pt x="1206131" y="1750423"/>
                </a:cubicBezTo>
                <a:cubicBezTo>
                  <a:pt x="1209034" y="1759131"/>
                  <a:pt x="1214840" y="1767369"/>
                  <a:pt x="1214840" y="1776548"/>
                </a:cubicBezTo>
                <a:cubicBezTo>
                  <a:pt x="1214840" y="1790366"/>
                  <a:pt x="1200781" y="1839256"/>
                  <a:pt x="1197423" y="1854925"/>
                </a:cubicBezTo>
                <a:cubicBezTo>
                  <a:pt x="1191220" y="1883871"/>
                  <a:pt x="1180005" y="1942011"/>
                  <a:pt x="1180005" y="1942011"/>
                </a:cubicBezTo>
                <a:cubicBezTo>
                  <a:pt x="1184346" y="2054859"/>
                  <a:pt x="1185085" y="2161892"/>
                  <a:pt x="1197423" y="2272937"/>
                </a:cubicBezTo>
                <a:cubicBezTo>
                  <a:pt x="1199373" y="2290486"/>
                  <a:pt x="1203446" y="2307736"/>
                  <a:pt x="1206131" y="2325188"/>
                </a:cubicBezTo>
                <a:cubicBezTo>
                  <a:pt x="1209252" y="2345476"/>
                  <a:pt x="1211719" y="2365860"/>
                  <a:pt x="1214840" y="2386148"/>
                </a:cubicBezTo>
                <a:cubicBezTo>
                  <a:pt x="1217525" y="2403600"/>
                  <a:pt x="1220863" y="2420948"/>
                  <a:pt x="1223548" y="2438400"/>
                </a:cubicBezTo>
                <a:cubicBezTo>
                  <a:pt x="1226669" y="2458688"/>
                  <a:pt x="1229056" y="2479085"/>
                  <a:pt x="1232257" y="2499360"/>
                </a:cubicBezTo>
                <a:cubicBezTo>
                  <a:pt x="1237765" y="2534243"/>
                  <a:pt x="1243868" y="2569029"/>
                  <a:pt x="1249674" y="2603863"/>
                </a:cubicBezTo>
                <a:cubicBezTo>
                  <a:pt x="1252577" y="2621280"/>
                  <a:pt x="1255886" y="2638634"/>
                  <a:pt x="1258383" y="2656114"/>
                </a:cubicBezTo>
                <a:cubicBezTo>
                  <a:pt x="1261286" y="2676434"/>
                  <a:pt x="1263717" y="2696827"/>
                  <a:pt x="1267091" y="2717074"/>
                </a:cubicBezTo>
                <a:cubicBezTo>
                  <a:pt x="1276012" y="2770601"/>
                  <a:pt x="1277245" y="2754761"/>
                  <a:pt x="1284508" y="2812868"/>
                </a:cubicBezTo>
                <a:cubicBezTo>
                  <a:pt x="1291029" y="2865035"/>
                  <a:pt x="1295404" y="2917456"/>
                  <a:pt x="1301925" y="2969623"/>
                </a:cubicBezTo>
                <a:cubicBezTo>
                  <a:pt x="1314970" y="3073976"/>
                  <a:pt x="1308690" y="3015968"/>
                  <a:pt x="1319343" y="3143794"/>
                </a:cubicBezTo>
                <a:cubicBezTo>
                  <a:pt x="1313189" y="3199178"/>
                  <a:pt x="1324110" y="3221803"/>
                  <a:pt x="1284508" y="3257005"/>
                </a:cubicBezTo>
                <a:cubicBezTo>
                  <a:pt x="1268863" y="3270912"/>
                  <a:pt x="1252116" y="3285221"/>
                  <a:pt x="1232257" y="3291840"/>
                </a:cubicBezTo>
                <a:lnTo>
                  <a:pt x="1180005" y="3309257"/>
                </a:lnTo>
                <a:cubicBezTo>
                  <a:pt x="1171297" y="3317966"/>
                  <a:pt x="1163341" y="3327499"/>
                  <a:pt x="1153880" y="3335383"/>
                </a:cubicBezTo>
                <a:cubicBezTo>
                  <a:pt x="1145839" y="3342084"/>
                  <a:pt x="1134293" y="3344627"/>
                  <a:pt x="1127754" y="3352800"/>
                </a:cubicBezTo>
                <a:cubicBezTo>
                  <a:pt x="1122019" y="3359968"/>
                  <a:pt x="1121948" y="3370217"/>
                  <a:pt x="1119045" y="3378925"/>
                </a:cubicBezTo>
                <a:cubicBezTo>
                  <a:pt x="1116142" y="3396342"/>
                  <a:pt x="1113800" y="3413862"/>
                  <a:pt x="1110337" y="3431177"/>
                </a:cubicBezTo>
                <a:cubicBezTo>
                  <a:pt x="1107990" y="3442913"/>
                  <a:pt x="1090923" y="3471364"/>
                  <a:pt x="1101628" y="3466011"/>
                </a:cubicBezTo>
                <a:cubicBezTo>
                  <a:pt x="1127331" y="3453159"/>
                  <a:pt x="1139598" y="3422293"/>
                  <a:pt x="1162588" y="3405051"/>
                </a:cubicBezTo>
                <a:cubicBezTo>
                  <a:pt x="1174200" y="3396342"/>
                  <a:pt x="1185346" y="3386976"/>
                  <a:pt x="1197423" y="3378925"/>
                </a:cubicBezTo>
                <a:cubicBezTo>
                  <a:pt x="1211506" y="3369536"/>
                  <a:pt x="1227192" y="3362638"/>
                  <a:pt x="1240965" y="3352800"/>
                </a:cubicBezTo>
                <a:cubicBezTo>
                  <a:pt x="1247646" y="3348028"/>
                  <a:pt x="1251039" y="3339055"/>
                  <a:pt x="1258383" y="3335383"/>
                </a:cubicBezTo>
                <a:cubicBezTo>
                  <a:pt x="1269088" y="3330030"/>
                  <a:pt x="1281606" y="3329577"/>
                  <a:pt x="1293217" y="3326674"/>
                </a:cubicBezTo>
                <a:cubicBezTo>
                  <a:pt x="1301926" y="3320868"/>
                  <a:pt x="1309982" y="3313938"/>
                  <a:pt x="1319343" y="3309257"/>
                </a:cubicBezTo>
                <a:cubicBezTo>
                  <a:pt x="1339983" y="3298937"/>
                  <a:pt x="1362565" y="3290548"/>
                  <a:pt x="1336760" y="3326674"/>
                </a:cubicBezTo>
                <a:cubicBezTo>
                  <a:pt x="1317564" y="3353549"/>
                  <a:pt x="1300904" y="3362189"/>
                  <a:pt x="1275800" y="3378925"/>
                </a:cubicBezTo>
                <a:cubicBezTo>
                  <a:pt x="1258311" y="3405159"/>
                  <a:pt x="1254221" y="3408954"/>
                  <a:pt x="1240965" y="3439885"/>
                </a:cubicBezTo>
                <a:cubicBezTo>
                  <a:pt x="1232021" y="3460754"/>
                  <a:pt x="1229857" y="3478764"/>
                  <a:pt x="1223548" y="3500845"/>
                </a:cubicBezTo>
                <a:cubicBezTo>
                  <a:pt x="1221026" y="3509671"/>
                  <a:pt x="1206630" y="3522866"/>
                  <a:pt x="1214840" y="3526971"/>
                </a:cubicBezTo>
                <a:cubicBezTo>
                  <a:pt x="1224201" y="3531652"/>
                  <a:pt x="1232257" y="3515360"/>
                  <a:pt x="1240965" y="3509554"/>
                </a:cubicBezTo>
                <a:cubicBezTo>
                  <a:pt x="1246771" y="3500845"/>
                  <a:pt x="1252299" y="3491945"/>
                  <a:pt x="1258383" y="3483428"/>
                </a:cubicBezTo>
                <a:cubicBezTo>
                  <a:pt x="1266819" y="3471617"/>
                  <a:pt x="1276659" y="3460803"/>
                  <a:pt x="1284508" y="3448594"/>
                </a:cubicBezTo>
                <a:cubicBezTo>
                  <a:pt x="1322260" y="3389869"/>
                  <a:pt x="1325867" y="3371095"/>
                  <a:pt x="1362885" y="3326674"/>
                </a:cubicBezTo>
                <a:cubicBezTo>
                  <a:pt x="1368141" y="3320366"/>
                  <a:pt x="1374497" y="3315063"/>
                  <a:pt x="1380303" y="3309257"/>
                </a:cubicBezTo>
                <a:cubicBezTo>
                  <a:pt x="1383206" y="3300548"/>
                  <a:pt x="1381373" y="3278039"/>
                  <a:pt x="1389011" y="3283131"/>
                </a:cubicBezTo>
                <a:cubicBezTo>
                  <a:pt x="1402018" y="3291802"/>
                  <a:pt x="1402315" y="3311592"/>
                  <a:pt x="1406428" y="3326674"/>
                </a:cubicBezTo>
                <a:cubicBezTo>
                  <a:pt x="1411074" y="3343709"/>
                  <a:pt x="1412452" y="3361473"/>
                  <a:pt x="1415137" y="3378925"/>
                </a:cubicBezTo>
                <a:cubicBezTo>
                  <a:pt x="1417349" y="3393302"/>
                  <a:pt x="1428207" y="3474748"/>
                  <a:pt x="1432554" y="3492137"/>
                </a:cubicBezTo>
                <a:cubicBezTo>
                  <a:pt x="1437007" y="3509948"/>
                  <a:pt x="1449971" y="3544388"/>
                  <a:pt x="1449971" y="3544388"/>
                </a:cubicBezTo>
                <a:cubicBezTo>
                  <a:pt x="1452874" y="3526971"/>
                  <a:pt x="1456979" y="3509712"/>
                  <a:pt x="1458680" y="3492137"/>
                </a:cubicBezTo>
                <a:cubicBezTo>
                  <a:pt x="1465693" y="3419672"/>
                  <a:pt x="1476097" y="3274423"/>
                  <a:pt x="1476097" y="3274423"/>
                </a:cubicBezTo>
                <a:cubicBezTo>
                  <a:pt x="1484806" y="3280229"/>
                  <a:pt x="1495412" y="3283893"/>
                  <a:pt x="1502223" y="3291840"/>
                </a:cubicBezTo>
                <a:cubicBezTo>
                  <a:pt x="1513238" y="3304691"/>
                  <a:pt x="1520778" y="3320244"/>
                  <a:pt x="1528348" y="3335383"/>
                </a:cubicBezTo>
                <a:cubicBezTo>
                  <a:pt x="1548078" y="3374844"/>
                  <a:pt x="1552045" y="3404044"/>
                  <a:pt x="1563183" y="3448594"/>
                </a:cubicBezTo>
                <a:cubicBezTo>
                  <a:pt x="1566086" y="3460205"/>
                  <a:pt x="1568106" y="3472074"/>
                  <a:pt x="1571891" y="3483428"/>
                </a:cubicBezTo>
                <a:lnTo>
                  <a:pt x="1580600" y="3509554"/>
                </a:lnTo>
                <a:cubicBezTo>
                  <a:pt x="1583503" y="3529874"/>
                  <a:pt x="1609834" y="3570514"/>
                  <a:pt x="1589308" y="3570514"/>
                </a:cubicBezTo>
                <a:cubicBezTo>
                  <a:pt x="1568175" y="3570514"/>
                  <a:pt x="1576319" y="3530218"/>
                  <a:pt x="1571891" y="3509554"/>
                </a:cubicBezTo>
                <a:cubicBezTo>
                  <a:pt x="1567590" y="3489483"/>
                  <a:pt x="1566750" y="3468808"/>
                  <a:pt x="1563183" y="3448594"/>
                </a:cubicBezTo>
                <a:cubicBezTo>
                  <a:pt x="1558038" y="3419441"/>
                  <a:pt x="1550382" y="3390749"/>
                  <a:pt x="1545765" y="3361508"/>
                </a:cubicBezTo>
                <a:cubicBezTo>
                  <a:pt x="1541665" y="3335543"/>
                  <a:pt x="1542212" y="3308907"/>
                  <a:pt x="1537057" y="3283131"/>
                </a:cubicBezTo>
                <a:cubicBezTo>
                  <a:pt x="1533457" y="3265128"/>
                  <a:pt x="1525446" y="3248297"/>
                  <a:pt x="1519640" y="3230880"/>
                </a:cubicBezTo>
                <a:cubicBezTo>
                  <a:pt x="1522543" y="3219268"/>
                  <a:pt x="1516379" y="3196045"/>
                  <a:pt x="1528348" y="3196045"/>
                </a:cubicBezTo>
                <a:cubicBezTo>
                  <a:pt x="1544769" y="3196045"/>
                  <a:pt x="1551571" y="3219268"/>
                  <a:pt x="1563183" y="3230880"/>
                </a:cubicBezTo>
                <a:cubicBezTo>
                  <a:pt x="1577697" y="3245394"/>
                  <a:pt x="1595339" y="3257344"/>
                  <a:pt x="1606725" y="3274423"/>
                </a:cubicBezTo>
                <a:cubicBezTo>
                  <a:pt x="1634368" y="3315887"/>
                  <a:pt x="1641125" y="3321340"/>
                  <a:pt x="1658977" y="3361508"/>
                </a:cubicBezTo>
                <a:cubicBezTo>
                  <a:pt x="1689550" y="3430298"/>
                  <a:pt x="1666076" y="3378829"/>
                  <a:pt x="1685103" y="3448594"/>
                </a:cubicBezTo>
                <a:cubicBezTo>
                  <a:pt x="1689934" y="3466306"/>
                  <a:pt x="1698068" y="3483034"/>
                  <a:pt x="1702520" y="3500845"/>
                </a:cubicBezTo>
                <a:lnTo>
                  <a:pt x="1711228" y="3535680"/>
                </a:lnTo>
                <a:cubicBezTo>
                  <a:pt x="1714131" y="3561806"/>
                  <a:pt x="1719937" y="3640343"/>
                  <a:pt x="1719937" y="3614057"/>
                </a:cubicBezTo>
                <a:cubicBezTo>
                  <a:pt x="1719937" y="3532384"/>
                  <a:pt x="1710822" y="3532429"/>
                  <a:pt x="1702520" y="3466011"/>
                </a:cubicBezTo>
                <a:cubicBezTo>
                  <a:pt x="1692498" y="3385831"/>
                  <a:pt x="1700936" y="3399508"/>
                  <a:pt x="1685103" y="3344091"/>
                </a:cubicBezTo>
                <a:cubicBezTo>
                  <a:pt x="1679437" y="3324260"/>
                  <a:pt x="1674243" y="3307106"/>
                  <a:pt x="1658977" y="3291840"/>
                </a:cubicBezTo>
                <a:cubicBezTo>
                  <a:pt x="1613709" y="3246573"/>
                  <a:pt x="1649909" y="3300099"/>
                  <a:pt x="1615434" y="3257005"/>
                </a:cubicBezTo>
                <a:cubicBezTo>
                  <a:pt x="1608896" y="3248832"/>
                  <a:pt x="1606190" y="3237418"/>
                  <a:pt x="1598017" y="3230880"/>
                </a:cubicBezTo>
                <a:cubicBezTo>
                  <a:pt x="1590849" y="3225145"/>
                  <a:pt x="1580946" y="3223680"/>
                  <a:pt x="1571891" y="3222171"/>
                </a:cubicBezTo>
                <a:cubicBezTo>
                  <a:pt x="1510026" y="3211860"/>
                  <a:pt x="1508028" y="3264263"/>
                  <a:pt x="1493514" y="3230880"/>
                </a:cubicBezTo>
                <a:close/>
              </a:path>
            </a:pathLst>
          </a:custGeom>
          <a:gradFill flip="none" rotWithShape="1">
            <a:gsLst>
              <a:gs pos="53000">
                <a:srgbClr val="CFB64E"/>
              </a:gs>
              <a:gs pos="82000">
                <a:srgbClr val="AB913D"/>
              </a:gs>
              <a:gs pos="40000">
                <a:srgbClr val="B57F39"/>
              </a:gs>
              <a:gs pos="67000">
                <a:srgbClr val="191916"/>
              </a:gs>
              <a:gs pos="62000">
                <a:srgbClr val="F3DA5E"/>
              </a:gs>
              <a:gs pos="19000">
                <a:srgbClr val="8E3C15"/>
              </a:gs>
            </a:gsLst>
            <a:lin ang="3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7" name="Group 2046">
            <a:extLst>
              <a:ext uri="{FF2B5EF4-FFF2-40B4-BE49-F238E27FC236}">
                <a16:creationId xmlns:a16="http://schemas.microsoft.com/office/drawing/2014/main" id="{D5FE846B-231D-CAF9-2C3B-826A71ACD6A8}"/>
              </a:ext>
            </a:extLst>
          </p:cNvPr>
          <p:cNvGrpSpPr/>
          <p:nvPr/>
        </p:nvGrpSpPr>
        <p:grpSpPr>
          <a:xfrm>
            <a:off x="2446266" y="3872463"/>
            <a:ext cx="287796" cy="383136"/>
            <a:chOff x="4075198" y="4641669"/>
            <a:chExt cx="1402496" cy="1232892"/>
          </a:xfrm>
        </p:grpSpPr>
        <p:sp>
          <p:nvSpPr>
            <p:cNvPr id="2048" name="Freeform 2047">
              <a:extLst>
                <a:ext uri="{FF2B5EF4-FFF2-40B4-BE49-F238E27FC236}">
                  <a16:creationId xmlns:a16="http://schemas.microsoft.com/office/drawing/2014/main" id="{EFFC0417-797A-838A-1DE6-6376909B51A9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9" name="Freeform 2048">
              <a:extLst>
                <a:ext uri="{FF2B5EF4-FFF2-40B4-BE49-F238E27FC236}">
                  <a16:creationId xmlns:a16="http://schemas.microsoft.com/office/drawing/2014/main" id="{9A4CD31C-4646-D74A-82EC-25814DCDD98D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0" name="Oval 2049">
              <a:extLst>
                <a:ext uri="{FF2B5EF4-FFF2-40B4-BE49-F238E27FC236}">
                  <a16:creationId xmlns:a16="http://schemas.microsoft.com/office/drawing/2014/main" id="{0F96F0BE-4A9E-BAC2-1AE5-B798247EF43A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1" name="Oval 2050">
              <a:extLst>
                <a:ext uri="{FF2B5EF4-FFF2-40B4-BE49-F238E27FC236}">
                  <a16:creationId xmlns:a16="http://schemas.microsoft.com/office/drawing/2014/main" id="{CBBC7014-383B-B593-25D9-A780BC67CAD4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2" name="Oval 2051">
              <a:extLst>
                <a:ext uri="{FF2B5EF4-FFF2-40B4-BE49-F238E27FC236}">
                  <a16:creationId xmlns:a16="http://schemas.microsoft.com/office/drawing/2014/main" id="{22A12FB8-0F91-9894-91C3-7626628AAA4D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3" name="Oval 2052">
              <a:extLst>
                <a:ext uri="{FF2B5EF4-FFF2-40B4-BE49-F238E27FC236}">
                  <a16:creationId xmlns:a16="http://schemas.microsoft.com/office/drawing/2014/main" id="{39E203F7-1021-098E-4AD7-EB8CFA2B6268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4" name="Oval 2053">
              <a:extLst>
                <a:ext uri="{FF2B5EF4-FFF2-40B4-BE49-F238E27FC236}">
                  <a16:creationId xmlns:a16="http://schemas.microsoft.com/office/drawing/2014/main" id="{E950E814-48FE-CB8E-F8D6-7B784287BBFC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5" name="Oval 2054">
              <a:extLst>
                <a:ext uri="{FF2B5EF4-FFF2-40B4-BE49-F238E27FC236}">
                  <a16:creationId xmlns:a16="http://schemas.microsoft.com/office/drawing/2014/main" id="{4BCE47B4-507F-492C-BD58-8F86CDC28746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6" name="Oval 2055">
              <a:extLst>
                <a:ext uri="{FF2B5EF4-FFF2-40B4-BE49-F238E27FC236}">
                  <a16:creationId xmlns:a16="http://schemas.microsoft.com/office/drawing/2014/main" id="{0B0F384E-AABF-FA8B-5FA4-183D3E86BFF1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7" name="Oval 2056">
              <a:extLst>
                <a:ext uri="{FF2B5EF4-FFF2-40B4-BE49-F238E27FC236}">
                  <a16:creationId xmlns:a16="http://schemas.microsoft.com/office/drawing/2014/main" id="{BFBA7779-FD2C-16E0-8312-7E0D5E31EFFC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8" name="Oval 2057">
              <a:extLst>
                <a:ext uri="{FF2B5EF4-FFF2-40B4-BE49-F238E27FC236}">
                  <a16:creationId xmlns:a16="http://schemas.microsoft.com/office/drawing/2014/main" id="{A7AE81C8-A21F-AD88-8125-34D944D07576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9" name="Oval 2058">
              <a:extLst>
                <a:ext uri="{FF2B5EF4-FFF2-40B4-BE49-F238E27FC236}">
                  <a16:creationId xmlns:a16="http://schemas.microsoft.com/office/drawing/2014/main" id="{50D8CAC4-35EA-9518-7FA3-B1EC82498B44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0" name="Oval 2059">
              <a:extLst>
                <a:ext uri="{FF2B5EF4-FFF2-40B4-BE49-F238E27FC236}">
                  <a16:creationId xmlns:a16="http://schemas.microsoft.com/office/drawing/2014/main" id="{46452909-5DAF-0766-3E11-875B92DCA654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1" name="Oval 2060">
              <a:extLst>
                <a:ext uri="{FF2B5EF4-FFF2-40B4-BE49-F238E27FC236}">
                  <a16:creationId xmlns:a16="http://schemas.microsoft.com/office/drawing/2014/main" id="{3B5CE831-4AC0-7F55-F3A2-3DD0F489CF60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2" name="Oval 2061">
              <a:extLst>
                <a:ext uri="{FF2B5EF4-FFF2-40B4-BE49-F238E27FC236}">
                  <a16:creationId xmlns:a16="http://schemas.microsoft.com/office/drawing/2014/main" id="{B31DD1BA-D0E5-D8CA-69E6-91405398360A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3" name="Oval 2062">
              <a:extLst>
                <a:ext uri="{FF2B5EF4-FFF2-40B4-BE49-F238E27FC236}">
                  <a16:creationId xmlns:a16="http://schemas.microsoft.com/office/drawing/2014/main" id="{BD1FEF08-925F-433B-5AA1-110297495EEC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4" name="Oval 2063">
              <a:extLst>
                <a:ext uri="{FF2B5EF4-FFF2-40B4-BE49-F238E27FC236}">
                  <a16:creationId xmlns:a16="http://schemas.microsoft.com/office/drawing/2014/main" id="{FBE4FEF0-F1FC-BDA4-A742-80DF9E5E341A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5" name="Oval 2064">
              <a:extLst>
                <a:ext uri="{FF2B5EF4-FFF2-40B4-BE49-F238E27FC236}">
                  <a16:creationId xmlns:a16="http://schemas.microsoft.com/office/drawing/2014/main" id="{3058B582-6DB4-0082-90D7-66ED14A7DC5D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6" name="Oval 2065">
              <a:extLst>
                <a:ext uri="{FF2B5EF4-FFF2-40B4-BE49-F238E27FC236}">
                  <a16:creationId xmlns:a16="http://schemas.microsoft.com/office/drawing/2014/main" id="{CA515E29-2989-C068-3736-508D22BF0A20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7" name="Oval 2066">
              <a:extLst>
                <a:ext uri="{FF2B5EF4-FFF2-40B4-BE49-F238E27FC236}">
                  <a16:creationId xmlns:a16="http://schemas.microsoft.com/office/drawing/2014/main" id="{3066FEFD-EA53-F771-1897-6E0FD8DBB419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8" name="Oval 2067">
              <a:extLst>
                <a:ext uri="{FF2B5EF4-FFF2-40B4-BE49-F238E27FC236}">
                  <a16:creationId xmlns:a16="http://schemas.microsoft.com/office/drawing/2014/main" id="{B76EFCBA-FBF5-E229-B2A2-D213846C5485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9" name="Oval 2068">
              <a:extLst>
                <a:ext uri="{FF2B5EF4-FFF2-40B4-BE49-F238E27FC236}">
                  <a16:creationId xmlns:a16="http://schemas.microsoft.com/office/drawing/2014/main" id="{606BE12C-EEEA-7B79-4842-0DEED223C68E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0" name="Oval 2069">
              <a:extLst>
                <a:ext uri="{FF2B5EF4-FFF2-40B4-BE49-F238E27FC236}">
                  <a16:creationId xmlns:a16="http://schemas.microsoft.com/office/drawing/2014/main" id="{B62264EE-CFE0-AA6F-B7E5-07360F41D23F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1" name="Oval 2070">
              <a:extLst>
                <a:ext uri="{FF2B5EF4-FFF2-40B4-BE49-F238E27FC236}">
                  <a16:creationId xmlns:a16="http://schemas.microsoft.com/office/drawing/2014/main" id="{6E459728-0EB4-1047-38A3-BE78D53C2B76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2" name="Oval 2071">
              <a:extLst>
                <a:ext uri="{FF2B5EF4-FFF2-40B4-BE49-F238E27FC236}">
                  <a16:creationId xmlns:a16="http://schemas.microsoft.com/office/drawing/2014/main" id="{9CFEC790-AA5E-F7C2-9E1F-C822F56AF1BC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3" name="Oval 2072">
              <a:extLst>
                <a:ext uri="{FF2B5EF4-FFF2-40B4-BE49-F238E27FC236}">
                  <a16:creationId xmlns:a16="http://schemas.microsoft.com/office/drawing/2014/main" id="{962C8697-D731-13EA-CCB6-FE305DF89B3B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4" name="Oval 2073">
              <a:extLst>
                <a:ext uri="{FF2B5EF4-FFF2-40B4-BE49-F238E27FC236}">
                  <a16:creationId xmlns:a16="http://schemas.microsoft.com/office/drawing/2014/main" id="{0868FDF0-0475-C3F8-F7B6-1D94F9D3980A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5" name="Oval 2074">
              <a:extLst>
                <a:ext uri="{FF2B5EF4-FFF2-40B4-BE49-F238E27FC236}">
                  <a16:creationId xmlns:a16="http://schemas.microsoft.com/office/drawing/2014/main" id="{8F84A1C8-C02A-CE61-6CAA-B06A7F5B254D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6" name="Oval 2075">
              <a:extLst>
                <a:ext uri="{FF2B5EF4-FFF2-40B4-BE49-F238E27FC236}">
                  <a16:creationId xmlns:a16="http://schemas.microsoft.com/office/drawing/2014/main" id="{55E78171-9875-D712-2618-7D1A792F2CB7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7" name="Oval 2076">
              <a:extLst>
                <a:ext uri="{FF2B5EF4-FFF2-40B4-BE49-F238E27FC236}">
                  <a16:creationId xmlns:a16="http://schemas.microsoft.com/office/drawing/2014/main" id="{3D23086E-EC8D-F187-C43E-89756D50C243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8" name="Oval 2077">
              <a:extLst>
                <a:ext uri="{FF2B5EF4-FFF2-40B4-BE49-F238E27FC236}">
                  <a16:creationId xmlns:a16="http://schemas.microsoft.com/office/drawing/2014/main" id="{4716DE70-D879-4037-5428-498569807D90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9" name="Oval 2078">
              <a:extLst>
                <a:ext uri="{FF2B5EF4-FFF2-40B4-BE49-F238E27FC236}">
                  <a16:creationId xmlns:a16="http://schemas.microsoft.com/office/drawing/2014/main" id="{DB09012A-1637-489A-3515-8AB62430B103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0" name="Oval 2079">
              <a:extLst>
                <a:ext uri="{FF2B5EF4-FFF2-40B4-BE49-F238E27FC236}">
                  <a16:creationId xmlns:a16="http://schemas.microsoft.com/office/drawing/2014/main" id="{98325AE0-A2D9-1893-55AB-731ED9B3FB3E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1" name="Oval 2080">
              <a:extLst>
                <a:ext uri="{FF2B5EF4-FFF2-40B4-BE49-F238E27FC236}">
                  <a16:creationId xmlns:a16="http://schemas.microsoft.com/office/drawing/2014/main" id="{7A230FEF-E620-7D70-03A3-BBE5D6B5CAA7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2" name="Oval 2081">
              <a:extLst>
                <a:ext uri="{FF2B5EF4-FFF2-40B4-BE49-F238E27FC236}">
                  <a16:creationId xmlns:a16="http://schemas.microsoft.com/office/drawing/2014/main" id="{4EFC35CE-56D5-78C9-7C24-E045DA432BCD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3" name="Oval 2082">
              <a:extLst>
                <a:ext uri="{FF2B5EF4-FFF2-40B4-BE49-F238E27FC236}">
                  <a16:creationId xmlns:a16="http://schemas.microsoft.com/office/drawing/2014/main" id="{49F719EE-7EDC-347C-1861-408BA2222D9B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4" name="Oval 2083">
              <a:extLst>
                <a:ext uri="{FF2B5EF4-FFF2-40B4-BE49-F238E27FC236}">
                  <a16:creationId xmlns:a16="http://schemas.microsoft.com/office/drawing/2014/main" id="{D774A01A-FDD2-1CAA-348A-8FC663FB569F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5" name="Oval 2084">
              <a:extLst>
                <a:ext uri="{FF2B5EF4-FFF2-40B4-BE49-F238E27FC236}">
                  <a16:creationId xmlns:a16="http://schemas.microsoft.com/office/drawing/2014/main" id="{750BE954-8476-D114-711A-57F6B7ABD60F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6" name="Oval 2085">
              <a:extLst>
                <a:ext uri="{FF2B5EF4-FFF2-40B4-BE49-F238E27FC236}">
                  <a16:creationId xmlns:a16="http://schemas.microsoft.com/office/drawing/2014/main" id="{63492D4C-10B8-6B46-DFE5-52A8B5B6FA85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7" name="Oval 2086">
              <a:extLst>
                <a:ext uri="{FF2B5EF4-FFF2-40B4-BE49-F238E27FC236}">
                  <a16:creationId xmlns:a16="http://schemas.microsoft.com/office/drawing/2014/main" id="{21A120E7-A0A9-A327-9CC8-9D064F69DFC3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8" name="Oval 2087">
              <a:extLst>
                <a:ext uri="{FF2B5EF4-FFF2-40B4-BE49-F238E27FC236}">
                  <a16:creationId xmlns:a16="http://schemas.microsoft.com/office/drawing/2014/main" id="{10B99130-FE10-94F3-823F-2E2F8F86AAA2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9" name="Oval 2088">
              <a:extLst>
                <a:ext uri="{FF2B5EF4-FFF2-40B4-BE49-F238E27FC236}">
                  <a16:creationId xmlns:a16="http://schemas.microsoft.com/office/drawing/2014/main" id="{6C1BC19D-8B3C-3F9A-2B07-AC6D5C3FC7E2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0" name="Oval 2089">
              <a:extLst>
                <a:ext uri="{FF2B5EF4-FFF2-40B4-BE49-F238E27FC236}">
                  <a16:creationId xmlns:a16="http://schemas.microsoft.com/office/drawing/2014/main" id="{8D600A07-BE2B-3628-1A31-BA88D4FEECDE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1" name="Oval 2090">
              <a:extLst>
                <a:ext uri="{FF2B5EF4-FFF2-40B4-BE49-F238E27FC236}">
                  <a16:creationId xmlns:a16="http://schemas.microsoft.com/office/drawing/2014/main" id="{318E08BB-D347-293A-EEBB-F5AD8CF293E8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2" name="Oval 2091">
              <a:extLst>
                <a:ext uri="{FF2B5EF4-FFF2-40B4-BE49-F238E27FC236}">
                  <a16:creationId xmlns:a16="http://schemas.microsoft.com/office/drawing/2014/main" id="{692BC67A-CD96-D9C5-CADE-2774C22290B3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3" name="Oval 2092">
              <a:extLst>
                <a:ext uri="{FF2B5EF4-FFF2-40B4-BE49-F238E27FC236}">
                  <a16:creationId xmlns:a16="http://schemas.microsoft.com/office/drawing/2014/main" id="{5E9FDB40-E111-8CBF-168F-543C1B7F5555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4" name="Oval 2093">
              <a:extLst>
                <a:ext uri="{FF2B5EF4-FFF2-40B4-BE49-F238E27FC236}">
                  <a16:creationId xmlns:a16="http://schemas.microsoft.com/office/drawing/2014/main" id="{C38DC848-B1DC-FADE-A72A-4FAB5611B7D3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5" name="Oval 2094">
              <a:extLst>
                <a:ext uri="{FF2B5EF4-FFF2-40B4-BE49-F238E27FC236}">
                  <a16:creationId xmlns:a16="http://schemas.microsoft.com/office/drawing/2014/main" id="{CC949F7B-E381-8BA1-7B9D-CD0028B6F20C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6" name="Oval 2095">
              <a:extLst>
                <a:ext uri="{FF2B5EF4-FFF2-40B4-BE49-F238E27FC236}">
                  <a16:creationId xmlns:a16="http://schemas.microsoft.com/office/drawing/2014/main" id="{5E20C33B-1E0E-53FA-71FC-A800F1B63258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7" name="Oval 2096">
              <a:extLst>
                <a:ext uri="{FF2B5EF4-FFF2-40B4-BE49-F238E27FC236}">
                  <a16:creationId xmlns:a16="http://schemas.microsoft.com/office/drawing/2014/main" id="{B1F9A523-9AD1-DCA4-CFAD-09EA0FA7E8E7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8" name="Oval 2097">
              <a:extLst>
                <a:ext uri="{FF2B5EF4-FFF2-40B4-BE49-F238E27FC236}">
                  <a16:creationId xmlns:a16="http://schemas.microsoft.com/office/drawing/2014/main" id="{CD9438AE-F547-7EC3-524E-79C85262001F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9" name="Oval 2098">
              <a:extLst>
                <a:ext uri="{FF2B5EF4-FFF2-40B4-BE49-F238E27FC236}">
                  <a16:creationId xmlns:a16="http://schemas.microsoft.com/office/drawing/2014/main" id="{11A38031-3687-1E3F-ADFB-E36B02DB63A1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0" name="Oval 2099">
              <a:extLst>
                <a:ext uri="{FF2B5EF4-FFF2-40B4-BE49-F238E27FC236}">
                  <a16:creationId xmlns:a16="http://schemas.microsoft.com/office/drawing/2014/main" id="{D97CC39E-A381-2760-25BC-66FD669C2B6B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1" name="Oval 2100">
              <a:extLst>
                <a:ext uri="{FF2B5EF4-FFF2-40B4-BE49-F238E27FC236}">
                  <a16:creationId xmlns:a16="http://schemas.microsoft.com/office/drawing/2014/main" id="{253C0CE6-B73E-EABE-D719-395E3C8C09EA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2" name="Oval 2101">
              <a:extLst>
                <a:ext uri="{FF2B5EF4-FFF2-40B4-BE49-F238E27FC236}">
                  <a16:creationId xmlns:a16="http://schemas.microsoft.com/office/drawing/2014/main" id="{3F51184F-2CA3-F83E-74E9-82553BD7885F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3" name="Oval 2102">
              <a:extLst>
                <a:ext uri="{FF2B5EF4-FFF2-40B4-BE49-F238E27FC236}">
                  <a16:creationId xmlns:a16="http://schemas.microsoft.com/office/drawing/2014/main" id="{42826D17-4441-2D75-83B0-52CAB86AA95E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4" name="Oval 2103">
              <a:extLst>
                <a:ext uri="{FF2B5EF4-FFF2-40B4-BE49-F238E27FC236}">
                  <a16:creationId xmlns:a16="http://schemas.microsoft.com/office/drawing/2014/main" id="{BFCD1224-3B6D-1D37-BC66-3A30F3E2F26E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5" name="Oval 2104">
              <a:extLst>
                <a:ext uri="{FF2B5EF4-FFF2-40B4-BE49-F238E27FC236}">
                  <a16:creationId xmlns:a16="http://schemas.microsoft.com/office/drawing/2014/main" id="{6B8402E0-ADBE-A749-D0E1-5C5A9B90E89D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6" name="Oval 2105">
              <a:extLst>
                <a:ext uri="{FF2B5EF4-FFF2-40B4-BE49-F238E27FC236}">
                  <a16:creationId xmlns:a16="http://schemas.microsoft.com/office/drawing/2014/main" id="{F26F8C3A-36B6-A097-67B3-0E5ED252D7C9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7" name="Oval 2106">
              <a:extLst>
                <a:ext uri="{FF2B5EF4-FFF2-40B4-BE49-F238E27FC236}">
                  <a16:creationId xmlns:a16="http://schemas.microsoft.com/office/drawing/2014/main" id="{8F20FA25-CA94-6F38-1A32-09AD6E00632F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8" name="Oval 2107">
              <a:extLst>
                <a:ext uri="{FF2B5EF4-FFF2-40B4-BE49-F238E27FC236}">
                  <a16:creationId xmlns:a16="http://schemas.microsoft.com/office/drawing/2014/main" id="{B63F15DB-F34B-BA67-6FD1-92ECD8C6F18B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9" name="Oval 2108">
              <a:extLst>
                <a:ext uri="{FF2B5EF4-FFF2-40B4-BE49-F238E27FC236}">
                  <a16:creationId xmlns:a16="http://schemas.microsoft.com/office/drawing/2014/main" id="{D76A4B32-B1BD-1785-C7CF-58B706C0F56B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0" name="Oval 2109">
              <a:extLst>
                <a:ext uri="{FF2B5EF4-FFF2-40B4-BE49-F238E27FC236}">
                  <a16:creationId xmlns:a16="http://schemas.microsoft.com/office/drawing/2014/main" id="{748E8020-3FFD-6E4B-EBF8-7FA609DB5CA8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1" name="Oval 2110">
              <a:extLst>
                <a:ext uri="{FF2B5EF4-FFF2-40B4-BE49-F238E27FC236}">
                  <a16:creationId xmlns:a16="http://schemas.microsoft.com/office/drawing/2014/main" id="{E2C8AFA6-CF1F-02CF-EFFE-65296546327A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2" name="Oval 2111">
              <a:extLst>
                <a:ext uri="{FF2B5EF4-FFF2-40B4-BE49-F238E27FC236}">
                  <a16:creationId xmlns:a16="http://schemas.microsoft.com/office/drawing/2014/main" id="{7E0BE28C-7C41-18E2-1B96-BB309BD4A3C9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13" name="Group 2112">
            <a:extLst>
              <a:ext uri="{FF2B5EF4-FFF2-40B4-BE49-F238E27FC236}">
                <a16:creationId xmlns:a16="http://schemas.microsoft.com/office/drawing/2014/main" id="{702EC736-6CAF-FE26-4491-58F37D3B915B}"/>
              </a:ext>
            </a:extLst>
          </p:cNvPr>
          <p:cNvGrpSpPr/>
          <p:nvPr/>
        </p:nvGrpSpPr>
        <p:grpSpPr>
          <a:xfrm>
            <a:off x="2302368" y="4023920"/>
            <a:ext cx="287796" cy="383136"/>
            <a:chOff x="4075198" y="4641669"/>
            <a:chExt cx="1402496" cy="1232892"/>
          </a:xfrm>
        </p:grpSpPr>
        <p:sp>
          <p:nvSpPr>
            <p:cNvPr id="2114" name="Freeform 2113">
              <a:extLst>
                <a:ext uri="{FF2B5EF4-FFF2-40B4-BE49-F238E27FC236}">
                  <a16:creationId xmlns:a16="http://schemas.microsoft.com/office/drawing/2014/main" id="{0DA43E54-057C-043B-5D8F-CB84D15AB561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5" name="Freeform 2114">
              <a:extLst>
                <a:ext uri="{FF2B5EF4-FFF2-40B4-BE49-F238E27FC236}">
                  <a16:creationId xmlns:a16="http://schemas.microsoft.com/office/drawing/2014/main" id="{A1065F05-80D8-8D8A-2080-8C979B5FF424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6" name="Oval 2115">
              <a:extLst>
                <a:ext uri="{FF2B5EF4-FFF2-40B4-BE49-F238E27FC236}">
                  <a16:creationId xmlns:a16="http://schemas.microsoft.com/office/drawing/2014/main" id="{8E8DCACE-92FC-CD92-E5EA-0AF04BD9D285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7" name="Oval 2116">
              <a:extLst>
                <a:ext uri="{FF2B5EF4-FFF2-40B4-BE49-F238E27FC236}">
                  <a16:creationId xmlns:a16="http://schemas.microsoft.com/office/drawing/2014/main" id="{DEA2C15B-00BF-90CD-2427-DD157DB3A8D8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8" name="Oval 2117">
              <a:extLst>
                <a:ext uri="{FF2B5EF4-FFF2-40B4-BE49-F238E27FC236}">
                  <a16:creationId xmlns:a16="http://schemas.microsoft.com/office/drawing/2014/main" id="{7D9FD969-3C2A-5763-E44F-639E3DD96FA4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" name="Oval 2118">
              <a:extLst>
                <a:ext uri="{FF2B5EF4-FFF2-40B4-BE49-F238E27FC236}">
                  <a16:creationId xmlns:a16="http://schemas.microsoft.com/office/drawing/2014/main" id="{96C37E79-022C-E7F1-CA62-AC643AE6590F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" name="Oval 2119">
              <a:extLst>
                <a:ext uri="{FF2B5EF4-FFF2-40B4-BE49-F238E27FC236}">
                  <a16:creationId xmlns:a16="http://schemas.microsoft.com/office/drawing/2014/main" id="{59475BA6-7790-AEB5-F6F5-16F7084EFBC2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1" name="Oval 2120">
              <a:extLst>
                <a:ext uri="{FF2B5EF4-FFF2-40B4-BE49-F238E27FC236}">
                  <a16:creationId xmlns:a16="http://schemas.microsoft.com/office/drawing/2014/main" id="{2F16CB30-E8D9-A3F4-B110-766C5A441FF0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2" name="Oval 2121">
              <a:extLst>
                <a:ext uri="{FF2B5EF4-FFF2-40B4-BE49-F238E27FC236}">
                  <a16:creationId xmlns:a16="http://schemas.microsoft.com/office/drawing/2014/main" id="{9FD41005-9999-1FD3-CA0A-63448D911078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3" name="Oval 2122">
              <a:extLst>
                <a:ext uri="{FF2B5EF4-FFF2-40B4-BE49-F238E27FC236}">
                  <a16:creationId xmlns:a16="http://schemas.microsoft.com/office/drawing/2014/main" id="{E91809ED-4822-77BC-9E24-C99DEA8FF71E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4" name="Oval 2123">
              <a:extLst>
                <a:ext uri="{FF2B5EF4-FFF2-40B4-BE49-F238E27FC236}">
                  <a16:creationId xmlns:a16="http://schemas.microsoft.com/office/drawing/2014/main" id="{CE1B3D06-7E09-CE00-1AFD-8D870A0E5731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5" name="Oval 2124">
              <a:extLst>
                <a:ext uri="{FF2B5EF4-FFF2-40B4-BE49-F238E27FC236}">
                  <a16:creationId xmlns:a16="http://schemas.microsoft.com/office/drawing/2014/main" id="{E93AF6A1-E2F3-E6E7-7259-AA6219D31517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6" name="Oval 2125">
              <a:extLst>
                <a:ext uri="{FF2B5EF4-FFF2-40B4-BE49-F238E27FC236}">
                  <a16:creationId xmlns:a16="http://schemas.microsoft.com/office/drawing/2014/main" id="{B188EC23-7436-3D9F-7073-9D34AD0F5227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7" name="Oval 2126">
              <a:extLst>
                <a:ext uri="{FF2B5EF4-FFF2-40B4-BE49-F238E27FC236}">
                  <a16:creationId xmlns:a16="http://schemas.microsoft.com/office/drawing/2014/main" id="{2590D749-9F80-0BD9-8C41-556ACE4D1076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8" name="Oval 2127">
              <a:extLst>
                <a:ext uri="{FF2B5EF4-FFF2-40B4-BE49-F238E27FC236}">
                  <a16:creationId xmlns:a16="http://schemas.microsoft.com/office/drawing/2014/main" id="{6884532C-CE9C-F7CB-6DA5-9216E1F898EB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9" name="Oval 2128">
              <a:extLst>
                <a:ext uri="{FF2B5EF4-FFF2-40B4-BE49-F238E27FC236}">
                  <a16:creationId xmlns:a16="http://schemas.microsoft.com/office/drawing/2014/main" id="{65BF7491-5192-CF69-931A-04AE1C69D731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0" name="Oval 2129">
              <a:extLst>
                <a:ext uri="{FF2B5EF4-FFF2-40B4-BE49-F238E27FC236}">
                  <a16:creationId xmlns:a16="http://schemas.microsoft.com/office/drawing/2014/main" id="{631CB775-E3C1-38CA-B0CC-9EE682D09B16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1" name="Oval 2130">
              <a:extLst>
                <a:ext uri="{FF2B5EF4-FFF2-40B4-BE49-F238E27FC236}">
                  <a16:creationId xmlns:a16="http://schemas.microsoft.com/office/drawing/2014/main" id="{85B22441-3AFD-4D3D-8DC8-5F03EA42AEA7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2" name="Oval 2131">
              <a:extLst>
                <a:ext uri="{FF2B5EF4-FFF2-40B4-BE49-F238E27FC236}">
                  <a16:creationId xmlns:a16="http://schemas.microsoft.com/office/drawing/2014/main" id="{E4F7F923-EEB6-9B6E-E464-EE399A249C7F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3" name="Oval 2132">
              <a:extLst>
                <a:ext uri="{FF2B5EF4-FFF2-40B4-BE49-F238E27FC236}">
                  <a16:creationId xmlns:a16="http://schemas.microsoft.com/office/drawing/2014/main" id="{B73FAB1B-5853-1F80-26D8-EDB49D8A8FEE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4" name="Oval 2133">
              <a:extLst>
                <a:ext uri="{FF2B5EF4-FFF2-40B4-BE49-F238E27FC236}">
                  <a16:creationId xmlns:a16="http://schemas.microsoft.com/office/drawing/2014/main" id="{262F887C-CF73-0DCB-7ABB-8F7C82FF59F9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5" name="Oval 2134">
              <a:extLst>
                <a:ext uri="{FF2B5EF4-FFF2-40B4-BE49-F238E27FC236}">
                  <a16:creationId xmlns:a16="http://schemas.microsoft.com/office/drawing/2014/main" id="{C0BBE6D2-92BE-F56B-EBB8-B4B141883C5F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6" name="Oval 2135">
              <a:extLst>
                <a:ext uri="{FF2B5EF4-FFF2-40B4-BE49-F238E27FC236}">
                  <a16:creationId xmlns:a16="http://schemas.microsoft.com/office/drawing/2014/main" id="{0EF72E21-338F-2E6E-DEF2-F3A7A5B56AA4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7" name="Oval 2136">
              <a:extLst>
                <a:ext uri="{FF2B5EF4-FFF2-40B4-BE49-F238E27FC236}">
                  <a16:creationId xmlns:a16="http://schemas.microsoft.com/office/drawing/2014/main" id="{88FECE89-31D8-48C7-416E-69ACF6DA6F9A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8" name="Oval 2137">
              <a:extLst>
                <a:ext uri="{FF2B5EF4-FFF2-40B4-BE49-F238E27FC236}">
                  <a16:creationId xmlns:a16="http://schemas.microsoft.com/office/drawing/2014/main" id="{57406E3E-A308-6B7E-C17D-6A7B6FD5202E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9" name="Oval 2138">
              <a:extLst>
                <a:ext uri="{FF2B5EF4-FFF2-40B4-BE49-F238E27FC236}">
                  <a16:creationId xmlns:a16="http://schemas.microsoft.com/office/drawing/2014/main" id="{7806F937-0D9F-B8B7-4D71-8A332423E5C1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0" name="Oval 2139">
              <a:extLst>
                <a:ext uri="{FF2B5EF4-FFF2-40B4-BE49-F238E27FC236}">
                  <a16:creationId xmlns:a16="http://schemas.microsoft.com/office/drawing/2014/main" id="{165ABF09-0CCD-F14D-375E-3A6E68EC85D3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1" name="Oval 2140">
              <a:extLst>
                <a:ext uri="{FF2B5EF4-FFF2-40B4-BE49-F238E27FC236}">
                  <a16:creationId xmlns:a16="http://schemas.microsoft.com/office/drawing/2014/main" id="{73F93760-D499-574B-2E97-9681952FD84B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2" name="Oval 2141">
              <a:extLst>
                <a:ext uri="{FF2B5EF4-FFF2-40B4-BE49-F238E27FC236}">
                  <a16:creationId xmlns:a16="http://schemas.microsoft.com/office/drawing/2014/main" id="{27E8E453-0509-79E1-6335-446181B6FA7A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3" name="Oval 2142">
              <a:extLst>
                <a:ext uri="{FF2B5EF4-FFF2-40B4-BE49-F238E27FC236}">
                  <a16:creationId xmlns:a16="http://schemas.microsoft.com/office/drawing/2014/main" id="{5AA8E765-B203-2F62-BF8E-9478A44281DA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4" name="Oval 2143">
              <a:extLst>
                <a:ext uri="{FF2B5EF4-FFF2-40B4-BE49-F238E27FC236}">
                  <a16:creationId xmlns:a16="http://schemas.microsoft.com/office/drawing/2014/main" id="{AD5ADD31-DE28-C54A-6082-419350D052F9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5" name="Oval 2144">
              <a:extLst>
                <a:ext uri="{FF2B5EF4-FFF2-40B4-BE49-F238E27FC236}">
                  <a16:creationId xmlns:a16="http://schemas.microsoft.com/office/drawing/2014/main" id="{708F4F25-725C-DFD3-8C5A-88700F1CB92B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6" name="Oval 2145">
              <a:extLst>
                <a:ext uri="{FF2B5EF4-FFF2-40B4-BE49-F238E27FC236}">
                  <a16:creationId xmlns:a16="http://schemas.microsoft.com/office/drawing/2014/main" id="{F5E84A35-88DC-9F65-A948-EB1F600F2554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7" name="Oval 2146">
              <a:extLst>
                <a:ext uri="{FF2B5EF4-FFF2-40B4-BE49-F238E27FC236}">
                  <a16:creationId xmlns:a16="http://schemas.microsoft.com/office/drawing/2014/main" id="{299F40E6-8B0D-B65C-8F70-5CE2EB0DDFD1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8" name="Oval 2147">
              <a:extLst>
                <a:ext uri="{FF2B5EF4-FFF2-40B4-BE49-F238E27FC236}">
                  <a16:creationId xmlns:a16="http://schemas.microsoft.com/office/drawing/2014/main" id="{96DA0755-9D12-CD78-506E-E4DC68B224C3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9" name="Oval 2148">
              <a:extLst>
                <a:ext uri="{FF2B5EF4-FFF2-40B4-BE49-F238E27FC236}">
                  <a16:creationId xmlns:a16="http://schemas.microsoft.com/office/drawing/2014/main" id="{3986F082-7F9B-1D85-1B4D-CA1F0371B38C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0" name="Oval 2149">
              <a:extLst>
                <a:ext uri="{FF2B5EF4-FFF2-40B4-BE49-F238E27FC236}">
                  <a16:creationId xmlns:a16="http://schemas.microsoft.com/office/drawing/2014/main" id="{BA680647-8C7C-3435-4E37-E450CEE7AFA4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1" name="Oval 2150">
              <a:extLst>
                <a:ext uri="{FF2B5EF4-FFF2-40B4-BE49-F238E27FC236}">
                  <a16:creationId xmlns:a16="http://schemas.microsoft.com/office/drawing/2014/main" id="{3FCF6156-E4DD-9CAC-012A-6A013706E0D8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2" name="Oval 2151">
              <a:extLst>
                <a:ext uri="{FF2B5EF4-FFF2-40B4-BE49-F238E27FC236}">
                  <a16:creationId xmlns:a16="http://schemas.microsoft.com/office/drawing/2014/main" id="{1A46BC7A-F82E-7383-FBD6-3D21FB500178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3" name="Oval 2152">
              <a:extLst>
                <a:ext uri="{FF2B5EF4-FFF2-40B4-BE49-F238E27FC236}">
                  <a16:creationId xmlns:a16="http://schemas.microsoft.com/office/drawing/2014/main" id="{C44274AF-37C8-C98D-4413-63924822D2EF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4" name="Oval 2153">
              <a:extLst>
                <a:ext uri="{FF2B5EF4-FFF2-40B4-BE49-F238E27FC236}">
                  <a16:creationId xmlns:a16="http://schemas.microsoft.com/office/drawing/2014/main" id="{57E52C6F-2AB5-88BC-28FB-C7C1BAF0BDF3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5" name="Oval 2154">
              <a:extLst>
                <a:ext uri="{FF2B5EF4-FFF2-40B4-BE49-F238E27FC236}">
                  <a16:creationId xmlns:a16="http://schemas.microsoft.com/office/drawing/2014/main" id="{DDEF83FB-DF1D-B07F-22CD-5895F3B82F2A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6" name="Oval 2155">
              <a:extLst>
                <a:ext uri="{FF2B5EF4-FFF2-40B4-BE49-F238E27FC236}">
                  <a16:creationId xmlns:a16="http://schemas.microsoft.com/office/drawing/2014/main" id="{F529DA7B-C698-1BB9-7DE9-8B4C28A91326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7" name="Oval 2156">
              <a:extLst>
                <a:ext uri="{FF2B5EF4-FFF2-40B4-BE49-F238E27FC236}">
                  <a16:creationId xmlns:a16="http://schemas.microsoft.com/office/drawing/2014/main" id="{60A152A6-8EAE-1E43-A69F-1996398E945E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8" name="Oval 2157">
              <a:extLst>
                <a:ext uri="{FF2B5EF4-FFF2-40B4-BE49-F238E27FC236}">
                  <a16:creationId xmlns:a16="http://schemas.microsoft.com/office/drawing/2014/main" id="{1CCC3D2C-76DD-85CF-8B5F-E9080F0BFA6C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9" name="Oval 2158">
              <a:extLst>
                <a:ext uri="{FF2B5EF4-FFF2-40B4-BE49-F238E27FC236}">
                  <a16:creationId xmlns:a16="http://schemas.microsoft.com/office/drawing/2014/main" id="{B52DD436-679C-8FA7-AA72-1DFD7C58AF56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0" name="Oval 2159">
              <a:extLst>
                <a:ext uri="{FF2B5EF4-FFF2-40B4-BE49-F238E27FC236}">
                  <a16:creationId xmlns:a16="http://schemas.microsoft.com/office/drawing/2014/main" id="{A3840A26-4F12-DB66-0AE7-D7241228BF62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1" name="Oval 2160">
              <a:extLst>
                <a:ext uri="{FF2B5EF4-FFF2-40B4-BE49-F238E27FC236}">
                  <a16:creationId xmlns:a16="http://schemas.microsoft.com/office/drawing/2014/main" id="{DB4B5F6B-2296-97A9-3B23-FF998AEC4134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2" name="Oval 2161">
              <a:extLst>
                <a:ext uri="{FF2B5EF4-FFF2-40B4-BE49-F238E27FC236}">
                  <a16:creationId xmlns:a16="http://schemas.microsoft.com/office/drawing/2014/main" id="{0A4A3A70-5E37-31AB-D6BC-D06A0F25D252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3" name="Oval 2162">
              <a:extLst>
                <a:ext uri="{FF2B5EF4-FFF2-40B4-BE49-F238E27FC236}">
                  <a16:creationId xmlns:a16="http://schemas.microsoft.com/office/drawing/2014/main" id="{1A754912-61F5-0791-0272-6F9D7EB6D140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4" name="Oval 2163">
              <a:extLst>
                <a:ext uri="{FF2B5EF4-FFF2-40B4-BE49-F238E27FC236}">
                  <a16:creationId xmlns:a16="http://schemas.microsoft.com/office/drawing/2014/main" id="{5D2EEAC5-3EB8-BBB3-D0B2-0D193C9BAA8B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5" name="Oval 2164">
              <a:extLst>
                <a:ext uri="{FF2B5EF4-FFF2-40B4-BE49-F238E27FC236}">
                  <a16:creationId xmlns:a16="http://schemas.microsoft.com/office/drawing/2014/main" id="{06FDF40D-BE0D-30A9-F00B-9CB39487EE97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6" name="Oval 2165">
              <a:extLst>
                <a:ext uri="{FF2B5EF4-FFF2-40B4-BE49-F238E27FC236}">
                  <a16:creationId xmlns:a16="http://schemas.microsoft.com/office/drawing/2014/main" id="{A6706BF3-C470-EB5C-73E7-6081A1B465FD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7" name="Oval 2166">
              <a:extLst>
                <a:ext uri="{FF2B5EF4-FFF2-40B4-BE49-F238E27FC236}">
                  <a16:creationId xmlns:a16="http://schemas.microsoft.com/office/drawing/2014/main" id="{18DA8FD0-478C-CF59-6A49-2F753739D060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8" name="Oval 2167">
              <a:extLst>
                <a:ext uri="{FF2B5EF4-FFF2-40B4-BE49-F238E27FC236}">
                  <a16:creationId xmlns:a16="http://schemas.microsoft.com/office/drawing/2014/main" id="{F46AC24A-513E-A4A6-DAC6-793A03335F6E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9" name="Oval 2168">
              <a:extLst>
                <a:ext uri="{FF2B5EF4-FFF2-40B4-BE49-F238E27FC236}">
                  <a16:creationId xmlns:a16="http://schemas.microsoft.com/office/drawing/2014/main" id="{1B9B3BFB-7C65-577A-7612-B2D6043632AC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0" name="Oval 2169">
              <a:extLst>
                <a:ext uri="{FF2B5EF4-FFF2-40B4-BE49-F238E27FC236}">
                  <a16:creationId xmlns:a16="http://schemas.microsoft.com/office/drawing/2014/main" id="{25A48F8E-427E-5575-8562-A8619A94D186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1" name="Oval 2170">
              <a:extLst>
                <a:ext uri="{FF2B5EF4-FFF2-40B4-BE49-F238E27FC236}">
                  <a16:creationId xmlns:a16="http://schemas.microsoft.com/office/drawing/2014/main" id="{A8A3E8FA-9871-B70F-8268-B98D5318834B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2" name="Oval 2171">
              <a:extLst>
                <a:ext uri="{FF2B5EF4-FFF2-40B4-BE49-F238E27FC236}">
                  <a16:creationId xmlns:a16="http://schemas.microsoft.com/office/drawing/2014/main" id="{0301BB93-0FAF-ADC7-A215-2AA791FAACA2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3" name="Oval 2172">
              <a:extLst>
                <a:ext uri="{FF2B5EF4-FFF2-40B4-BE49-F238E27FC236}">
                  <a16:creationId xmlns:a16="http://schemas.microsoft.com/office/drawing/2014/main" id="{B6D03639-9C6C-5B9A-590C-501459BD0180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4" name="Oval 2173">
              <a:extLst>
                <a:ext uri="{FF2B5EF4-FFF2-40B4-BE49-F238E27FC236}">
                  <a16:creationId xmlns:a16="http://schemas.microsoft.com/office/drawing/2014/main" id="{38BD45D7-0C2D-E282-59E4-3092F33AF0A7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5" name="Oval 2174">
              <a:extLst>
                <a:ext uri="{FF2B5EF4-FFF2-40B4-BE49-F238E27FC236}">
                  <a16:creationId xmlns:a16="http://schemas.microsoft.com/office/drawing/2014/main" id="{A724A943-2A3E-DBCB-150F-9C9FB93BCDF9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6" name="Oval 2175">
              <a:extLst>
                <a:ext uri="{FF2B5EF4-FFF2-40B4-BE49-F238E27FC236}">
                  <a16:creationId xmlns:a16="http://schemas.microsoft.com/office/drawing/2014/main" id="{05D55739-1F6E-8486-412D-3D55E5B1043B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7" name="Oval 2176">
              <a:extLst>
                <a:ext uri="{FF2B5EF4-FFF2-40B4-BE49-F238E27FC236}">
                  <a16:creationId xmlns:a16="http://schemas.microsoft.com/office/drawing/2014/main" id="{ACAB6133-D577-815D-B0BB-4173F65B7DD2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8" name="Oval 2177">
              <a:extLst>
                <a:ext uri="{FF2B5EF4-FFF2-40B4-BE49-F238E27FC236}">
                  <a16:creationId xmlns:a16="http://schemas.microsoft.com/office/drawing/2014/main" id="{B416D706-5A6C-A1FF-26BE-BCB3D6C5DD13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79" name="TextBox 2178">
            <a:extLst>
              <a:ext uri="{FF2B5EF4-FFF2-40B4-BE49-F238E27FC236}">
                <a16:creationId xmlns:a16="http://schemas.microsoft.com/office/drawing/2014/main" id="{DA00A695-030F-55EA-6D29-970FF44ECBA8}"/>
              </a:ext>
            </a:extLst>
          </p:cNvPr>
          <p:cNvSpPr txBox="1"/>
          <p:nvPr/>
        </p:nvSpPr>
        <p:spPr>
          <a:xfrm>
            <a:off x="2186290" y="705877"/>
            <a:ext cx="15446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Middle </a:t>
            </a:r>
          </a:p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~10 m</a:t>
            </a:r>
          </a:p>
        </p:txBody>
      </p:sp>
      <p:sp>
        <p:nvSpPr>
          <p:cNvPr id="2182" name="TextBox 2181">
            <a:extLst>
              <a:ext uri="{FF2B5EF4-FFF2-40B4-BE49-F238E27FC236}">
                <a16:creationId xmlns:a16="http://schemas.microsoft.com/office/drawing/2014/main" id="{56E1DF11-6444-D737-2816-F96F03AA1728}"/>
              </a:ext>
            </a:extLst>
          </p:cNvPr>
          <p:cNvSpPr txBox="1"/>
          <p:nvPr/>
        </p:nvSpPr>
        <p:spPr>
          <a:xfrm>
            <a:off x="370093" y="332540"/>
            <a:ext cx="30654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a. Natural mainland reef</a:t>
            </a:r>
          </a:p>
        </p:txBody>
      </p:sp>
      <p:grpSp>
        <p:nvGrpSpPr>
          <p:cNvPr id="2183" name="Group 2182">
            <a:extLst>
              <a:ext uri="{FF2B5EF4-FFF2-40B4-BE49-F238E27FC236}">
                <a16:creationId xmlns:a16="http://schemas.microsoft.com/office/drawing/2014/main" id="{CB6EF665-0686-30E0-91C2-2D953F897F99}"/>
              </a:ext>
            </a:extLst>
          </p:cNvPr>
          <p:cNvGrpSpPr/>
          <p:nvPr/>
        </p:nvGrpSpPr>
        <p:grpSpPr>
          <a:xfrm>
            <a:off x="5961860" y="4562303"/>
            <a:ext cx="202377" cy="261610"/>
            <a:chOff x="5739883" y="1855754"/>
            <a:chExt cx="2424275" cy="4513338"/>
          </a:xfrm>
        </p:grpSpPr>
        <p:sp>
          <p:nvSpPr>
            <p:cNvPr id="2184" name="Freeform 2183">
              <a:extLst>
                <a:ext uri="{FF2B5EF4-FFF2-40B4-BE49-F238E27FC236}">
                  <a16:creationId xmlns:a16="http://schemas.microsoft.com/office/drawing/2014/main" id="{7C6C4AB0-750B-2D23-EF72-88F3EC564735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5" name="Freeform 2184">
              <a:extLst>
                <a:ext uri="{FF2B5EF4-FFF2-40B4-BE49-F238E27FC236}">
                  <a16:creationId xmlns:a16="http://schemas.microsoft.com/office/drawing/2014/main" id="{9BDD5BD2-A088-9EE9-C863-83A0E7CF4E6C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6" name="Freeform 2185">
              <a:extLst>
                <a:ext uri="{FF2B5EF4-FFF2-40B4-BE49-F238E27FC236}">
                  <a16:creationId xmlns:a16="http://schemas.microsoft.com/office/drawing/2014/main" id="{B98CD12F-87BB-99B3-34BA-BBD0FB6CAAD6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7" name="Freeform 2186">
              <a:extLst>
                <a:ext uri="{FF2B5EF4-FFF2-40B4-BE49-F238E27FC236}">
                  <a16:creationId xmlns:a16="http://schemas.microsoft.com/office/drawing/2014/main" id="{0645CDA5-FDE1-5C61-3658-E65C964155E0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8" name="Freeform 2187">
              <a:extLst>
                <a:ext uri="{FF2B5EF4-FFF2-40B4-BE49-F238E27FC236}">
                  <a16:creationId xmlns:a16="http://schemas.microsoft.com/office/drawing/2014/main" id="{211D790C-CC60-71A5-33A6-7BE158933E3B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9" name="Freeform 2188">
              <a:extLst>
                <a:ext uri="{FF2B5EF4-FFF2-40B4-BE49-F238E27FC236}">
                  <a16:creationId xmlns:a16="http://schemas.microsoft.com/office/drawing/2014/main" id="{C0C0776C-FC3A-DB86-3DDE-83BC0A1CC785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0" name="Freeform 2189">
              <a:extLst>
                <a:ext uri="{FF2B5EF4-FFF2-40B4-BE49-F238E27FC236}">
                  <a16:creationId xmlns:a16="http://schemas.microsoft.com/office/drawing/2014/main" id="{532B1BE2-E20E-CF5A-1518-FF13ECA9CC93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1" name="Freeform 2190">
              <a:extLst>
                <a:ext uri="{FF2B5EF4-FFF2-40B4-BE49-F238E27FC236}">
                  <a16:creationId xmlns:a16="http://schemas.microsoft.com/office/drawing/2014/main" id="{4F26B8A8-EDB2-D40F-7F60-F541DEA340B9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2" name="Freeform 2191">
              <a:extLst>
                <a:ext uri="{FF2B5EF4-FFF2-40B4-BE49-F238E27FC236}">
                  <a16:creationId xmlns:a16="http://schemas.microsoft.com/office/drawing/2014/main" id="{D193B57D-B519-7CD8-0F84-CC22C4C16A83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3" name="Freeform 2192">
              <a:extLst>
                <a:ext uri="{FF2B5EF4-FFF2-40B4-BE49-F238E27FC236}">
                  <a16:creationId xmlns:a16="http://schemas.microsoft.com/office/drawing/2014/main" id="{E8D6F60D-13C8-89E6-3FC0-768825D50A66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4" name="Freeform 2193">
              <a:extLst>
                <a:ext uri="{FF2B5EF4-FFF2-40B4-BE49-F238E27FC236}">
                  <a16:creationId xmlns:a16="http://schemas.microsoft.com/office/drawing/2014/main" id="{8EE63BD8-FFBD-5BCB-A522-F070DEA08FCB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5" name="Freeform 2194">
              <a:extLst>
                <a:ext uri="{FF2B5EF4-FFF2-40B4-BE49-F238E27FC236}">
                  <a16:creationId xmlns:a16="http://schemas.microsoft.com/office/drawing/2014/main" id="{3439DE5E-534A-4783-1FD8-744E58DA5254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6" name="Freeform 2195">
              <a:extLst>
                <a:ext uri="{FF2B5EF4-FFF2-40B4-BE49-F238E27FC236}">
                  <a16:creationId xmlns:a16="http://schemas.microsoft.com/office/drawing/2014/main" id="{17F33782-BEC8-669D-F5A0-688CF3D184A6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7" name="Freeform 2196">
              <a:extLst>
                <a:ext uri="{FF2B5EF4-FFF2-40B4-BE49-F238E27FC236}">
                  <a16:creationId xmlns:a16="http://schemas.microsoft.com/office/drawing/2014/main" id="{DFA4D4D6-1252-E6E4-8F3A-8B83C306B6DA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8" name="Freeform 2197">
              <a:extLst>
                <a:ext uri="{FF2B5EF4-FFF2-40B4-BE49-F238E27FC236}">
                  <a16:creationId xmlns:a16="http://schemas.microsoft.com/office/drawing/2014/main" id="{8A359923-1FEC-C995-A025-3B010C18C698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9" name="Freeform 2198">
              <a:extLst>
                <a:ext uri="{FF2B5EF4-FFF2-40B4-BE49-F238E27FC236}">
                  <a16:creationId xmlns:a16="http://schemas.microsoft.com/office/drawing/2014/main" id="{93E8F947-DB60-54E4-9CA4-7969AF3ADB95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0" name="Freeform 2199">
              <a:extLst>
                <a:ext uri="{FF2B5EF4-FFF2-40B4-BE49-F238E27FC236}">
                  <a16:creationId xmlns:a16="http://schemas.microsoft.com/office/drawing/2014/main" id="{41623440-11D0-016B-AF12-8EB4A120039F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1" name="Freeform 2200">
              <a:extLst>
                <a:ext uri="{FF2B5EF4-FFF2-40B4-BE49-F238E27FC236}">
                  <a16:creationId xmlns:a16="http://schemas.microsoft.com/office/drawing/2014/main" id="{468AC9F6-E14F-BC52-9057-C81F863ACC78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2" name="Freeform 2201">
              <a:extLst>
                <a:ext uri="{FF2B5EF4-FFF2-40B4-BE49-F238E27FC236}">
                  <a16:creationId xmlns:a16="http://schemas.microsoft.com/office/drawing/2014/main" id="{D1BD32B4-0379-D251-4BB9-2C73DB32B28D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3" name="Freeform 2202">
              <a:extLst>
                <a:ext uri="{FF2B5EF4-FFF2-40B4-BE49-F238E27FC236}">
                  <a16:creationId xmlns:a16="http://schemas.microsoft.com/office/drawing/2014/main" id="{C02E73A6-E71D-F771-9A19-E06C1855763D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4" name="Freeform 2203">
              <a:extLst>
                <a:ext uri="{FF2B5EF4-FFF2-40B4-BE49-F238E27FC236}">
                  <a16:creationId xmlns:a16="http://schemas.microsoft.com/office/drawing/2014/main" id="{7EEA6EA3-D411-60EF-BDB0-E3F1ECD4C90F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5" name="Freeform 2204">
              <a:extLst>
                <a:ext uri="{FF2B5EF4-FFF2-40B4-BE49-F238E27FC236}">
                  <a16:creationId xmlns:a16="http://schemas.microsoft.com/office/drawing/2014/main" id="{4B9741A3-1AE7-44CF-8C26-B950F9BE14D2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6" name="Freeform 2205">
              <a:extLst>
                <a:ext uri="{FF2B5EF4-FFF2-40B4-BE49-F238E27FC236}">
                  <a16:creationId xmlns:a16="http://schemas.microsoft.com/office/drawing/2014/main" id="{4D87F3C1-B032-7206-E5A8-98B575B705E7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7" name="Freeform 2206">
              <a:extLst>
                <a:ext uri="{FF2B5EF4-FFF2-40B4-BE49-F238E27FC236}">
                  <a16:creationId xmlns:a16="http://schemas.microsoft.com/office/drawing/2014/main" id="{09BB4AAF-2124-052A-36D4-D04092656C94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8" name="Freeform 2207">
              <a:extLst>
                <a:ext uri="{FF2B5EF4-FFF2-40B4-BE49-F238E27FC236}">
                  <a16:creationId xmlns:a16="http://schemas.microsoft.com/office/drawing/2014/main" id="{573738FF-73AA-8B1C-568A-6BEF800E0ADD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9" name="Freeform 2208">
              <a:extLst>
                <a:ext uri="{FF2B5EF4-FFF2-40B4-BE49-F238E27FC236}">
                  <a16:creationId xmlns:a16="http://schemas.microsoft.com/office/drawing/2014/main" id="{FD25525C-58A6-E541-3EF8-0250026C2C50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0" name="Freeform 2209">
              <a:extLst>
                <a:ext uri="{FF2B5EF4-FFF2-40B4-BE49-F238E27FC236}">
                  <a16:creationId xmlns:a16="http://schemas.microsoft.com/office/drawing/2014/main" id="{B4E35058-A6B9-4B27-34FA-57C086DB79A8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1" name="Freeform 2210">
              <a:extLst>
                <a:ext uri="{FF2B5EF4-FFF2-40B4-BE49-F238E27FC236}">
                  <a16:creationId xmlns:a16="http://schemas.microsoft.com/office/drawing/2014/main" id="{A79F55DE-E23E-E438-2843-53FFEE193BFC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2" name="Freeform 2211">
              <a:extLst>
                <a:ext uri="{FF2B5EF4-FFF2-40B4-BE49-F238E27FC236}">
                  <a16:creationId xmlns:a16="http://schemas.microsoft.com/office/drawing/2014/main" id="{23383A9F-E11F-D568-6BA7-B604BF3D153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3" name="Freeform 2212">
              <a:extLst>
                <a:ext uri="{FF2B5EF4-FFF2-40B4-BE49-F238E27FC236}">
                  <a16:creationId xmlns:a16="http://schemas.microsoft.com/office/drawing/2014/main" id="{09D08A26-1706-CA9A-2754-98377FAA04AE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4" name="Freeform 2213">
              <a:extLst>
                <a:ext uri="{FF2B5EF4-FFF2-40B4-BE49-F238E27FC236}">
                  <a16:creationId xmlns:a16="http://schemas.microsoft.com/office/drawing/2014/main" id="{424C8392-CD0A-9BB5-8E3B-F4941CC88948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5" name="Freeform 2214">
              <a:extLst>
                <a:ext uri="{FF2B5EF4-FFF2-40B4-BE49-F238E27FC236}">
                  <a16:creationId xmlns:a16="http://schemas.microsoft.com/office/drawing/2014/main" id="{2F77927B-8358-A5CD-D23F-DFF567678AF9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6" name="Freeform 2215">
              <a:extLst>
                <a:ext uri="{FF2B5EF4-FFF2-40B4-BE49-F238E27FC236}">
                  <a16:creationId xmlns:a16="http://schemas.microsoft.com/office/drawing/2014/main" id="{8BE1CEE3-9F94-3503-79F0-90DD9EC92DAB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7" name="Freeform 2216">
              <a:extLst>
                <a:ext uri="{FF2B5EF4-FFF2-40B4-BE49-F238E27FC236}">
                  <a16:creationId xmlns:a16="http://schemas.microsoft.com/office/drawing/2014/main" id="{EABEA397-3212-D735-2BE8-2ABA475CB7A2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8" name="Freeform 2217">
              <a:extLst>
                <a:ext uri="{FF2B5EF4-FFF2-40B4-BE49-F238E27FC236}">
                  <a16:creationId xmlns:a16="http://schemas.microsoft.com/office/drawing/2014/main" id="{95148CBA-2596-EC7F-C9D9-DCECBC68C813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9" name="Freeform 2218">
              <a:extLst>
                <a:ext uri="{FF2B5EF4-FFF2-40B4-BE49-F238E27FC236}">
                  <a16:creationId xmlns:a16="http://schemas.microsoft.com/office/drawing/2014/main" id="{10427B9F-8E53-F7AD-7C15-5DC5FAFA4B67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0" name="Freeform 2219">
              <a:extLst>
                <a:ext uri="{FF2B5EF4-FFF2-40B4-BE49-F238E27FC236}">
                  <a16:creationId xmlns:a16="http://schemas.microsoft.com/office/drawing/2014/main" id="{94522436-EA76-31B9-6797-2C9BEA9151F0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1" name="Freeform 2220">
              <a:extLst>
                <a:ext uri="{FF2B5EF4-FFF2-40B4-BE49-F238E27FC236}">
                  <a16:creationId xmlns:a16="http://schemas.microsoft.com/office/drawing/2014/main" id="{983667A4-F9C4-642B-75C7-E941CEA4478D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2" name="Freeform 2221">
              <a:extLst>
                <a:ext uri="{FF2B5EF4-FFF2-40B4-BE49-F238E27FC236}">
                  <a16:creationId xmlns:a16="http://schemas.microsoft.com/office/drawing/2014/main" id="{691FF2FB-25BA-83F8-FA9A-6E9E84C5575E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3" name="Freeform 2222">
              <a:extLst>
                <a:ext uri="{FF2B5EF4-FFF2-40B4-BE49-F238E27FC236}">
                  <a16:creationId xmlns:a16="http://schemas.microsoft.com/office/drawing/2014/main" id="{2CBA70C1-AED0-0BCD-2AB6-358494E4D2A4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4" name="Freeform 2223">
              <a:extLst>
                <a:ext uri="{FF2B5EF4-FFF2-40B4-BE49-F238E27FC236}">
                  <a16:creationId xmlns:a16="http://schemas.microsoft.com/office/drawing/2014/main" id="{B530A90B-A416-B823-A2BA-02DCB0985C78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5" name="Freeform 2224">
              <a:extLst>
                <a:ext uri="{FF2B5EF4-FFF2-40B4-BE49-F238E27FC236}">
                  <a16:creationId xmlns:a16="http://schemas.microsoft.com/office/drawing/2014/main" id="{53065EB9-E228-DD78-C7BA-6154C22092F6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6" name="Freeform 2225">
              <a:extLst>
                <a:ext uri="{FF2B5EF4-FFF2-40B4-BE49-F238E27FC236}">
                  <a16:creationId xmlns:a16="http://schemas.microsoft.com/office/drawing/2014/main" id="{8E6D4360-472D-4CB0-467A-F88E3B9D98D6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7" name="Freeform 2226">
              <a:extLst>
                <a:ext uri="{FF2B5EF4-FFF2-40B4-BE49-F238E27FC236}">
                  <a16:creationId xmlns:a16="http://schemas.microsoft.com/office/drawing/2014/main" id="{3C946337-8039-63F3-AD8E-F4714C62C5D9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8" name="Freeform 2227">
              <a:extLst>
                <a:ext uri="{FF2B5EF4-FFF2-40B4-BE49-F238E27FC236}">
                  <a16:creationId xmlns:a16="http://schemas.microsoft.com/office/drawing/2014/main" id="{C9FD822E-8D28-C70A-3094-E0520D491432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9" name="Freeform 2228">
              <a:extLst>
                <a:ext uri="{FF2B5EF4-FFF2-40B4-BE49-F238E27FC236}">
                  <a16:creationId xmlns:a16="http://schemas.microsoft.com/office/drawing/2014/main" id="{87F014EC-D53F-DEB2-C949-1F513CD0D2B2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0" name="Freeform 2229">
              <a:extLst>
                <a:ext uri="{FF2B5EF4-FFF2-40B4-BE49-F238E27FC236}">
                  <a16:creationId xmlns:a16="http://schemas.microsoft.com/office/drawing/2014/main" id="{50965C77-F29C-54CE-0A73-89DDFD9E527C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1" name="Freeform 2230">
              <a:extLst>
                <a:ext uri="{FF2B5EF4-FFF2-40B4-BE49-F238E27FC236}">
                  <a16:creationId xmlns:a16="http://schemas.microsoft.com/office/drawing/2014/main" id="{2C44DC88-654A-9CEA-B11E-059DFB69EB2B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2" name="Freeform 2231">
              <a:extLst>
                <a:ext uri="{FF2B5EF4-FFF2-40B4-BE49-F238E27FC236}">
                  <a16:creationId xmlns:a16="http://schemas.microsoft.com/office/drawing/2014/main" id="{9D672D57-2448-593E-B1CB-C7E139EF813F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3" name="Freeform 2232">
              <a:extLst>
                <a:ext uri="{FF2B5EF4-FFF2-40B4-BE49-F238E27FC236}">
                  <a16:creationId xmlns:a16="http://schemas.microsoft.com/office/drawing/2014/main" id="{0E8F7D2F-4F79-941F-EB07-5C8802E4292F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4" name="Freeform 2233">
              <a:extLst>
                <a:ext uri="{FF2B5EF4-FFF2-40B4-BE49-F238E27FC236}">
                  <a16:creationId xmlns:a16="http://schemas.microsoft.com/office/drawing/2014/main" id="{838D16CF-6FFE-0C54-3514-367DA2D45751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5" name="Freeform 2234">
              <a:extLst>
                <a:ext uri="{FF2B5EF4-FFF2-40B4-BE49-F238E27FC236}">
                  <a16:creationId xmlns:a16="http://schemas.microsoft.com/office/drawing/2014/main" id="{EC1EC22B-C299-B927-A7DB-145A5042A13D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6" name="Freeform 2235">
              <a:extLst>
                <a:ext uri="{FF2B5EF4-FFF2-40B4-BE49-F238E27FC236}">
                  <a16:creationId xmlns:a16="http://schemas.microsoft.com/office/drawing/2014/main" id="{65E5C6F0-6C47-E484-D7D9-6AD6042136DE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7" name="Freeform 2236">
              <a:extLst>
                <a:ext uri="{FF2B5EF4-FFF2-40B4-BE49-F238E27FC236}">
                  <a16:creationId xmlns:a16="http://schemas.microsoft.com/office/drawing/2014/main" id="{40052180-4212-8F94-D128-0791208C6C56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8" name="Freeform 2237">
              <a:extLst>
                <a:ext uri="{FF2B5EF4-FFF2-40B4-BE49-F238E27FC236}">
                  <a16:creationId xmlns:a16="http://schemas.microsoft.com/office/drawing/2014/main" id="{E7F8F867-2AEC-2B7F-F9F4-6CEB05C4B75A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9" name="Freeform 2238">
              <a:extLst>
                <a:ext uri="{FF2B5EF4-FFF2-40B4-BE49-F238E27FC236}">
                  <a16:creationId xmlns:a16="http://schemas.microsoft.com/office/drawing/2014/main" id="{65B12572-772A-8FB4-C061-42CC6992A661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0" name="Freeform 2239">
              <a:extLst>
                <a:ext uri="{FF2B5EF4-FFF2-40B4-BE49-F238E27FC236}">
                  <a16:creationId xmlns:a16="http://schemas.microsoft.com/office/drawing/2014/main" id="{5DFB03EF-1D9E-8371-805A-D5795AE9E740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1" name="Freeform 2240">
              <a:extLst>
                <a:ext uri="{FF2B5EF4-FFF2-40B4-BE49-F238E27FC236}">
                  <a16:creationId xmlns:a16="http://schemas.microsoft.com/office/drawing/2014/main" id="{18CD8E2D-C392-BA63-157A-00186D45461C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2" name="Freeform 2241">
              <a:extLst>
                <a:ext uri="{FF2B5EF4-FFF2-40B4-BE49-F238E27FC236}">
                  <a16:creationId xmlns:a16="http://schemas.microsoft.com/office/drawing/2014/main" id="{56E04F6C-2506-5928-F032-9F5B015FD8DC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3" name="Freeform 2242">
              <a:extLst>
                <a:ext uri="{FF2B5EF4-FFF2-40B4-BE49-F238E27FC236}">
                  <a16:creationId xmlns:a16="http://schemas.microsoft.com/office/drawing/2014/main" id="{D5954352-BEAB-255C-DA5E-E4A5DF8837BA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4" name="Freeform 2243">
              <a:extLst>
                <a:ext uri="{FF2B5EF4-FFF2-40B4-BE49-F238E27FC236}">
                  <a16:creationId xmlns:a16="http://schemas.microsoft.com/office/drawing/2014/main" id="{A2B357E7-FDC3-34E3-A27A-2B75391F4DE9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5" name="Freeform 2244">
              <a:extLst>
                <a:ext uri="{FF2B5EF4-FFF2-40B4-BE49-F238E27FC236}">
                  <a16:creationId xmlns:a16="http://schemas.microsoft.com/office/drawing/2014/main" id="{85C75F1C-85D3-EBC2-11E9-D11D72FD7A45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6" name="Freeform 2245">
              <a:extLst>
                <a:ext uri="{FF2B5EF4-FFF2-40B4-BE49-F238E27FC236}">
                  <a16:creationId xmlns:a16="http://schemas.microsoft.com/office/drawing/2014/main" id="{BB86F925-0EAE-31C2-3719-093019AE6A31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7" name="Freeform 2246">
              <a:extLst>
                <a:ext uri="{FF2B5EF4-FFF2-40B4-BE49-F238E27FC236}">
                  <a16:creationId xmlns:a16="http://schemas.microsoft.com/office/drawing/2014/main" id="{F029AF4E-0E50-B423-F175-640957E35176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8" name="Freeform 2247">
              <a:extLst>
                <a:ext uri="{FF2B5EF4-FFF2-40B4-BE49-F238E27FC236}">
                  <a16:creationId xmlns:a16="http://schemas.microsoft.com/office/drawing/2014/main" id="{18996E1F-1D02-AF38-FE42-38B82A937EC9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9" name="Freeform 2248">
              <a:extLst>
                <a:ext uri="{FF2B5EF4-FFF2-40B4-BE49-F238E27FC236}">
                  <a16:creationId xmlns:a16="http://schemas.microsoft.com/office/drawing/2014/main" id="{B352CB83-60B5-59A6-B757-D793F638B6E0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0" name="Freeform 2249">
              <a:extLst>
                <a:ext uri="{FF2B5EF4-FFF2-40B4-BE49-F238E27FC236}">
                  <a16:creationId xmlns:a16="http://schemas.microsoft.com/office/drawing/2014/main" id="{E1F8497D-5C4E-9D8F-4101-A0B1C6E93CDA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1" name="Freeform 2250">
              <a:extLst>
                <a:ext uri="{FF2B5EF4-FFF2-40B4-BE49-F238E27FC236}">
                  <a16:creationId xmlns:a16="http://schemas.microsoft.com/office/drawing/2014/main" id="{647FC96A-2163-E3E2-4370-D8158C21D4B2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2" name="Freeform 2251">
              <a:extLst>
                <a:ext uri="{FF2B5EF4-FFF2-40B4-BE49-F238E27FC236}">
                  <a16:creationId xmlns:a16="http://schemas.microsoft.com/office/drawing/2014/main" id="{1D5CBAAD-8121-B033-0D49-1FE9589CC17B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3" name="Freeform 2252">
              <a:extLst>
                <a:ext uri="{FF2B5EF4-FFF2-40B4-BE49-F238E27FC236}">
                  <a16:creationId xmlns:a16="http://schemas.microsoft.com/office/drawing/2014/main" id="{2CD42F93-3A5E-F145-FC86-E18E0F91A614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4" name="Freeform 2253">
              <a:extLst>
                <a:ext uri="{FF2B5EF4-FFF2-40B4-BE49-F238E27FC236}">
                  <a16:creationId xmlns:a16="http://schemas.microsoft.com/office/drawing/2014/main" id="{593CC863-D408-0229-D8C7-4262B7AE5707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5" name="Freeform 2254">
              <a:extLst>
                <a:ext uri="{FF2B5EF4-FFF2-40B4-BE49-F238E27FC236}">
                  <a16:creationId xmlns:a16="http://schemas.microsoft.com/office/drawing/2014/main" id="{99E22CCA-D735-E922-6201-BECFF4CD325E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6" name="Freeform 2255">
              <a:extLst>
                <a:ext uri="{FF2B5EF4-FFF2-40B4-BE49-F238E27FC236}">
                  <a16:creationId xmlns:a16="http://schemas.microsoft.com/office/drawing/2014/main" id="{13C3BEDB-2F06-B567-1C20-42F5991CD573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7" name="Freeform 2256">
              <a:extLst>
                <a:ext uri="{FF2B5EF4-FFF2-40B4-BE49-F238E27FC236}">
                  <a16:creationId xmlns:a16="http://schemas.microsoft.com/office/drawing/2014/main" id="{916C6B18-D338-905A-9A5E-3B14C66EB5C3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8" name="Freeform 2257">
              <a:extLst>
                <a:ext uri="{FF2B5EF4-FFF2-40B4-BE49-F238E27FC236}">
                  <a16:creationId xmlns:a16="http://schemas.microsoft.com/office/drawing/2014/main" id="{A50BF833-A41F-9DAA-7D55-3B813C51F526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9" name="Freeform 2258">
              <a:extLst>
                <a:ext uri="{FF2B5EF4-FFF2-40B4-BE49-F238E27FC236}">
                  <a16:creationId xmlns:a16="http://schemas.microsoft.com/office/drawing/2014/main" id="{2CA8A2F1-F6DF-6ECB-F9D6-3C4777DF20D3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0" name="Freeform 2259">
              <a:extLst>
                <a:ext uri="{FF2B5EF4-FFF2-40B4-BE49-F238E27FC236}">
                  <a16:creationId xmlns:a16="http://schemas.microsoft.com/office/drawing/2014/main" id="{B6FF3228-CF8D-B123-86DC-9E13F013087C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1" name="Freeform 2260">
              <a:extLst>
                <a:ext uri="{FF2B5EF4-FFF2-40B4-BE49-F238E27FC236}">
                  <a16:creationId xmlns:a16="http://schemas.microsoft.com/office/drawing/2014/main" id="{D4AE7380-73B9-65F7-417D-1826232446FA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2" name="Freeform 2261">
              <a:extLst>
                <a:ext uri="{FF2B5EF4-FFF2-40B4-BE49-F238E27FC236}">
                  <a16:creationId xmlns:a16="http://schemas.microsoft.com/office/drawing/2014/main" id="{22319EF7-8E5E-712E-1786-2300793F2FA2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3" name="Freeform 2262">
              <a:extLst>
                <a:ext uri="{FF2B5EF4-FFF2-40B4-BE49-F238E27FC236}">
                  <a16:creationId xmlns:a16="http://schemas.microsoft.com/office/drawing/2014/main" id="{944484D1-3804-C9C8-AEBD-A4D6E0EA10D7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4" name="Freeform 2263">
              <a:extLst>
                <a:ext uri="{FF2B5EF4-FFF2-40B4-BE49-F238E27FC236}">
                  <a16:creationId xmlns:a16="http://schemas.microsoft.com/office/drawing/2014/main" id="{FC118BE9-BDA1-6B96-AAEE-2749CD1A8B5C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5" name="Freeform 2264">
              <a:extLst>
                <a:ext uri="{FF2B5EF4-FFF2-40B4-BE49-F238E27FC236}">
                  <a16:creationId xmlns:a16="http://schemas.microsoft.com/office/drawing/2014/main" id="{30B9C888-9DBB-5B59-30A3-4AE43CB23274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6" name="Freeform 2265">
              <a:extLst>
                <a:ext uri="{FF2B5EF4-FFF2-40B4-BE49-F238E27FC236}">
                  <a16:creationId xmlns:a16="http://schemas.microsoft.com/office/drawing/2014/main" id="{FA9595E8-9E23-404D-E93D-7D77185801D7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7" name="Freeform 2266">
              <a:extLst>
                <a:ext uri="{FF2B5EF4-FFF2-40B4-BE49-F238E27FC236}">
                  <a16:creationId xmlns:a16="http://schemas.microsoft.com/office/drawing/2014/main" id="{5A91AF98-4BED-9932-FFCE-F4D19A88E1BB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8" name="Freeform 2267">
              <a:extLst>
                <a:ext uri="{FF2B5EF4-FFF2-40B4-BE49-F238E27FC236}">
                  <a16:creationId xmlns:a16="http://schemas.microsoft.com/office/drawing/2014/main" id="{97E7CAE4-CE49-6DE0-C054-6BACA26CC5D2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9" name="Freeform 2268">
              <a:extLst>
                <a:ext uri="{FF2B5EF4-FFF2-40B4-BE49-F238E27FC236}">
                  <a16:creationId xmlns:a16="http://schemas.microsoft.com/office/drawing/2014/main" id="{8D192D51-5921-6181-0BB7-97F286A323E8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0" name="Freeform 2269">
              <a:extLst>
                <a:ext uri="{FF2B5EF4-FFF2-40B4-BE49-F238E27FC236}">
                  <a16:creationId xmlns:a16="http://schemas.microsoft.com/office/drawing/2014/main" id="{19569E43-960D-990E-84C2-CADC02CB1415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1" name="Freeform 2270">
              <a:extLst>
                <a:ext uri="{FF2B5EF4-FFF2-40B4-BE49-F238E27FC236}">
                  <a16:creationId xmlns:a16="http://schemas.microsoft.com/office/drawing/2014/main" id="{3C7647FD-5C91-DC9F-607A-05F6E75B9C41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2" name="Freeform 2271">
              <a:extLst>
                <a:ext uri="{FF2B5EF4-FFF2-40B4-BE49-F238E27FC236}">
                  <a16:creationId xmlns:a16="http://schemas.microsoft.com/office/drawing/2014/main" id="{2EA9945C-1EFC-7CC5-94DC-52B7096C10BB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3" name="Freeform 2272">
              <a:extLst>
                <a:ext uri="{FF2B5EF4-FFF2-40B4-BE49-F238E27FC236}">
                  <a16:creationId xmlns:a16="http://schemas.microsoft.com/office/drawing/2014/main" id="{8FD8C86C-1626-6279-7B30-5C6143926E07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4" name="Freeform 2273">
              <a:extLst>
                <a:ext uri="{FF2B5EF4-FFF2-40B4-BE49-F238E27FC236}">
                  <a16:creationId xmlns:a16="http://schemas.microsoft.com/office/drawing/2014/main" id="{196D79CC-BEC5-E0A4-B280-37F7E8A32E21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5" name="Freeform 2274">
              <a:extLst>
                <a:ext uri="{FF2B5EF4-FFF2-40B4-BE49-F238E27FC236}">
                  <a16:creationId xmlns:a16="http://schemas.microsoft.com/office/drawing/2014/main" id="{6FB99402-5A15-D5C7-E2C7-9BCB99B8E773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6" name="Freeform 2275">
              <a:extLst>
                <a:ext uri="{FF2B5EF4-FFF2-40B4-BE49-F238E27FC236}">
                  <a16:creationId xmlns:a16="http://schemas.microsoft.com/office/drawing/2014/main" id="{5769F730-97C6-B50C-7383-F6AD24A4F3F5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7" name="Freeform 2276">
              <a:extLst>
                <a:ext uri="{FF2B5EF4-FFF2-40B4-BE49-F238E27FC236}">
                  <a16:creationId xmlns:a16="http://schemas.microsoft.com/office/drawing/2014/main" id="{50BFA4D0-0BF1-91B1-1FED-9F3482A84EEB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8" name="Freeform 2277">
              <a:extLst>
                <a:ext uri="{FF2B5EF4-FFF2-40B4-BE49-F238E27FC236}">
                  <a16:creationId xmlns:a16="http://schemas.microsoft.com/office/drawing/2014/main" id="{6B7D4C75-57D3-9B20-7B7C-5C5254986DEC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9" name="Freeform 2278">
              <a:extLst>
                <a:ext uri="{FF2B5EF4-FFF2-40B4-BE49-F238E27FC236}">
                  <a16:creationId xmlns:a16="http://schemas.microsoft.com/office/drawing/2014/main" id="{C082DD84-2FFA-6608-BB1A-445A4B790424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0" name="Freeform 2279">
              <a:extLst>
                <a:ext uri="{FF2B5EF4-FFF2-40B4-BE49-F238E27FC236}">
                  <a16:creationId xmlns:a16="http://schemas.microsoft.com/office/drawing/2014/main" id="{07A0D242-1D69-4A84-50C6-D53B54CEFF28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1" name="Freeform 2280">
              <a:extLst>
                <a:ext uri="{FF2B5EF4-FFF2-40B4-BE49-F238E27FC236}">
                  <a16:creationId xmlns:a16="http://schemas.microsoft.com/office/drawing/2014/main" id="{F48DD274-5FA1-29A2-9C24-FABEA2C3D348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2" name="Freeform 2281">
              <a:extLst>
                <a:ext uri="{FF2B5EF4-FFF2-40B4-BE49-F238E27FC236}">
                  <a16:creationId xmlns:a16="http://schemas.microsoft.com/office/drawing/2014/main" id="{4BE29D1F-139B-4CC3-0ADC-83FD89D77EAA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3" name="Freeform 2282">
              <a:extLst>
                <a:ext uri="{FF2B5EF4-FFF2-40B4-BE49-F238E27FC236}">
                  <a16:creationId xmlns:a16="http://schemas.microsoft.com/office/drawing/2014/main" id="{197B3A13-5373-DE6A-FD32-C066B4814AA3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4" name="Freeform 2283">
              <a:extLst>
                <a:ext uri="{FF2B5EF4-FFF2-40B4-BE49-F238E27FC236}">
                  <a16:creationId xmlns:a16="http://schemas.microsoft.com/office/drawing/2014/main" id="{E633FB4C-12A1-BE44-3926-70AA997A6B46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5" name="Freeform 2284">
              <a:extLst>
                <a:ext uri="{FF2B5EF4-FFF2-40B4-BE49-F238E27FC236}">
                  <a16:creationId xmlns:a16="http://schemas.microsoft.com/office/drawing/2014/main" id="{5A9659A0-A1FF-12AB-7539-5A44A9D67203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6" name="Freeform 2285">
              <a:extLst>
                <a:ext uri="{FF2B5EF4-FFF2-40B4-BE49-F238E27FC236}">
                  <a16:creationId xmlns:a16="http://schemas.microsoft.com/office/drawing/2014/main" id="{0A22D9B4-2124-4B16-13D2-60B99041FBA9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7" name="Freeform 2286">
              <a:extLst>
                <a:ext uri="{FF2B5EF4-FFF2-40B4-BE49-F238E27FC236}">
                  <a16:creationId xmlns:a16="http://schemas.microsoft.com/office/drawing/2014/main" id="{D3E4E59D-DC82-6AC3-1DCE-067B1F4400A6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8" name="Freeform 2287">
              <a:extLst>
                <a:ext uri="{FF2B5EF4-FFF2-40B4-BE49-F238E27FC236}">
                  <a16:creationId xmlns:a16="http://schemas.microsoft.com/office/drawing/2014/main" id="{95F3D62C-A193-F3FD-0A9D-B50A7E5C5967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9" name="Freeform 2288">
              <a:extLst>
                <a:ext uri="{FF2B5EF4-FFF2-40B4-BE49-F238E27FC236}">
                  <a16:creationId xmlns:a16="http://schemas.microsoft.com/office/drawing/2014/main" id="{1021A641-59BF-1E8C-4BC7-AAC8F424B33D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0" name="Freeform 2289">
              <a:extLst>
                <a:ext uri="{FF2B5EF4-FFF2-40B4-BE49-F238E27FC236}">
                  <a16:creationId xmlns:a16="http://schemas.microsoft.com/office/drawing/2014/main" id="{A4CA3185-73EA-B6D6-1FE0-098165699E4E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1" name="Freeform 2290">
              <a:extLst>
                <a:ext uri="{FF2B5EF4-FFF2-40B4-BE49-F238E27FC236}">
                  <a16:creationId xmlns:a16="http://schemas.microsoft.com/office/drawing/2014/main" id="{55CB2DAE-B0A9-0AC0-B97F-A53E150B41B0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8BB2E292-2112-88F0-8B06-066670B0DCDC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66188B15-33E8-BDE2-E332-E54105CE17F8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D09DE180-7105-3955-F71A-574343016FBD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B82B0A9B-4BE3-1975-FC82-3BEF4B10D4A3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57880A42-A69C-A8E3-FD8D-18F16AC519C9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0A1F3413-FDFB-FDDC-C755-73F2574D8159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4BCC3D83-4F88-B62D-A19D-89110B9AE9DD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C37AF6B2-90A8-A6AD-0A74-8687AC44858A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E16FE0AF-493F-1EC2-D0E2-06C3A0681EE8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1" name="Freeform 2300">
              <a:extLst>
                <a:ext uri="{FF2B5EF4-FFF2-40B4-BE49-F238E27FC236}">
                  <a16:creationId xmlns:a16="http://schemas.microsoft.com/office/drawing/2014/main" id="{1B821A56-680D-9A46-B211-F26FF1C30226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2" name="Freeform 2301">
              <a:extLst>
                <a:ext uri="{FF2B5EF4-FFF2-40B4-BE49-F238E27FC236}">
                  <a16:creationId xmlns:a16="http://schemas.microsoft.com/office/drawing/2014/main" id="{F1B0C9F5-C385-DA20-A778-991453304C83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C84E991A-9379-E6AF-0C22-37924208F9AF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5F6A2BDA-AABD-5EAF-5952-2733C9B13673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C9D9A473-F99F-AE27-D5EA-07BA8D356779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6C3E5836-F179-98E5-6472-5B6E5A7C9D82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86CF99F4-A33F-C018-3148-513634703D62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F315B0CC-8AB8-DB82-D7D5-8C0334E0C293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2002BC93-F4F5-D212-1136-3044F0E3DA0E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2ADD7EE1-34B9-5FD4-1C94-7E9AE61E9E9E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1" name="Freeform 2310">
              <a:extLst>
                <a:ext uri="{FF2B5EF4-FFF2-40B4-BE49-F238E27FC236}">
                  <a16:creationId xmlns:a16="http://schemas.microsoft.com/office/drawing/2014/main" id="{67C1B109-368C-D28B-652C-5F2E47CC12D3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2" name="Freeform 2311">
              <a:extLst>
                <a:ext uri="{FF2B5EF4-FFF2-40B4-BE49-F238E27FC236}">
                  <a16:creationId xmlns:a16="http://schemas.microsoft.com/office/drawing/2014/main" id="{6C1C754E-4E7F-4501-C0D5-F41D96A726BE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3" name="Freeform 2312">
              <a:extLst>
                <a:ext uri="{FF2B5EF4-FFF2-40B4-BE49-F238E27FC236}">
                  <a16:creationId xmlns:a16="http://schemas.microsoft.com/office/drawing/2014/main" id="{B394CBBE-CFF0-6142-1ADD-6048A3D515B8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4" name="Freeform 2313">
              <a:extLst>
                <a:ext uri="{FF2B5EF4-FFF2-40B4-BE49-F238E27FC236}">
                  <a16:creationId xmlns:a16="http://schemas.microsoft.com/office/drawing/2014/main" id="{8B73DA61-7708-67B5-A4FC-A1997EFCD074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3CA335B5-4A03-0D7F-D1E7-3ED847E78F7C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F3B15AA9-4C4E-F5E6-0313-14AAEA4025AD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E4C39256-0A4E-7F9C-2B13-6DDA5A4B07DF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E5B3C8EC-877D-37D7-5B0F-75DC86C54AE8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9F2E6100-CDD2-2173-1442-D992901E9633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F8A04766-7A0A-3C2D-373B-82BCBF138B9C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1A770C1B-94D3-AC72-2A51-58886158DCAE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7B597314-0CB8-D3C0-E43F-ACD2DDA09BE6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664F5221-90C6-F879-302A-457C077A620D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BCA67F65-061C-F327-5B09-8C2871F28B0B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5" name="Freeform 2324">
              <a:extLst>
                <a:ext uri="{FF2B5EF4-FFF2-40B4-BE49-F238E27FC236}">
                  <a16:creationId xmlns:a16="http://schemas.microsoft.com/office/drawing/2014/main" id="{617A501A-8640-C054-783B-41109E1B0E28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6" name="Freeform 2325">
              <a:extLst>
                <a:ext uri="{FF2B5EF4-FFF2-40B4-BE49-F238E27FC236}">
                  <a16:creationId xmlns:a16="http://schemas.microsoft.com/office/drawing/2014/main" id="{BABCFC7B-7EED-892C-9A3C-D1863FFF496C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F28F4154-F373-A586-75A9-276CD116E310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49273721-3364-865E-3A06-E03BCF4D6EC1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9" name="Freeform 2328">
              <a:extLst>
                <a:ext uri="{FF2B5EF4-FFF2-40B4-BE49-F238E27FC236}">
                  <a16:creationId xmlns:a16="http://schemas.microsoft.com/office/drawing/2014/main" id="{AEDA93F5-EBD5-FE84-6148-BE0F5EC8DBD2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0" name="Freeform 2329">
              <a:extLst>
                <a:ext uri="{FF2B5EF4-FFF2-40B4-BE49-F238E27FC236}">
                  <a16:creationId xmlns:a16="http://schemas.microsoft.com/office/drawing/2014/main" id="{B166AB9E-FBB7-1BE9-0FF1-DD1224CA3446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1" name="Freeform 2330">
              <a:extLst>
                <a:ext uri="{FF2B5EF4-FFF2-40B4-BE49-F238E27FC236}">
                  <a16:creationId xmlns:a16="http://schemas.microsoft.com/office/drawing/2014/main" id="{E17E9114-1C7E-1E30-88CF-C8467687D480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2" name="Freeform 2331">
              <a:extLst>
                <a:ext uri="{FF2B5EF4-FFF2-40B4-BE49-F238E27FC236}">
                  <a16:creationId xmlns:a16="http://schemas.microsoft.com/office/drawing/2014/main" id="{46FB2A2B-4ED6-F2CD-8C84-4AE64440677E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3" name="Freeform 2332">
              <a:extLst>
                <a:ext uri="{FF2B5EF4-FFF2-40B4-BE49-F238E27FC236}">
                  <a16:creationId xmlns:a16="http://schemas.microsoft.com/office/drawing/2014/main" id="{F78B523F-6A35-88AB-8ADE-BE597CB5DE34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4" name="Freeform 2333">
              <a:extLst>
                <a:ext uri="{FF2B5EF4-FFF2-40B4-BE49-F238E27FC236}">
                  <a16:creationId xmlns:a16="http://schemas.microsoft.com/office/drawing/2014/main" id="{817CB549-030E-2062-20E2-A81E1B93330A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5" name="Freeform 2334">
              <a:extLst>
                <a:ext uri="{FF2B5EF4-FFF2-40B4-BE49-F238E27FC236}">
                  <a16:creationId xmlns:a16="http://schemas.microsoft.com/office/drawing/2014/main" id="{BAAC6BCC-29B2-9636-11F5-97CB21D574F9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6" name="Freeform 2335">
              <a:extLst>
                <a:ext uri="{FF2B5EF4-FFF2-40B4-BE49-F238E27FC236}">
                  <a16:creationId xmlns:a16="http://schemas.microsoft.com/office/drawing/2014/main" id="{635CC575-DB0C-C70C-8959-4CE798A0D1A6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7" name="Freeform 2336">
              <a:extLst>
                <a:ext uri="{FF2B5EF4-FFF2-40B4-BE49-F238E27FC236}">
                  <a16:creationId xmlns:a16="http://schemas.microsoft.com/office/drawing/2014/main" id="{11C2F155-31EF-C6EC-AFDD-B76201D3D438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8" name="Freeform 2337">
              <a:extLst>
                <a:ext uri="{FF2B5EF4-FFF2-40B4-BE49-F238E27FC236}">
                  <a16:creationId xmlns:a16="http://schemas.microsoft.com/office/drawing/2014/main" id="{F1A5C5D8-5FE0-6057-9A08-D1FE1D83009D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9" name="Freeform 2338">
              <a:extLst>
                <a:ext uri="{FF2B5EF4-FFF2-40B4-BE49-F238E27FC236}">
                  <a16:creationId xmlns:a16="http://schemas.microsoft.com/office/drawing/2014/main" id="{8FFFA206-2DCF-9815-31EE-41F59A9B151C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0" name="Freeform 2339">
              <a:extLst>
                <a:ext uri="{FF2B5EF4-FFF2-40B4-BE49-F238E27FC236}">
                  <a16:creationId xmlns:a16="http://schemas.microsoft.com/office/drawing/2014/main" id="{33AB2107-3197-1AA9-8837-3E9176F13507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1" name="Freeform 2340">
              <a:extLst>
                <a:ext uri="{FF2B5EF4-FFF2-40B4-BE49-F238E27FC236}">
                  <a16:creationId xmlns:a16="http://schemas.microsoft.com/office/drawing/2014/main" id="{8CC115B0-A623-CDE6-A054-2C156913F0A1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2" name="Freeform 2341">
              <a:extLst>
                <a:ext uri="{FF2B5EF4-FFF2-40B4-BE49-F238E27FC236}">
                  <a16:creationId xmlns:a16="http://schemas.microsoft.com/office/drawing/2014/main" id="{72CFB4BD-C935-56D0-FB6C-0AB46F732069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3" name="Freeform 2342">
              <a:extLst>
                <a:ext uri="{FF2B5EF4-FFF2-40B4-BE49-F238E27FC236}">
                  <a16:creationId xmlns:a16="http://schemas.microsoft.com/office/drawing/2014/main" id="{076E961A-F69E-A166-1777-C2DD15B32CBC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4" name="Freeform 2343">
              <a:extLst>
                <a:ext uri="{FF2B5EF4-FFF2-40B4-BE49-F238E27FC236}">
                  <a16:creationId xmlns:a16="http://schemas.microsoft.com/office/drawing/2014/main" id="{5C850756-341D-AF02-AC75-CEBE066D3F5F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5" name="Freeform 2344">
              <a:extLst>
                <a:ext uri="{FF2B5EF4-FFF2-40B4-BE49-F238E27FC236}">
                  <a16:creationId xmlns:a16="http://schemas.microsoft.com/office/drawing/2014/main" id="{31781E12-3868-A0F2-C0AD-D5ED7A1917A9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6" name="Freeform 2345">
              <a:extLst>
                <a:ext uri="{FF2B5EF4-FFF2-40B4-BE49-F238E27FC236}">
                  <a16:creationId xmlns:a16="http://schemas.microsoft.com/office/drawing/2014/main" id="{97219FFA-969F-106D-7ED5-20553221930A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7" name="Freeform 2346">
              <a:extLst>
                <a:ext uri="{FF2B5EF4-FFF2-40B4-BE49-F238E27FC236}">
                  <a16:creationId xmlns:a16="http://schemas.microsoft.com/office/drawing/2014/main" id="{0DDAEE1D-A07D-E74B-3C3A-E2C99A11B5D2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8" name="Freeform 2347">
              <a:extLst>
                <a:ext uri="{FF2B5EF4-FFF2-40B4-BE49-F238E27FC236}">
                  <a16:creationId xmlns:a16="http://schemas.microsoft.com/office/drawing/2014/main" id="{7188C726-8D34-B174-AF3F-C009E242977E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9" name="Freeform 2348">
              <a:extLst>
                <a:ext uri="{FF2B5EF4-FFF2-40B4-BE49-F238E27FC236}">
                  <a16:creationId xmlns:a16="http://schemas.microsoft.com/office/drawing/2014/main" id="{254BC6E4-CAFE-AF7F-AC51-DA29FC5364AB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0" name="Freeform 2349">
              <a:extLst>
                <a:ext uri="{FF2B5EF4-FFF2-40B4-BE49-F238E27FC236}">
                  <a16:creationId xmlns:a16="http://schemas.microsoft.com/office/drawing/2014/main" id="{24CEB818-15B0-4A38-D1FA-5A48E6C96B29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1" name="Freeform 2350">
              <a:extLst>
                <a:ext uri="{FF2B5EF4-FFF2-40B4-BE49-F238E27FC236}">
                  <a16:creationId xmlns:a16="http://schemas.microsoft.com/office/drawing/2014/main" id="{B1EDBD17-15B6-5A7E-5A1D-4C6472243635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2" name="Freeform 2351">
              <a:extLst>
                <a:ext uri="{FF2B5EF4-FFF2-40B4-BE49-F238E27FC236}">
                  <a16:creationId xmlns:a16="http://schemas.microsoft.com/office/drawing/2014/main" id="{9C3532A7-7E5A-C9DC-6AD5-2DCBDEFD40D3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3" name="Freeform 2352">
              <a:extLst>
                <a:ext uri="{FF2B5EF4-FFF2-40B4-BE49-F238E27FC236}">
                  <a16:creationId xmlns:a16="http://schemas.microsoft.com/office/drawing/2014/main" id="{0E04F8CC-A5F2-AC8B-D7D7-948D4AE18920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4" name="Freeform 2353">
              <a:extLst>
                <a:ext uri="{FF2B5EF4-FFF2-40B4-BE49-F238E27FC236}">
                  <a16:creationId xmlns:a16="http://schemas.microsoft.com/office/drawing/2014/main" id="{9EAC7C61-BEEB-97CE-97E5-AFE30CD4748B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5" name="Freeform 2354">
              <a:extLst>
                <a:ext uri="{FF2B5EF4-FFF2-40B4-BE49-F238E27FC236}">
                  <a16:creationId xmlns:a16="http://schemas.microsoft.com/office/drawing/2014/main" id="{3687AFBC-B609-B52C-FC44-2890BC5CBC0B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6" name="Freeform 2355">
              <a:extLst>
                <a:ext uri="{FF2B5EF4-FFF2-40B4-BE49-F238E27FC236}">
                  <a16:creationId xmlns:a16="http://schemas.microsoft.com/office/drawing/2014/main" id="{092BFAB5-7A1E-5D4A-5DB0-70C437545FA5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8853C773-417B-50EF-8F4D-F52E45117528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7411D1BE-CBE7-4799-0EDB-111B6888E5D3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FF013400-742C-490A-7B99-942AEF6DB058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846AAEE1-6687-89AC-680B-04F7DC459649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84CFD5CF-21F3-23B0-7442-E9C5712D62A7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87BA0E88-DA3A-7F07-E1D6-704EECD8CFB4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5535174F-C7DD-C3CA-89F6-9EB5A460BD87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221F1359-9A93-3FD6-18CE-0FBE2E5E58C5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5" name="Freeform 2364">
              <a:extLst>
                <a:ext uri="{FF2B5EF4-FFF2-40B4-BE49-F238E27FC236}">
                  <a16:creationId xmlns:a16="http://schemas.microsoft.com/office/drawing/2014/main" id="{017E1991-2CC3-2E89-A910-F4EE5EC733B8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6B90A3D8-BEB0-7B7B-3FE2-604A4E4A1BC7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C55FED59-6F84-0213-34BE-2C8F3164C539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1849DDB6-C59B-5586-B8C9-E0F77816B8BE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2A350505-74B7-7915-BBE4-2A9C07E5CF14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9EF5172D-465E-235C-4DFD-99B7FA718A60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BC3933F1-553D-46A0-3AA8-77EA72251E40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2" name="Freeform 2371">
              <a:extLst>
                <a:ext uri="{FF2B5EF4-FFF2-40B4-BE49-F238E27FC236}">
                  <a16:creationId xmlns:a16="http://schemas.microsoft.com/office/drawing/2014/main" id="{33121700-1FAF-908E-A059-8850F2D5CCA2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1A5C01FB-9A95-9360-FC0F-41F18162C3E6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4" name="Freeform 2373">
              <a:extLst>
                <a:ext uri="{FF2B5EF4-FFF2-40B4-BE49-F238E27FC236}">
                  <a16:creationId xmlns:a16="http://schemas.microsoft.com/office/drawing/2014/main" id="{B01FF0AC-6FC8-52AA-5209-181BBDC39AF8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AD698EE8-F46C-A5ED-6E1F-6FA78600670E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EA8057CF-AC82-1B37-01BB-4B6A307F8330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547DDD45-94FF-11CC-FE5F-9EE159766FA7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DDFEFA02-31B5-954D-0F6D-BB62CF045F48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ECF94B4E-BEF9-7788-7C2D-650A29F4EF5F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58A05399-2882-DC48-3EDB-C8D3F396E6FB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63BB11BE-7C1C-89DE-79FD-D8E0956F5859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CAD89925-9C9D-3CA5-4F28-84C7174285D2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E7F8CB2D-3779-15F7-8AFB-6E5952C3EDDB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A1A4B0E1-C80A-156D-228D-8D79831BEBF4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1A81894B-2B46-2AA9-A1A0-71EB44B9BD1D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4E0154E1-6466-15A8-4A51-9A088C22C7CB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9383E82D-0838-4460-A106-9C7A655EB201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9E1A1DE1-0710-D589-6493-CC123896D941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9" name="Freeform 2388">
              <a:extLst>
                <a:ext uri="{FF2B5EF4-FFF2-40B4-BE49-F238E27FC236}">
                  <a16:creationId xmlns:a16="http://schemas.microsoft.com/office/drawing/2014/main" id="{C1D3239E-3DF3-D96D-B200-C5B89382D5C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1B384CE9-E63C-CC24-EFA3-8BB5F039CFC1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DA83B42A-6589-45C1-9C5D-74ABDCB7E66C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EA18C42D-D7FD-75E1-561D-9B6E060A109A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90C6CE10-D423-9F49-6FA7-F7CE849F7887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90857DED-8468-45CC-C640-7EACDF2537D5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EF4C5178-FCB6-3889-5F26-B5ECED2F7949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E55509D3-30A7-91C4-878B-1771E29C408B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BBB1D4AC-FD48-B58F-2CC9-293790B45691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ACC6D5FD-CD96-05F7-C5FF-6FF15AD7D380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82561293-832B-C862-0D62-FAC9095F6AEF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4A1D6805-58FC-0269-4353-CF769221FA9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1" name="Freeform 2400">
              <a:extLst>
                <a:ext uri="{FF2B5EF4-FFF2-40B4-BE49-F238E27FC236}">
                  <a16:creationId xmlns:a16="http://schemas.microsoft.com/office/drawing/2014/main" id="{4E10F05E-D058-9D42-CBFB-15B89C3F4F11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2" name="Freeform 2401">
              <a:extLst>
                <a:ext uri="{FF2B5EF4-FFF2-40B4-BE49-F238E27FC236}">
                  <a16:creationId xmlns:a16="http://schemas.microsoft.com/office/drawing/2014/main" id="{783A08B6-0745-F8F3-514E-D9985E655869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3" name="Freeform 2402">
              <a:extLst>
                <a:ext uri="{FF2B5EF4-FFF2-40B4-BE49-F238E27FC236}">
                  <a16:creationId xmlns:a16="http://schemas.microsoft.com/office/drawing/2014/main" id="{BD5DB93D-AEC7-4335-44D8-E7476D35DD0F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4" name="Freeform 2403">
              <a:extLst>
                <a:ext uri="{FF2B5EF4-FFF2-40B4-BE49-F238E27FC236}">
                  <a16:creationId xmlns:a16="http://schemas.microsoft.com/office/drawing/2014/main" id="{E2AF31B5-027B-09E8-38E2-9F0A5A8D5641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5" name="Freeform 2404">
              <a:extLst>
                <a:ext uri="{FF2B5EF4-FFF2-40B4-BE49-F238E27FC236}">
                  <a16:creationId xmlns:a16="http://schemas.microsoft.com/office/drawing/2014/main" id="{F98EFC5E-6B25-6705-0475-2704323C4CF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6" name="Freeform 2405">
              <a:extLst>
                <a:ext uri="{FF2B5EF4-FFF2-40B4-BE49-F238E27FC236}">
                  <a16:creationId xmlns:a16="http://schemas.microsoft.com/office/drawing/2014/main" id="{F5570BB8-F876-266E-D1F0-1A2FAA50D6E0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7" name="Freeform 2406">
              <a:extLst>
                <a:ext uri="{FF2B5EF4-FFF2-40B4-BE49-F238E27FC236}">
                  <a16:creationId xmlns:a16="http://schemas.microsoft.com/office/drawing/2014/main" id="{30D61103-365C-29D6-0B21-DB787A72AC1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8" name="Freeform 2407">
              <a:extLst>
                <a:ext uri="{FF2B5EF4-FFF2-40B4-BE49-F238E27FC236}">
                  <a16:creationId xmlns:a16="http://schemas.microsoft.com/office/drawing/2014/main" id="{099235E5-7AD7-AE0E-4533-AF957C0486A1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9" name="Freeform 2408">
              <a:extLst>
                <a:ext uri="{FF2B5EF4-FFF2-40B4-BE49-F238E27FC236}">
                  <a16:creationId xmlns:a16="http://schemas.microsoft.com/office/drawing/2014/main" id="{3975A725-991C-E154-B700-E0AFB75A0A82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0" name="Freeform 2409">
              <a:extLst>
                <a:ext uri="{FF2B5EF4-FFF2-40B4-BE49-F238E27FC236}">
                  <a16:creationId xmlns:a16="http://schemas.microsoft.com/office/drawing/2014/main" id="{3A2BA37C-5635-8C18-7141-E952DCFB1554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1" name="Freeform 2410">
              <a:extLst>
                <a:ext uri="{FF2B5EF4-FFF2-40B4-BE49-F238E27FC236}">
                  <a16:creationId xmlns:a16="http://schemas.microsoft.com/office/drawing/2014/main" id="{9BF6C0C3-FA30-3F2A-A397-58305ED2E277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2" name="Freeform 2411">
              <a:extLst>
                <a:ext uri="{FF2B5EF4-FFF2-40B4-BE49-F238E27FC236}">
                  <a16:creationId xmlns:a16="http://schemas.microsoft.com/office/drawing/2014/main" id="{6FCEF92C-175F-D723-8A4B-3EB04EF36F10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3" name="Freeform 2412">
              <a:extLst>
                <a:ext uri="{FF2B5EF4-FFF2-40B4-BE49-F238E27FC236}">
                  <a16:creationId xmlns:a16="http://schemas.microsoft.com/office/drawing/2014/main" id="{F731D0E7-8D48-600D-1F27-B9D47559A476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4" name="Freeform 2413">
              <a:extLst>
                <a:ext uri="{FF2B5EF4-FFF2-40B4-BE49-F238E27FC236}">
                  <a16:creationId xmlns:a16="http://schemas.microsoft.com/office/drawing/2014/main" id="{A37B6D3E-41D4-64F1-E10D-CC602456DDBD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5" name="Freeform 2414">
              <a:extLst>
                <a:ext uri="{FF2B5EF4-FFF2-40B4-BE49-F238E27FC236}">
                  <a16:creationId xmlns:a16="http://schemas.microsoft.com/office/drawing/2014/main" id="{DE123E01-CC77-5C5C-2D05-468DFEB42139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6" name="Freeform 2415">
              <a:extLst>
                <a:ext uri="{FF2B5EF4-FFF2-40B4-BE49-F238E27FC236}">
                  <a16:creationId xmlns:a16="http://schemas.microsoft.com/office/drawing/2014/main" id="{AE3D046B-ADF7-6EF3-0388-7EDDC6617B5F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7" name="Freeform 2416">
              <a:extLst>
                <a:ext uri="{FF2B5EF4-FFF2-40B4-BE49-F238E27FC236}">
                  <a16:creationId xmlns:a16="http://schemas.microsoft.com/office/drawing/2014/main" id="{245AC86C-E1B1-06B0-33A4-C52D2A875AFA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8" name="Freeform 2417">
              <a:extLst>
                <a:ext uri="{FF2B5EF4-FFF2-40B4-BE49-F238E27FC236}">
                  <a16:creationId xmlns:a16="http://schemas.microsoft.com/office/drawing/2014/main" id="{0A6E0FDB-CF4C-614E-7FCF-891B14A8A320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1432F003-44D6-805A-D96B-E2AAC6C58F5A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299EE1D4-9913-7DF0-9014-0F6B43F599ED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BF3F24A6-83F9-EE3E-2D36-D87F3B0FD9BF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887ECBEE-38D7-C33A-23A1-824E52E7D528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3" name="Freeform 2422">
              <a:extLst>
                <a:ext uri="{FF2B5EF4-FFF2-40B4-BE49-F238E27FC236}">
                  <a16:creationId xmlns:a16="http://schemas.microsoft.com/office/drawing/2014/main" id="{03EE5F5E-86C8-AD66-1609-D96375FFA7F1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4" name="Freeform 2423">
              <a:extLst>
                <a:ext uri="{FF2B5EF4-FFF2-40B4-BE49-F238E27FC236}">
                  <a16:creationId xmlns:a16="http://schemas.microsoft.com/office/drawing/2014/main" id="{009FBA33-74B3-B31C-D811-F604430B7B27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5" name="Freeform 2424">
              <a:extLst>
                <a:ext uri="{FF2B5EF4-FFF2-40B4-BE49-F238E27FC236}">
                  <a16:creationId xmlns:a16="http://schemas.microsoft.com/office/drawing/2014/main" id="{672FB001-8FA9-817A-DC69-69BDCA434978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6" name="Freeform 2425">
              <a:extLst>
                <a:ext uri="{FF2B5EF4-FFF2-40B4-BE49-F238E27FC236}">
                  <a16:creationId xmlns:a16="http://schemas.microsoft.com/office/drawing/2014/main" id="{23C6DBF2-2E19-D2EA-5C81-0B938AC52DFE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7" name="Freeform 2426">
              <a:extLst>
                <a:ext uri="{FF2B5EF4-FFF2-40B4-BE49-F238E27FC236}">
                  <a16:creationId xmlns:a16="http://schemas.microsoft.com/office/drawing/2014/main" id="{74CBF90F-FB3C-D44B-918D-0F1AD3B7DBFB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8" name="Freeform 2427">
              <a:extLst>
                <a:ext uri="{FF2B5EF4-FFF2-40B4-BE49-F238E27FC236}">
                  <a16:creationId xmlns:a16="http://schemas.microsoft.com/office/drawing/2014/main" id="{6A41BF6C-D491-8F63-7CFA-4EBCB4D7C356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FF6E2B94-4C3F-EA4D-BD36-B9550B6F3BEF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DDAEADD6-F782-0E11-553E-75DE0EB7452D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1" name="Freeform 2430">
              <a:extLst>
                <a:ext uri="{FF2B5EF4-FFF2-40B4-BE49-F238E27FC236}">
                  <a16:creationId xmlns:a16="http://schemas.microsoft.com/office/drawing/2014/main" id="{1EE303EE-78D1-DEDE-749B-1624BF325CBD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A9F62A79-81F6-74F9-74C1-BFE9E679088F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1EC1F502-37F4-5B99-3ACE-9848185C52F3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AAC74388-83DF-B7A7-AD10-5A2D9FF2F617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FE28B82A-01DF-C7E9-7445-D8104A524D01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6" name="Freeform 2435">
              <a:extLst>
                <a:ext uri="{FF2B5EF4-FFF2-40B4-BE49-F238E27FC236}">
                  <a16:creationId xmlns:a16="http://schemas.microsoft.com/office/drawing/2014/main" id="{524F97CF-9158-972F-DA2C-7F1D9FA16CA9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7" name="Freeform 2436">
              <a:extLst>
                <a:ext uri="{FF2B5EF4-FFF2-40B4-BE49-F238E27FC236}">
                  <a16:creationId xmlns:a16="http://schemas.microsoft.com/office/drawing/2014/main" id="{4C991C4E-5DF2-4DFE-65F4-195D57151B8F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8" name="Freeform 2437">
              <a:extLst>
                <a:ext uri="{FF2B5EF4-FFF2-40B4-BE49-F238E27FC236}">
                  <a16:creationId xmlns:a16="http://schemas.microsoft.com/office/drawing/2014/main" id="{42D24C15-F41E-A6A8-032B-A07648CE920D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38FF5003-413C-B69E-11CE-ED8B35CA82A2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CC14FA1E-86CD-5CEC-432B-919B58B2C322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1" name="Freeform 2440">
              <a:extLst>
                <a:ext uri="{FF2B5EF4-FFF2-40B4-BE49-F238E27FC236}">
                  <a16:creationId xmlns:a16="http://schemas.microsoft.com/office/drawing/2014/main" id="{099661AF-AC0B-C81B-53E7-FFCD2C8A28B1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2" name="Freeform 2441">
              <a:extLst>
                <a:ext uri="{FF2B5EF4-FFF2-40B4-BE49-F238E27FC236}">
                  <a16:creationId xmlns:a16="http://schemas.microsoft.com/office/drawing/2014/main" id="{93A4EB41-8078-0A41-E311-F60784345D55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3" name="Freeform 2442">
              <a:extLst>
                <a:ext uri="{FF2B5EF4-FFF2-40B4-BE49-F238E27FC236}">
                  <a16:creationId xmlns:a16="http://schemas.microsoft.com/office/drawing/2014/main" id="{586C7715-0C99-4ED4-1FA4-CC177DC13ED1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D343E2DB-3C7B-7BA7-DB60-EEA2DDB5E118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A813FE98-5A84-5A18-4610-E13600F963BB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6" name="Freeform 2445">
              <a:extLst>
                <a:ext uri="{FF2B5EF4-FFF2-40B4-BE49-F238E27FC236}">
                  <a16:creationId xmlns:a16="http://schemas.microsoft.com/office/drawing/2014/main" id="{A45DD58E-91EE-F3DB-F888-7200008EA794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7" name="Freeform 2446">
              <a:extLst>
                <a:ext uri="{FF2B5EF4-FFF2-40B4-BE49-F238E27FC236}">
                  <a16:creationId xmlns:a16="http://schemas.microsoft.com/office/drawing/2014/main" id="{184B466D-3741-5180-42A7-CC7C89B5F470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8" name="Freeform 2447">
              <a:extLst>
                <a:ext uri="{FF2B5EF4-FFF2-40B4-BE49-F238E27FC236}">
                  <a16:creationId xmlns:a16="http://schemas.microsoft.com/office/drawing/2014/main" id="{5FD1A430-19FD-05B8-E88A-4C0C4C737B9B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9" name="Freeform 2448">
              <a:extLst>
                <a:ext uri="{FF2B5EF4-FFF2-40B4-BE49-F238E27FC236}">
                  <a16:creationId xmlns:a16="http://schemas.microsoft.com/office/drawing/2014/main" id="{DA9D098E-2C88-0EFB-A57D-072188F0762E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0" name="Freeform 2449">
              <a:extLst>
                <a:ext uri="{FF2B5EF4-FFF2-40B4-BE49-F238E27FC236}">
                  <a16:creationId xmlns:a16="http://schemas.microsoft.com/office/drawing/2014/main" id="{32648C5D-65F1-5D09-B883-ADB071D9F2BA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1" name="Freeform 2450">
              <a:extLst>
                <a:ext uri="{FF2B5EF4-FFF2-40B4-BE49-F238E27FC236}">
                  <a16:creationId xmlns:a16="http://schemas.microsoft.com/office/drawing/2014/main" id="{DAE1C66B-B704-9358-8E11-B5EA7FFAFDF0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5333992D-4FE2-808D-7AA7-E81708837252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C604F422-6A9E-FFA4-BE8C-C76E5D1D2011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4" name="Freeform 2453">
              <a:extLst>
                <a:ext uri="{FF2B5EF4-FFF2-40B4-BE49-F238E27FC236}">
                  <a16:creationId xmlns:a16="http://schemas.microsoft.com/office/drawing/2014/main" id="{352D1E23-C51D-F51A-5E4B-EE7AA73687A4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3AA396DD-85DE-E74C-3385-FCAB57405CF9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1E1D0B28-6D79-38F2-2D0B-988CDE0D7F7D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8C8AFED0-6E62-6A97-5D94-EAB67F68F3E4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AE0BCE19-F7A9-D724-B744-1FDE5E0C5060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5EE207D7-1548-5855-49CE-178FA718F97D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0" name="Freeform 2459">
              <a:extLst>
                <a:ext uri="{FF2B5EF4-FFF2-40B4-BE49-F238E27FC236}">
                  <a16:creationId xmlns:a16="http://schemas.microsoft.com/office/drawing/2014/main" id="{FD10C9DA-14B8-010F-B0FF-ADAD7FD00484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BC3002AD-29A4-0E94-F4BD-5391381881AD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FD225D96-6BC9-E4D9-C6E6-A068BDDC3A31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78C3C10C-D199-F7D7-CD23-9FCA38F2AA0E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84AE4735-F2DC-0B59-3A48-EE444CC8CBBD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971D15C6-687A-54BF-3B22-54539E74F32B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F13683DA-04E3-DBC5-60C2-4EAF930CECA1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E123B7BC-970B-26E7-62F7-9FC74D0F4E18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3A8C675C-BF83-82A0-3499-ED57B47A604D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9" name="Freeform 2468">
              <a:extLst>
                <a:ext uri="{FF2B5EF4-FFF2-40B4-BE49-F238E27FC236}">
                  <a16:creationId xmlns:a16="http://schemas.microsoft.com/office/drawing/2014/main" id="{95DD2F87-53CA-A235-5B1B-4E17842C6A53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0" name="Freeform 2469">
              <a:extLst>
                <a:ext uri="{FF2B5EF4-FFF2-40B4-BE49-F238E27FC236}">
                  <a16:creationId xmlns:a16="http://schemas.microsoft.com/office/drawing/2014/main" id="{564A7F21-3B65-12EB-3930-EBCB83975C55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1" name="Freeform 2470">
              <a:extLst>
                <a:ext uri="{FF2B5EF4-FFF2-40B4-BE49-F238E27FC236}">
                  <a16:creationId xmlns:a16="http://schemas.microsoft.com/office/drawing/2014/main" id="{91B5D9C3-9A6D-111C-9D00-836CA5A1B86D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2" name="Freeform 2471">
              <a:extLst>
                <a:ext uri="{FF2B5EF4-FFF2-40B4-BE49-F238E27FC236}">
                  <a16:creationId xmlns:a16="http://schemas.microsoft.com/office/drawing/2014/main" id="{B03A9568-F2F4-FF90-C3A8-8BFDC22FD01B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3" name="Freeform 2472">
              <a:extLst>
                <a:ext uri="{FF2B5EF4-FFF2-40B4-BE49-F238E27FC236}">
                  <a16:creationId xmlns:a16="http://schemas.microsoft.com/office/drawing/2014/main" id="{F39C9684-6821-73B7-DD1B-A4E912F0BF2E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4" name="Freeform 2473">
              <a:extLst>
                <a:ext uri="{FF2B5EF4-FFF2-40B4-BE49-F238E27FC236}">
                  <a16:creationId xmlns:a16="http://schemas.microsoft.com/office/drawing/2014/main" id="{EF3E023A-CEB6-2D96-FCB4-7822F7698F19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5" name="Freeform 2474">
              <a:extLst>
                <a:ext uri="{FF2B5EF4-FFF2-40B4-BE49-F238E27FC236}">
                  <a16:creationId xmlns:a16="http://schemas.microsoft.com/office/drawing/2014/main" id="{6566C5B1-DA12-6F05-AA0B-885C0DEEDEB6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CE40765F-ED59-5815-E218-5D2080EF04FF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7" name="Freeform 2476">
              <a:extLst>
                <a:ext uri="{FF2B5EF4-FFF2-40B4-BE49-F238E27FC236}">
                  <a16:creationId xmlns:a16="http://schemas.microsoft.com/office/drawing/2014/main" id="{979E42AB-8FB8-9017-B3EA-42C501C274B7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8" name="Freeform 2477">
              <a:extLst>
                <a:ext uri="{FF2B5EF4-FFF2-40B4-BE49-F238E27FC236}">
                  <a16:creationId xmlns:a16="http://schemas.microsoft.com/office/drawing/2014/main" id="{911E8E78-7BB5-B004-E4AE-1D2F666B5D9A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6F870B9E-973B-5885-13F2-76E419D18C4A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79D0BDB4-71D6-D0A6-E5AE-AD04CC32A977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BEEB2B21-BFA1-639E-5744-CFEC75EE3E8C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77553430-1807-A9FE-AAA1-54526694028E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0550BA48-0CAB-B776-E98E-B82F4853D3B6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9C60B9AF-9D52-E048-8E0B-8DC3DE5ADD85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02F65A03-AA75-C5DB-4282-5E38AE8FED9A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7F6DB932-1312-1E52-93EC-73CD83F8A7CD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08F7822C-FADB-3B42-8C32-4E96D031FA85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A46D9037-1595-0034-A71A-8B23935B42D6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1582F5C2-FBE7-0880-FA06-EB479BAF196A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ACAD82A9-ECF7-0D31-21E7-2FF878320C93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49A4DD30-0409-ED74-EA58-A237ED7B6E66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2" name="Freeform 2491">
              <a:extLst>
                <a:ext uri="{FF2B5EF4-FFF2-40B4-BE49-F238E27FC236}">
                  <a16:creationId xmlns:a16="http://schemas.microsoft.com/office/drawing/2014/main" id="{581D6BE2-8F22-10DF-913B-FEE63BD5FED5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3" name="Freeform 2492">
              <a:extLst>
                <a:ext uri="{FF2B5EF4-FFF2-40B4-BE49-F238E27FC236}">
                  <a16:creationId xmlns:a16="http://schemas.microsoft.com/office/drawing/2014/main" id="{BE3821C3-0265-8CAB-F55B-F22985937D69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4" name="Freeform 2493">
              <a:extLst>
                <a:ext uri="{FF2B5EF4-FFF2-40B4-BE49-F238E27FC236}">
                  <a16:creationId xmlns:a16="http://schemas.microsoft.com/office/drawing/2014/main" id="{23A1DCC7-937B-F844-7A0D-A863C89FA84E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57A43E88-1EFF-B9C4-B911-08E25A6E9116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969343ED-7895-D6BB-411B-2C0BC8E5EE46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CBBE7113-7339-73CA-045A-0E2D4A4B9CC8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5F902F95-5AEF-E688-E663-04FD3FF9B830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EC434588-C907-8162-266E-A640533BFD76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E30F9DBB-3A9D-9D03-3CC0-A9BE92B698AB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0B3A8638-2C1E-DA1A-D703-46A3557588A0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2" name="Freeform 2501">
              <a:extLst>
                <a:ext uri="{FF2B5EF4-FFF2-40B4-BE49-F238E27FC236}">
                  <a16:creationId xmlns:a16="http://schemas.microsoft.com/office/drawing/2014/main" id="{7EFDAAA1-A573-D50C-D5BB-F7A8714653FF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50747EA1-FB28-B83B-CB7B-581A3C7D712B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46018789-3F0D-78DF-CB14-C658EFDF3681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BEABBC76-69D0-1EE3-B156-AC817D24F2DA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0B8B9034-770C-F62D-C8F3-5D8CBEA49DFF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09B1B7E3-6D44-184C-CA71-2A1022888D90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79B63E0A-29B6-1E91-2E1E-D02F2893B1C4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012C0CA5-D226-2C8D-0EE2-91923D276C46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13688E5A-292B-70FB-C8C9-3B2FE719DF9B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1" name="Freeform 2510">
              <a:extLst>
                <a:ext uri="{FF2B5EF4-FFF2-40B4-BE49-F238E27FC236}">
                  <a16:creationId xmlns:a16="http://schemas.microsoft.com/office/drawing/2014/main" id="{0FB98AA1-043D-05E3-4756-1ED4992AF03E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8808CABB-01A4-E163-68E7-FDEA4001B46F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3" name="Freeform 2512">
              <a:extLst>
                <a:ext uri="{FF2B5EF4-FFF2-40B4-BE49-F238E27FC236}">
                  <a16:creationId xmlns:a16="http://schemas.microsoft.com/office/drawing/2014/main" id="{6E6BE88F-D354-E480-31A2-683B7F770B2F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F17A753D-DFCF-8C0D-F49B-AF099876F3E1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33B8B854-9BC8-6B6B-5D14-8BB6EDAFB034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2142FDCA-D3BD-BD7C-84E5-11EECA4F79A0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21B7547A-76A7-7E7D-FA52-15E97C403A45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F6318BC4-A809-0060-A200-A3C1CA9A6A8B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8B30B244-E5C4-2D7C-885E-42E9F2D00470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F78AD56A-2ACF-DC4B-6941-0DC0F0E5D809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2D82357F-61B7-7A99-9C44-D1BEFDA16F33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2" name="Freeform 2521">
              <a:extLst>
                <a:ext uri="{FF2B5EF4-FFF2-40B4-BE49-F238E27FC236}">
                  <a16:creationId xmlns:a16="http://schemas.microsoft.com/office/drawing/2014/main" id="{4CEA3498-1D70-17B1-884A-F032CDF481B3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3" name="Freeform 2522">
              <a:extLst>
                <a:ext uri="{FF2B5EF4-FFF2-40B4-BE49-F238E27FC236}">
                  <a16:creationId xmlns:a16="http://schemas.microsoft.com/office/drawing/2014/main" id="{0150C3C1-0791-71E6-72BB-0DAC8ACA4BDF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4" name="Freeform 2523">
              <a:extLst>
                <a:ext uri="{FF2B5EF4-FFF2-40B4-BE49-F238E27FC236}">
                  <a16:creationId xmlns:a16="http://schemas.microsoft.com/office/drawing/2014/main" id="{3BF654DB-45C6-548B-791D-25F335866465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5" name="Freeform 2524">
              <a:extLst>
                <a:ext uri="{FF2B5EF4-FFF2-40B4-BE49-F238E27FC236}">
                  <a16:creationId xmlns:a16="http://schemas.microsoft.com/office/drawing/2014/main" id="{90F38DF8-FB3E-5384-D3D0-3572ED2B1442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92408535-C71A-3D0D-F3D4-6D079F03C66B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A4210859-FFB5-0BA6-1F58-DC4D2628BA77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2B5DF08B-0B40-EEC0-AFEA-C8608922EE49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A3EDEE35-6E87-6327-15C7-04EDE71D784E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112BCB91-13E5-3BD6-9EF5-1CF589FF67E7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91C02522-BDAE-EB64-B50C-E659F645E158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696824A0-1A05-76AC-EC6E-F799BFCF9F14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E72C3DC2-E5BF-ACE1-22DE-1B650B360CE1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8C4D541D-CE22-035F-A092-4196BA45A926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FF3F7B6E-B22C-EC19-5733-6DA8419E1B72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411DDF7D-0546-514E-F322-F35A0332B096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9395138D-1712-713F-C0CD-7F732F86A8D7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8" name="Freeform 2537">
              <a:extLst>
                <a:ext uri="{FF2B5EF4-FFF2-40B4-BE49-F238E27FC236}">
                  <a16:creationId xmlns:a16="http://schemas.microsoft.com/office/drawing/2014/main" id="{82E0180E-3FF0-46D6-694A-BBBA03A47F4A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9" name="Freeform 2538">
              <a:extLst>
                <a:ext uri="{FF2B5EF4-FFF2-40B4-BE49-F238E27FC236}">
                  <a16:creationId xmlns:a16="http://schemas.microsoft.com/office/drawing/2014/main" id="{D19C8667-F339-D7AC-4114-681E017B025A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6CBB25EC-3410-56FF-2F08-3BB3AA51ABF4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79D3F8C2-698E-CADF-BB95-6BCA77BF6EFC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1584E88B-A2CE-9B16-085F-6F61ED9E99F2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DCF4FD11-2D9D-3FF9-0224-81D26057BAC9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ACDF4682-1CB3-B53A-7E17-754B38DDC643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5" name="Freeform 2544">
              <a:extLst>
                <a:ext uri="{FF2B5EF4-FFF2-40B4-BE49-F238E27FC236}">
                  <a16:creationId xmlns:a16="http://schemas.microsoft.com/office/drawing/2014/main" id="{55E638E8-6C9F-4C26-2DED-C0B42B2D1D67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DF8CB442-AB64-9D04-5657-90EB8250BDA5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5AAB8739-92B9-C1A8-3AED-A2700920EE2A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8" name="Freeform 2547">
              <a:extLst>
                <a:ext uri="{FF2B5EF4-FFF2-40B4-BE49-F238E27FC236}">
                  <a16:creationId xmlns:a16="http://schemas.microsoft.com/office/drawing/2014/main" id="{C0D773B7-97F1-3BEC-4F17-B36A2A11821D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9" name="Freeform 2548">
              <a:extLst>
                <a:ext uri="{FF2B5EF4-FFF2-40B4-BE49-F238E27FC236}">
                  <a16:creationId xmlns:a16="http://schemas.microsoft.com/office/drawing/2014/main" id="{02AE7BDE-006A-0218-19CE-2DF7CA341A65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0" name="Freeform 2549">
              <a:extLst>
                <a:ext uri="{FF2B5EF4-FFF2-40B4-BE49-F238E27FC236}">
                  <a16:creationId xmlns:a16="http://schemas.microsoft.com/office/drawing/2014/main" id="{24C043ED-4B97-0D20-3483-3CD3C937D411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1" name="Freeform 2550">
              <a:extLst>
                <a:ext uri="{FF2B5EF4-FFF2-40B4-BE49-F238E27FC236}">
                  <a16:creationId xmlns:a16="http://schemas.microsoft.com/office/drawing/2014/main" id="{DB16C202-3393-03DD-D3C1-861EBE8F34D9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2" name="Freeform 2551">
              <a:extLst>
                <a:ext uri="{FF2B5EF4-FFF2-40B4-BE49-F238E27FC236}">
                  <a16:creationId xmlns:a16="http://schemas.microsoft.com/office/drawing/2014/main" id="{937DA457-A8EA-8A09-92C2-143145487A0A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3" name="Freeform 2552">
              <a:extLst>
                <a:ext uri="{FF2B5EF4-FFF2-40B4-BE49-F238E27FC236}">
                  <a16:creationId xmlns:a16="http://schemas.microsoft.com/office/drawing/2014/main" id="{84F1D0E9-E066-F330-9646-0FB312DCEFA8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4" name="Freeform 2553">
              <a:extLst>
                <a:ext uri="{FF2B5EF4-FFF2-40B4-BE49-F238E27FC236}">
                  <a16:creationId xmlns:a16="http://schemas.microsoft.com/office/drawing/2014/main" id="{442F4C64-CA3B-3CDE-B0F7-4513B940CA31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5" name="Freeform 2554">
              <a:extLst>
                <a:ext uri="{FF2B5EF4-FFF2-40B4-BE49-F238E27FC236}">
                  <a16:creationId xmlns:a16="http://schemas.microsoft.com/office/drawing/2014/main" id="{381B108C-5417-7A60-BF62-76A3C31AD0D7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6" name="Freeform 2555">
              <a:extLst>
                <a:ext uri="{FF2B5EF4-FFF2-40B4-BE49-F238E27FC236}">
                  <a16:creationId xmlns:a16="http://schemas.microsoft.com/office/drawing/2014/main" id="{9B9BCB18-3337-FED7-A96C-989F1C568C32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7" name="Freeform 2556">
              <a:extLst>
                <a:ext uri="{FF2B5EF4-FFF2-40B4-BE49-F238E27FC236}">
                  <a16:creationId xmlns:a16="http://schemas.microsoft.com/office/drawing/2014/main" id="{45A837E9-E23A-D5C7-449C-1EADA06947BF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8" name="Freeform 2557">
              <a:extLst>
                <a:ext uri="{FF2B5EF4-FFF2-40B4-BE49-F238E27FC236}">
                  <a16:creationId xmlns:a16="http://schemas.microsoft.com/office/drawing/2014/main" id="{B6A9C219-5505-EBE6-57BC-B3D2F18732EA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9" name="Freeform 2558">
              <a:extLst>
                <a:ext uri="{FF2B5EF4-FFF2-40B4-BE49-F238E27FC236}">
                  <a16:creationId xmlns:a16="http://schemas.microsoft.com/office/drawing/2014/main" id="{8B549493-9D8F-730B-1C9B-E9A6B39F20DB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0" name="Freeform 2559">
              <a:extLst>
                <a:ext uri="{FF2B5EF4-FFF2-40B4-BE49-F238E27FC236}">
                  <a16:creationId xmlns:a16="http://schemas.microsoft.com/office/drawing/2014/main" id="{4BF9C780-2403-0554-537E-84310C2DAF52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1" name="Freeform 2560">
              <a:extLst>
                <a:ext uri="{FF2B5EF4-FFF2-40B4-BE49-F238E27FC236}">
                  <a16:creationId xmlns:a16="http://schemas.microsoft.com/office/drawing/2014/main" id="{3B480496-1782-D4BB-D4C4-B9910AE52CED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2" name="Freeform 2561">
              <a:extLst>
                <a:ext uri="{FF2B5EF4-FFF2-40B4-BE49-F238E27FC236}">
                  <a16:creationId xmlns:a16="http://schemas.microsoft.com/office/drawing/2014/main" id="{1D69BF86-F7F1-DF89-DF84-A69584AA9372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0317B8D9-50BD-EDDE-9F60-F911011CB07F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4" name="Freeform 2563">
              <a:extLst>
                <a:ext uri="{FF2B5EF4-FFF2-40B4-BE49-F238E27FC236}">
                  <a16:creationId xmlns:a16="http://schemas.microsoft.com/office/drawing/2014/main" id="{49800CC5-160A-250B-4131-D14389158CD7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9B5DC0FF-1B91-80F5-19E7-D4E3F05FB686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B56E1A0B-3D5F-321E-4C24-3EDD249C2704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9F606414-2C77-F962-7277-F471468BDAFE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8F41CD97-051E-0021-84CE-2477EE427668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4C440BB8-A0B9-2242-D07A-521F23FCA773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99578B6E-1C8B-62C0-68D2-F35AF633DADC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6F843C0F-B928-6AC1-F557-A9EA50A421C7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24FBCCF3-0BE8-46D8-D3E3-583F801EA836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E38BDD6D-EA0C-65BE-45C6-CE603B92178D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C8D129CD-0D54-BD0E-FC88-0F4F12B5BA56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C01BD996-1B5A-2998-0DCF-9BFBC2A57B66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A409531E-AB49-52BF-69B1-36EFE307810B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FF2B492D-4E6A-952F-7745-CD3833B40F86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E78F1F92-3879-EFC2-7F2B-B822F580343F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9" name="Freeform 2578">
              <a:extLst>
                <a:ext uri="{FF2B5EF4-FFF2-40B4-BE49-F238E27FC236}">
                  <a16:creationId xmlns:a16="http://schemas.microsoft.com/office/drawing/2014/main" id="{4F99CA25-4292-CD0F-01B9-1B99C5D29DFB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0" name="Freeform 2579">
              <a:extLst>
                <a:ext uri="{FF2B5EF4-FFF2-40B4-BE49-F238E27FC236}">
                  <a16:creationId xmlns:a16="http://schemas.microsoft.com/office/drawing/2014/main" id="{5EBF9A79-F1AB-1078-BE66-7D529BDA35EB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1" name="Freeform 2580">
              <a:extLst>
                <a:ext uri="{FF2B5EF4-FFF2-40B4-BE49-F238E27FC236}">
                  <a16:creationId xmlns:a16="http://schemas.microsoft.com/office/drawing/2014/main" id="{2CF228C3-F417-F621-6F19-BD64B98562A4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2" name="Freeform 2581">
              <a:extLst>
                <a:ext uri="{FF2B5EF4-FFF2-40B4-BE49-F238E27FC236}">
                  <a16:creationId xmlns:a16="http://schemas.microsoft.com/office/drawing/2014/main" id="{68666C81-C32E-B04E-B4EE-6F996225A5A6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3" name="Freeform 2582">
              <a:extLst>
                <a:ext uri="{FF2B5EF4-FFF2-40B4-BE49-F238E27FC236}">
                  <a16:creationId xmlns:a16="http://schemas.microsoft.com/office/drawing/2014/main" id="{61B25C3B-CC82-100D-9255-E3E3264FE982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4" name="Freeform 2583">
              <a:extLst>
                <a:ext uri="{FF2B5EF4-FFF2-40B4-BE49-F238E27FC236}">
                  <a16:creationId xmlns:a16="http://schemas.microsoft.com/office/drawing/2014/main" id="{07D71FB2-140F-0B53-4D6B-FE4C88FFA07E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5" name="Freeform 2584">
              <a:extLst>
                <a:ext uri="{FF2B5EF4-FFF2-40B4-BE49-F238E27FC236}">
                  <a16:creationId xmlns:a16="http://schemas.microsoft.com/office/drawing/2014/main" id="{3B27D885-B58F-BB20-9D12-64D7141DDCDA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6" name="Freeform 2585">
              <a:extLst>
                <a:ext uri="{FF2B5EF4-FFF2-40B4-BE49-F238E27FC236}">
                  <a16:creationId xmlns:a16="http://schemas.microsoft.com/office/drawing/2014/main" id="{A8979092-0F68-9DDF-6BD5-71E2BB52E623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7" name="Freeform 2586">
              <a:extLst>
                <a:ext uri="{FF2B5EF4-FFF2-40B4-BE49-F238E27FC236}">
                  <a16:creationId xmlns:a16="http://schemas.microsoft.com/office/drawing/2014/main" id="{AC3CE291-BF27-887A-66C9-A72D2AF074D3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8" name="Freeform 2587">
              <a:extLst>
                <a:ext uri="{FF2B5EF4-FFF2-40B4-BE49-F238E27FC236}">
                  <a16:creationId xmlns:a16="http://schemas.microsoft.com/office/drawing/2014/main" id="{B7A9106F-76B6-6CDB-E3BB-C477684FA455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9" name="Freeform 2588">
              <a:extLst>
                <a:ext uri="{FF2B5EF4-FFF2-40B4-BE49-F238E27FC236}">
                  <a16:creationId xmlns:a16="http://schemas.microsoft.com/office/drawing/2014/main" id="{0CD7F620-AF6F-B8E0-8568-5BA7E90474D3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0" name="Freeform 2589">
              <a:extLst>
                <a:ext uri="{FF2B5EF4-FFF2-40B4-BE49-F238E27FC236}">
                  <a16:creationId xmlns:a16="http://schemas.microsoft.com/office/drawing/2014/main" id="{6FC0C441-FA8F-0B85-1B5F-ED9844B9600F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1" name="Freeform 2590">
              <a:extLst>
                <a:ext uri="{FF2B5EF4-FFF2-40B4-BE49-F238E27FC236}">
                  <a16:creationId xmlns:a16="http://schemas.microsoft.com/office/drawing/2014/main" id="{2A951F9E-9C1F-113B-CB39-E4229804E1E9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2" name="Freeform 2591">
              <a:extLst>
                <a:ext uri="{FF2B5EF4-FFF2-40B4-BE49-F238E27FC236}">
                  <a16:creationId xmlns:a16="http://schemas.microsoft.com/office/drawing/2014/main" id="{0537F70F-9CFF-D1F2-FC95-669AF97990E5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3" name="Freeform 2592">
              <a:extLst>
                <a:ext uri="{FF2B5EF4-FFF2-40B4-BE49-F238E27FC236}">
                  <a16:creationId xmlns:a16="http://schemas.microsoft.com/office/drawing/2014/main" id="{FF744CD3-18EC-4FB8-8ADC-9A597172D62B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4" name="Freeform 2593">
              <a:extLst>
                <a:ext uri="{FF2B5EF4-FFF2-40B4-BE49-F238E27FC236}">
                  <a16:creationId xmlns:a16="http://schemas.microsoft.com/office/drawing/2014/main" id="{808AB944-829A-3F95-987E-C1514EBD6955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5" name="Freeform 2594">
              <a:extLst>
                <a:ext uri="{FF2B5EF4-FFF2-40B4-BE49-F238E27FC236}">
                  <a16:creationId xmlns:a16="http://schemas.microsoft.com/office/drawing/2014/main" id="{048918B1-A10B-99DE-9AA5-87DB7C337DDD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6" name="Freeform 2595">
              <a:extLst>
                <a:ext uri="{FF2B5EF4-FFF2-40B4-BE49-F238E27FC236}">
                  <a16:creationId xmlns:a16="http://schemas.microsoft.com/office/drawing/2014/main" id="{6ED88440-0EB3-4840-7876-BE02E5171016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7" name="Freeform 2596">
              <a:extLst>
                <a:ext uri="{FF2B5EF4-FFF2-40B4-BE49-F238E27FC236}">
                  <a16:creationId xmlns:a16="http://schemas.microsoft.com/office/drawing/2014/main" id="{9EBAAB0B-C924-6C25-769C-5E141B39EE73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8" name="Freeform 2597">
              <a:extLst>
                <a:ext uri="{FF2B5EF4-FFF2-40B4-BE49-F238E27FC236}">
                  <a16:creationId xmlns:a16="http://schemas.microsoft.com/office/drawing/2014/main" id="{7B852454-B555-A099-D6A0-4F7690229C2F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9" name="Freeform 2598">
              <a:extLst>
                <a:ext uri="{FF2B5EF4-FFF2-40B4-BE49-F238E27FC236}">
                  <a16:creationId xmlns:a16="http://schemas.microsoft.com/office/drawing/2014/main" id="{A2EAB559-2647-A6FA-F332-98451A2B6002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0" name="Freeform 2599">
              <a:extLst>
                <a:ext uri="{FF2B5EF4-FFF2-40B4-BE49-F238E27FC236}">
                  <a16:creationId xmlns:a16="http://schemas.microsoft.com/office/drawing/2014/main" id="{B23C0186-BBC6-DAD1-7C72-288A31B05145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1" name="Freeform 2600">
              <a:extLst>
                <a:ext uri="{FF2B5EF4-FFF2-40B4-BE49-F238E27FC236}">
                  <a16:creationId xmlns:a16="http://schemas.microsoft.com/office/drawing/2014/main" id="{D88C9336-C4CF-B454-71D0-9573948E1AFF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2" name="Freeform 2601">
              <a:extLst>
                <a:ext uri="{FF2B5EF4-FFF2-40B4-BE49-F238E27FC236}">
                  <a16:creationId xmlns:a16="http://schemas.microsoft.com/office/drawing/2014/main" id="{0065FB5B-EBF9-12AC-AC3A-3DE27C1C0933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3" name="Freeform 2602">
              <a:extLst>
                <a:ext uri="{FF2B5EF4-FFF2-40B4-BE49-F238E27FC236}">
                  <a16:creationId xmlns:a16="http://schemas.microsoft.com/office/drawing/2014/main" id="{414238C1-46AA-97B0-B3C1-E6A520AFE3E7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4" name="Freeform 2603">
              <a:extLst>
                <a:ext uri="{FF2B5EF4-FFF2-40B4-BE49-F238E27FC236}">
                  <a16:creationId xmlns:a16="http://schemas.microsoft.com/office/drawing/2014/main" id="{1A5DF19D-61E4-E29E-80F8-3D0A4448E961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5" name="Freeform 2604">
              <a:extLst>
                <a:ext uri="{FF2B5EF4-FFF2-40B4-BE49-F238E27FC236}">
                  <a16:creationId xmlns:a16="http://schemas.microsoft.com/office/drawing/2014/main" id="{E3E42F3E-D2E2-E32F-45E5-323B2BF9C66F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6" name="Freeform 2605">
              <a:extLst>
                <a:ext uri="{FF2B5EF4-FFF2-40B4-BE49-F238E27FC236}">
                  <a16:creationId xmlns:a16="http://schemas.microsoft.com/office/drawing/2014/main" id="{297EC47F-1D99-6297-800C-F9F47A78EC7A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7" name="Freeform 2606">
              <a:extLst>
                <a:ext uri="{FF2B5EF4-FFF2-40B4-BE49-F238E27FC236}">
                  <a16:creationId xmlns:a16="http://schemas.microsoft.com/office/drawing/2014/main" id="{35D31970-9585-7B97-6361-45D2BB413A84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8" name="Freeform 2607">
              <a:extLst>
                <a:ext uri="{FF2B5EF4-FFF2-40B4-BE49-F238E27FC236}">
                  <a16:creationId xmlns:a16="http://schemas.microsoft.com/office/drawing/2014/main" id="{62541BDD-57A4-FC49-8340-5551C655C25A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9" name="Freeform 2608">
              <a:extLst>
                <a:ext uri="{FF2B5EF4-FFF2-40B4-BE49-F238E27FC236}">
                  <a16:creationId xmlns:a16="http://schemas.microsoft.com/office/drawing/2014/main" id="{082865FD-0906-DEE9-6B57-5995D987A3D2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0" name="Freeform 2609">
              <a:extLst>
                <a:ext uri="{FF2B5EF4-FFF2-40B4-BE49-F238E27FC236}">
                  <a16:creationId xmlns:a16="http://schemas.microsoft.com/office/drawing/2014/main" id="{598F13F7-5A02-481C-FD00-6D106B2E8D4F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1" name="Freeform 2610">
              <a:extLst>
                <a:ext uri="{FF2B5EF4-FFF2-40B4-BE49-F238E27FC236}">
                  <a16:creationId xmlns:a16="http://schemas.microsoft.com/office/drawing/2014/main" id="{79B6912A-0AC2-83C7-DA3E-5D246AF30687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2" name="Freeform 2611">
              <a:extLst>
                <a:ext uri="{FF2B5EF4-FFF2-40B4-BE49-F238E27FC236}">
                  <a16:creationId xmlns:a16="http://schemas.microsoft.com/office/drawing/2014/main" id="{26DB4154-F2B1-5024-4DC7-C0DF5656BB0D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3" name="Freeform 2612">
              <a:extLst>
                <a:ext uri="{FF2B5EF4-FFF2-40B4-BE49-F238E27FC236}">
                  <a16:creationId xmlns:a16="http://schemas.microsoft.com/office/drawing/2014/main" id="{BB1BCF4B-D298-31AE-21D2-0793DF64124E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4" name="Freeform 2613">
              <a:extLst>
                <a:ext uri="{FF2B5EF4-FFF2-40B4-BE49-F238E27FC236}">
                  <a16:creationId xmlns:a16="http://schemas.microsoft.com/office/drawing/2014/main" id="{3B5C7274-92AB-28D9-AF1A-91B8E719225D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5" name="Freeform 2614">
              <a:extLst>
                <a:ext uri="{FF2B5EF4-FFF2-40B4-BE49-F238E27FC236}">
                  <a16:creationId xmlns:a16="http://schemas.microsoft.com/office/drawing/2014/main" id="{245A5D5E-76B6-9476-944A-6F52B3A77D49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6" name="Freeform 2615">
              <a:extLst>
                <a:ext uri="{FF2B5EF4-FFF2-40B4-BE49-F238E27FC236}">
                  <a16:creationId xmlns:a16="http://schemas.microsoft.com/office/drawing/2014/main" id="{F9B2E2CC-139E-743B-6281-2B04CCADE3D4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7" name="Freeform 2616">
              <a:extLst>
                <a:ext uri="{FF2B5EF4-FFF2-40B4-BE49-F238E27FC236}">
                  <a16:creationId xmlns:a16="http://schemas.microsoft.com/office/drawing/2014/main" id="{B427307E-3FCE-4EC1-02DB-F5CD8C81A914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8" name="Freeform 2617">
              <a:extLst>
                <a:ext uri="{FF2B5EF4-FFF2-40B4-BE49-F238E27FC236}">
                  <a16:creationId xmlns:a16="http://schemas.microsoft.com/office/drawing/2014/main" id="{6D808D1B-D162-0C6F-AC6E-7A278CF5B546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9" name="Freeform 2618">
              <a:extLst>
                <a:ext uri="{FF2B5EF4-FFF2-40B4-BE49-F238E27FC236}">
                  <a16:creationId xmlns:a16="http://schemas.microsoft.com/office/drawing/2014/main" id="{9A8DFD47-DA28-3CF0-C678-6D52B83A90F1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0" name="Freeform 2619">
              <a:extLst>
                <a:ext uri="{FF2B5EF4-FFF2-40B4-BE49-F238E27FC236}">
                  <a16:creationId xmlns:a16="http://schemas.microsoft.com/office/drawing/2014/main" id="{CB5351E8-A241-2B7D-9AC9-5F414997C5C2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1" name="Freeform 2620">
              <a:extLst>
                <a:ext uri="{FF2B5EF4-FFF2-40B4-BE49-F238E27FC236}">
                  <a16:creationId xmlns:a16="http://schemas.microsoft.com/office/drawing/2014/main" id="{6BA5621A-FD91-696D-ACEF-52412192A9C3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2" name="Freeform 2621">
              <a:extLst>
                <a:ext uri="{FF2B5EF4-FFF2-40B4-BE49-F238E27FC236}">
                  <a16:creationId xmlns:a16="http://schemas.microsoft.com/office/drawing/2014/main" id="{774092AD-48FC-B11D-60AB-7DD41D26E090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3" name="Freeform 2622">
              <a:extLst>
                <a:ext uri="{FF2B5EF4-FFF2-40B4-BE49-F238E27FC236}">
                  <a16:creationId xmlns:a16="http://schemas.microsoft.com/office/drawing/2014/main" id="{F58A5C40-73A1-E44D-2D2E-FC77623A3BAF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4" name="Freeform 2623">
              <a:extLst>
                <a:ext uri="{FF2B5EF4-FFF2-40B4-BE49-F238E27FC236}">
                  <a16:creationId xmlns:a16="http://schemas.microsoft.com/office/drawing/2014/main" id="{BACFEE9C-074D-BA4B-F233-D5B4CABA34ED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5" name="Freeform 2624">
              <a:extLst>
                <a:ext uri="{FF2B5EF4-FFF2-40B4-BE49-F238E27FC236}">
                  <a16:creationId xmlns:a16="http://schemas.microsoft.com/office/drawing/2014/main" id="{15B2BC03-1B84-99D3-EC6D-263B971FEE9F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6" name="Freeform 2625">
              <a:extLst>
                <a:ext uri="{FF2B5EF4-FFF2-40B4-BE49-F238E27FC236}">
                  <a16:creationId xmlns:a16="http://schemas.microsoft.com/office/drawing/2014/main" id="{F45AA43A-9C4C-F07A-0BC3-0806DCB0DA46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7" name="Freeform 2626">
              <a:extLst>
                <a:ext uri="{FF2B5EF4-FFF2-40B4-BE49-F238E27FC236}">
                  <a16:creationId xmlns:a16="http://schemas.microsoft.com/office/drawing/2014/main" id="{4BF83E0A-4E67-37C4-0972-9C4349FFAF22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8" name="Freeform 2627">
              <a:extLst>
                <a:ext uri="{FF2B5EF4-FFF2-40B4-BE49-F238E27FC236}">
                  <a16:creationId xmlns:a16="http://schemas.microsoft.com/office/drawing/2014/main" id="{3AA700D6-74C3-2F0F-BAF9-EC4332E2EB2D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9" name="Freeform 2628">
              <a:extLst>
                <a:ext uri="{FF2B5EF4-FFF2-40B4-BE49-F238E27FC236}">
                  <a16:creationId xmlns:a16="http://schemas.microsoft.com/office/drawing/2014/main" id="{4A5C3AAF-9E26-C3B6-E573-F407136DB2A4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0" name="Freeform 2629">
              <a:extLst>
                <a:ext uri="{FF2B5EF4-FFF2-40B4-BE49-F238E27FC236}">
                  <a16:creationId xmlns:a16="http://schemas.microsoft.com/office/drawing/2014/main" id="{FA0A074F-F8D6-6C21-F853-FD95FC562B39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1" name="Freeform 2630">
              <a:extLst>
                <a:ext uri="{FF2B5EF4-FFF2-40B4-BE49-F238E27FC236}">
                  <a16:creationId xmlns:a16="http://schemas.microsoft.com/office/drawing/2014/main" id="{11D5E899-58CB-EC28-3E51-EA350E3F6E6C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2" name="Freeform 2631">
              <a:extLst>
                <a:ext uri="{FF2B5EF4-FFF2-40B4-BE49-F238E27FC236}">
                  <a16:creationId xmlns:a16="http://schemas.microsoft.com/office/drawing/2014/main" id="{EB9A0857-1558-D8DF-DB99-9B2446BE03DC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3" name="Freeform 2632">
              <a:extLst>
                <a:ext uri="{FF2B5EF4-FFF2-40B4-BE49-F238E27FC236}">
                  <a16:creationId xmlns:a16="http://schemas.microsoft.com/office/drawing/2014/main" id="{39183698-83B3-C8DF-D5A6-A72ECDA57BAF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4" name="Freeform 2633">
              <a:extLst>
                <a:ext uri="{FF2B5EF4-FFF2-40B4-BE49-F238E27FC236}">
                  <a16:creationId xmlns:a16="http://schemas.microsoft.com/office/drawing/2014/main" id="{14BCD8CC-8445-1D85-8C3F-80627F2F3326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5" name="Freeform 2634">
              <a:extLst>
                <a:ext uri="{FF2B5EF4-FFF2-40B4-BE49-F238E27FC236}">
                  <a16:creationId xmlns:a16="http://schemas.microsoft.com/office/drawing/2014/main" id="{28E88332-449D-9EA9-9A9D-150A587BA0AA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6" name="Freeform 2635">
              <a:extLst>
                <a:ext uri="{FF2B5EF4-FFF2-40B4-BE49-F238E27FC236}">
                  <a16:creationId xmlns:a16="http://schemas.microsoft.com/office/drawing/2014/main" id="{89CA2477-F759-F6A5-0688-8EFA11939E29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7" name="Freeform 2636">
              <a:extLst>
                <a:ext uri="{FF2B5EF4-FFF2-40B4-BE49-F238E27FC236}">
                  <a16:creationId xmlns:a16="http://schemas.microsoft.com/office/drawing/2014/main" id="{28FB9221-B90E-A8E8-19CB-E4622B43FC64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8" name="Freeform 2637">
              <a:extLst>
                <a:ext uri="{FF2B5EF4-FFF2-40B4-BE49-F238E27FC236}">
                  <a16:creationId xmlns:a16="http://schemas.microsoft.com/office/drawing/2014/main" id="{9250C3FC-B4BF-0EDF-22EF-88A02BD70A07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9" name="Freeform 2638">
              <a:extLst>
                <a:ext uri="{FF2B5EF4-FFF2-40B4-BE49-F238E27FC236}">
                  <a16:creationId xmlns:a16="http://schemas.microsoft.com/office/drawing/2014/main" id="{42445BEE-A954-7303-915E-F6C48713A2EE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0" name="Freeform 2639">
              <a:extLst>
                <a:ext uri="{FF2B5EF4-FFF2-40B4-BE49-F238E27FC236}">
                  <a16:creationId xmlns:a16="http://schemas.microsoft.com/office/drawing/2014/main" id="{94BA6F82-554E-3D32-F3E1-9F2B8CAA5789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1" name="Freeform 2640">
              <a:extLst>
                <a:ext uri="{FF2B5EF4-FFF2-40B4-BE49-F238E27FC236}">
                  <a16:creationId xmlns:a16="http://schemas.microsoft.com/office/drawing/2014/main" id="{23268E3A-F55A-C13C-BCB5-DA6758630903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2" name="Freeform 2641">
              <a:extLst>
                <a:ext uri="{FF2B5EF4-FFF2-40B4-BE49-F238E27FC236}">
                  <a16:creationId xmlns:a16="http://schemas.microsoft.com/office/drawing/2014/main" id="{C32A91EE-CB0D-17AA-A4E3-70C187780B51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3" name="Freeform 2642">
              <a:extLst>
                <a:ext uri="{FF2B5EF4-FFF2-40B4-BE49-F238E27FC236}">
                  <a16:creationId xmlns:a16="http://schemas.microsoft.com/office/drawing/2014/main" id="{F510546D-1734-1493-50CD-74EFEB8161D7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95965302-E9A6-A629-E1A0-488862692A8A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5" name="Freeform 2644">
              <a:extLst>
                <a:ext uri="{FF2B5EF4-FFF2-40B4-BE49-F238E27FC236}">
                  <a16:creationId xmlns:a16="http://schemas.microsoft.com/office/drawing/2014/main" id="{2DE58BD7-4072-8B85-C846-5F165EB76A8C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08F8DD0C-EA73-F180-D27E-C6D58974F447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7" name="Freeform 2646">
              <a:extLst>
                <a:ext uri="{FF2B5EF4-FFF2-40B4-BE49-F238E27FC236}">
                  <a16:creationId xmlns:a16="http://schemas.microsoft.com/office/drawing/2014/main" id="{2A3A9D2A-5F1F-128B-9532-FF3EE93BAF87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509299D4-C81F-3C50-90EE-7F1D83F5EAFB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9" name="Freeform 2648">
              <a:extLst>
                <a:ext uri="{FF2B5EF4-FFF2-40B4-BE49-F238E27FC236}">
                  <a16:creationId xmlns:a16="http://schemas.microsoft.com/office/drawing/2014/main" id="{ACEC7336-E219-97EF-2563-35370A41BE0E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0" name="Freeform 2649">
              <a:extLst>
                <a:ext uri="{FF2B5EF4-FFF2-40B4-BE49-F238E27FC236}">
                  <a16:creationId xmlns:a16="http://schemas.microsoft.com/office/drawing/2014/main" id="{C38DEE3C-3F02-2D13-4E6B-395B7BFA14F4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1" name="Freeform 2650">
              <a:extLst>
                <a:ext uri="{FF2B5EF4-FFF2-40B4-BE49-F238E27FC236}">
                  <a16:creationId xmlns:a16="http://schemas.microsoft.com/office/drawing/2014/main" id="{B0EAEC9D-073D-40B5-5DC6-9BA7AF652D83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2" name="Freeform 2651">
              <a:extLst>
                <a:ext uri="{FF2B5EF4-FFF2-40B4-BE49-F238E27FC236}">
                  <a16:creationId xmlns:a16="http://schemas.microsoft.com/office/drawing/2014/main" id="{02A0ACC2-7877-F2BD-7D4F-BED1A63F559E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3" name="Freeform 2652">
              <a:extLst>
                <a:ext uri="{FF2B5EF4-FFF2-40B4-BE49-F238E27FC236}">
                  <a16:creationId xmlns:a16="http://schemas.microsoft.com/office/drawing/2014/main" id="{A53A0EDA-ED7E-2D50-83C9-1FFF6CE4AFB1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4" name="Freeform 2653">
              <a:extLst>
                <a:ext uri="{FF2B5EF4-FFF2-40B4-BE49-F238E27FC236}">
                  <a16:creationId xmlns:a16="http://schemas.microsoft.com/office/drawing/2014/main" id="{E42F1B42-8530-3010-62CD-1A0616A3F66B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5" name="Freeform 2654">
              <a:extLst>
                <a:ext uri="{FF2B5EF4-FFF2-40B4-BE49-F238E27FC236}">
                  <a16:creationId xmlns:a16="http://schemas.microsoft.com/office/drawing/2014/main" id="{2128771E-EE96-936E-7F80-FE505559091C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6" name="Freeform 2655">
              <a:extLst>
                <a:ext uri="{FF2B5EF4-FFF2-40B4-BE49-F238E27FC236}">
                  <a16:creationId xmlns:a16="http://schemas.microsoft.com/office/drawing/2014/main" id="{7EBFF60A-3160-F36A-FEB1-22DF9928005C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7" name="Freeform 2656">
              <a:extLst>
                <a:ext uri="{FF2B5EF4-FFF2-40B4-BE49-F238E27FC236}">
                  <a16:creationId xmlns:a16="http://schemas.microsoft.com/office/drawing/2014/main" id="{64FA8F54-85B2-A792-5B31-E8A61BFB71BE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8" name="Freeform 2657">
              <a:extLst>
                <a:ext uri="{FF2B5EF4-FFF2-40B4-BE49-F238E27FC236}">
                  <a16:creationId xmlns:a16="http://schemas.microsoft.com/office/drawing/2014/main" id="{C0C8E511-761E-8405-5138-138818BE0064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9" name="Freeform 2658">
              <a:extLst>
                <a:ext uri="{FF2B5EF4-FFF2-40B4-BE49-F238E27FC236}">
                  <a16:creationId xmlns:a16="http://schemas.microsoft.com/office/drawing/2014/main" id="{408B5815-7503-F5BB-64C1-7F76B60D2BB3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0" name="Freeform 2659">
              <a:extLst>
                <a:ext uri="{FF2B5EF4-FFF2-40B4-BE49-F238E27FC236}">
                  <a16:creationId xmlns:a16="http://schemas.microsoft.com/office/drawing/2014/main" id="{9D747E1F-731E-0C8F-CD28-471F01CB5066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1" name="Freeform 2660">
              <a:extLst>
                <a:ext uri="{FF2B5EF4-FFF2-40B4-BE49-F238E27FC236}">
                  <a16:creationId xmlns:a16="http://schemas.microsoft.com/office/drawing/2014/main" id="{0283AB12-F77F-1E73-3C36-A7BECCA60CAA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2" name="Freeform 2661">
              <a:extLst>
                <a:ext uri="{FF2B5EF4-FFF2-40B4-BE49-F238E27FC236}">
                  <a16:creationId xmlns:a16="http://schemas.microsoft.com/office/drawing/2014/main" id="{C59D3ABF-F0EB-7539-21D6-478ED206D724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3" name="Freeform 2662">
              <a:extLst>
                <a:ext uri="{FF2B5EF4-FFF2-40B4-BE49-F238E27FC236}">
                  <a16:creationId xmlns:a16="http://schemas.microsoft.com/office/drawing/2014/main" id="{B186196E-9A0F-2D95-D196-8C1C598844E5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4" name="Freeform 2663">
              <a:extLst>
                <a:ext uri="{FF2B5EF4-FFF2-40B4-BE49-F238E27FC236}">
                  <a16:creationId xmlns:a16="http://schemas.microsoft.com/office/drawing/2014/main" id="{E8A7753B-9C24-945F-9E7C-775A11A1AC69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5" name="Freeform 2664">
              <a:extLst>
                <a:ext uri="{FF2B5EF4-FFF2-40B4-BE49-F238E27FC236}">
                  <a16:creationId xmlns:a16="http://schemas.microsoft.com/office/drawing/2014/main" id="{131F9F49-02D9-CDF7-82CB-91415D3F1A4F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6" name="Freeform 2665">
              <a:extLst>
                <a:ext uri="{FF2B5EF4-FFF2-40B4-BE49-F238E27FC236}">
                  <a16:creationId xmlns:a16="http://schemas.microsoft.com/office/drawing/2014/main" id="{CB8C6823-4619-3ED3-F2CE-98266C149279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7" name="Freeform 2666">
              <a:extLst>
                <a:ext uri="{FF2B5EF4-FFF2-40B4-BE49-F238E27FC236}">
                  <a16:creationId xmlns:a16="http://schemas.microsoft.com/office/drawing/2014/main" id="{E9B5CA2E-D272-1E6D-5B8F-DFBF422873FA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8" name="Freeform 2667">
              <a:extLst>
                <a:ext uri="{FF2B5EF4-FFF2-40B4-BE49-F238E27FC236}">
                  <a16:creationId xmlns:a16="http://schemas.microsoft.com/office/drawing/2014/main" id="{9B68EA3F-79DA-32EE-3360-4729F6037597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9" name="Freeform 2668">
              <a:extLst>
                <a:ext uri="{FF2B5EF4-FFF2-40B4-BE49-F238E27FC236}">
                  <a16:creationId xmlns:a16="http://schemas.microsoft.com/office/drawing/2014/main" id="{C49EFA1B-1A7F-31D2-0A61-98C5B903543F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0" name="Freeform 2669">
              <a:extLst>
                <a:ext uri="{FF2B5EF4-FFF2-40B4-BE49-F238E27FC236}">
                  <a16:creationId xmlns:a16="http://schemas.microsoft.com/office/drawing/2014/main" id="{D10E1A05-7F26-3281-2BB9-BE4D4F101DEE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1" name="Freeform 2670">
              <a:extLst>
                <a:ext uri="{FF2B5EF4-FFF2-40B4-BE49-F238E27FC236}">
                  <a16:creationId xmlns:a16="http://schemas.microsoft.com/office/drawing/2014/main" id="{F9BAE5D5-B9B5-13E0-DD41-0A1E27F591E2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2" name="Freeform 2671">
              <a:extLst>
                <a:ext uri="{FF2B5EF4-FFF2-40B4-BE49-F238E27FC236}">
                  <a16:creationId xmlns:a16="http://schemas.microsoft.com/office/drawing/2014/main" id="{6AC0CB17-A3FE-467A-E23B-F8592533B5BF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3" name="Freeform 2672">
              <a:extLst>
                <a:ext uri="{FF2B5EF4-FFF2-40B4-BE49-F238E27FC236}">
                  <a16:creationId xmlns:a16="http://schemas.microsoft.com/office/drawing/2014/main" id="{7810B48C-6C88-25FC-602D-AA1856CA2275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4" name="Freeform 2673">
              <a:extLst>
                <a:ext uri="{FF2B5EF4-FFF2-40B4-BE49-F238E27FC236}">
                  <a16:creationId xmlns:a16="http://schemas.microsoft.com/office/drawing/2014/main" id="{1BEA72E2-CB51-2201-F5DA-7F31A758034F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5" name="Freeform 2674">
              <a:extLst>
                <a:ext uri="{FF2B5EF4-FFF2-40B4-BE49-F238E27FC236}">
                  <a16:creationId xmlns:a16="http://schemas.microsoft.com/office/drawing/2014/main" id="{63E01107-6BBD-D4D3-4278-4A99086AA06A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6" name="Freeform 2675">
              <a:extLst>
                <a:ext uri="{FF2B5EF4-FFF2-40B4-BE49-F238E27FC236}">
                  <a16:creationId xmlns:a16="http://schemas.microsoft.com/office/drawing/2014/main" id="{7E59D08E-B4C6-5585-912B-F1EEB00F8E87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7" name="Freeform 2676">
              <a:extLst>
                <a:ext uri="{FF2B5EF4-FFF2-40B4-BE49-F238E27FC236}">
                  <a16:creationId xmlns:a16="http://schemas.microsoft.com/office/drawing/2014/main" id="{78487833-C307-488A-1A7B-3D0C2AC4F4C2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8" name="Freeform 2677">
              <a:extLst>
                <a:ext uri="{FF2B5EF4-FFF2-40B4-BE49-F238E27FC236}">
                  <a16:creationId xmlns:a16="http://schemas.microsoft.com/office/drawing/2014/main" id="{4056B624-CA66-D122-B266-2FBA3D237BDC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9" name="Freeform 2678">
              <a:extLst>
                <a:ext uri="{FF2B5EF4-FFF2-40B4-BE49-F238E27FC236}">
                  <a16:creationId xmlns:a16="http://schemas.microsoft.com/office/drawing/2014/main" id="{B89AB304-DDEE-C82B-312A-FF1F4EF72089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0" name="Freeform 2679">
              <a:extLst>
                <a:ext uri="{FF2B5EF4-FFF2-40B4-BE49-F238E27FC236}">
                  <a16:creationId xmlns:a16="http://schemas.microsoft.com/office/drawing/2014/main" id="{BEF873D6-970F-277B-295B-2A3D37B203C2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1" name="Freeform 2680">
              <a:extLst>
                <a:ext uri="{FF2B5EF4-FFF2-40B4-BE49-F238E27FC236}">
                  <a16:creationId xmlns:a16="http://schemas.microsoft.com/office/drawing/2014/main" id="{6D4D912F-3C85-76FE-83F3-FE85F1267F3B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2" name="Freeform 2681">
              <a:extLst>
                <a:ext uri="{FF2B5EF4-FFF2-40B4-BE49-F238E27FC236}">
                  <a16:creationId xmlns:a16="http://schemas.microsoft.com/office/drawing/2014/main" id="{1DDD3B31-57D4-37FC-5757-82F9AE8C57B2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3" name="Freeform 2682">
              <a:extLst>
                <a:ext uri="{FF2B5EF4-FFF2-40B4-BE49-F238E27FC236}">
                  <a16:creationId xmlns:a16="http://schemas.microsoft.com/office/drawing/2014/main" id="{BBD3660D-04CD-593E-2417-2485C5B4C9D7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4" name="Freeform 2683">
              <a:extLst>
                <a:ext uri="{FF2B5EF4-FFF2-40B4-BE49-F238E27FC236}">
                  <a16:creationId xmlns:a16="http://schemas.microsoft.com/office/drawing/2014/main" id="{744469C6-15F5-1437-2B2D-054B2E0462F0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5" name="Freeform 2684">
              <a:extLst>
                <a:ext uri="{FF2B5EF4-FFF2-40B4-BE49-F238E27FC236}">
                  <a16:creationId xmlns:a16="http://schemas.microsoft.com/office/drawing/2014/main" id="{782AC9C7-A5E2-2773-C667-04AA34E497DE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63BC5E3D-3DE2-7336-27DF-B7365A3A4E41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EC68CD4D-75F9-291F-7C10-9327AD110B41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8" name="Freeform 2687">
              <a:extLst>
                <a:ext uri="{FF2B5EF4-FFF2-40B4-BE49-F238E27FC236}">
                  <a16:creationId xmlns:a16="http://schemas.microsoft.com/office/drawing/2014/main" id="{3F26E98C-5AF3-8064-522C-6D76286E84B8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9" name="Freeform 2688">
              <a:extLst>
                <a:ext uri="{FF2B5EF4-FFF2-40B4-BE49-F238E27FC236}">
                  <a16:creationId xmlns:a16="http://schemas.microsoft.com/office/drawing/2014/main" id="{89740ED6-21E5-49E8-C261-E043B5E3A083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0" name="Freeform 2689">
              <a:extLst>
                <a:ext uri="{FF2B5EF4-FFF2-40B4-BE49-F238E27FC236}">
                  <a16:creationId xmlns:a16="http://schemas.microsoft.com/office/drawing/2014/main" id="{72848072-B307-0EE0-1102-575352F9FE73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1" name="Freeform 2690">
              <a:extLst>
                <a:ext uri="{FF2B5EF4-FFF2-40B4-BE49-F238E27FC236}">
                  <a16:creationId xmlns:a16="http://schemas.microsoft.com/office/drawing/2014/main" id="{DF0DF856-7F11-FA0D-EC37-3D95EF1E77F5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2" name="Freeform 2691">
              <a:extLst>
                <a:ext uri="{FF2B5EF4-FFF2-40B4-BE49-F238E27FC236}">
                  <a16:creationId xmlns:a16="http://schemas.microsoft.com/office/drawing/2014/main" id="{4D5D5852-A388-4F27-436F-58FA06CB9B1F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3" name="Freeform 2692">
              <a:extLst>
                <a:ext uri="{FF2B5EF4-FFF2-40B4-BE49-F238E27FC236}">
                  <a16:creationId xmlns:a16="http://schemas.microsoft.com/office/drawing/2014/main" id="{711BD048-96FA-A7E7-C562-C3EB52AC7E5E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4" name="Freeform 2693">
              <a:extLst>
                <a:ext uri="{FF2B5EF4-FFF2-40B4-BE49-F238E27FC236}">
                  <a16:creationId xmlns:a16="http://schemas.microsoft.com/office/drawing/2014/main" id="{8E982ECA-104D-3A13-C1A9-0F909FCD0A6A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5" name="Freeform 2694">
              <a:extLst>
                <a:ext uri="{FF2B5EF4-FFF2-40B4-BE49-F238E27FC236}">
                  <a16:creationId xmlns:a16="http://schemas.microsoft.com/office/drawing/2014/main" id="{298441C7-98D9-9F85-BF92-34A82533AF46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6" name="Freeform 2695">
              <a:extLst>
                <a:ext uri="{FF2B5EF4-FFF2-40B4-BE49-F238E27FC236}">
                  <a16:creationId xmlns:a16="http://schemas.microsoft.com/office/drawing/2014/main" id="{E228DF62-B91C-A038-E810-E21DD80A9F16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7" name="Freeform 2696">
              <a:extLst>
                <a:ext uri="{FF2B5EF4-FFF2-40B4-BE49-F238E27FC236}">
                  <a16:creationId xmlns:a16="http://schemas.microsoft.com/office/drawing/2014/main" id="{957272E4-4F1C-1F0F-2390-F86E1F68CB5D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8" name="Freeform 2697">
              <a:extLst>
                <a:ext uri="{FF2B5EF4-FFF2-40B4-BE49-F238E27FC236}">
                  <a16:creationId xmlns:a16="http://schemas.microsoft.com/office/drawing/2014/main" id="{D42FCD46-93B6-E386-C351-80A49F26F0A7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9" name="Freeform 2698">
              <a:extLst>
                <a:ext uri="{FF2B5EF4-FFF2-40B4-BE49-F238E27FC236}">
                  <a16:creationId xmlns:a16="http://schemas.microsoft.com/office/drawing/2014/main" id="{6226E471-EDC8-6A52-69E2-1A0587F9410C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0" name="Freeform 2699">
              <a:extLst>
                <a:ext uri="{FF2B5EF4-FFF2-40B4-BE49-F238E27FC236}">
                  <a16:creationId xmlns:a16="http://schemas.microsoft.com/office/drawing/2014/main" id="{9A482DF0-2202-AF1E-3843-2DDE1F7CFEC0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1" name="Freeform 2700">
              <a:extLst>
                <a:ext uri="{FF2B5EF4-FFF2-40B4-BE49-F238E27FC236}">
                  <a16:creationId xmlns:a16="http://schemas.microsoft.com/office/drawing/2014/main" id="{8D2E67A7-4B36-FD55-EE08-D6A323BA9365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2" name="Freeform 2701">
              <a:extLst>
                <a:ext uri="{FF2B5EF4-FFF2-40B4-BE49-F238E27FC236}">
                  <a16:creationId xmlns:a16="http://schemas.microsoft.com/office/drawing/2014/main" id="{0D38C8F1-DA79-F7B9-9733-34C9A3F766DE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3" name="Freeform 2702">
              <a:extLst>
                <a:ext uri="{FF2B5EF4-FFF2-40B4-BE49-F238E27FC236}">
                  <a16:creationId xmlns:a16="http://schemas.microsoft.com/office/drawing/2014/main" id="{FB955B91-011A-C084-D255-9A37620CC07E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4" name="Freeform 2703">
              <a:extLst>
                <a:ext uri="{FF2B5EF4-FFF2-40B4-BE49-F238E27FC236}">
                  <a16:creationId xmlns:a16="http://schemas.microsoft.com/office/drawing/2014/main" id="{C7A8F9A4-CC79-5A68-9E58-98343FC4747B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8B49352F-01B5-02BE-15FB-445D1D706411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C6846C12-5807-6DA7-3DCE-BE3D03EDFA8F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7" name="Freeform 2706">
              <a:extLst>
                <a:ext uri="{FF2B5EF4-FFF2-40B4-BE49-F238E27FC236}">
                  <a16:creationId xmlns:a16="http://schemas.microsoft.com/office/drawing/2014/main" id="{B914DBCA-231F-64BD-E30F-E4D359799147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6C3A9B7D-CDCB-8424-6089-6A71B2FDFB8E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9720E15E-D1C6-DFE0-21C9-C50CB39973FE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4805DD39-9361-5BFE-5146-C06E5FFFC0BB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5B1AF171-1D8F-F864-D8DA-06E9E8DC44FD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17B94EB0-F2BB-8A0C-6561-3C092711171B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0F880548-97C4-010E-AA49-F3CB4C72C77D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1CAA3CDF-AA11-6DE1-23F3-771BC75DA287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5" name="Freeform 2714">
              <a:extLst>
                <a:ext uri="{FF2B5EF4-FFF2-40B4-BE49-F238E27FC236}">
                  <a16:creationId xmlns:a16="http://schemas.microsoft.com/office/drawing/2014/main" id="{607C7280-9A4F-8BE6-B7F0-E08F8509D260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B1A59531-9ACA-58CE-F825-6DF3596B95CA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BE70AD36-14B5-32EB-6E97-5C5AF6215B99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B7F9288D-740D-BE11-890B-B250865EDFA4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60668732-A68B-4849-B2E8-A7089B72768D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F517E821-A792-4A8B-F6D3-69F52C7B46DA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A357036A-26B9-6224-475D-E87279E7F4AC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2" name="Freeform 2721">
              <a:extLst>
                <a:ext uri="{FF2B5EF4-FFF2-40B4-BE49-F238E27FC236}">
                  <a16:creationId xmlns:a16="http://schemas.microsoft.com/office/drawing/2014/main" id="{5542A74F-9873-1E4D-53D5-DB59E66D0EB4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3" name="Freeform 2722">
              <a:extLst>
                <a:ext uri="{FF2B5EF4-FFF2-40B4-BE49-F238E27FC236}">
                  <a16:creationId xmlns:a16="http://schemas.microsoft.com/office/drawing/2014/main" id="{C735A3D8-C8D1-50C1-FA91-92E2A6BC5FAE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4" name="Freeform 2723">
              <a:extLst>
                <a:ext uri="{FF2B5EF4-FFF2-40B4-BE49-F238E27FC236}">
                  <a16:creationId xmlns:a16="http://schemas.microsoft.com/office/drawing/2014/main" id="{30A39433-83FE-9BD6-3327-CF0C359EA9BF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5" name="Freeform 2724">
              <a:extLst>
                <a:ext uri="{FF2B5EF4-FFF2-40B4-BE49-F238E27FC236}">
                  <a16:creationId xmlns:a16="http://schemas.microsoft.com/office/drawing/2014/main" id="{AFD04BEC-1EF8-73AB-D484-89760E4307B4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6" name="Freeform 2725">
              <a:extLst>
                <a:ext uri="{FF2B5EF4-FFF2-40B4-BE49-F238E27FC236}">
                  <a16:creationId xmlns:a16="http://schemas.microsoft.com/office/drawing/2014/main" id="{B17B1366-7BF5-A9E6-C893-86E5C844F24F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7" name="Freeform 2726">
              <a:extLst>
                <a:ext uri="{FF2B5EF4-FFF2-40B4-BE49-F238E27FC236}">
                  <a16:creationId xmlns:a16="http://schemas.microsoft.com/office/drawing/2014/main" id="{089FDF3C-DCCC-69BA-A3D5-85A569F9437E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8" name="Freeform 2727">
              <a:extLst>
                <a:ext uri="{FF2B5EF4-FFF2-40B4-BE49-F238E27FC236}">
                  <a16:creationId xmlns:a16="http://schemas.microsoft.com/office/drawing/2014/main" id="{0025D8F7-7A94-2767-DA25-25D49EA9E170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9" name="Freeform 2728">
              <a:extLst>
                <a:ext uri="{FF2B5EF4-FFF2-40B4-BE49-F238E27FC236}">
                  <a16:creationId xmlns:a16="http://schemas.microsoft.com/office/drawing/2014/main" id="{826EEBF1-5243-6657-EA51-BAE7D11E9DFE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0" name="Freeform 2729">
              <a:extLst>
                <a:ext uri="{FF2B5EF4-FFF2-40B4-BE49-F238E27FC236}">
                  <a16:creationId xmlns:a16="http://schemas.microsoft.com/office/drawing/2014/main" id="{E3B3A4DB-11D9-90B7-A11E-5B8D88BEC52E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1" name="Freeform 2730">
              <a:extLst>
                <a:ext uri="{FF2B5EF4-FFF2-40B4-BE49-F238E27FC236}">
                  <a16:creationId xmlns:a16="http://schemas.microsoft.com/office/drawing/2014/main" id="{C3E01342-589C-4832-C832-F7D94E4FA0DF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2" name="Freeform 2731">
              <a:extLst>
                <a:ext uri="{FF2B5EF4-FFF2-40B4-BE49-F238E27FC236}">
                  <a16:creationId xmlns:a16="http://schemas.microsoft.com/office/drawing/2014/main" id="{2C154071-FEDD-1BCC-6337-DF0E51D60734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3" name="Freeform 2732">
              <a:extLst>
                <a:ext uri="{FF2B5EF4-FFF2-40B4-BE49-F238E27FC236}">
                  <a16:creationId xmlns:a16="http://schemas.microsoft.com/office/drawing/2014/main" id="{A8F3BC9B-F61A-EF4D-8A9E-1B4467B2B58F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4" name="Freeform 2733">
              <a:extLst>
                <a:ext uri="{FF2B5EF4-FFF2-40B4-BE49-F238E27FC236}">
                  <a16:creationId xmlns:a16="http://schemas.microsoft.com/office/drawing/2014/main" id="{65B35A8E-9A42-FF38-F85F-E6B1A87F2E4D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5" name="Freeform 2734">
              <a:extLst>
                <a:ext uri="{FF2B5EF4-FFF2-40B4-BE49-F238E27FC236}">
                  <a16:creationId xmlns:a16="http://schemas.microsoft.com/office/drawing/2014/main" id="{AA214E9B-C16F-7206-554B-A051F97E3C5E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6" name="Freeform 2735">
              <a:extLst>
                <a:ext uri="{FF2B5EF4-FFF2-40B4-BE49-F238E27FC236}">
                  <a16:creationId xmlns:a16="http://schemas.microsoft.com/office/drawing/2014/main" id="{25D7E209-45FD-479F-E07C-FE2457B1A243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7" name="Freeform 2736">
              <a:extLst>
                <a:ext uri="{FF2B5EF4-FFF2-40B4-BE49-F238E27FC236}">
                  <a16:creationId xmlns:a16="http://schemas.microsoft.com/office/drawing/2014/main" id="{A2819D68-8DBF-6416-E788-53BC33ABEF46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8" name="Freeform 2737">
              <a:extLst>
                <a:ext uri="{FF2B5EF4-FFF2-40B4-BE49-F238E27FC236}">
                  <a16:creationId xmlns:a16="http://schemas.microsoft.com/office/drawing/2014/main" id="{52332E2C-2477-CF28-0362-14F62BB0140A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9" name="Freeform 2738">
              <a:extLst>
                <a:ext uri="{FF2B5EF4-FFF2-40B4-BE49-F238E27FC236}">
                  <a16:creationId xmlns:a16="http://schemas.microsoft.com/office/drawing/2014/main" id="{249AEF51-954E-E627-2CEA-CCFA5239A2C8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0" name="Freeform 2739">
              <a:extLst>
                <a:ext uri="{FF2B5EF4-FFF2-40B4-BE49-F238E27FC236}">
                  <a16:creationId xmlns:a16="http://schemas.microsoft.com/office/drawing/2014/main" id="{72CEBBF8-568B-4FEF-A050-32AA5856C7A0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1" name="Freeform 2740">
              <a:extLst>
                <a:ext uri="{FF2B5EF4-FFF2-40B4-BE49-F238E27FC236}">
                  <a16:creationId xmlns:a16="http://schemas.microsoft.com/office/drawing/2014/main" id="{0D2B9125-8455-C373-22DD-228A81E229BF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2" name="Freeform 2741">
              <a:extLst>
                <a:ext uri="{FF2B5EF4-FFF2-40B4-BE49-F238E27FC236}">
                  <a16:creationId xmlns:a16="http://schemas.microsoft.com/office/drawing/2014/main" id="{BE546FDF-1A4A-8753-2102-B306097BD846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3" name="Freeform 2742">
              <a:extLst>
                <a:ext uri="{FF2B5EF4-FFF2-40B4-BE49-F238E27FC236}">
                  <a16:creationId xmlns:a16="http://schemas.microsoft.com/office/drawing/2014/main" id="{69E34803-AE1D-38A2-9207-A4EBA34E6147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4" name="Freeform 2743">
              <a:extLst>
                <a:ext uri="{FF2B5EF4-FFF2-40B4-BE49-F238E27FC236}">
                  <a16:creationId xmlns:a16="http://schemas.microsoft.com/office/drawing/2014/main" id="{018BDC37-1B7F-A923-775E-13C0344F0F13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5" name="Freeform 2744">
              <a:extLst>
                <a:ext uri="{FF2B5EF4-FFF2-40B4-BE49-F238E27FC236}">
                  <a16:creationId xmlns:a16="http://schemas.microsoft.com/office/drawing/2014/main" id="{F9678DC2-2685-8CE5-6A81-90CEC50E184A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6" name="Freeform 2745">
              <a:extLst>
                <a:ext uri="{FF2B5EF4-FFF2-40B4-BE49-F238E27FC236}">
                  <a16:creationId xmlns:a16="http://schemas.microsoft.com/office/drawing/2014/main" id="{3096E047-5453-8D04-CB14-9725BB62EE56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7" name="Freeform 2746">
              <a:extLst>
                <a:ext uri="{FF2B5EF4-FFF2-40B4-BE49-F238E27FC236}">
                  <a16:creationId xmlns:a16="http://schemas.microsoft.com/office/drawing/2014/main" id="{AEA0BD57-2FB3-EC8E-5B04-3D7CD9B49800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8" name="Freeform 2747">
              <a:extLst>
                <a:ext uri="{FF2B5EF4-FFF2-40B4-BE49-F238E27FC236}">
                  <a16:creationId xmlns:a16="http://schemas.microsoft.com/office/drawing/2014/main" id="{3BBEDF14-CD1D-9199-DD34-10AEFF748435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9" name="Freeform 2748">
              <a:extLst>
                <a:ext uri="{FF2B5EF4-FFF2-40B4-BE49-F238E27FC236}">
                  <a16:creationId xmlns:a16="http://schemas.microsoft.com/office/drawing/2014/main" id="{28E9D5E0-FD12-D136-FFAF-DE78FC9C49E6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0" name="Freeform 2749">
              <a:extLst>
                <a:ext uri="{FF2B5EF4-FFF2-40B4-BE49-F238E27FC236}">
                  <a16:creationId xmlns:a16="http://schemas.microsoft.com/office/drawing/2014/main" id="{CCC06E17-DBD1-CDBE-0D84-30E4894B88D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1" name="Freeform 2750">
              <a:extLst>
                <a:ext uri="{FF2B5EF4-FFF2-40B4-BE49-F238E27FC236}">
                  <a16:creationId xmlns:a16="http://schemas.microsoft.com/office/drawing/2014/main" id="{F82BA112-FDFE-6CF0-EEC1-5AAC76980160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2" name="Freeform 2751">
              <a:extLst>
                <a:ext uri="{FF2B5EF4-FFF2-40B4-BE49-F238E27FC236}">
                  <a16:creationId xmlns:a16="http://schemas.microsoft.com/office/drawing/2014/main" id="{7484EA68-E305-ADF3-1207-0A0C231C36E4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3" name="Freeform 2752">
              <a:extLst>
                <a:ext uri="{FF2B5EF4-FFF2-40B4-BE49-F238E27FC236}">
                  <a16:creationId xmlns:a16="http://schemas.microsoft.com/office/drawing/2014/main" id="{AE19FEE6-359F-0BB0-3B24-1311E6796BE1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4" name="Freeform 2753">
              <a:extLst>
                <a:ext uri="{FF2B5EF4-FFF2-40B4-BE49-F238E27FC236}">
                  <a16:creationId xmlns:a16="http://schemas.microsoft.com/office/drawing/2014/main" id="{C8A1F392-39AC-6B8E-BD54-4DEABF4A0F8E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5" name="Freeform 2754">
              <a:extLst>
                <a:ext uri="{FF2B5EF4-FFF2-40B4-BE49-F238E27FC236}">
                  <a16:creationId xmlns:a16="http://schemas.microsoft.com/office/drawing/2014/main" id="{E6DF859C-F2F2-838C-05C1-3B3F7F75FA76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6" name="Freeform 2755">
              <a:extLst>
                <a:ext uri="{FF2B5EF4-FFF2-40B4-BE49-F238E27FC236}">
                  <a16:creationId xmlns:a16="http://schemas.microsoft.com/office/drawing/2014/main" id="{14A1EF65-C267-B3AC-C25C-0925D444A63F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7" name="Freeform 2756">
              <a:extLst>
                <a:ext uri="{FF2B5EF4-FFF2-40B4-BE49-F238E27FC236}">
                  <a16:creationId xmlns:a16="http://schemas.microsoft.com/office/drawing/2014/main" id="{5E2664E7-4CC2-3CC4-5401-CB2595A83AFB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8" name="Freeform 2757">
              <a:extLst>
                <a:ext uri="{FF2B5EF4-FFF2-40B4-BE49-F238E27FC236}">
                  <a16:creationId xmlns:a16="http://schemas.microsoft.com/office/drawing/2014/main" id="{2D3D3605-D818-D35D-D4CC-88C7F10E00BC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9" name="Freeform 2758">
              <a:extLst>
                <a:ext uri="{FF2B5EF4-FFF2-40B4-BE49-F238E27FC236}">
                  <a16:creationId xmlns:a16="http://schemas.microsoft.com/office/drawing/2014/main" id="{9742B116-B918-F3A2-C7BE-E1F2EA9A70F6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0" name="Freeform 2759">
              <a:extLst>
                <a:ext uri="{FF2B5EF4-FFF2-40B4-BE49-F238E27FC236}">
                  <a16:creationId xmlns:a16="http://schemas.microsoft.com/office/drawing/2014/main" id="{FAE867D8-1559-E6A8-3EEF-818A2CE541E2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1" name="Freeform 2760">
              <a:extLst>
                <a:ext uri="{FF2B5EF4-FFF2-40B4-BE49-F238E27FC236}">
                  <a16:creationId xmlns:a16="http://schemas.microsoft.com/office/drawing/2014/main" id="{32B979EE-5507-8EF3-825F-C8DDB3232039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2" name="Freeform 2761">
              <a:extLst>
                <a:ext uri="{FF2B5EF4-FFF2-40B4-BE49-F238E27FC236}">
                  <a16:creationId xmlns:a16="http://schemas.microsoft.com/office/drawing/2014/main" id="{28C432D4-20D6-7C1C-2161-A31A7A29E39A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4D7097B4-4250-E623-8427-999A5074BE79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AC826A8B-F5B4-3715-14DC-5B01543F333A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5" name="Freeform 2764">
              <a:extLst>
                <a:ext uri="{FF2B5EF4-FFF2-40B4-BE49-F238E27FC236}">
                  <a16:creationId xmlns:a16="http://schemas.microsoft.com/office/drawing/2014/main" id="{FA488A32-E018-703E-DC8A-FB5395A414F6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6" name="Freeform 2765">
              <a:extLst>
                <a:ext uri="{FF2B5EF4-FFF2-40B4-BE49-F238E27FC236}">
                  <a16:creationId xmlns:a16="http://schemas.microsoft.com/office/drawing/2014/main" id="{9030BF70-D83A-6883-EE7D-397E7BCEB235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4AC29D98-73E2-0AB9-03C3-053C20070823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ED8A0505-2A97-6410-6AAD-77CBC9E532A9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9" name="Freeform 2768">
              <a:extLst>
                <a:ext uri="{FF2B5EF4-FFF2-40B4-BE49-F238E27FC236}">
                  <a16:creationId xmlns:a16="http://schemas.microsoft.com/office/drawing/2014/main" id="{8DD1B237-2D1F-97F5-BC63-4198007A66C3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0" name="Freeform 2769">
              <a:extLst>
                <a:ext uri="{FF2B5EF4-FFF2-40B4-BE49-F238E27FC236}">
                  <a16:creationId xmlns:a16="http://schemas.microsoft.com/office/drawing/2014/main" id="{ADE03AA6-4731-00CD-ABC2-7114A0BB4550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1" name="Freeform 2770">
              <a:extLst>
                <a:ext uri="{FF2B5EF4-FFF2-40B4-BE49-F238E27FC236}">
                  <a16:creationId xmlns:a16="http://schemas.microsoft.com/office/drawing/2014/main" id="{87D21313-4408-09E8-00E7-6E96FD78824A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2" name="Freeform 2771">
              <a:extLst>
                <a:ext uri="{FF2B5EF4-FFF2-40B4-BE49-F238E27FC236}">
                  <a16:creationId xmlns:a16="http://schemas.microsoft.com/office/drawing/2014/main" id="{2A50DA7B-2FD9-ECB6-6BFA-98B7E0DE9FE4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3" name="Freeform 2772">
              <a:extLst>
                <a:ext uri="{FF2B5EF4-FFF2-40B4-BE49-F238E27FC236}">
                  <a16:creationId xmlns:a16="http://schemas.microsoft.com/office/drawing/2014/main" id="{D8E77582-6314-E44F-89A9-76FC9B8D3CD2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4" name="Freeform 2773">
              <a:extLst>
                <a:ext uri="{FF2B5EF4-FFF2-40B4-BE49-F238E27FC236}">
                  <a16:creationId xmlns:a16="http://schemas.microsoft.com/office/drawing/2014/main" id="{5E258333-6079-000F-83C5-3E944BD0ACFB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5" name="Freeform 2774">
              <a:extLst>
                <a:ext uri="{FF2B5EF4-FFF2-40B4-BE49-F238E27FC236}">
                  <a16:creationId xmlns:a16="http://schemas.microsoft.com/office/drawing/2014/main" id="{626965FD-1802-EB72-3216-D1F823AE2F62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6" name="Freeform 2775">
              <a:extLst>
                <a:ext uri="{FF2B5EF4-FFF2-40B4-BE49-F238E27FC236}">
                  <a16:creationId xmlns:a16="http://schemas.microsoft.com/office/drawing/2014/main" id="{FE9CD5B1-6F46-8F41-AF77-562EF8F24FF9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7" name="Freeform 2776">
              <a:extLst>
                <a:ext uri="{FF2B5EF4-FFF2-40B4-BE49-F238E27FC236}">
                  <a16:creationId xmlns:a16="http://schemas.microsoft.com/office/drawing/2014/main" id="{6D9DEF7D-BC43-2F2A-3892-4DF7F1AA6A7D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8" name="Freeform 2777">
              <a:extLst>
                <a:ext uri="{FF2B5EF4-FFF2-40B4-BE49-F238E27FC236}">
                  <a16:creationId xmlns:a16="http://schemas.microsoft.com/office/drawing/2014/main" id="{C95D0C95-CCF7-CBC4-E7B0-AB992BD24728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9" name="Freeform 2778">
              <a:extLst>
                <a:ext uri="{FF2B5EF4-FFF2-40B4-BE49-F238E27FC236}">
                  <a16:creationId xmlns:a16="http://schemas.microsoft.com/office/drawing/2014/main" id="{EECA8F6C-609F-E7F1-3D7E-B9DA9DCF3EAF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0" name="Freeform 2779">
              <a:extLst>
                <a:ext uri="{FF2B5EF4-FFF2-40B4-BE49-F238E27FC236}">
                  <a16:creationId xmlns:a16="http://schemas.microsoft.com/office/drawing/2014/main" id="{F8EEC371-1137-F264-49DC-8936C70D50C4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1" name="Freeform 2780">
              <a:extLst>
                <a:ext uri="{FF2B5EF4-FFF2-40B4-BE49-F238E27FC236}">
                  <a16:creationId xmlns:a16="http://schemas.microsoft.com/office/drawing/2014/main" id="{6A2EDE31-4546-80C5-858F-25C3A782F04C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2" name="Freeform 2781">
              <a:extLst>
                <a:ext uri="{FF2B5EF4-FFF2-40B4-BE49-F238E27FC236}">
                  <a16:creationId xmlns:a16="http://schemas.microsoft.com/office/drawing/2014/main" id="{AB03459D-52B9-4FD0-EBFB-827CAAEF56FB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3" name="Freeform 2782">
              <a:extLst>
                <a:ext uri="{FF2B5EF4-FFF2-40B4-BE49-F238E27FC236}">
                  <a16:creationId xmlns:a16="http://schemas.microsoft.com/office/drawing/2014/main" id="{3B3975DB-F330-48E3-05A4-042469BE75EB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4" name="Freeform 2783">
              <a:extLst>
                <a:ext uri="{FF2B5EF4-FFF2-40B4-BE49-F238E27FC236}">
                  <a16:creationId xmlns:a16="http://schemas.microsoft.com/office/drawing/2014/main" id="{34DB3F62-BBF2-6F36-F126-8C1BE6A4DEFF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5" name="Freeform 2784">
              <a:extLst>
                <a:ext uri="{FF2B5EF4-FFF2-40B4-BE49-F238E27FC236}">
                  <a16:creationId xmlns:a16="http://schemas.microsoft.com/office/drawing/2014/main" id="{B30D0AAA-B55C-FDBF-4551-8D607C165E4B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6" name="Freeform 2785">
              <a:extLst>
                <a:ext uri="{FF2B5EF4-FFF2-40B4-BE49-F238E27FC236}">
                  <a16:creationId xmlns:a16="http://schemas.microsoft.com/office/drawing/2014/main" id="{F2554272-D110-2271-3367-2DEE5D8503C3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7" name="Freeform 2786">
              <a:extLst>
                <a:ext uri="{FF2B5EF4-FFF2-40B4-BE49-F238E27FC236}">
                  <a16:creationId xmlns:a16="http://schemas.microsoft.com/office/drawing/2014/main" id="{233C3A3C-14C3-CE2D-9020-24E60ABE8D8F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8" name="Freeform 2787">
              <a:extLst>
                <a:ext uri="{FF2B5EF4-FFF2-40B4-BE49-F238E27FC236}">
                  <a16:creationId xmlns:a16="http://schemas.microsoft.com/office/drawing/2014/main" id="{C9F88623-F69A-043A-CC4E-FE2F0A28CBDA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9" name="Freeform 2788">
              <a:extLst>
                <a:ext uri="{FF2B5EF4-FFF2-40B4-BE49-F238E27FC236}">
                  <a16:creationId xmlns:a16="http://schemas.microsoft.com/office/drawing/2014/main" id="{E9B1F7E0-57DB-EAC0-351A-C2B82967C5EA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0" name="Freeform 2789">
              <a:extLst>
                <a:ext uri="{FF2B5EF4-FFF2-40B4-BE49-F238E27FC236}">
                  <a16:creationId xmlns:a16="http://schemas.microsoft.com/office/drawing/2014/main" id="{ADDC4DF0-97BA-F421-BC0E-AAE5BDBE0E2A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1" name="Freeform 2790">
              <a:extLst>
                <a:ext uri="{FF2B5EF4-FFF2-40B4-BE49-F238E27FC236}">
                  <a16:creationId xmlns:a16="http://schemas.microsoft.com/office/drawing/2014/main" id="{656DF19C-6B0C-CEBB-D71E-CBF79B69DB56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2" name="Freeform 2791">
              <a:extLst>
                <a:ext uri="{FF2B5EF4-FFF2-40B4-BE49-F238E27FC236}">
                  <a16:creationId xmlns:a16="http://schemas.microsoft.com/office/drawing/2014/main" id="{65642A0E-238F-D5D7-87CE-8A63854C46E7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3" name="Freeform 2792">
              <a:extLst>
                <a:ext uri="{FF2B5EF4-FFF2-40B4-BE49-F238E27FC236}">
                  <a16:creationId xmlns:a16="http://schemas.microsoft.com/office/drawing/2014/main" id="{A2E75E99-1DA9-04CA-D99C-30B7DDE4AEEC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4" name="Freeform 2793">
              <a:extLst>
                <a:ext uri="{FF2B5EF4-FFF2-40B4-BE49-F238E27FC236}">
                  <a16:creationId xmlns:a16="http://schemas.microsoft.com/office/drawing/2014/main" id="{FA92260F-1DCB-3DD7-C695-DF35F132B8E7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5" name="Freeform 2794">
              <a:extLst>
                <a:ext uri="{FF2B5EF4-FFF2-40B4-BE49-F238E27FC236}">
                  <a16:creationId xmlns:a16="http://schemas.microsoft.com/office/drawing/2014/main" id="{57507E11-1965-0CE6-23D0-3A59771D78B0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6" name="Freeform 2795">
              <a:extLst>
                <a:ext uri="{FF2B5EF4-FFF2-40B4-BE49-F238E27FC236}">
                  <a16:creationId xmlns:a16="http://schemas.microsoft.com/office/drawing/2014/main" id="{C99F7237-F061-A7D7-DFAF-836FDB3FB538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7" name="Freeform 2796">
              <a:extLst>
                <a:ext uri="{FF2B5EF4-FFF2-40B4-BE49-F238E27FC236}">
                  <a16:creationId xmlns:a16="http://schemas.microsoft.com/office/drawing/2014/main" id="{1A03D3CE-091D-1516-8F07-E96A208D178C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8" name="Freeform 2797">
              <a:extLst>
                <a:ext uri="{FF2B5EF4-FFF2-40B4-BE49-F238E27FC236}">
                  <a16:creationId xmlns:a16="http://schemas.microsoft.com/office/drawing/2014/main" id="{393D248B-291F-3E95-186C-FD3F4C7A1963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9" name="Freeform 2798">
              <a:extLst>
                <a:ext uri="{FF2B5EF4-FFF2-40B4-BE49-F238E27FC236}">
                  <a16:creationId xmlns:a16="http://schemas.microsoft.com/office/drawing/2014/main" id="{6C7C197F-0728-C606-466A-9A5961E2C987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0" name="Freeform 2799">
              <a:extLst>
                <a:ext uri="{FF2B5EF4-FFF2-40B4-BE49-F238E27FC236}">
                  <a16:creationId xmlns:a16="http://schemas.microsoft.com/office/drawing/2014/main" id="{D285E379-A784-7A7C-B826-E754DACF4A6B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1" name="Freeform 2800">
              <a:extLst>
                <a:ext uri="{FF2B5EF4-FFF2-40B4-BE49-F238E27FC236}">
                  <a16:creationId xmlns:a16="http://schemas.microsoft.com/office/drawing/2014/main" id="{30183EE0-4BB8-DCBB-15BF-A0C6284764F2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2" name="Freeform 2801">
              <a:extLst>
                <a:ext uri="{FF2B5EF4-FFF2-40B4-BE49-F238E27FC236}">
                  <a16:creationId xmlns:a16="http://schemas.microsoft.com/office/drawing/2014/main" id="{FEB92EC7-4FBA-5388-DAFB-77F91A2777B0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3" name="Freeform 2802">
              <a:extLst>
                <a:ext uri="{FF2B5EF4-FFF2-40B4-BE49-F238E27FC236}">
                  <a16:creationId xmlns:a16="http://schemas.microsoft.com/office/drawing/2014/main" id="{D1F15B85-4376-F206-6144-51880E2C0FB1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4" name="Freeform 2803">
              <a:extLst>
                <a:ext uri="{FF2B5EF4-FFF2-40B4-BE49-F238E27FC236}">
                  <a16:creationId xmlns:a16="http://schemas.microsoft.com/office/drawing/2014/main" id="{3082B223-B551-40AC-4B11-25660E5A61FC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5" name="Freeform 2804">
              <a:extLst>
                <a:ext uri="{FF2B5EF4-FFF2-40B4-BE49-F238E27FC236}">
                  <a16:creationId xmlns:a16="http://schemas.microsoft.com/office/drawing/2014/main" id="{CE6C72E2-FEBC-737A-432B-6941658081CE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6" name="Freeform 2805">
              <a:extLst>
                <a:ext uri="{FF2B5EF4-FFF2-40B4-BE49-F238E27FC236}">
                  <a16:creationId xmlns:a16="http://schemas.microsoft.com/office/drawing/2014/main" id="{AF747C8A-2575-303F-9CCA-AFF5F23F0CAA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7" name="Freeform 2806">
              <a:extLst>
                <a:ext uri="{FF2B5EF4-FFF2-40B4-BE49-F238E27FC236}">
                  <a16:creationId xmlns:a16="http://schemas.microsoft.com/office/drawing/2014/main" id="{DC0A735A-E620-DD09-0CF8-0DAF2CBB2FB1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8" name="Freeform 2807">
              <a:extLst>
                <a:ext uri="{FF2B5EF4-FFF2-40B4-BE49-F238E27FC236}">
                  <a16:creationId xmlns:a16="http://schemas.microsoft.com/office/drawing/2014/main" id="{DD16DFAA-7366-EB9D-906F-EBF222CD2448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9" name="Freeform 2808">
              <a:extLst>
                <a:ext uri="{FF2B5EF4-FFF2-40B4-BE49-F238E27FC236}">
                  <a16:creationId xmlns:a16="http://schemas.microsoft.com/office/drawing/2014/main" id="{FBBD0AB4-0F3D-64E5-9E0A-D8E49D4C2AB3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0" name="Freeform 2809">
              <a:extLst>
                <a:ext uri="{FF2B5EF4-FFF2-40B4-BE49-F238E27FC236}">
                  <a16:creationId xmlns:a16="http://schemas.microsoft.com/office/drawing/2014/main" id="{742C380B-1EC8-56CC-480C-6B8C2424ADC4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1" name="Freeform 2810">
              <a:extLst>
                <a:ext uri="{FF2B5EF4-FFF2-40B4-BE49-F238E27FC236}">
                  <a16:creationId xmlns:a16="http://schemas.microsoft.com/office/drawing/2014/main" id="{EC10D8ED-E3C4-0619-8F72-584CD718F3BD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2" name="Freeform 2811">
              <a:extLst>
                <a:ext uri="{FF2B5EF4-FFF2-40B4-BE49-F238E27FC236}">
                  <a16:creationId xmlns:a16="http://schemas.microsoft.com/office/drawing/2014/main" id="{D61750CC-E28F-AEBD-5BF1-1F2DB53B540D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3" name="Freeform 2812">
              <a:extLst>
                <a:ext uri="{FF2B5EF4-FFF2-40B4-BE49-F238E27FC236}">
                  <a16:creationId xmlns:a16="http://schemas.microsoft.com/office/drawing/2014/main" id="{155FF0CD-1089-C51C-B764-BE17E13DA05A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4" name="Freeform 2813">
              <a:extLst>
                <a:ext uri="{FF2B5EF4-FFF2-40B4-BE49-F238E27FC236}">
                  <a16:creationId xmlns:a16="http://schemas.microsoft.com/office/drawing/2014/main" id="{0297A35B-0091-261C-93B8-A1BD83ED543A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5" name="Freeform 2814">
              <a:extLst>
                <a:ext uri="{FF2B5EF4-FFF2-40B4-BE49-F238E27FC236}">
                  <a16:creationId xmlns:a16="http://schemas.microsoft.com/office/drawing/2014/main" id="{5EC21F9E-F8D8-7DE2-A251-AC179F248FF3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6" name="Freeform 2815">
              <a:extLst>
                <a:ext uri="{FF2B5EF4-FFF2-40B4-BE49-F238E27FC236}">
                  <a16:creationId xmlns:a16="http://schemas.microsoft.com/office/drawing/2014/main" id="{9E4BE78B-9689-62F5-7C4E-23243539EEB2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7" name="Freeform 2816">
              <a:extLst>
                <a:ext uri="{FF2B5EF4-FFF2-40B4-BE49-F238E27FC236}">
                  <a16:creationId xmlns:a16="http://schemas.microsoft.com/office/drawing/2014/main" id="{0E59023C-E83D-BEC0-FE96-A4F5D7C45B89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3766A5FF-685B-6BC7-1FFB-F2D1EFFC6DC0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CEBE567B-A71B-0E96-7D7B-DBA430DE1828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F8E43F90-1FE8-E70F-09E1-DE69E146800E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2D57EEBE-054C-267E-6FB7-0502CB40E58B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760E7266-4300-B3DB-A2E0-6C670CD5739C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B7B071E3-D8CF-2A10-0EED-21D36DA342ED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6182749C-0B1D-B77B-8CDC-AF9A14AE6D4F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F1723168-2E80-840C-971D-041DC54319DC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034FCDE0-D147-7E9A-A6E0-EA468FA9433C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EB1C6D6E-C30E-8F94-0CAE-245DADD94C5D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8C4221FF-8314-F911-7F0E-64D6341B6161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9" name="Freeform 2828">
              <a:extLst>
                <a:ext uri="{FF2B5EF4-FFF2-40B4-BE49-F238E27FC236}">
                  <a16:creationId xmlns:a16="http://schemas.microsoft.com/office/drawing/2014/main" id="{47599C01-2A3C-E8D9-F965-EDBA986757D0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0" name="Freeform 2829">
              <a:extLst>
                <a:ext uri="{FF2B5EF4-FFF2-40B4-BE49-F238E27FC236}">
                  <a16:creationId xmlns:a16="http://schemas.microsoft.com/office/drawing/2014/main" id="{44C0DF66-66A6-E204-82F0-F447DFE37B5F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1" name="Freeform 2830">
              <a:extLst>
                <a:ext uri="{FF2B5EF4-FFF2-40B4-BE49-F238E27FC236}">
                  <a16:creationId xmlns:a16="http://schemas.microsoft.com/office/drawing/2014/main" id="{FD7C842F-F3D7-D8F7-B828-71BB9A541589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2" name="Freeform 2831">
              <a:extLst>
                <a:ext uri="{FF2B5EF4-FFF2-40B4-BE49-F238E27FC236}">
                  <a16:creationId xmlns:a16="http://schemas.microsoft.com/office/drawing/2014/main" id="{E2A02CA7-754C-6B09-9DC4-400D5576002E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3" name="Freeform 2832">
              <a:extLst>
                <a:ext uri="{FF2B5EF4-FFF2-40B4-BE49-F238E27FC236}">
                  <a16:creationId xmlns:a16="http://schemas.microsoft.com/office/drawing/2014/main" id="{2FC761C9-DDBE-2DD1-2536-1D6EE5365844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4" name="Freeform 2833">
              <a:extLst>
                <a:ext uri="{FF2B5EF4-FFF2-40B4-BE49-F238E27FC236}">
                  <a16:creationId xmlns:a16="http://schemas.microsoft.com/office/drawing/2014/main" id="{4F0666CE-FED1-5E42-D6D0-4A5D0C02FF59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5" name="Freeform 2834">
              <a:extLst>
                <a:ext uri="{FF2B5EF4-FFF2-40B4-BE49-F238E27FC236}">
                  <a16:creationId xmlns:a16="http://schemas.microsoft.com/office/drawing/2014/main" id="{5C0032A8-0280-B0EF-85A7-ED3748EDF789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6" name="Freeform 2835">
              <a:extLst>
                <a:ext uri="{FF2B5EF4-FFF2-40B4-BE49-F238E27FC236}">
                  <a16:creationId xmlns:a16="http://schemas.microsoft.com/office/drawing/2014/main" id="{C67B0C2B-34E2-3BBF-BDBF-EA415DFC042A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9533C25A-22B7-A401-C8B6-23C7DFF3D658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864ADD20-B649-C17A-09D8-30040498ABA3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35870023-F9C0-3346-8B54-EAC3D4BC7F37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CC11BE63-22E7-0B9E-337B-89D7AA042621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417CC9AF-47C6-A9BC-1644-C3248230F283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148166EE-EAE1-0D6A-ACD0-E42D57080C92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4C8985C2-B3E4-AC43-A4ED-37533DC2DBDB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4" name="Freeform 2843">
              <a:extLst>
                <a:ext uri="{FF2B5EF4-FFF2-40B4-BE49-F238E27FC236}">
                  <a16:creationId xmlns:a16="http://schemas.microsoft.com/office/drawing/2014/main" id="{143C260A-4443-76F6-E069-DBF4D15E14D8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5" name="Freeform 2844">
              <a:extLst>
                <a:ext uri="{FF2B5EF4-FFF2-40B4-BE49-F238E27FC236}">
                  <a16:creationId xmlns:a16="http://schemas.microsoft.com/office/drawing/2014/main" id="{206031E8-B1EA-03EC-0849-83078024E76B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6" name="Freeform 2845">
              <a:extLst>
                <a:ext uri="{FF2B5EF4-FFF2-40B4-BE49-F238E27FC236}">
                  <a16:creationId xmlns:a16="http://schemas.microsoft.com/office/drawing/2014/main" id="{0748CD6E-60E5-0B42-3FFC-FE3D54944856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5B25F782-2520-F1CC-FE4D-DBFF196E1B0D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B4EB2EC8-EF5D-E9C0-384A-F37FF94C9815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40B5AD1D-1DDE-3B8C-0FCF-10F7BA26E2C0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B72651D2-AB47-9B03-F589-4285DE8C294D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AF3AEB66-759F-A945-D6C5-8A45DA440134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1FF78B97-5AB4-A09A-7D3F-1B6E8A3918BA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02B0BDF3-2E09-1EDC-C880-7F681AAEBBB8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9ECAB382-22B7-DE8A-6BE4-0F581D61E375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8101D95D-12C6-D2B8-421D-8D068F21D53F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B5D39BD6-4BB6-B832-F6DD-0E161EDAA197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65C52FF4-E400-8ACE-CB1E-D5A94C2C3C98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7132A18F-F856-8A0B-3198-90FC690166D7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84597187-990D-D3AE-CD31-C0340B6903A5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C2BB4665-2F72-251A-DB50-64735BD234BC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E5314893-C712-BF6E-1E72-CA12EF3EA696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0A0ED87E-4F57-559F-E648-F1D26BB2DE5B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B784C5E4-262F-3747-A710-F87EB7A14920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280B4F29-0E8E-4561-36CC-AB310FE9C686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5" name="Freeform 2864">
              <a:extLst>
                <a:ext uri="{FF2B5EF4-FFF2-40B4-BE49-F238E27FC236}">
                  <a16:creationId xmlns:a16="http://schemas.microsoft.com/office/drawing/2014/main" id="{D1B99A90-0463-77BB-F788-E9400F63C9CA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6" name="Freeform 2865">
              <a:extLst>
                <a:ext uri="{FF2B5EF4-FFF2-40B4-BE49-F238E27FC236}">
                  <a16:creationId xmlns:a16="http://schemas.microsoft.com/office/drawing/2014/main" id="{C75C0897-031F-3EEA-2688-971368768C53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1051A5F7-D560-2011-D323-0B2C6C22B08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75985930-5346-AF88-A5B7-7FBC298DAB17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CF02C127-4CEF-C6BD-62C5-062119D174C2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5F0B0DAF-E8EF-8A1B-2ABB-5A83DB588468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59877E53-54E6-848E-3437-520FCE9E2E2B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B7AF3D27-EEDA-DFEB-AEBD-B2F4EE089611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AADE9D33-B41C-9FB9-4C66-D3684CD0409E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6FDAB402-D45E-3E8E-DFC4-9468302034A8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9E4B42CE-99F5-8C92-33A0-ED2663ACDF6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C6DF4A0E-3C67-BC87-7C7D-893A6AC99BD9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948D1080-5E64-6C4E-7813-F3C8F6E9BD9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8" name="Freeform 2877">
              <a:extLst>
                <a:ext uri="{FF2B5EF4-FFF2-40B4-BE49-F238E27FC236}">
                  <a16:creationId xmlns:a16="http://schemas.microsoft.com/office/drawing/2014/main" id="{45F901B1-E369-89D7-E7C2-8E0B13FFFB9B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590FA3E6-DA5E-36F0-D917-9A47FF0CDE5F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A199058E-74FB-AE64-C832-42BC8DE9CD8F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F278093A-7AE3-DCE6-3B14-F282F82A7F2B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E3441DA9-C2B1-DDE0-E38D-CB5EBB55C42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0F25D134-1DCA-6925-73F9-0348A71E8135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FD0AC1C3-67D6-AC5F-9016-77A2E252A618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DE7C59E8-0A64-3ED0-AB6C-845A06AF9788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04309B62-F07B-0DAD-C0B7-A827B19174E0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FE7438E1-C80B-AEF4-3FCD-540114DC51B4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01530673-CC42-C7C3-9C46-877F1E1E0CBD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18012813-6616-4289-423E-7CE41FA3BE63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EB342C8A-AD68-5BB8-3064-A4D3189CF89F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34DB13E6-51AE-0D3D-164D-5895F3FD44C5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" name="Freeform 2891">
              <a:extLst>
                <a:ext uri="{FF2B5EF4-FFF2-40B4-BE49-F238E27FC236}">
                  <a16:creationId xmlns:a16="http://schemas.microsoft.com/office/drawing/2014/main" id="{703353CA-2B2D-9589-8F72-5C7FC3E8FFAF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168C73DC-7BB1-3365-E2A1-3637523AC02E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6E0FED86-993D-35FC-EB47-8F76573D392F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811D83C0-CFEE-ABD8-DCE9-62580820FC82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A9DD190D-5FF4-3EF4-2F44-8CE35A27BD62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B9EB43A7-97C4-65E3-3955-63137A379670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855C8DA2-B05B-72DC-7D1B-D6BC74D8E242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9" name="Freeform 2898">
              <a:extLst>
                <a:ext uri="{FF2B5EF4-FFF2-40B4-BE49-F238E27FC236}">
                  <a16:creationId xmlns:a16="http://schemas.microsoft.com/office/drawing/2014/main" id="{F0329AC1-CE09-285E-4BA9-72CCF708AEFD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0" name="Freeform 2899">
              <a:extLst>
                <a:ext uri="{FF2B5EF4-FFF2-40B4-BE49-F238E27FC236}">
                  <a16:creationId xmlns:a16="http://schemas.microsoft.com/office/drawing/2014/main" id="{96066AF9-DDE1-3FEE-E493-0B36AF9744E5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1" name="Freeform 2900">
              <a:extLst>
                <a:ext uri="{FF2B5EF4-FFF2-40B4-BE49-F238E27FC236}">
                  <a16:creationId xmlns:a16="http://schemas.microsoft.com/office/drawing/2014/main" id="{AA037AD8-B7A8-1413-3023-E16082F50D32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2" name="Freeform 2901">
              <a:extLst>
                <a:ext uri="{FF2B5EF4-FFF2-40B4-BE49-F238E27FC236}">
                  <a16:creationId xmlns:a16="http://schemas.microsoft.com/office/drawing/2014/main" id="{DDA89DCE-B2D7-E722-6B87-ECA954FBBB04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6955C80E-CF18-1C92-BE22-C96269636815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90425EAF-47D1-3076-56C6-6C222F5D83E1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1EED54DE-ACE8-0F60-8ED6-4B3F036CC8C3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3EE42714-3984-D6D4-1CF3-7C26AB0E45BC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3C2A931B-9061-BD6D-9758-0BCBCF4680FC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686459DA-09C8-93C8-E7B5-A2A282DBF442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59E098A5-FE81-C099-74F3-B40A2D39955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5EBEF6E4-1F6D-CF92-3646-57F2AE98D61A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53B1973E-856C-A609-A704-8870C36763F5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A6C7CDB8-FFCB-466C-742B-EDBAC5950A06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B5F52D5F-DEA6-5E21-2A49-92E08305A7BE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8BCA9E53-7F06-B342-A51A-CBF2613C58E4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5" name="Freeform 2914">
              <a:extLst>
                <a:ext uri="{FF2B5EF4-FFF2-40B4-BE49-F238E27FC236}">
                  <a16:creationId xmlns:a16="http://schemas.microsoft.com/office/drawing/2014/main" id="{5228E05B-2717-DDDA-CAB8-A128FA7E1D6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6" name="Freeform 2915">
              <a:extLst>
                <a:ext uri="{FF2B5EF4-FFF2-40B4-BE49-F238E27FC236}">
                  <a16:creationId xmlns:a16="http://schemas.microsoft.com/office/drawing/2014/main" id="{E1EE05AD-D3A0-6FB2-1D5F-540B5E57D137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7" name="Freeform 2916">
              <a:extLst>
                <a:ext uri="{FF2B5EF4-FFF2-40B4-BE49-F238E27FC236}">
                  <a16:creationId xmlns:a16="http://schemas.microsoft.com/office/drawing/2014/main" id="{EA5A4AA1-E6FA-AA94-85E3-747901950C3F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8" name="Freeform 2917">
              <a:extLst>
                <a:ext uri="{FF2B5EF4-FFF2-40B4-BE49-F238E27FC236}">
                  <a16:creationId xmlns:a16="http://schemas.microsoft.com/office/drawing/2014/main" id="{7C6C3DC0-8B07-888A-8A85-53456870ADDE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9" name="Freeform 2918">
              <a:extLst>
                <a:ext uri="{FF2B5EF4-FFF2-40B4-BE49-F238E27FC236}">
                  <a16:creationId xmlns:a16="http://schemas.microsoft.com/office/drawing/2014/main" id="{F336175E-0C06-6594-3C26-D9A403A2B07D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0" name="Freeform 2919">
              <a:extLst>
                <a:ext uri="{FF2B5EF4-FFF2-40B4-BE49-F238E27FC236}">
                  <a16:creationId xmlns:a16="http://schemas.microsoft.com/office/drawing/2014/main" id="{6D30C9CD-278A-B6EE-A450-472C9B1A2499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1" name="Freeform 2920">
              <a:extLst>
                <a:ext uri="{FF2B5EF4-FFF2-40B4-BE49-F238E27FC236}">
                  <a16:creationId xmlns:a16="http://schemas.microsoft.com/office/drawing/2014/main" id="{F58F06FE-C21C-15DB-E648-C75AE7BC81C1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2" name="Freeform 2921">
              <a:extLst>
                <a:ext uri="{FF2B5EF4-FFF2-40B4-BE49-F238E27FC236}">
                  <a16:creationId xmlns:a16="http://schemas.microsoft.com/office/drawing/2014/main" id="{3B817111-78AA-4676-6202-7AD55ED6598F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3" name="Freeform 2922">
              <a:extLst>
                <a:ext uri="{FF2B5EF4-FFF2-40B4-BE49-F238E27FC236}">
                  <a16:creationId xmlns:a16="http://schemas.microsoft.com/office/drawing/2014/main" id="{D61BE641-FADE-C94C-4985-07977A8A3151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4" name="Freeform 2923">
              <a:extLst>
                <a:ext uri="{FF2B5EF4-FFF2-40B4-BE49-F238E27FC236}">
                  <a16:creationId xmlns:a16="http://schemas.microsoft.com/office/drawing/2014/main" id="{B5AB009B-958A-9BF0-54BB-3E41184E24B6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5" name="Freeform 2924">
              <a:extLst>
                <a:ext uri="{FF2B5EF4-FFF2-40B4-BE49-F238E27FC236}">
                  <a16:creationId xmlns:a16="http://schemas.microsoft.com/office/drawing/2014/main" id="{9F7FC2FC-FD85-837F-236E-91B408BCE428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6" name="Freeform 2925">
              <a:extLst>
                <a:ext uri="{FF2B5EF4-FFF2-40B4-BE49-F238E27FC236}">
                  <a16:creationId xmlns:a16="http://schemas.microsoft.com/office/drawing/2014/main" id="{9ACCD715-5A38-D78C-1629-DB6592D37EEE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7" name="Freeform 2926">
              <a:extLst>
                <a:ext uri="{FF2B5EF4-FFF2-40B4-BE49-F238E27FC236}">
                  <a16:creationId xmlns:a16="http://schemas.microsoft.com/office/drawing/2014/main" id="{79B5851C-7836-F8E6-7DBC-95598AC73D67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8" name="Freeform 2927">
              <a:extLst>
                <a:ext uri="{FF2B5EF4-FFF2-40B4-BE49-F238E27FC236}">
                  <a16:creationId xmlns:a16="http://schemas.microsoft.com/office/drawing/2014/main" id="{5FA1CC4F-610D-0D1E-1393-939FEF907DC1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01D86379-D7C2-5503-6A9E-C7BC0E5C36C7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BD5834C5-8B7C-E9BA-828C-5322B33AD828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8F533519-F33E-8FFC-7A70-193B6326F99E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7184C9CF-8604-A878-496D-2A6E7B0FF5AA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3642C74D-2C0F-A182-1862-B53426728147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9A7F3BE5-3790-A760-C8E1-31459BD9B386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A23D6D9E-5459-A7DE-6F4C-98E67011BB89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995C91C1-7A39-A5B1-49FE-FA0A2D3E3B13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4DB5CC08-0E97-F58C-E043-81E62198DAAF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7F4A2D25-194F-1C40-6070-CCD27FAD7592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A30854B3-03A9-4296-A6A6-D155A7DF21EA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79305F01-A889-2F62-0D6A-63CD954C7B41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668C482C-2433-7BE6-83A0-071C2C965D43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D8292AA6-9B5D-470D-E820-4DB64803ABE1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FB3B767A-3E78-8737-A878-2891D3E625EC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4" name="Freeform 2943">
              <a:extLst>
                <a:ext uri="{FF2B5EF4-FFF2-40B4-BE49-F238E27FC236}">
                  <a16:creationId xmlns:a16="http://schemas.microsoft.com/office/drawing/2014/main" id="{CA99B87C-64DA-05A0-C974-11E6407A53AF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5" name="Freeform 2944">
              <a:extLst>
                <a:ext uri="{FF2B5EF4-FFF2-40B4-BE49-F238E27FC236}">
                  <a16:creationId xmlns:a16="http://schemas.microsoft.com/office/drawing/2014/main" id="{CD608933-013C-42AB-CAED-4A77EA8609EE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6" name="Freeform 2945">
              <a:extLst>
                <a:ext uri="{FF2B5EF4-FFF2-40B4-BE49-F238E27FC236}">
                  <a16:creationId xmlns:a16="http://schemas.microsoft.com/office/drawing/2014/main" id="{5FB82947-9AA0-5C0D-263B-67ECC30DB61F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7" name="Freeform 2946">
              <a:extLst>
                <a:ext uri="{FF2B5EF4-FFF2-40B4-BE49-F238E27FC236}">
                  <a16:creationId xmlns:a16="http://schemas.microsoft.com/office/drawing/2014/main" id="{4CF021DB-A7E2-1B25-E683-9474F52A7968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8" name="Freeform 2947">
              <a:extLst>
                <a:ext uri="{FF2B5EF4-FFF2-40B4-BE49-F238E27FC236}">
                  <a16:creationId xmlns:a16="http://schemas.microsoft.com/office/drawing/2014/main" id="{1AEBDA5D-7A1F-8AEF-F618-F6D32A6A2E63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9" name="Freeform 2948">
              <a:extLst>
                <a:ext uri="{FF2B5EF4-FFF2-40B4-BE49-F238E27FC236}">
                  <a16:creationId xmlns:a16="http://schemas.microsoft.com/office/drawing/2014/main" id="{4C6ED9D9-E340-D90A-8899-F8D8598EACDF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0" name="Freeform 2949">
              <a:extLst>
                <a:ext uri="{FF2B5EF4-FFF2-40B4-BE49-F238E27FC236}">
                  <a16:creationId xmlns:a16="http://schemas.microsoft.com/office/drawing/2014/main" id="{3C04ADC8-B890-FE81-E823-7AEF96B2D4C9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1" name="Freeform 2950">
              <a:extLst>
                <a:ext uri="{FF2B5EF4-FFF2-40B4-BE49-F238E27FC236}">
                  <a16:creationId xmlns:a16="http://schemas.microsoft.com/office/drawing/2014/main" id="{6F698472-A460-27B6-1ABE-8F76C65B8209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2" name="Freeform 2951">
              <a:extLst>
                <a:ext uri="{FF2B5EF4-FFF2-40B4-BE49-F238E27FC236}">
                  <a16:creationId xmlns:a16="http://schemas.microsoft.com/office/drawing/2014/main" id="{D65F1876-4744-F455-4C16-ED9593DD94B5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3" name="Freeform 2952">
              <a:extLst>
                <a:ext uri="{FF2B5EF4-FFF2-40B4-BE49-F238E27FC236}">
                  <a16:creationId xmlns:a16="http://schemas.microsoft.com/office/drawing/2014/main" id="{87F01D66-E792-3320-9DD4-473D493B26C9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4" name="Freeform 2953">
              <a:extLst>
                <a:ext uri="{FF2B5EF4-FFF2-40B4-BE49-F238E27FC236}">
                  <a16:creationId xmlns:a16="http://schemas.microsoft.com/office/drawing/2014/main" id="{7CF0B877-C420-96CC-A34B-1812EBD3D19B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5" name="Freeform 2954">
              <a:extLst>
                <a:ext uri="{FF2B5EF4-FFF2-40B4-BE49-F238E27FC236}">
                  <a16:creationId xmlns:a16="http://schemas.microsoft.com/office/drawing/2014/main" id="{AF708FB4-21A0-75E7-D5F0-C36934673618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6" name="Freeform 2955">
              <a:extLst>
                <a:ext uri="{FF2B5EF4-FFF2-40B4-BE49-F238E27FC236}">
                  <a16:creationId xmlns:a16="http://schemas.microsoft.com/office/drawing/2014/main" id="{8F81C524-7FAB-E4DF-B331-D1EC11F915B6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7" name="Freeform 2956">
              <a:extLst>
                <a:ext uri="{FF2B5EF4-FFF2-40B4-BE49-F238E27FC236}">
                  <a16:creationId xmlns:a16="http://schemas.microsoft.com/office/drawing/2014/main" id="{340D1606-78F5-8E73-0563-6B409454B930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8" name="Freeform 2957">
              <a:extLst>
                <a:ext uri="{FF2B5EF4-FFF2-40B4-BE49-F238E27FC236}">
                  <a16:creationId xmlns:a16="http://schemas.microsoft.com/office/drawing/2014/main" id="{E5ED0F34-2008-6D30-484F-10597E3CE4A3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9" name="Freeform 2958">
              <a:extLst>
                <a:ext uri="{FF2B5EF4-FFF2-40B4-BE49-F238E27FC236}">
                  <a16:creationId xmlns:a16="http://schemas.microsoft.com/office/drawing/2014/main" id="{45A62BA0-CB4D-3892-9EE7-56C96854A96D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0" name="Freeform 2959">
              <a:extLst>
                <a:ext uri="{FF2B5EF4-FFF2-40B4-BE49-F238E27FC236}">
                  <a16:creationId xmlns:a16="http://schemas.microsoft.com/office/drawing/2014/main" id="{96537856-372D-D5C7-7292-9D240CF6A6DC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1" name="Freeform 2960">
              <a:extLst>
                <a:ext uri="{FF2B5EF4-FFF2-40B4-BE49-F238E27FC236}">
                  <a16:creationId xmlns:a16="http://schemas.microsoft.com/office/drawing/2014/main" id="{0ECC72E2-C800-64A7-AE03-81EE24B746D1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2" name="Freeform 2961">
              <a:extLst>
                <a:ext uri="{FF2B5EF4-FFF2-40B4-BE49-F238E27FC236}">
                  <a16:creationId xmlns:a16="http://schemas.microsoft.com/office/drawing/2014/main" id="{7310FDB7-EB1F-21A8-838F-FEC1F47388A9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3" name="Freeform 2962">
              <a:extLst>
                <a:ext uri="{FF2B5EF4-FFF2-40B4-BE49-F238E27FC236}">
                  <a16:creationId xmlns:a16="http://schemas.microsoft.com/office/drawing/2014/main" id="{4DD3C1B2-832F-29EC-F027-2E9EEBE6E952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4" name="Freeform 2963">
              <a:extLst>
                <a:ext uri="{FF2B5EF4-FFF2-40B4-BE49-F238E27FC236}">
                  <a16:creationId xmlns:a16="http://schemas.microsoft.com/office/drawing/2014/main" id="{D466A156-94AB-2CE4-DDCB-B4911BF404DC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5" name="Freeform 2964">
              <a:extLst>
                <a:ext uri="{FF2B5EF4-FFF2-40B4-BE49-F238E27FC236}">
                  <a16:creationId xmlns:a16="http://schemas.microsoft.com/office/drawing/2014/main" id="{F053251D-783D-3A52-F1CD-D31D61A3DE53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6" name="Freeform 2965">
              <a:extLst>
                <a:ext uri="{FF2B5EF4-FFF2-40B4-BE49-F238E27FC236}">
                  <a16:creationId xmlns:a16="http://schemas.microsoft.com/office/drawing/2014/main" id="{C76A59BF-6C7F-F443-391C-7087399C73FE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7" name="Freeform 2966">
              <a:extLst>
                <a:ext uri="{FF2B5EF4-FFF2-40B4-BE49-F238E27FC236}">
                  <a16:creationId xmlns:a16="http://schemas.microsoft.com/office/drawing/2014/main" id="{33F042EC-7D9B-6B6F-1573-5623AC73003E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8" name="Freeform 2967">
              <a:extLst>
                <a:ext uri="{FF2B5EF4-FFF2-40B4-BE49-F238E27FC236}">
                  <a16:creationId xmlns:a16="http://schemas.microsoft.com/office/drawing/2014/main" id="{F944034F-1683-7836-DDEB-7A0C590C7D96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9" name="Freeform 2968">
              <a:extLst>
                <a:ext uri="{FF2B5EF4-FFF2-40B4-BE49-F238E27FC236}">
                  <a16:creationId xmlns:a16="http://schemas.microsoft.com/office/drawing/2014/main" id="{827AEA59-6FB6-420D-3AFF-810F5272C975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0" name="Freeform 2969">
              <a:extLst>
                <a:ext uri="{FF2B5EF4-FFF2-40B4-BE49-F238E27FC236}">
                  <a16:creationId xmlns:a16="http://schemas.microsoft.com/office/drawing/2014/main" id="{C6688986-594A-1D69-8BC6-53B80AEF88D9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1" name="Freeform 2970">
              <a:extLst>
                <a:ext uri="{FF2B5EF4-FFF2-40B4-BE49-F238E27FC236}">
                  <a16:creationId xmlns:a16="http://schemas.microsoft.com/office/drawing/2014/main" id="{1C3CF04C-1524-11CA-4D18-01131644FE84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2" name="Freeform 2971">
              <a:extLst>
                <a:ext uri="{FF2B5EF4-FFF2-40B4-BE49-F238E27FC236}">
                  <a16:creationId xmlns:a16="http://schemas.microsoft.com/office/drawing/2014/main" id="{CC6CB427-0A22-70DF-EB8B-8B0C371B1E60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3" name="Freeform 2972">
              <a:extLst>
                <a:ext uri="{FF2B5EF4-FFF2-40B4-BE49-F238E27FC236}">
                  <a16:creationId xmlns:a16="http://schemas.microsoft.com/office/drawing/2014/main" id="{52D58C70-37FA-3985-22B1-677B29F18410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4" name="Freeform 2973">
              <a:extLst>
                <a:ext uri="{FF2B5EF4-FFF2-40B4-BE49-F238E27FC236}">
                  <a16:creationId xmlns:a16="http://schemas.microsoft.com/office/drawing/2014/main" id="{FA7A475D-FA3B-FF31-4FF2-612578A8D748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5" name="Freeform 2974">
              <a:extLst>
                <a:ext uri="{FF2B5EF4-FFF2-40B4-BE49-F238E27FC236}">
                  <a16:creationId xmlns:a16="http://schemas.microsoft.com/office/drawing/2014/main" id="{07FFBB4D-1F83-0112-FB98-6A0FCDECD65B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6" name="Freeform 2975">
              <a:extLst>
                <a:ext uri="{FF2B5EF4-FFF2-40B4-BE49-F238E27FC236}">
                  <a16:creationId xmlns:a16="http://schemas.microsoft.com/office/drawing/2014/main" id="{2B189B39-36E5-5F15-A35E-5D578AED35A3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7" name="Freeform 2976">
              <a:extLst>
                <a:ext uri="{FF2B5EF4-FFF2-40B4-BE49-F238E27FC236}">
                  <a16:creationId xmlns:a16="http://schemas.microsoft.com/office/drawing/2014/main" id="{79531084-34AB-3EAE-3D53-85E750DCA349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8" name="Freeform 2977">
              <a:extLst>
                <a:ext uri="{FF2B5EF4-FFF2-40B4-BE49-F238E27FC236}">
                  <a16:creationId xmlns:a16="http://schemas.microsoft.com/office/drawing/2014/main" id="{D07ACE12-7336-7919-86C1-68116F8F9E21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9" name="Freeform 2978">
              <a:extLst>
                <a:ext uri="{FF2B5EF4-FFF2-40B4-BE49-F238E27FC236}">
                  <a16:creationId xmlns:a16="http://schemas.microsoft.com/office/drawing/2014/main" id="{3193CD3F-0D23-E56F-3C2F-3522DC5E8653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0" name="Freeform 2979">
              <a:extLst>
                <a:ext uri="{FF2B5EF4-FFF2-40B4-BE49-F238E27FC236}">
                  <a16:creationId xmlns:a16="http://schemas.microsoft.com/office/drawing/2014/main" id="{63AF2BE8-5BC0-C5D1-EA56-9CCBAF95E2BC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1" name="Freeform 2980">
              <a:extLst>
                <a:ext uri="{FF2B5EF4-FFF2-40B4-BE49-F238E27FC236}">
                  <a16:creationId xmlns:a16="http://schemas.microsoft.com/office/drawing/2014/main" id="{EC7BE44F-8242-2392-85F0-78A334B10DAA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2" name="Freeform 2981">
              <a:extLst>
                <a:ext uri="{FF2B5EF4-FFF2-40B4-BE49-F238E27FC236}">
                  <a16:creationId xmlns:a16="http://schemas.microsoft.com/office/drawing/2014/main" id="{D625E32E-5E7A-2706-B272-AA8D32EA4A46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3" name="Freeform 2982">
              <a:extLst>
                <a:ext uri="{FF2B5EF4-FFF2-40B4-BE49-F238E27FC236}">
                  <a16:creationId xmlns:a16="http://schemas.microsoft.com/office/drawing/2014/main" id="{CA50C0C4-F943-3D5D-EE11-533179B6B5D1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4" name="Freeform 2983">
              <a:extLst>
                <a:ext uri="{FF2B5EF4-FFF2-40B4-BE49-F238E27FC236}">
                  <a16:creationId xmlns:a16="http://schemas.microsoft.com/office/drawing/2014/main" id="{57696C79-5598-199A-D238-E30272591B2A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5" name="Freeform 2984">
              <a:extLst>
                <a:ext uri="{FF2B5EF4-FFF2-40B4-BE49-F238E27FC236}">
                  <a16:creationId xmlns:a16="http://schemas.microsoft.com/office/drawing/2014/main" id="{0EFE0B42-B414-4F5F-A709-47FB92A04040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6" name="Freeform 2985">
              <a:extLst>
                <a:ext uri="{FF2B5EF4-FFF2-40B4-BE49-F238E27FC236}">
                  <a16:creationId xmlns:a16="http://schemas.microsoft.com/office/drawing/2014/main" id="{8BCAF85F-C748-9A97-CABF-F3E353B9F7C0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7" name="Freeform 2986">
              <a:extLst>
                <a:ext uri="{FF2B5EF4-FFF2-40B4-BE49-F238E27FC236}">
                  <a16:creationId xmlns:a16="http://schemas.microsoft.com/office/drawing/2014/main" id="{E107FFE2-F6D7-75A0-26BB-2769AA0459D1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8" name="Freeform 2987">
              <a:extLst>
                <a:ext uri="{FF2B5EF4-FFF2-40B4-BE49-F238E27FC236}">
                  <a16:creationId xmlns:a16="http://schemas.microsoft.com/office/drawing/2014/main" id="{D6810A82-C0CC-803D-6A9F-79D51F5DCD6E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9" name="Freeform 2988">
              <a:extLst>
                <a:ext uri="{FF2B5EF4-FFF2-40B4-BE49-F238E27FC236}">
                  <a16:creationId xmlns:a16="http://schemas.microsoft.com/office/drawing/2014/main" id="{294C862D-E14D-43B6-EDB3-226DA65339ED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0" name="Freeform 2989">
              <a:extLst>
                <a:ext uri="{FF2B5EF4-FFF2-40B4-BE49-F238E27FC236}">
                  <a16:creationId xmlns:a16="http://schemas.microsoft.com/office/drawing/2014/main" id="{77A4E74F-B1DD-7783-BA63-96DCE0AC1DF8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1" name="Freeform 2990">
              <a:extLst>
                <a:ext uri="{FF2B5EF4-FFF2-40B4-BE49-F238E27FC236}">
                  <a16:creationId xmlns:a16="http://schemas.microsoft.com/office/drawing/2014/main" id="{EEBA4B58-49BE-2915-A433-32A9B593ED2C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E4410C79-0410-CB86-09CB-CE2DAD76B3FE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3" name="Freeform 2992">
              <a:extLst>
                <a:ext uri="{FF2B5EF4-FFF2-40B4-BE49-F238E27FC236}">
                  <a16:creationId xmlns:a16="http://schemas.microsoft.com/office/drawing/2014/main" id="{641FD562-F745-DA7D-1F0C-31612503FEDD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9177FA3D-E844-70B9-B669-ECE9CCDF0D8E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5" name="Freeform 2994">
              <a:extLst>
                <a:ext uri="{FF2B5EF4-FFF2-40B4-BE49-F238E27FC236}">
                  <a16:creationId xmlns:a16="http://schemas.microsoft.com/office/drawing/2014/main" id="{5AFA7349-6DE8-C310-69D4-7AADA044BA9C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6" name="Freeform 2995">
              <a:extLst>
                <a:ext uri="{FF2B5EF4-FFF2-40B4-BE49-F238E27FC236}">
                  <a16:creationId xmlns:a16="http://schemas.microsoft.com/office/drawing/2014/main" id="{11440791-98EC-CB90-B972-B36FB625CC4F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7" name="Freeform 2996">
              <a:extLst>
                <a:ext uri="{FF2B5EF4-FFF2-40B4-BE49-F238E27FC236}">
                  <a16:creationId xmlns:a16="http://schemas.microsoft.com/office/drawing/2014/main" id="{B32E97F6-C3F5-B70D-C5F2-13B4476E7361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8" name="Freeform 2997">
              <a:extLst>
                <a:ext uri="{FF2B5EF4-FFF2-40B4-BE49-F238E27FC236}">
                  <a16:creationId xmlns:a16="http://schemas.microsoft.com/office/drawing/2014/main" id="{546F0055-2DFC-CCCC-372C-315A5FF5936B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9" name="Freeform 2998">
              <a:extLst>
                <a:ext uri="{FF2B5EF4-FFF2-40B4-BE49-F238E27FC236}">
                  <a16:creationId xmlns:a16="http://schemas.microsoft.com/office/drawing/2014/main" id="{8EF5E9D8-ADFE-7812-647B-A707CFBE63BA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0" name="Freeform 2999">
              <a:extLst>
                <a:ext uri="{FF2B5EF4-FFF2-40B4-BE49-F238E27FC236}">
                  <a16:creationId xmlns:a16="http://schemas.microsoft.com/office/drawing/2014/main" id="{FA823809-41BD-AA36-06E3-AC8E8024D4D3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1" name="Freeform 3000">
              <a:extLst>
                <a:ext uri="{FF2B5EF4-FFF2-40B4-BE49-F238E27FC236}">
                  <a16:creationId xmlns:a16="http://schemas.microsoft.com/office/drawing/2014/main" id="{2D7FEB4F-C00B-02B7-8D6D-413814C1ADEA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2" name="Freeform 3001">
              <a:extLst>
                <a:ext uri="{FF2B5EF4-FFF2-40B4-BE49-F238E27FC236}">
                  <a16:creationId xmlns:a16="http://schemas.microsoft.com/office/drawing/2014/main" id="{DB510226-B82E-846D-D651-AF4C3A494DE7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CCB46AF9-3C41-3FAA-2362-CDB6C1863A3D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6F9093F7-8A35-DFC7-E491-B0CC027D3F76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5" name="Freeform 3004">
              <a:extLst>
                <a:ext uri="{FF2B5EF4-FFF2-40B4-BE49-F238E27FC236}">
                  <a16:creationId xmlns:a16="http://schemas.microsoft.com/office/drawing/2014/main" id="{4DA7D33C-4ECD-548A-E34E-901C0F999940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6" name="Freeform 3005">
              <a:extLst>
                <a:ext uri="{FF2B5EF4-FFF2-40B4-BE49-F238E27FC236}">
                  <a16:creationId xmlns:a16="http://schemas.microsoft.com/office/drawing/2014/main" id="{F4A4B2B2-80EC-B265-D88A-3467DAF8D253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7" name="Freeform 3006">
              <a:extLst>
                <a:ext uri="{FF2B5EF4-FFF2-40B4-BE49-F238E27FC236}">
                  <a16:creationId xmlns:a16="http://schemas.microsoft.com/office/drawing/2014/main" id="{14C1B00B-8D14-D566-A9F1-68E5759AF935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8" name="Freeform 3007">
              <a:extLst>
                <a:ext uri="{FF2B5EF4-FFF2-40B4-BE49-F238E27FC236}">
                  <a16:creationId xmlns:a16="http://schemas.microsoft.com/office/drawing/2014/main" id="{3D6D54C2-23BC-A70E-C2F7-D1535C55FEF7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9" name="Freeform 3008">
              <a:extLst>
                <a:ext uri="{FF2B5EF4-FFF2-40B4-BE49-F238E27FC236}">
                  <a16:creationId xmlns:a16="http://schemas.microsoft.com/office/drawing/2014/main" id="{77DD0739-669C-11AF-C362-8A6A2FBD1F19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0" name="Freeform 3009">
              <a:extLst>
                <a:ext uri="{FF2B5EF4-FFF2-40B4-BE49-F238E27FC236}">
                  <a16:creationId xmlns:a16="http://schemas.microsoft.com/office/drawing/2014/main" id="{C6D735B9-92A3-E752-92F0-4702E3B680F9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1" name="Freeform 3010">
              <a:extLst>
                <a:ext uri="{FF2B5EF4-FFF2-40B4-BE49-F238E27FC236}">
                  <a16:creationId xmlns:a16="http://schemas.microsoft.com/office/drawing/2014/main" id="{ED982674-6057-5B0D-F37D-694460786945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2" name="Freeform 3011">
              <a:extLst>
                <a:ext uri="{FF2B5EF4-FFF2-40B4-BE49-F238E27FC236}">
                  <a16:creationId xmlns:a16="http://schemas.microsoft.com/office/drawing/2014/main" id="{75AFE163-6DD6-4FD9-F3A5-E43745425071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3" name="Freeform 3012">
              <a:extLst>
                <a:ext uri="{FF2B5EF4-FFF2-40B4-BE49-F238E27FC236}">
                  <a16:creationId xmlns:a16="http://schemas.microsoft.com/office/drawing/2014/main" id="{DA8FC4B0-704D-CE62-5636-EA3C375E4CD9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4" name="Freeform 3013">
              <a:extLst>
                <a:ext uri="{FF2B5EF4-FFF2-40B4-BE49-F238E27FC236}">
                  <a16:creationId xmlns:a16="http://schemas.microsoft.com/office/drawing/2014/main" id="{9FA87780-A077-2B9E-AA1E-C2AF9967144E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5" name="Freeform 3014">
              <a:extLst>
                <a:ext uri="{FF2B5EF4-FFF2-40B4-BE49-F238E27FC236}">
                  <a16:creationId xmlns:a16="http://schemas.microsoft.com/office/drawing/2014/main" id="{8106F5D4-F26C-D211-E0AE-3AA967899D7C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6" name="Freeform 3015">
              <a:extLst>
                <a:ext uri="{FF2B5EF4-FFF2-40B4-BE49-F238E27FC236}">
                  <a16:creationId xmlns:a16="http://schemas.microsoft.com/office/drawing/2014/main" id="{FDF14EB4-7388-953E-BF30-A66F52AC4B98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7" name="Freeform 3016">
              <a:extLst>
                <a:ext uri="{FF2B5EF4-FFF2-40B4-BE49-F238E27FC236}">
                  <a16:creationId xmlns:a16="http://schemas.microsoft.com/office/drawing/2014/main" id="{44234500-1066-90CB-25BC-EA05E5BFB16B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8" name="Freeform 3017">
              <a:extLst>
                <a:ext uri="{FF2B5EF4-FFF2-40B4-BE49-F238E27FC236}">
                  <a16:creationId xmlns:a16="http://schemas.microsoft.com/office/drawing/2014/main" id="{CE16F6F7-20A8-084B-87F3-E92BC6726B7E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9" name="Freeform 3018">
              <a:extLst>
                <a:ext uri="{FF2B5EF4-FFF2-40B4-BE49-F238E27FC236}">
                  <a16:creationId xmlns:a16="http://schemas.microsoft.com/office/drawing/2014/main" id="{6BB20400-A20D-6D9B-A510-2BDD633475C2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0" name="Freeform 3019">
              <a:extLst>
                <a:ext uri="{FF2B5EF4-FFF2-40B4-BE49-F238E27FC236}">
                  <a16:creationId xmlns:a16="http://schemas.microsoft.com/office/drawing/2014/main" id="{1FFF7AA4-EE88-C683-86D7-B8738C2B4EE9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1" name="Freeform 3020">
              <a:extLst>
                <a:ext uri="{FF2B5EF4-FFF2-40B4-BE49-F238E27FC236}">
                  <a16:creationId xmlns:a16="http://schemas.microsoft.com/office/drawing/2014/main" id="{F40A6891-7470-9C6D-8774-168257B07199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2" name="Freeform 3021">
              <a:extLst>
                <a:ext uri="{FF2B5EF4-FFF2-40B4-BE49-F238E27FC236}">
                  <a16:creationId xmlns:a16="http://schemas.microsoft.com/office/drawing/2014/main" id="{E03E383A-A83E-2CC8-BBBB-47CE0461142F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3" name="Freeform 3022">
              <a:extLst>
                <a:ext uri="{FF2B5EF4-FFF2-40B4-BE49-F238E27FC236}">
                  <a16:creationId xmlns:a16="http://schemas.microsoft.com/office/drawing/2014/main" id="{AF3261F1-AF92-6076-FC6B-A1BC5E906423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4" name="Freeform 3023">
              <a:extLst>
                <a:ext uri="{FF2B5EF4-FFF2-40B4-BE49-F238E27FC236}">
                  <a16:creationId xmlns:a16="http://schemas.microsoft.com/office/drawing/2014/main" id="{91B35588-851C-1978-7045-9ADD6838770C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5" name="Freeform 3024">
              <a:extLst>
                <a:ext uri="{FF2B5EF4-FFF2-40B4-BE49-F238E27FC236}">
                  <a16:creationId xmlns:a16="http://schemas.microsoft.com/office/drawing/2014/main" id="{6B312162-D5EB-15EC-C664-4C6BFD88CF13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6" name="Freeform 3025">
              <a:extLst>
                <a:ext uri="{FF2B5EF4-FFF2-40B4-BE49-F238E27FC236}">
                  <a16:creationId xmlns:a16="http://schemas.microsoft.com/office/drawing/2014/main" id="{E0446842-DD08-5C41-9ECA-0C2A3FAC7437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7" name="Freeform 3026">
              <a:extLst>
                <a:ext uri="{FF2B5EF4-FFF2-40B4-BE49-F238E27FC236}">
                  <a16:creationId xmlns:a16="http://schemas.microsoft.com/office/drawing/2014/main" id="{EE695225-3DD2-58F8-832B-290C8616BB50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8" name="Freeform 3027">
              <a:extLst>
                <a:ext uri="{FF2B5EF4-FFF2-40B4-BE49-F238E27FC236}">
                  <a16:creationId xmlns:a16="http://schemas.microsoft.com/office/drawing/2014/main" id="{8BE8CC11-1D13-0008-D583-542E737E2829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9" name="Freeform 3028">
              <a:extLst>
                <a:ext uri="{FF2B5EF4-FFF2-40B4-BE49-F238E27FC236}">
                  <a16:creationId xmlns:a16="http://schemas.microsoft.com/office/drawing/2014/main" id="{F98D6558-AF87-97FE-EDEC-D42873CE3B98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0" name="Freeform 3029">
              <a:extLst>
                <a:ext uri="{FF2B5EF4-FFF2-40B4-BE49-F238E27FC236}">
                  <a16:creationId xmlns:a16="http://schemas.microsoft.com/office/drawing/2014/main" id="{8E0E8733-2198-8CF8-33BA-3450AD395EBA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1" name="Freeform 3030">
              <a:extLst>
                <a:ext uri="{FF2B5EF4-FFF2-40B4-BE49-F238E27FC236}">
                  <a16:creationId xmlns:a16="http://schemas.microsoft.com/office/drawing/2014/main" id="{91362CEE-024C-97CB-A569-7FF52DE3A92B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2" name="Freeform 3031">
              <a:extLst>
                <a:ext uri="{FF2B5EF4-FFF2-40B4-BE49-F238E27FC236}">
                  <a16:creationId xmlns:a16="http://schemas.microsoft.com/office/drawing/2014/main" id="{C17EE7C4-32CC-87E1-898E-FF2DAA0726B4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3" name="Freeform 3032">
              <a:extLst>
                <a:ext uri="{FF2B5EF4-FFF2-40B4-BE49-F238E27FC236}">
                  <a16:creationId xmlns:a16="http://schemas.microsoft.com/office/drawing/2014/main" id="{CED91BEE-690F-A40C-D8F7-DCA941016D7A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4" name="Freeform 3033">
              <a:extLst>
                <a:ext uri="{FF2B5EF4-FFF2-40B4-BE49-F238E27FC236}">
                  <a16:creationId xmlns:a16="http://schemas.microsoft.com/office/drawing/2014/main" id="{EB427CBE-8E1B-4410-AF4D-1AE750533731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5" name="Freeform 3034">
              <a:extLst>
                <a:ext uri="{FF2B5EF4-FFF2-40B4-BE49-F238E27FC236}">
                  <a16:creationId xmlns:a16="http://schemas.microsoft.com/office/drawing/2014/main" id="{24F03605-5F5D-6D92-221D-6959511AEEE2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6" name="Freeform 3035">
              <a:extLst>
                <a:ext uri="{FF2B5EF4-FFF2-40B4-BE49-F238E27FC236}">
                  <a16:creationId xmlns:a16="http://schemas.microsoft.com/office/drawing/2014/main" id="{F52353D8-2314-8480-10D1-CEB0276A3A78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7" name="Freeform 3036">
              <a:extLst>
                <a:ext uri="{FF2B5EF4-FFF2-40B4-BE49-F238E27FC236}">
                  <a16:creationId xmlns:a16="http://schemas.microsoft.com/office/drawing/2014/main" id="{004FC535-5120-9906-6103-49A992D17BBF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8" name="Freeform 3037">
              <a:extLst>
                <a:ext uri="{FF2B5EF4-FFF2-40B4-BE49-F238E27FC236}">
                  <a16:creationId xmlns:a16="http://schemas.microsoft.com/office/drawing/2014/main" id="{8D7E1503-86BF-F8DF-B0E6-B45718220343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9" name="Freeform 3038">
              <a:extLst>
                <a:ext uri="{FF2B5EF4-FFF2-40B4-BE49-F238E27FC236}">
                  <a16:creationId xmlns:a16="http://schemas.microsoft.com/office/drawing/2014/main" id="{E9BD6C5E-B8A6-D4DC-71AF-96B76883C100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0" name="Freeform 3039">
              <a:extLst>
                <a:ext uri="{FF2B5EF4-FFF2-40B4-BE49-F238E27FC236}">
                  <a16:creationId xmlns:a16="http://schemas.microsoft.com/office/drawing/2014/main" id="{54F07EE4-ADBC-43D3-F616-DB91F08648DC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1" name="Freeform 3040">
              <a:extLst>
                <a:ext uri="{FF2B5EF4-FFF2-40B4-BE49-F238E27FC236}">
                  <a16:creationId xmlns:a16="http://schemas.microsoft.com/office/drawing/2014/main" id="{ED34CBB3-65A8-C56B-5054-E8CB4D3554D7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2" name="Freeform 3041">
              <a:extLst>
                <a:ext uri="{FF2B5EF4-FFF2-40B4-BE49-F238E27FC236}">
                  <a16:creationId xmlns:a16="http://schemas.microsoft.com/office/drawing/2014/main" id="{D26BC8FD-B8F6-41E3-3A85-768924F6DF9B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3" name="Freeform 3042">
              <a:extLst>
                <a:ext uri="{FF2B5EF4-FFF2-40B4-BE49-F238E27FC236}">
                  <a16:creationId xmlns:a16="http://schemas.microsoft.com/office/drawing/2014/main" id="{845B2040-BBD4-6B9C-F4DE-2D45751EFE1E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4" name="Freeform 3043">
              <a:extLst>
                <a:ext uri="{FF2B5EF4-FFF2-40B4-BE49-F238E27FC236}">
                  <a16:creationId xmlns:a16="http://schemas.microsoft.com/office/drawing/2014/main" id="{D2F544BF-4253-DBB9-6C0A-92F76EFAC213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5" name="Freeform 3044">
              <a:extLst>
                <a:ext uri="{FF2B5EF4-FFF2-40B4-BE49-F238E27FC236}">
                  <a16:creationId xmlns:a16="http://schemas.microsoft.com/office/drawing/2014/main" id="{0E143A83-5D09-0EB9-12C5-82DC1292D162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6" name="Freeform 3045">
              <a:extLst>
                <a:ext uri="{FF2B5EF4-FFF2-40B4-BE49-F238E27FC236}">
                  <a16:creationId xmlns:a16="http://schemas.microsoft.com/office/drawing/2014/main" id="{8EDD285F-3C96-6EF5-6E7D-DC7604A924F1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7" name="Freeform 3046">
              <a:extLst>
                <a:ext uri="{FF2B5EF4-FFF2-40B4-BE49-F238E27FC236}">
                  <a16:creationId xmlns:a16="http://schemas.microsoft.com/office/drawing/2014/main" id="{5A86DF5A-544B-2052-0580-35A40322C6C8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8" name="Freeform 3047">
              <a:extLst>
                <a:ext uri="{FF2B5EF4-FFF2-40B4-BE49-F238E27FC236}">
                  <a16:creationId xmlns:a16="http://schemas.microsoft.com/office/drawing/2014/main" id="{FA484FC4-E1D3-FFBE-B690-3966B58D19D5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9" name="Freeform 3048">
              <a:extLst>
                <a:ext uri="{FF2B5EF4-FFF2-40B4-BE49-F238E27FC236}">
                  <a16:creationId xmlns:a16="http://schemas.microsoft.com/office/drawing/2014/main" id="{0DA9F484-E685-EB54-08C1-C53F40A3DF8B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0" name="Freeform 3049">
              <a:extLst>
                <a:ext uri="{FF2B5EF4-FFF2-40B4-BE49-F238E27FC236}">
                  <a16:creationId xmlns:a16="http://schemas.microsoft.com/office/drawing/2014/main" id="{E3C652F2-AA96-9B9B-5C35-1630F082AF7A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1" name="Freeform 3050">
              <a:extLst>
                <a:ext uri="{FF2B5EF4-FFF2-40B4-BE49-F238E27FC236}">
                  <a16:creationId xmlns:a16="http://schemas.microsoft.com/office/drawing/2014/main" id="{75C97541-1ACE-51D4-76DB-EE0E8EFD4EE9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2" name="Freeform 3051">
              <a:extLst>
                <a:ext uri="{FF2B5EF4-FFF2-40B4-BE49-F238E27FC236}">
                  <a16:creationId xmlns:a16="http://schemas.microsoft.com/office/drawing/2014/main" id="{A6B479B9-921D-FB64-4D2D-0F6C168A489E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3" name="Freeform 3052">
              <a:extLst>
                <a:ext uri="{FF2B5EF4-FFF2-40B4-BE49-F238E27FC236}">
                  <a16:creationId xmlns:a16="http://schemas.microsoft.com/office/drawing/2014/main" id="{BEC46BAA-0872-6BB4-E1A5-1615FB4657DA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71" name="Group 3870">
            <a:extLst>
              <a:ext uri="{FF2B5EF4-FFF2-40B4-BE49-F238E27FC236}">
                <a16:creationId xmlns:a16="http://schemas.microsoft.com/office/drawing/2014/main" id="{78BAF784-EFD9-6423-3517-C55C8A548462}"/>
              </a:ext>
            </a:extLst>
          </p:cNvPr>
          <p:cNvGrpSpPr/>
          <p:nvPr/>
        </p:nvGrpSpPr>
        <p:grpSpPr>
          <a:xfrm rot="537464">
            <a:off x="1160720" y="3491311"/>
            <a:ext cx="221962" cy="183101"/>
            <a:chOff x="8071687" y="3318142"/>
            <a:chExt cx="1814997" cy="1613210"/>
          </a:xfrm>
        </p:grpSpPr>
        <p:sp>
          <p:nvSpPr>
            <p:cNvPr id="3872" name="Freeform 3871">
              <a:extLst>
                <a:ext uri="{FF2B5EF4-FFF2-40B4-BE49-F238E27FC236}">
                  <a16:creationId xmlns:a16="http://schemas.microsoft.com/office/drawing/2014/main" id="{3C021F39-DF48-236D-5668-B88C42F9277E}"/>
                </a:ext>
              </a:extLst>
            </p:cNvPr>
            <p:cNvSpPr/>
            <p:nvPr/>
          </p:nvSpPr>
          <p:spPr>
            <a:xfrm>
              <a:off x="8071687" y="3318142"/>
              <a:ext cx="1814997" cy="1613210"/>
            </a:xfrm>
            <a:custGeom>
              <a:avLst/>
              <a:gdLst>
                <a:gd name="connsiteX0" fmla="*/ 1368943 w 1814997"/>
                <a:gd name="connsiteY0" fmla="*/ 0 h 1613210"/>
                <a:gd name="connsiteX1" fmla="*/ 1368943 w 1814997"/>
                <a:gd name="connsiteY1" fmla="*/ 0 h 1613210"/>
                <a:gd name="connsiteX2" fmla="*/ 1279733 w 1814997"/>
                <a:gd name="connsiteY2" fmla="*/ 14869 h 1613210"/>
                <a:gd name="connsiteX3" fmla="*/ 1264864 w 1814997"/>
                <a:gd name="connsiteY3" fmla="*/ 29737 h 1613210"/>
                <a:gd name="connsiteX4" fmla="*/ 1242562 w 1814997"/>
                <a:gd name="connsiteY4" fmla="*/ 37171 h 1613210"/>
                <a:gd name="connsiteX5" fmla="*/ 1212825 w 1814997"/>
                <a:gd name="connsiteY5" fmla="*/ 52039 h 1613210"/>
                <a:gd name="connsiteX6" fmla="*/ 1190523 w 1814997"/>
                <a:gd name="connsiteY6" fmla="*/ 66908 h 1613210"/>
                <a:gd name="connsiteX7" fmla="*/ 1168221 w 1814997"/>
                <a:gd name="connsiteY7" fmla="*/ 74342 h 1613210"/>
                <a:gd name="connsiteX8" fmla="*/ 1145918 w 1814997"/>
                <a:gd name="connsiteY8" fmla="*/ 89210 h 1613210"/>
                <a:gd name="connsiteX9" fmla="*/ 1101313 w 1814997"/>
                <a:gd name="connsiteY9" fmla="*/ 104079 h 1613210"/>
                <a:gd name="connsiteX10" fmla="*/ 1071577 w 1814997"/>
                <a:gd name="connsiteY10" fmla="*/ 118947 h 1613210"/>
                <a:gd name="connsiteX11" fmla="*/ 1049274 w 1814997"/>
                <a:gd name="connsiteY11" fmla="*/ 133815 h 1613210"/>
                <a:gd name="connsiteX12" fmla="*/ 1026972 w 1814997"/>
                <a:gd name="connsiteY12" fmla="*/ 141249 h 1613210"/>
                <a:gd name="connsiteX13" fmla="*/ 982367 w 1814997"/>
                <a:gd name="connsiteY13" fmla="*/ 170986 h 1613210"/>
                <a:gd name="connsiteX14" fmla="*/ 960064 w 1814997"/>
                <a:gd name="connsiteY14" fmla="*/ 185854 h 1613210"/>
                <a:gd name="connsiteX15" fmla="*/ 937762 w 1814997"/>
                <a:gd name="connsiteY15" fmla="*/ 193288 h 1613210"/>
                <a:gd name="connsiteX16" fmla="*/ 878289 w 1814997"/>
                <a:gd name="connsiteY16" fmla="*/ 223025 h 1613210"/>
                <a:gd name="connsiteX17" fmla="*/ 848552 w 1814997"/>
                <a:gd name="connsiteY17" fmla="*/ 237893 h 1613210"/>
                <a:gd name="connsiteX18" fmla="*/ 826250 w 1814997"/>
                <a:gd name="connsiteY18" fmla="*/ 245327 h 1613210"/>
                <a:gd name="connsiteX19" fmla="*/ 729606 w 1814997"/>
                <a:gd name="connsiteY19" fmla="*/ 289932 h 1613210"/>
                <a:gd name="connsiteX20" fmla="*/ 685001 w 1814997"/>
                <a:gd name="connsiteY20" fmla="*/ 304800 h 1613210"/>
                <a:gd name="connsiteX21" fmla="*/ 640396 w 1814997"/>
                <a:gd name="connsiteY21" fmla="*/ 334537 h 1613210"/>
                <a:gd name="connsiteX22" fmla="*/ 603225 w 1814997"/>
                <a:gd name="connsiteY22" fmla="*/ 371708 h 1613210"/>
                <a:gd name="connsiteX23" fmla="*/ 580923 w 1814997"/>
                <a:gd name="connsiteY23" fmla="*/ 386576 h 1613210"/>
                <a:gd name="connsiteX24" fmla="*/ 558621 w 1814997"/>
                <a:gd name="connsiteY24" fmla="*/ 408879 h 1613210"/>
                <a:gd name="connsiteX25" fmla="*/ 514016 w 1814997"/>
                <a:gd name="connsiteY25" fmla="*/ 438615 h 1613210"/>
                <a:gd name="connsiteX26" fmla="*/ 476845 w 1814997"/>
                <a:gd name="connsiteY26" fmla="*/ 460918 h 1613210"/>
                <a:gd name="connsiteX27" fmla="*/ 417372 w 1814997"/>
                <a:gd name="connsiteY27" fmla="*/ 512957 h 1613210"/>
                <a:gd name="connsiteX28" fmla="*/ 387635 w 1814997"/>
                <a:gd name="connsiteY28" fmla="*/ 550127 h 1613210"/>
                <a:gd name="connsiteX29" fmla="*/ 365333 w 1814997"/>
                <a:gd name="connsiteY29" fmla="*/ 572430 h 1613210"/>
                <a:gd name="connsiteX30" fmla="*/ 335596 w 1814997"/>
                <a:gd name="connsiteY30" fmla="*/ 631903 h 1613210"/>
                <a:gd name="connsiteX31" fmla="*/ 305860 w 1814997"/>
                <a:gd name="connsiteY31" fmla="*/ 676508 h 1613210"/>
                <a:gd name="connsiteX32" fmla="*/ 290991 w 1814997"/>
                <a:gd name="connsiteY32" fmla="*/ 698810 h 1613210"/>
                <a:gd name="connsiteX33" fmla="*/ 238952 w 1814997"/>
                <a:gd name="connsiteY33" fmla="*/ 735981 h 1613210"/>
                <a:gd name="connsiteX34" fmla="*/ 209216 w 1814997"/>
                <a:gd name="connsiteY34" fmla="*/ 773152 h 1613210"/>
                <a:gd name="connsiteX35" fmla="*/ 164611 w 1814997"/>
                <a:gd name="connsiteY35" fmla="*/ 810322 h 1613210"/>
                <a:gd name="connsiteX36" fmla="*/ 127440 w 1814997"/>
                <a:gd name="connsiteY36" fmla="*/ 862361 h 1613210"/>
                <a:gd name="connsiteX37" fmla="*/ 112572 w 1814997"/>
                <a:gd name="connsiteY37" fmla="*/ 877230 h 1613210"/>
                <a:gd name="connsiteX38" fmla="*/ 67967 w 1814997"/>
                <a:gd name="connsiteY38" fmla="*/ 944137 h 1613210"/>
                <a:gd name="connsiteX39" fmla="*/ 53099 w 1814997"/>
                <a:gd name="connsiteY39" fmla="*/ 966439 h 1613210"/>
                <a:gd name="connsiteX40" fmla="*/ 38230 w 1814997"/>
                <a:gd name="connsiteY40" fmla="*/ 988742 h 1613210"/>
                <a:gd name="connsiteX41" fmla="*/ 23362 w 1814997"/>
                <a:gd name="connsiteY41" fmla="*/ 1033347 h 1613210"/>
                <a:gd name="connsiteX42" fmla="*/ 15928 w 1814997"/>
                <a:gd name="connsiteY42" fmla="*/ 1055649 h 1613210"/>
                <a:gd name="connsiteX43" fmla="*/ 8494 w 1814997"/>
                <a:gd name="connsiteY43" fmla="*/ 1152293 h 1613210"/>
                <a:gd name="connsiteX44" fmla="*/ 1060 w 1814997"/>
                <a:gd name="connsiteY44" fmla="*/ 1115122 h 1613210"/>
                <a:gd name="connsiteX45" fmla="*/ 15928 w 1814997"/>
                <a:gd name="connsiteY45" fmla="*/ 1129991 h 1613210"/>
                <a:gd name="connsiteX46" fmla="*/ 45664 w 1814997"/>
                <a:gd name="connsiteY46" fmla="*/ 1196898 h 1613210"/>
                <a:gd name="connsiteX47" fmla="*/ 67967 w 1814997"/>
                <a:gd name="connsiteY47" fmla="*/ 1204332 h 1613210"/>
                <a:gd name="connsiteX48" fmla="*/ 127440 w 1814997"/>
                <a:gd name="connsiteY48" fmla="*/ 1219200 h 1613210"/>
                <a:gd name="connsiteX49" fmla="*/ 186913 w 1814997"/>
                <a:gd name="connsiteY49" fmla="*/ 1248937 h 1613210"/>
                <a:gd name="connsiteX50" fmla="*/ 224084 w 1814997"/>
                <a:gd name="connsiteY50" fmla="*/ 1271239 h 1613210"/>
                <a:gd name="connsiteX51" fmla="*/ 238952 w 1814997"/>
                <a:gd name="connsiteY51" fmla="*/ 1286108 h 1613210"/>
                <a:gd name="connsiteX52" fmla="*/ 313294 w 1814997"/>
                <a:gd name="connsiteY52" fmla="*/ 1330713 h 1613210"/>
                <a:gd name="connsiteX53" fmla="*/ 335596 w 1814997"/>
                <a:gd name="connsiteY53" fmla="*/ 1338147 h 1613210"/>
                <a:gd name="connsiteX54" fmla="*/ 365333 w 1814997"/>
                <a:gd name="connsiteY54" fmla="*/ 1353015 h 1613210"/>
                <a:gd name="connsiteX55" fmla="*/ 387635 w 1814997"/>
                <a:gd name="connsiteY55" fmla="*/ 1360449 h 1613210"/>
                <a:gd name="connsiteX56" fmla="*/ 417372 w 1814997"/>
                <a:gd name="connsiteY56" fmla="*/ 1375318 h 1613210"/>
                <a:gd name="connsiteX57" fmla="*/ 447108 w 1814997"/>
                <a:gd name="connsiteY57" fmla="*/ 1382752 h 1613210"/>
                <a:gd name="connsiteX58" fmla="*/ 469411 w 1814997"/>
                <a:gd name="connsiteY58" fmla="*/ 1397620 h 1613210"/>
                <a:gd name="connsiteX59" fmla="*/ 528884 w 1814997"/>
                <a:gd name="connsiteY59" fmla="*/ 1412488 h 1613210"/>
                <a:gd name="connsiteX60" fmla="*/ 573489 w 1814997"/>
                <a:gd name="connsiteY60" fmla="*/ 1427357 h 1613210"/>
                <a:gd name="connsiteX61" fmla="*/ 595791 w 1814997"/>
                <a:gd name="connsiteY61" fmla="*/ 1434791 h 1613210"/>
                <a:gd name="connsiteX62" fmla="*/ 640396 w 1814997"/>
                <a:gd name="connsiteY62" fmla="*/ 1449659 h 1613210"/>
                <a:gd name="connsiteX63" fmla="*/ 662699 w 1814997"/>
                <a:gd name="connsiteY63" fmla="*/ 1457093 h 1613210"/>
                <a:gd name="connsiteX64" fmla="*/ 744474 w 1814997"/>
                <a:gd name="connsiteY64" fmla="*/ 1486830 h 1613210"/>
                <a:gd name="connsiteX65" fmla="*/ 774211 w 1814997"/>
                <a:gd name="connsiteY65" fmla="*/ 1494264 h 1613210"/>
                <a:gd name="connsiteX66" fmla="*/ 796513 w 1814997"/>
                <a:gd name="connsiteY66" fmla="*/ 1501698 h 1613210"/>
                <a:gd name="connsiteX67" fmla="*/ 870855 w 1814997"/>
                <a:gd name="connsiteY67" fmla="*/ 1516566 h 1613210"/>
                <a:gd name="connsiteX68" fmla="*/ 893157 w 1814997"/>
                <a:gd name="connsiteY68" fmla="*/ 1524000 h 1613210"/>
                <a:gd name="connsiteX69" fmla="*/ 930328 w 1814997"/>
                <a:gd name="connsiteY69" fmla="*/ 1538869 h 1613210"/>
                <a:gd name="connsiteX70" fmla="*/ 967499 w 1814997"/>
                <a:gd name="connsiteY70" fmla="*/ 1546303 h 1613210"/>
                <a:gd name="connsiteX71" fmla="*/ 1049274 w 1814997"/>
                <a:gd name="connsiteY71" fmla="*/ 1568605 h 1613210"/>
                <a:gd name="connsiteX72" fmla="*/ 1153352 w 1814997"/>
                <a:gd name="connsiteY72" fmla="*/ 1583474 h 1613210"/>
                <a:gd name="connsiteX73" fmla="*/ 1272299 w 1814997"/>
                <a:gd name="connsiteY73" fmla="*/ 1605776 h 1613210"/>
                <a:gd name="connsiteX74" fmla="*/ 1361508 w 1814997"/>
                <a:gd name="connsiteY74" fmla="*/ 1613210 h 1613210"/>
                <a:gd name="connsiteX75" fmla="*/ 1621703 w 1814997"/>
                <a:gd name="connsiteY75" fmla="*/ 1605776 h 1613210"/>
                <a:gd name="connsiteX76" fmla="*/ 1703479 w 1814997"/>
                <a:gd name="connsiteY76" fmla="*/ 1598342 h 1613210"/>
                <a:gd name="connsiteX77" fmla="*/ 1725782 w 1814997"/>
                <a:gd name="connsiteY77" fmla="*/ 1583474 h 1613210"/>
                <a:gd name="connsiteX78" fmla="*/ 1748084 w 1814997"/>
                <a:gd name="connsiteY78" fmla="*/ 1576039 h 1613210"/>
                <a:gd name="connsiteX79" fmla="*/ 1792689 w 1814997"/>
                <a:gd name="connsiteY79" fmla="*/ 1486830 h 1613210"/>
                <a:gd name="connsiteX80" fmla="*/ 1800123 w 1814997"/>
                <a:gd name="connsiteY80" fmla="*/ 1464527 h 1613210"/>
                <a:gd name="connsiteX81" fmla="*/ 1814991 w 1814997"/>
                <a:gd name="connsiteY81" fmla="*/ 1278674 h 1613210"/>
                <a:gd name="connsiteX82" fmla="*/ 1800123 w 1814997"/>
                <a:gd name="connsiteY82" fmla="*/ 1011044 h 1613210"/>
                <a:gd name="connsiteX83" fmla="*/ 1785255 w 1814997"/>
                <a:gd name="connsiteY83" fmla="*/ 914400 h 1613210"/>
                <a:gd name="connsiteX84" fmla="*/ 1777821 w 1814997"/>
                <a:gd name="connsiteY84" fmla="*/ 892098 h 1613210"/>
                <a:gd name="connsiteX85" fmla="*/ 1777821 w 1814997"/>
                <a:gd name="connsiteY85" fmla="*/ 788020 h 1613210"/>
                <a:gd name="connsiteX86" fmla="*/ 1748084 w 1814997"/>
                <a:gd name="connsiteY86" fmla="*/ 758283 h 1613210"/>
                <a:gd name="connsiteX87" fmla="*/ 1725782 w 1814997"/>
                <a:gd name="connsiteY87" fmla="*/ 750849 h 1613210"/>
                <a:gd name="connsiteX88" fmla="*/ 1718347 w 1814997"/>
                <a:gd name="connsiteY88" fmla="*/ 728547 h 1613210"/>
                <a:gd name="connsiteX89" fmla="*/ 1703479 w 1814997"/>
                <a:gd name="connsiteY89" fmla="*/ 661639 h 1613210"/>
                <a:gd name="connsiteX90" fmla="*/ 1688611 w 1814997"/>
                <a:gd name="connsiteY90" fmla="*/ 490654 h 1613210"/>
                <a:gd name="connsiteX91" fmla="*/ 1681177 w 1814997"/>
                <a:gd name="connsiteY91" fmla="*/ 460918 h 1613210"/>
                <a:gd name="connsiteX92" fmla="*/ 1688611 w 1814997"/>
                <a:gd name="connsiteY92" fmla="*/ 438615 h 1613210"/>
                <a:gd name="connsiteX93" fmla="*/ 1651440 w 1814997"/>
                <a:gd name="connsiteY93" fmla="*/ 401444 h 1613210"/>
                <a:gd name="connsiteX94" fmla="*/ 1606835 w 1814997"/>
                <a:gd name="connsiteY94" fmla="*/ 386576 h 1613210"/>
                <a:gd name="connsiteX95" fmla="*/ 1584533 w 1814997"/>
                <a:gd name="connsiteY95" fmla="*/ 379142 h 1613210"/>
                <a:gd name="connsiteX96" fmla="*/ 1569664 w 1814997"/>
                <a:gd name="connsiteY96" fmla="*/ 334537 h 1613210"/>
                <a:gd name="connsiteX97" fmla="*/ 1562230 w 1814997"/>
                <a:gd name="connsiteY97" fmla="*/ 312235 h 1613210"/>
                <a:gd name="connsiteX98" fmla="*/ 1547362 w 1814997"/>
                <a:gd name="connsiteY98" fmla="*/ 252761 h 1613210"/>
                <a:gd name="connsiteX99" fmla="*/ 1525060 w 1814997"/>
                <a:gd name="connsiteY99" fmla="*/ 178420 h 1613210"/>
                <a:gd name="connsiteX100" fmla="*/ 1510191 w 1814997"/>
                <a:gd name="connsiteY100" fmla="*/ 74342 h 1613210"/>
                <a:gd name="connsiteX101" fmla="*/ 1502757 w 1814997"/>
                <a:gd name="connsiteY101" fmla="*/ 52039 h 1613210"/>
                <a:gd name="connsiteX102" fmla="*/ 1480455 w 1814997"/>
                <a:gd name="connsiteY102" fmla="*/ 29737 h 1613210"/>
                <a:gd name="connsiteX103" fmla="*/ 1428416 w 1814997"/>
                <a:gd name="connsiteY103" fmla="*/ 14869 h 1613210"/>
                <a:gd name="connsiteX104" fmla="*/ 1368943 w 1814997"/>
                <a:gd name="connsiteY104" fmla="*/ 0 h 161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814997" h="1613210">
                  <a:moveTo>
                    <a:pt x="1368943" y="0"/>
                  </a:moveTo>
                  <a:lnTo>
                    <a:pt x="1368943" y="0"/>
                  </a:lnTo>
                  <a:cubicBezTo>
                    <a:pt x="1362334" y="734"/>
                    <a:pt x="1299547" y="2981"/>
                    <a:pt x="1279733" y="14869"/>
                  </a:cubicBezTo>
                  <a:cubicBezTo>
                    <a:pt x="1273723" y="18475"/>
                    <a:pt x="1270874" y="26131"/>
                    <a:pt x="1264864" y="29737"/>
                  </a:cubicBezTo>
                  <a:cubicBezTo>
                    <a:pt x="1258145" y="33769"/>
                    <a:pt x="1249765" y="34084"/>
                    <a:pt x="1242562" y="37171"/>
                  </a:cubicBezTo>
                  <a:cubicBezTo>
                    <a:pt x="1232376" y="41536"/>
                    <a:pt x="1222447" y="46541"/>
                    <a:pt x="1212825" y="52039"/>
                  </a:cubicBezTo>
                  <a:cubicBezTo>
                    <a:pt x="1205067" y="56472"/>
                    <a:pt x="1198514" y="62912"/>
                    <a:pt x="1190523" y="66908"/>
                  </a:cubicBezTo>
                  <a:cubicBezTo>
                    <a:pt x="1183514" y="70413"/>
                    <a:pt x="1175230" y="70838"/>
                    <a:pt x="1168221" y="74342"/>
                  </a:cubicBezTo>
                  <a:cubicBezTo>
                    <a:pt x="1160229" y="78338"/>
                    <a:pt x="1154083" y="85581"/>
                    <a:pt x="1145918" y="89210"/>
                  </a:cubicBezTo>
                  <a:cubicBezTo>
                    <a:pt x="1131596" y="95575"/>
                    <a:pt x="1115331" y="97070"/>
                    <a:pt x="1101313" y="104079"/>
                  </a:cubicBezTo>
                  <a:cubicBezTo>
                    <a:pt x="1091401" y="109035"/>
                    <a:pt x="1081199" y="113449"/>
                    <a:pt x="1071577" y="118947"/>
                  </a:cubicBezTo>
                  <a:cubicBezTo>
                    <a:pt x="1063819" y="123380"/>
                    <a:pt x="1057266" y="129819"/>
                    <a:pt x="1049274" y="133815"/>
                  </a:cubicBezTo>
                  <a:cubicBezTo>
                    <a:pt x="1042265" y="137319"/>
                    <a:pt x="1034406" y="138771"/>
                    <a:pt x="1026972" y="141249"/>
                  </a:cubicBezTo>
                  <a:cubicBezTo>
                    <a:pt x="1000472" y="167749"/>
                    <a:pt x="1024372" y="146984"/>
                    <a:pt x="982367" y="170986"/>
                  </a:cubicBezTo>
                  <a:cubicBezTo>
                    <a:pt x="974609" y="175419"/>
                    <a:pt x="968056" y="181858"/>
                    <a:pt x="960064" y="185854"/>
                  </a:cubicBezTo>
                  <a:cubicBezTo>
                    <a:pt x="953055" y="189358"/>
                    <a:pt x="944896" y="190045"/>
                    <a:pt x="937762" y="193288"/>
                  </a:cubicBezTo>
                  <a:cubicBezTo>
                    <a:pt x="917584" y="202460"/>
                    <a:pt x="898113" y="213113"/>
                    <a:pt x="878289" y="223025"/>
                  </a:cubicBezTo>
                  <a:cubicBezTo>
                    <a:pt x="868377" y="227981"/>
                    <a:pt x="859066" y="234388"/>
                    <a:pt x="848552" y="237893"/>
                  </a:cubicBezTo>
                  <a:cubicBezTo>
                    <a:pt x="841118" y="240371"/>
                    <a:pt x="833384" y="242084"/>
                    <a:pt x="826250" y="245327"/>
                  </a:cubicBezTo>
                  <a:cubicBezTo>
                    <a:pt x="757500" y="276577"/>
                    <a:pt x="785755" y="269515"/>
                    <a:pt x="729606" y="289932"/>
                  </a:cubicBezTo>
                  <a:cubicBezTo>
                    <a:pt x="714877" y="295288"/>
                    <a:pt x="685001" y="304800"/>
                    <a:pt x="685001" y="304800"/>
                  </a:cubicBezTo>
                  <a:cubicBezTo>
                    <a:pt x="670133" y="314712"/>
                    <a:pt x="653032" y="321901"/>
                    <a:pt x="640396" y="334537"/>
                  </a:cubicBezTo>
                  <a:cubicBezTo>
                    <a:pt x="628006" y="346927"/>
                    <a:pt x="617805" y="361988"/>
                    <a:pt x="603225" y="371708"/>
                  </a:cubicBezTo>
                  <a:cubicBezTo>
                    <a:pt x="595791" y="376664"/>
                    <a:pt x="587787" y="380856"/>
                    <a:pt x="580923" y="386576"/>
                  </a:cubicBezTo>
                  <a:cubicBezTo>
                    <a:pt x="572846" y="393307"/>
                    <a:pt x="566920" y="402424"/>
                    <a:pt x="558621" y="408879"/>
                  </a:cubicBezTo>
                  <a:cubicBezTo>
                    <a:pt x="544516" y="419850"/>
                    <a:pt x="526652" y="425980"/>
                    <a:pt x="514016" y="438615"/>
                  </a:cubicBezTo>
                  <a:cubicBezTo>
                    <a:pt x="493606" y="459024"/>
                    <a:pt x="505796" y="451266"/>
                    <a:pt x="476845" y="460918"/>
                  </a:cubicBezTo>
                  <a:cubicBezTo>
                    <a:pt x="434725" y="524098"/>
                    <a:pt x="504091" y="426244"/>
                    <a:pt x="417372" y="512957"/>
                  </a:cubicBezTo>
                  <a:cubicBezTo>
                    <a:pt x="374127" y="556199"/>
                    <a:pt x="434509" y="493877"/>
                    <a:pt x="387635" y="550127"/>
                  </a:cubicBezTo>
                  <a:cubicBezTo>
                    <a:pt x="380905" y="558204"/>
                    <a:pt x="370977" y="563560"/>
                    <a:pt x="365333" y="572430"/>
                  </a:cubicBezTo>
                  <a:cubicBezTo>
                    <a:pt x="353434" y="591129"/>
                    <a:pt x="347890" y="613461"/>
                    <a:pt x="335596" y="631903"/>
                  </a:cubicBezTo>
                  <a:lnTo>
                    <a:pt x="305860" y="676508"/>
                  </a:lnTo>
                  <a:cubicBezTo>
                    <a:pt x="300904" y="683942"/>
                    <a:pt x="298425" y="693854"/>
                    <a:pt x="290991" y="698810"/>
                  </a:cubicBezTo>
                  <a:cubicBezTo>
                    <a:pt x="258380" y="720552"/>
                    <a:pt x="275837" y="708318"/>
                    <a:pt x="238952" y="735981"/>
                  </a:cubicBezTo>
                  <a:cubicBezTo>
                    <a:pt x="227914" y="752538"/>
                    <a:pt x="224347" y="761047"/>
                    <a:pt x="209216" y="773152"/>
                  </a:cubicBezTo>
                  <a:cubicBezTo>
                    <a:pt x="177927" y="798184"/>
                    <a:pt x="193512" y="776605"/>
                    <a:pt x="164611" y="810322"/>
                  </a:cubicBezTo>
                  <a:cubicBezTo>
                    <a:pt x="101848" y="883546"/>
                    <a:pt x="174491" y="803546"/>
                    <a:pt x="127440" y="862361"/>
                  </a:cubicBezTo>
                  <a:cubicBezTo>
                    <a:pt x="123062" y="867834"/>
                    <a:pt x="116777" y="871623"/>
                    <a:pt x="112572" y="877230"/>
                  </a:cubicBezTo>
                  <a:cubicBezTo>
                    <a:pt x="112568" y="877235"/>
                    <a:pt x="75403" y="932983"/>
                    <a:pt x="67967" y="944137"/>
                  </a:cubicBezTo>
                  <a:lnTo>
                    <a:pt x="53099" y="966439"/>
                  </a:lnTo>
                  <a:lnTo>
                    <a:pt x="38230" y="988742"/>
                  </a:lnTo>
                  <a:lnTo>
                    <a:pt x="23362" y="1033347"/>
                  </a:lnTo>
                  <a:lnTo>
                    <a:pt x="15928" y="1055649"/>
                  </a:lnTo>
                  <a:cubicBezTo>
                    <a:pt x="13450" y="1087864"/>
                    <a:pt x="16330" y="1120948"/>
                    <a:pt x="8494" y="1152293"/>
                  </a:cubicBezTo>
                  <a:cubicBezTo>
                    <a:pt x="5429" y="1164551"/>
                    <a:pt x="-2936" y="1127109"/>
                    <a:pt x="1060" y="1115122"/>
                  </a:cubicBezTo>
                  <a:cubicBezTo>
                    <a:pt x="3276" y="1108473"/>
                    <a:pt x="10972" y="1125035"/>
                    <a:pt x="15928" y="1129991"/>
                  </a:cubicBezTo>
                  <a:cubicBezTo>
                    <a:pt x="22771" y="1177891"/>
                    <a:pt x="9728" y="1178930"/>
                    <a:pt x="45664" y="1196898"/>
                  </a:cubicBezTo>
                  <a:cubicBezTo>
                    <a:pt x="52673" y="1200402"/>
                    <a:pt x="60407" y="1202270"/>
                    <a:pt x="67967" y="1204332"/>
                  </a:cubicBezTo>
                  <a:cubicBezTo>
                    <a:pt x="87681" y="1209709"/>
                    <a:pt x="127440" y="1219200"/>
                    <a:pt x="127440" y="1219200"/>
                  </a:cubicBezTo>
                  <a:cubicBezTo>
                    <a:pt x="147264" y="1229112"/>
                    <a:pt x="171240" y="1233265"/>
                    <a:pt x="186913" y="1248937"/>
                  </a:cubicBezTo>
                  <a:cubicBezTo>
                    <a:pt x="207323" y="1269346"/>
                    <a:pt x="195133" y="1261589"/>
                    <a:pt x="224084" y="1271239"/>
                  </a:cubicBezTo>
                  <a:cubicBezTo>
                    <a:pt x="229040" y="1276195"/>
                    <a:pt x="233345" y="1281903"/>
                    <a:pt x="238952" y="1286108"/>
                  </a:cubicBezTo>
                  <a:cubicBezTo>
                    <a:pt x="262436" y="1303721"/>
                    <a:pt x="286392" y="1319183"/>
                    <a:pt x="313294" y="1330713"/>
                  </a:cubicBezTo>
                  <a:cubicBezTo>
                    <a:pt x="320497" y="1333800"/>
                    <a:pt x="328393" y="1335060"/>
                    <a:pt x="335596" y="1338147"/>
                  </a:cubicBezTo>
                  <a:cubicBezTo>
                    <a:pt x="345782" y="1342512"/>
                    <a:pt x="355147" y="1348650"/>
                    <a:pt x="365333" y="1353015"/>
                  </a:cubicBezTo>
                  <a:cubicBezTo>
                    <a:pt x="372536" y="1356102"/>
                    <a:pt x="380432" y="1357362"/>
                    <a:pt x="387635" y="1360449"/>
                  </a:cubicBezTo>
                  <a:cubicBezTo>
                    <a:pt x="397821" y="1364815"/>
                    <a:pt x="406995" y="1371427"/>
                    <a:pt x="417372" y="1375318"/>
                  </a:cubicBezTo>
                  <a:cubicBezTo>
                    <a:pt x="426938" y="1378906"/>
                    <a:pt x="437196" y="1380274"/>
                    <a:pt x="447108" y="1382752"/>
                  </a:cubicBezTo>
                  <a:cubicBezTo>
                    <a:pt x="454542" y="1387708"/>
                    <a:pt x="461419" y="1393624"/>
                    <a:pt x="469411" y="1397620"/>
                  </a:cubicBezTo>
                  <a:cubicBezTo>
                    <a:pt x="487458" y="1406643"/>
                    <a:pt x="510219" y="1407398"/>
                    <a:pt x="528884" y="1412488"/>
                  </a:cubicBezTo>
                  <a:cubicBezTo>
                    <a:pt x="544004" y="1416612"/>
                    <a:pt x="558621" y="1422401"/>
                    <a:pt x="573489" y="1427357"/>
                  </a:cubicBezTo>
                  <a:lnTo>
                    <a:pt x="595791" y="1434791"/>
                  </a:lnTo>
                  <a:lnTo>
                    <a:pt x="640396" y="1449659"/>
                  </a:lnTo>
                  <a:cubicBezTo>
                    <a:pt x="647830" y="1452137"/>
                    <a:pt x="655423" y="1454183"/>
                    <a:pt x="662699" y="1457093"/>
                  </a:cubicBezTo>
                  <a:cubicBezTo>
                    <a:pt x="687327" y="1466944"/>
                    <a:pt x="719030" y="1480469"/>
                    <a:pt x="744474" y="1486830"/>
                  </a:cubicBezTo>
                  <a:cubicBezTo>
                    <a:pt x="754386" y="1489308"/>
                    <a:pt x="764387" y="1491457"/>
                    <a:pt x="774211" y="1494264"/>
                  </a:cubicBezTo>
                  <a:cubicBezTo>
                    <a:pt x="781746" y="1496417"/>
                    <a:pt x="788863" y="1499998"/>
                    <a:pt x="796513" y="1501698"/>
                  </a:cubicBezTo>
                  <a:cubicBezTo>
                    <a:pt x="862230" y="1516302"/>
                    <a:pt x="819016" y="1501755"/>
                    <a:pt x="870855" y="1516566"/>
                  </a:cubicBezTo>
                  <a:cubicBezTo>
                    <a:pt x="878390" y="1518719"/>
                    <a:pt x="885820" y="1521248"/>
                    <a:pt x="893157" y="1524000"/>
                  </a:cubicBezTo>
                  <a:cubicBezTo>
                    <a:pt x="905652" y="1528686"/>
                    <a:pt x="917546" y="1535034"/>
                    <a:pt x="930328" y="1538869"/>
                  </a:cubicBezTo>
                  <a:cubicBezTo>
                    <a:pt x="942431" y="1542500"/>
                    <a:pt x="955241" y="1543238"/>
                    <a:pt x="967499" y="1546303"/>
                  </a:cubicBezTo>
                  <a:cubicBezTo>
                    <a:pt x="1015894" y="1558402"/>
                    <a:pt x="964709" y="1556524"/>
                    <a:pt x="1049274" y="1568605"/>
                  </a:cubicBezTo>
                  <a:cubicBezTo>
                    <a:pt x="1083967" y="1573561"/>
                    <a:pt x="1119353" y="1574975"/>
                    <a:pt x="1153352" y="1583474"/>
                  </a:cubicBezTo>
                  <a:cubicBezTo>
                    <a:pt x="1195510" y="1594013"/>
                    <a:pt x="1222655" y="1601639"/>
                    <a:pt x="1272299" y="1605776"/>
                  </a:cubicBezTo>
                  <a:lnTo>
                    <a:pt x="1361508" y="1613210"/>
                  </a:lnTo>
                  <a:lnTo>
                    <a:pt x="1621703" y="1605776"/>
                  </a:lnTo>
                  <a:cubicBezTo>
                    <a:pt x="1649048" y="1604587"/>
                    <a:pt x="1676715" y="1604077"/>
                    <a:pt x="1703479" y="1598342"/>
                  </a:cubicBezTo>
                  <a:cubicBezTo>
                    <a:pt x="1712216" y="1596470"/>
                    <a:pt x="1717790" y="1587470"/>
                    <a:pt x="1725782" y="1583474"/>
                  </a:cubicBezTo>
                  <a:cubicBezTo>
                    <a:pt x="1732791" y="1579969"/>
                    <a:pt x="1740650" y="1578517"/>
                    <a:pt x="1748084" y="1576039"/>
                  </a:cubicBezTo>
                  <a:cubicBezTo>
                    <a:pt x="1786514" y="1518395"/>
                    <a:pt x="1772171" y="1548387"/>
                    <a:pt x="1792689" y="1486830"/>
                  </a:cubicBezTo>
                  <a:lnTo>
                    <a:pt x="1800123" y="1464527"/>
                  </a:lnTo>
                  <a:cubicBezTo>
                    <a:pt x="1803321" y="1429347"/>
                    <a:pt x="1814991" y="1306827"/>
                    <a:pt x="1814991" y="1278674"/>
                  </a:cubicBezTo>
                  <a:cubicBezTo>
                    <a:pt x="1814991" y="1069738"/>
                    <a:pt x="1815767" y="1128378"/>
                    <a:pt x="1800123" y="1011044"/>
                  </a:cubicBezTo>
                  <a:cubicBezTo>
                    <a:pt x="1794964" y="972354"/>
                    <a:pt x="1794177" y="950087"/>
                    <a:pt x="1785255" y="914400"/>
                  </a:cubicBezTo>
                  <a:cubicBezTo>
                    <a:pt x="1783354" y="906798"/>
                    <a:pt x="1780299" y="899532"/>
                    <a:pt x="1777821" y="892098"/>
                  </a:cubicBezTo>
                  <a:cubicBezTo>
                    <a:pt x="1779477" y="875542"/>
                    <a:pt x="1794083" y="814039"/>
                    <a:pt x="1777821" y="788020"/>
                  </a:cubicBezTo>
                  <a:cubicBezTo>
                    <a:pt x="1770391" y="776133"/>
                    <a:pt x="1761383" y="762716"/>
                    <a:pt x="1748084" y="758283"/>
                  </a:cubicBezTo>
                  <a:lnTo>
                    <a:pt x="1725782" y="750849"/>
                  </a:lnTo>
                  <a:cubicBezTo>
                    <a:pt x="1723304" y="743415"/>
                    <a:pt x="1720500" y="736082"/>
                    <a:pt x="1718347" y="728547"/>
                  </a:cubicBezTo>
                  <a:cubicBezTo>
                    <a:pt x="1711349" y="704057"/>
                    <a:pt x="1708587" y="687181"/>
                    <a:pt x="1703479" y="661639"/>
                  </a:cubicBezTo>
                  <a:cubicBezTo>
                    <a:pt x="1700272" y="616734"/>
                    <a:pt x="1696128" y="539512"/>
                    <a:pt x="1688611" y="490654"/>
                  </a:cubicBezTo>
                  <a:cubicBezTo>
                    <a:pt x="1687057" y="480556"/>
                    <a:pt x="1683655" y="470830"/>
                    <a:pt x="1681177" y="460918"/>
                  </a:cubicBezTo>
                  <a:cubicBezTo>
                    <a:pt x="1683655" y="453484"/>
                    <a:pt x="1689899" y="446345"/>
                    <a:pt x="1688611" y="438615"/>
                  </a:cubicBezTo>
                  <a:cubicBezTo>
                    <a:pt x="1686034" y="423152"/>
                    <a:pt x="1663929" y="406995"/>
                    <a:pt x="1651440" y="401444"/>
                  </a:cubicBezTo>
                  <a:cubicBezTo>
                    <a:pt x="1637118" y="395079"/>
                    <a:pt x="1621703" y="391532"/>
                    <a:pt x="1606835" y="386576"/>
                  </a:cubicBezTo>
                  <a:lnTo>
                    <a:pt x="1584533" y="379142"/>
                  </a:lnTo>
                  <a:lnTo>
                    <a:pt x="1569664" y="334537"/>
                  </a:lnTo>
                  <a:cubicBezTo>
                    <a:pt x="1567186" y="327103"/>
                    <a:pt x="1564130" y="319837"/>
                    <a:pt x="1562230" y="312235"/>
                  </a:cubicBezTo>
                  <a:cubicBezTo>
                    <a:pt x="1557274" y="292410"/>
                    <a:pt x="1553824" y="272147"/>
                    <a:pt x="1547362" y="252761"/>
                  </a:cubicBezTo>
                  <a:cubicBezTo>
                    <a:pt x="1540751" y="232927"/>
                    <a:pt x="1528806" y="200893"/>
                    <a:pt x="1525060" y="178420"/>
                  </a:cubicBezTo>
                  <a:cubicBezTo>
                    <a:pt x="1519299" y="143852"/>
                    <a:pt x="1521273" y="107589"/>
                    <a:pt x="1510191" y="74342"/>
                  </a:cubicBezTo>
                  <a:cubicBezTo>
                    <a:pt x="1507713" y="66908"/>
                    <a:pt x="1507104" y="58559"/>
                    <a:pt x="1502757" y="52039"/>
                  </a:cubicBezTo>
                  <a:cubicBezTo>
                    <a:pt x="1496925" y="43291"/>
                    <a:pt x="1489203" y="35569"/>
                    <a:pt x="1480455" y="29737"/>
                  </a:cubicBezTo>
                  <a:cubicBezTo>
                    <a:pt x="1474383" y="25689"/>
                    <a:pt x="1431956" y="15577"/>
                    <a:pt x="1428416" y="14869"/>
                  </a:cubicBezTo>
                  <a:cubicBezTo>
                    <a:pt x="1376987" y="4583"/>
                    <a:pt x="1378855" y="2478"/>
                    <a:pt x="1368943" y="0"/>
                  </a:cubicBezTo>
                  <a:close/>
                </a:path>
              </a:pathLst>
            </a:custGeom>
            <a:solidFill>
              <a:srgbClr val="4A382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873" name="Ink 3872">
                  <a:extLst>
                    <a:ext uri="{FF2B5EF4-FFF2-40B4-BE49-F238E27FC236}">
                      <a16:creationId xmlns:a16="http://schemas.microsoft.com/office/drawing/2014/main" id="{9043E15C-259D-C139-6AE3-1AFEE3082353}"/>
                    </a:ext>
                  </a:extLst>
                </p14:cNvPr>
                <p14:cNvContentPartPr/>
                <p14:nvPr/>
              </p14:nvContentPartPr>
              <p14:xfrm>
                <a:off x="8730388" y="3620041"/>
                <a:ext cx="997200" cy="162000"/>
              </p14:xfrm>
            </p:contentPart>
          </mc:Choice>
          <mc:Fallback xmlns="">
            <p:pic>
              <p:nvPicPr>
                <p:cNvPr id="3873" name="Ink 3872">
                  <a:extLst>
                    <a:ext uri="{FF2B5EF4-FFF2-40B4-BE49-F238E27FC236}">
                      <a16:creationId xmlns:a16="http://schemas.microsoft.com/office/drawing/2014/main" id="{9043E15C-259D-C139-6AE3-1AFEE3082353}"/>
                    </a:ext>
                  </a:extLst>
                </p:cNvPr>
                <p:cNvPicPr/>
                <p:nvPr/>
              </p:nvPicPr>
              <p:blipFill>
                <a:blip r:embed="rId947"/>
                <a:stretch>
                  <a:fillRect/>
                </a:stretch>
              </p:blipFill>
              <p:spPr>
                <a:xfrm>
                  <a:off x="8695193" y="3582656"/>
                  <a:ext cx="1067591" cy="2367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8">
              <p14:nvContentPartPr>
                <p14:cNvPr id="3874" name="Ink 3873">
                  <a:extLst>
                    <a:ext uri="{FF2B5EF4-FFF2-40B4-BE49-F238E27FC236}">
                      <a16:creationId xmlns:a16="http://schemas.microsoft.com/office/drawing/2014/main" id="{592EC4C0-E4DB-17E7-DB88-109A30CECB7F}"/>
                    </a:ext>
                  </a:extLst>
                </p14:cNvPr>
                <p14:cNvContentPartPr/>
                <p14:nvPr/>
              </p14:nvContentPartPr>
              <p14:xfrm>
                <a:off x="8678548" y="3622201"/>
                <a:ext cx="1069200" cy="237600"/>
              </p14:xfrm>
            </p:contentPart>
          </mc:Choice>
          <mc:Fallback xmlns="">
            <p:pic>
              <p:nvPicPr>
                <p:cNvPr id="3874" name="Ink 3873">
                  <a:extLst>
                    <a:ext uri="{FF2B5EF4-FFF2-40B4-BE49-F238E27FC236}">
                      <a16:creationId xmlns:a16="http://schemas.microsoft.com/office/drawing/2014/main" id="{592EC4C0-E4DB-17E7-DB88-109A30CECB7F}"/>
                    </a:ext>
                  </a:extLst>
                </p:cNvPr>
                <p:cNvPicPr/>
                <p:nvPr/>
              </p:nvPicPr>
              <p:blipFill>
                <a:blip r:embed="rId949"/>
                <a:stretch>
                  <a:fillRect/>
                </a:stretch>
              </p:blipFill>
              <p:spPr>
                <a:xfrm>
                  <a:off x="8643300" y="3584685"/>
                  <a:ext cx="1139697" cy="312632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3875" name="Group 3874">
              <a:extLst>
                <a:ext uri="{FF2B5EF4-FFF2-40B4-BE49-F238E27FC236}">
                  <a16:creationId xmlns:a16="http://schemas.microsoft.com/office/drawing/2014/main" id="{F2E1DBE5-6F18-2929-AE2A-4E6D92A62B38}"/>
                </a:ext>
              </a:extLst>
            </p:cNvPr>
            <p:cNvGrpSpPr/>
            <p:nvPr/>
          </p:nvGrpSpPr>
          <p:grpSpPr>
            <a:xfrm>
              <a:off x="8120908" y="3771241"/>
              <a:ext cx="1723320" cy="1128960"/>
              <a:chOff x="4843185" y="4051226"/>
              <a:chExt cx="1723320" cy="11289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950">
                <p14:nvContentPartPr>
                  <p14:cNvPr id="3901" name="Ink 3900">
                    <a:extLst>
                      <a:ext uri="{FF2B5EF4-FFF2-40B4-BE49-F238E27FC236}">
                        <a16:creationId xmlns:a16="http://schemas.microsoft.com/office/drawing/2014/main" id="{49631810-96A8-403F-6D10-0E755F2BBEAF}"/>
                      </a:ext>
                    </a:extLst>
                  </p14:cNvPr>
                  <p14:cNvContentPartPr/>
                  <p14:nvPr/>
                </p14:nvContentPartPr>
                <p14:xfrm>
                  <a:off x="4843185" y="4730186"/>
                  <a:ext cx="34200" cy="47880"/>
                </p14:xfrm>
              </p:contentPart>
            </mc:Choice>
            <mc:Fallback xmlns="">
              <p:pic>
                <p:nvPicPr>
                  <p:cNvPr id="3901" name="Ink 3900">
                    <a:extLst>
                      <a:ext uri="{FF2B5EF4-FFF2-40B4-BE49-F238E27FC236}">
                        <a16:creationId xmlns:a16="http://schemas.microsoft.com/office/drawing/2014/main" id="{49631810-96A8-403F-6D10-0E755F2BBEAF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4811616" y="4694276"/>
                    <a:ext cx="97338" cy="119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2">
                <p14:nvContentPartPr>
                  <p14:cNvPr id="3902" name="Ink 3901">
                    <a:extLst>
                      <a:ext uri="{FF2B5EF4-FFF2-40B4-BE49-F238E27FC236}">
                        <a16:creationId xmlns:a16="http://schemas.microsoft.com/office/drawing/2014/main" id="{1E1CBF50-5643-3F78-5756-572334FC7F66}"/>
                      </a:ext>
                    </a:extLst>
                  </p14:cNvPr>
                  <p14:cNvContentPartPr/>
                  <p14:nvPr/>
                </p14:nvContentPartPr>
                <p14:xfrm>
                  <a:off x="4965945" y="4802906"/>
                  <a:ext cx="37800" cy="50760"/>
                </p14:xfrm>
              </p:contentPart>
            </mc:Choice>
            <mc:Fallback xmlns="">
              <p:pic>
                <p:nvPicPr>
                  <p:cNvPr id="3902" name="Ink 3901">
                    <a:extLst>
                      <a:ext uri="{FF2B5EF4-FFF2-40B4-BE49-F238E27FC236}">
                        <a16:creationId xmlns:a16="http://schemas.microsoft.com/office/drawing/2014/main" id="{1E1CBF50-5643-3F78-5756-572334FC7F66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4933545" y="4767075"/>
                    <a:ext cx="102600" cy="12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4">
                <p14:nvContentPartPr>
                  <p14:cNvPr id="3903" name="Ink 3902">
                    <a:extLst>
                      <a:ext uri="{FF2B5EF4-FFF2-40B4-BE49-F238E27FC236}">
                        <a16:creationId xmlns:a16="http://schemas.microsoft.com/office/drawing/2014/main" id="{55AB324E-0FE7-CB7C-3D80-5D5CDE92F8C5}"/>
                      </a:ext>
                    </a:extLst>
                  </p14:cNvPr>
                  <p14:cNvContentPartPr/>
                  <p14:nvPr/>
                </p14:nvContentPartPr>
                <p14:xfrm>
                  <a:off x="5155305" y="4896146"/>
                  <a:ext cx="41040" cy="34200"/>
                </p14:xfrm>
              </p:contentPart>
            </mc:Choice>
            <mc:Fallback xmlns="">
              <p:pic>
                <p:nvPicPr>
                  <p:cNvPr id="3903" name="Ink 3902">
                    <a:extLst>
                      <a:ext uri="{FF2B5EF4-FFF2-40B4-BE49-F238E27FC236}">
                        <a16:creationId xmlns:a16="http://schemas.microsoft.com/office/drawing/2014/main" id="{55AB324E-0FE7-CB7C-3D80-5D5CDE92F8C5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22473" y="4861946"/>
                    <a:ext cx="106704" cy="102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6">
                <p14:nvContentPartPr>
                  <p14:cNvPr id="3904" name="Ink 3903">
                    <a:extLst>
                      <a:ext uri="{FF2B5EF4-FFF2-40B4-BE49-F238E27FC236}">
                        <a16:creationId xmlns:a16="http://schemas.microsoft.com/office/drawing/2014/main" id="{1D4832AD-9555-A193-BD3F-127B5875E84F}"/>
                      </a:ext>
                    </a:extLst>
                  </p14:cNvPr>
                  <p14:cNvContentPartPr/>
                  <p14:nvPr/>
                </p14:nvContentPartPr>
                <p14:xfrm>
                  <a:off x="5359785" y="4985426"/>
                  <a:ext cx="40320" cy="27360"/>
                </p14:xfrm>
              </p:contentPart>
            </mc:Choice>
            <mc:Fallback xmlns="">
              <p:pic>
                <p:nvPicPr>
                  <p:cNvPr id="3904" name="Ink 3903">
                    <a:extLst>
                      <a:ext uri="{FF2B5EF4-FFF2-40B4-BE49-F238E27FC236}">
                        <a16:creationId xmlns:a16="http://schemas.microsoft.com/office/drawing/2014/main" id="{1D4832AD-9555-A193-BD3F-127B5875E84F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327529" y="4952594"/>
                    <a:ext cx="104832" cy="930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7">
                <p14:nvContentPartPr>
                  <p14:cNvPr id="3905" name="Ink 3904">
                    <a:extLst>
                      <a:ext uri="{FF2B5EF4-FFF2-40B4-BE49-F238E27FC236}">
                        <a16:creationId xmlns:a16="http://schemas.microsoft.com/office/drawing/2014/main" id="{F990E4ED-8D81-4B7C-1113-D5BC0E81A899}"/>
                      </a:ext>
                    </a:extLst>
                  </p14:cNvPr>
                  <p14:cNvContentPartPr/>
                  <p14:nvPr/>
                </p14:nvContentPartPr>
                <p14:xfrm>
                  <a:off x="5594865" y="5057426"/>
                  <a:ext cx="73800" cy="38520"/>
                </p14:xfrm>
              </p:contentPart>
            </mc:Choice>
            <mc:Fallback xmlns="">
              <p:pic>
                <p:nvPicPr>
                  <p:cNvPr id="3905" name="Ink 3904">
                    <a:extLst>
                      <a:ext uri="{FF2B5EF4-FFF2-40B4-BE49-F238E27FC236}">
                        <a16:creationId xmlns:a16="http://schemas.microsoft.com/office/drawing/2014/main" id="{F990E4ED-8D81-4B7C-1113-D5BC0E81A899}"/>
                      </a:ext>
                    </a:extLst>
                  </p:cNvPr>
                  <p:cNvPicPr/>
                  <p:nvPr/>
                </p:nvPicPr>
                <p:blipFill>
                  <a:blip r:embed="rId958"/>
                  <a:stretch>
                    <a:fillRect/>
                  </a:stretch>
                </p:blipFill>
                <p:spPr>
                  <a:xfrm>
                    <a:off x="5560803" y="5021869"/>
                    <a:ext cx="141923" cy="10963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59">
                <p14:nvContentPartPr>
                  <p14:cNvPr id="3906" name="Ink 3905">
                    <a:extLst>
                      <a:ext uri="{FF2B5EF4-FFF2-40B4-BE49-F238E27FC236}">
                        <a16:creationId xmlns:a16="http://schemas.microsoft.com/office/drawing/2014/main" id="{4D7E6B2E-393A-4ABB-DE16-2008A7F85927}"/>
                      </a:ext>
                    </a:extLst>
                  </p14:cNvPr>
                  <p14:cNvContentPartPr/>
                  <p14:nvPr/>
                </p14:nvContentPartPr>
                <p14:xfrm>
                  <a:off x="5886105" y="5127266"/>
                  <a:ext cx="44640" cy="29520"/>
                </p14:xfrm>
              </p:contentPart>
            </mc:Choice>
            <mc:Fallback xmlns="">
              <p:pic>
                <p:nvPicPr>
                  <p:cNvPr id="3906" name="Ink 3905">
                    <a:extLst>
                      <a:ext uri="{FF2B5EF4-FFF2-40B4-BE49-F238E27FC236}">
                        <a16:creationId xmlns:a16="http://schemas.microsoft.com/office/drawing/2014/main" id="{4D7E6B2E-393A-4ABB-DE16-2008A7F85927}"/>
                      </a:ext>
                    </a:extLst>
                  </p:cNvPr>
                  <p:cNvPicPr/>
                  <p:nvPr/>
                </p:nvPicPr>
                <p:blipFill>
                  <a:blip r:embed="rId960"/>
                  <a:stretch>
                    <a:fillRect/>
                  </a:stretch>
                </p:blipFill>
                <p:spPr>
                  <a:xfrm>
                    <a:off x="5852625" y="5091842"/>
                    <a:ext cx="1116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1">
                <p14:nvContentPartPr>
                  <p14:cNvPr id="3907" name="Ink 3906">
                    <a:extLst>
                      <a:ext uri="{FF2B5EF4-FFF2-40B4-BE49-F238E27FC236}">
                        <a16:creationId xmlns:a16="http://schemas.microsoft.com/office/drawing/2014/main" id="{44F38B15-BEE7-AD2F-4DE0-0A664E4776B4}"/>
                      </a:ext>
                    </a:extLst>
                  </p14:cNvPr>
                  <p14:cNvContentPartPr/>
                  <p14:nvPr/>
                </p14:nvContentPartPr>
                <p14:xfrm>
                  <a:off x="6162225" y="5158226"/>
                  <a:ext cx="30960" cy="21960"/>
                </p14:xfrm>
              </p:contentPart>
            </mc:Choice>
            <mc:Fallback xmlns="">
              <p:pic>
                <p:nvPicPr>
                  <p:cNvPr id="3907" name="Ink 3906">
                    <a:extLst>
                      <a:ext uri="{FF2B5EF4-FFF2-40B4-BE49-F238E27FC236}">
                        <a16:creationId xmlns:a16="http://schemas.microsoft.com/office/drawing/2014/main" id="{44F38B15-BEE7-AD2F-4DE0-0A664E4776B4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28450" y="5125286"/>
                    <a:ext cx="98509" cy="878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2">
                <p14:nvContentPartPr>
                  <p14:cNvPr id="3908" name="Ink 3907">
                    <a:extLst>
                      <a:ext uri="{FF2B5EF4-FFF2-40B4-BE49-F238E27FC236}">
                        <a16:creationId xmlns:a16="http://schemas.microsoft.com/office/drawing/2014/main" id="{D7D303EE-5AAA-3B54-8300-62807061543A}"/>
                      </a:ext>
                    </a:extLst>
                  </p14:cNvPr>
                  <p14:cNvContentPartPr/>
                  <p14:nvPr/>
                </p14:nvContentPartPr>
                <p14:xfrm>
                  <a:off x="6413505" y="5149226"/>
                  <a:ext cx="32400" cy="28440"/>
                </p14:xfrm>
              </p:contentPart>
            </mc:Choice>
            <mc:Fallback xmlns="">
              <p:pic>
                <p:nvPicPr>
                  <p:cNvPr id="3908" name="Ink 3907">
                    <a:extLst>
                      <a:ext uri="{FF2B5EF4-FFF2-40B4-BE49-F238E27FC236}">
                        <a16:creationId xmlns:a16="http://schemas.microsoft.com/office/drawing/2014/main" id="{D7D303EE-5AAA-3B54-8300-62807061543A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381105" y="5115098"/>
                    <a:ext cx="97200" cy="966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3">
                <p14:nvContentPartPr>
                  <p14:cNvPr id="3909" name="Ink 3908">
                    <a:extLst>
                      <a:ext uri="{FF2B5EF4-FFF2-40B4-BE49-F238E27FC236}">
                        <a16:creationId xmlns:a16="http://schemas.microsoft.com/office/drawing/2014/main" id="{CA0DFE21-B7E9-7136-7E43-7CB39554DEC7}"/>
                      </a:ext>
                    </a:extLst>
                  </p14:cNvPr>
                  <p14:cNvContentPartPr/>
                  <p14:nvPr/>
                </p14:nvContentPartPr>
                <p14:xfrm>
                  <a:off x="5143425" y="4268306"/>
                  <a:ext cx="97920" cy="68400"/>
                </p14:xfrm>
              </p:contentPart>
            </mc:Choice>
            <mc:Fallback xmlns="">
              <p:pic>
                <p:nvPicPr>
                  <p:cNvPr id="3909" name="Ink 3908">
                    <a:extLst>
                      <a:ext uri="{FF2B5EF4-FFF2-40B4-BE49-F238E27FC236}">
                        <a16:creationId xmlns:a16="http://schemas.microsoft.com/office/drawing/2014/main" id="{CA0DFE21-B7E9-7136-7E43-7CB39554DEC7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108865" y="4230997"/>
                    <a:ext cx="167040" cy="1430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5">
                <p14:nvContentPartPr>
                  <p14:cNvPr id="3910" name="Ink 3909">
                    <a:extLst>
                      <a:ext uri="{FF2B5EF4-FFF2-40B4-BE49-F238E27FC236}">
                        <a16:creationId xmlns:a16="http://schemas.microsoft.com/office/drawing/2014/main" id="{265F71A3-F75F-9EA6-0688-FEC90B5DA4FC}"/>
                      </a:ext>
                    </a:extLst>
                  </p14:cNvPr>
                  <p14:cNvContentPartPr/>
                  <p14:nvPr/>
                </p14:nvContentPartPr>
                <p14:xfrm>
                  <a:off x="5410185" y="4367666"/>
                  <a:ext cx="101160" cy="74160"/>
                </p14:xfrm>
              </p:contentPart>
            </mc:Choice>
            <mc:Fallback xmlns="">
              <p:pic>
                <p:nvPicPr>
                  <p:cNvPr id="3910" name="Ink 3909">
                    <a:extLst>
                      <a:ext uri="{FF2B5EF4-FFF2-40B4-BE49-F238E27FC236}">
                        <a16:creationId xmlns:a16="http://schemas.microsoft.com/office/drawing/2014/main" id="{265F71A3-F75F-9EA6-0688-FEC90B5DA4FC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375502" y="4330586"/>
                    <a:ext cx="170527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7">
                <p14:nvContentPartPr>
                  <p14:cNvPr id="3911" name="Ink 3910">
                    <a:extLst>
                      <a:ext uri="{FF2B5EF4-FFF2-40B4-BE49-F238E27FC236}">
                        <a16:creationId xmlns:a16="http://schemas.microsoft.com/office/drawing/2014/main" id="{586BFEAB-5645-853C-6065-FFBCB667C687}"/>
                      </a:ext>
                    </a:extLst>
                  </p14:cNvPr>
                  <p14:cNvContentPartPr/>
                  <p14:nvPr/>
                </p14:nvContentPartPr>
                <p14:xfrm>
                  <a:off x="5727705" y="4453346"/>
                  <a:ext cx="119880" cy="77400"/>
                </p14:xfrm>
              </p:contentPart>
            </mc:Choice>
            <mc:Fallback xmlns="">
              <p:pic>
                <p:nvPicPr>
                  <p:cNvPr id="3911" name="Ink 3910">
                    <a:extLst>
                      <a:ext uri="{FF2B5EF4-FFF2-40B4-BE49-F238E27FC236}">
                        <a16:creationId xmlns:a16="http://schemas.microsoft.com/office/drawing/2014/main" id="{586BFEAB-5645-853C-6065-FFBCB667C687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693454" y="4416194"/>
                    <a:ext cx="188383" cy="1517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68">
                <p14:nvContentPartPr>
                  <p14:cNvPr id="3912" name="Ink 3911">
                    <a:extLst>
                      <a:ext uri="{FF2B5EF4-FFF2-40B4-BE49-F238E27FC236}">
                        <a16:creationId xmlns:a16="http://schemas.microsoft.com/office/drawing/2014/main" id="{71F59A2E-1A7B-960C-1BA6-397880DD2805}"/>
                      </a:ext>
                    </a:extLst>
                  </p14:cNvPr>
                  <p14:cNvContentPartPr/>
                  <p14:nvPr/>
                </p14:nvContentPartPr>
                <p14:xfrm>
                  <a:off x="6019665" y="4475666"/>
                  <a:ext cx="85320" cy="95760"/>
                </p14:xfrm>
              </p:contentPart>
            </mc:Choice>
            <mc:Fallback xmlns="">
              <p:pic>
                <p:nvPicPr>
                  <p:cNvPr id="3912" name="Ink 3911">
                    <a:extLst>
                      <a:ext uri="{FF2B5EF4-FFF2-40B4-BE49-F238E27FC236}">
                        <a16:creationId xmlns:a16="http://schemas.microsoft.com/office/drawing/2014/main" id="{71F59A2E-1A7B-960C-1BA6-397880DD2805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85537" y="4438598"/>
                    <a:ext cx="153576" cy="1698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0">
                <p14:nvContentPartPr>
                  <p14:cNvPr id="3913" name="Ink 3912">
                    <a:extLst>
                      <a:ext uri="{FF2B5EF4-FFF2-40B4-BE49-F238E27FC236}">
                        <a16:creationId xmlns:a16="http://schemas.microsoft.com/office/drawing/2014/main" id="{65ACB2AE-DEDE-07CE-AE79-A3955DE6AB7F}"/>
                      </a:ext>
                    </a:extLst>
                  </p14:cNvPr>
                  <p14:cNvContentPartPr/>
                  <p14:nvPr/>
                </p14:nvContentPartPr>
                <p14:xfrm>
                  <a:off x="6307665" y="4464866"/>
                  <a:ext cx="112680" cy="72000"/>
                </p14:xfrm>
              </p:contentPart>
            </mc:Choice>
            <mc:Fallback xmlns="">
              <p:pic>
                <p:nvPicPr>
                  <p:cNvPr id="3913" name="Ink 3912">
                    <a:extLst>
                      <a:ext uri="{FF2B5EF4-FFF2-40B4-BE49-F238E27FC236}">
                        <a16:creationId xmlns:a16="http://schemas.microsoft.com/office/drawing/2014/main" id="{65ACB2AE-DEDE-07CE-AE79-A3955DE6AB7F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272994" y="4428866"/>
                    <a:ext cx="182022" cy="144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1">
                <p14:nvContentPartPr>
                  <p14:cNvPr id="3914" name="Ink 3913">
                    <a:extLst>
                      <a:ext uri="{FF2B5EF4-FFF2-40B4-BE49-F238E27FC236}">
                        <a16:creationId xmlns:a16="http://schemas.microsoft.com/office/drawing/2014/main" id="{6A3BFB4F-D0D3-9C45-EF3A-6B4D06E2FA5F}"/>
                      </a:ext>
                    </a:extLst>
                  </p14:cNvPr>
                  <p14:cNvContentPartPr/>
                  <p14:nvPr/>
                </p14:nvContentPartPr>
                <p14:xfrm>
                  <a:off x="6468945" y="4392506"/>
                  <a:ext cx="97560" cy="66960"/>
                </p14:xfrm>
              </p:contentPart>
            </mc:Choice>
            <mc:Fallback xmlns="">
              <p:pic>
                <p:nvPicPr>
                  <p:cNvPr id="3914" name="Ink 3913">
                    <a:extLst>
                      <a:ext uri="{FF2B5EF4-FFF2-40B4-BE49-F238E27FC236}">
                        <a16:creationId xmlns:a16="http://schemas.microsoft.com/office/drawing/2014/main" id="{6A3BFB4F-D0D3-9C45-EF3A-6B4D06E2FA5F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6434512" y="4355982"/>
                    <a:ext cx="166426" cy="1400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2">
                <p14:nvContentPartPr>
                  <p14:cNvPr id="3915" name="Ink 3914">
                    <a:extLst>
                      <a:ext uri="{FF2B5EF4-FFF2-40B4-BE49-F238E27FC236}">
                        <a16:creationId xmlns:a16="http://schemas.microsoft.com/office/drawing/2014/main" id="{8B72476E-1F59-B4B8-4DC1-0FE80E26FFD3}"/>
                      </a:ext>
                    </a:extLst>
                  </p14:cNvPr>
                  <p14:cNvContentPartPr/>
                  <p14:nvPr/>
                </p14:nvContentPartPr>
                <p14:xfrm>
                  <a:off x="5061705" y="4439306"/>
                  <a:ext cx="123840" cy="85320"/>
                </p14:xfrm>
              </p:contentPart>
            </mc:Choice>
            <mc:Fallback xmlns="">
              <p:pic>
                <p:nvPicPr>
                  <p:cNvPr id="3915" name="Ink 3914">
                    <a:extLst>
                      <a:ext uri="{FF2B5EF4-FFF2-40B4-BE49-F238E27FC236}">
                        <a16:creationId xmlns:a16="http://schemas.microsoft.com/office/drawing/2014/main" id="{8B72476E-1F59-B4B8-4DC1-0FE80E26FFD3}"/>
                      </a:ext>
                    </a:extLst>
                  </p:cNvPr>
                  <p:cNvPicPr/>
                  <p:nvPr/>
                </p:nvPicPr>
                <p:blipFill>
                  <a:blip r:embed="rId973"/>
                  <a:stretch>
                    <a:fillRect/>
                  </a:stretch>
                </p:blipFill>
                <p:spPr>
                  <a:xfrm>
                    <a:off x="5027145" y="4402740"/>
                    <a:ext cx="192960" cy="15845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4">
                <p14:nvContentPartPr>
                  <p14:cNvPr id="3916" name="Ink 3915">
                    <a:extLst>
                      <a:ext uri="{FF2B5EF4-FFF2-40B4-BE49-F238E27FC236}">
                        <a16:creationId xmlns:a16="http://schemas.microsoft.com/office/drawing/2014/main" id="{98191238-8393-97D9-9811-AEB730671982}"/>
                      </a:ext>
                    </a:extLst>
                  </p14:cNvPr>
                  <p14:cNvContentPartPr/>
                  <p14:nvPr/>
                </p14:nvContentPartPr>
                <p14:xfrm>
                  <a:off x="5010225" y="4567466"/>
                  <a:ext cx="31680" cy="21240"/>
                </p14:xfrm>
              </p:contentPart>
            </mc:Choice>
            <mc:Fallback xmlns="">
              <p:pic>
                <p:nvPicPr>
                  <p:cNvPr id="3916" name="Ink 3915">
                    <a:extLst>
                      <a:ext uri="{FF2B5EF4-FFF2-40B4-BE49-F238E27FC236}">
                        <a16:creationId xmlns:a16="http://schemas.microsoft.com/office/drawing/2014/main" id="{98191238-8393-97D9-9811-AEB730671982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978545" y="4535606"/>
                    <a:ext cx="95040" cy="849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5">
                <p14:nvContentPartPr>
                  <p14:cNvPr id="3917" name="Ink 3916">
                    <a:extLst>
                      <a:ext uri="{FF2B5EF4-FFF2-40B4-BE49-F238E27FC236}">
                        <a16:creationId xmlns:a16="http://schemas.microsoft.com/office/drawing/2014/main" id="{81F4C4FC-6F94-231B-F10E-6175ECC2E7DB}"/>
                      </a:ext>
                    </a:extLst>
                  </p14:cNvPr>
                  <p14:cNvContentPartPr/>
                  <p14:nvPr/>
                </p14:nvContentPartPr>
                <p14:xfrm>
                  <a:off x="4908705" y="4653506"/>
                  <a:ext cx="37080" cy="41040"/>
                </p14:xfrm>
              </p:contentPart>
            </mc:Choice>
            <mc:Fallback xmlns="">
              <p:pic>
                <p:nvPicPr>
                  <p:cNvPr id="3917" name="Ink 3916">
                    <a:extLst>
                      <a:ext uri="{FF2B5EF4-FFF2-40B4-BE49-F238E27FC236}">
                        <a16:creationId xmlns:a16="http://schemas.microsoft.com/office/drawing/2014/main" id="{81F4C4FC-6F94-231B-F10E-6175ECC2E7D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874477" y="4618329"/>
                    <a:ext cx="105535" cy="1113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6">
                <p14:nvContentPartPr>
                  <p14:cNvPr id="3918" name="Ink 3917">
                    <a:extLst>
                      <a:ext uri="{FF2B5EF4-FFF2-40B4-BE49-F238E27FC236}">
                        <a16:creationId xmlns:a16="http://schemas.microsoft.com/office/drawing/2014/main" id="{4EF72E19-D536-832B-A604-D5CBB20731FD}"/>
                      </a:ext>
                    </a:extLst>
                  </p14:cNvPr>
                  <p14:cNvContentPartPr/>
                  <p14:nvPr/>
                </p14:nvContentPartPr>
                <p14:xfrm>
                  <a:off x="5249265" y="4509866"/>
                  <a:ext cx="160200" cy="79200"/>
                </p14:xfrm>
              </p:contentPart>
            </mc:Choice>
            <mc:Fallback xmlns="">
              <p:pic>
                <p:nvPicPr>
                  <p:cNvPr id="3918" name="Ink 3917">
                    <a:extLst>
                      <a:ext uri="{FF2B5EF4-FFF2-40B4-BE49-F238E27FC236}">
                        <a16:creationId xmlns:a16="http://schemas.microsoft.com/office/drawing/2014/main" id="{4EF72E19-D536-832B-A604-D5CBB20731FD}"/>
                      </a:ext>
                    </a:extLst>
                  </p:cNvPr>
                  <p:cNvPicPr/>
                  <p:nvPr/>
                </p:nvPicPr>
                <p:blipFill>
                  <a:blip r:embed="rId977"/>
                  <a:stretch>
                    <a:fillRect/>
                  </a:stretch>
                </p:blipFill>
                <p:spPr>
                  <a:xfrm>
                    <a:off x="5214312" y="4473312"/>
                    <a:ext cx="230105" cy="1523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8">
                <p14:nvContentPartPr>
                  <p14:cNvPr id="3919" name="Ink 3918">
                    <a:extLst>
                      <a:ext uri="{FF2B5EF4-FFF2-40B4-BE49-F238E27FC236}">
                        <a16:creationId xmlns:a16="http://schemas.microsoft.com/office/drawing/2014/main" id="{3AFC64BF-CBB2-4F4C-8DD3-351985407FBD}"/>
                      </a:ext>
                    </a:extLst>
                  </p14:cNvPr>
                  <p14:cNvContentPartPr/>
                  <p14:nvPr/>
                </p14:nvContentPartPr>
                <p14:xfrm>
                  <a:off x="5185185" y="4641986"/>
                  <a:ext cx="31320" cy="41400"/>
                </p14:xfrm>
              </p:contentPart>
            </mc:Choice>
            <mc:Fallback xmlns="">
              <p:pic>
                <p:nvPicPr>
                  <p:cNvPr id="3919" name="Ink 3918">
                    <a:extLst>
                      <a:ext uri="{FF2B5EF4-FFF2-40B4-BE49-F238E27FC236}">
                        <a16:creationId xmlns:a16="http://schemas.microsoft.com/office/drawing/2014/main" id="{3AFC64BF-CBB2-4F4C-8DD3-351985407FBD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53865" y="4606500"/>
                    <a:ext cx="93960" cy="1123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79">
                <p14:nvContentPartPr>
                  <p14:cNvPr id="3920" name="Ink 3919">
                    <a:extLst>
                      <a:ext uri="{FF2B5EF4-FFF2-40B4-BE49-F238E27FC236}">
                        <a16:creationId xmlns:a16="http://schemas.microsoft.com/office/drawing/2014/main" id="{90BA11E7-3F3C-FB86-5917-954EE47862AC}"/>
                      </a:ext>
                    </a:extLst>
                  </p14:cNvPr>
                  <p14:cNvContentPartPr/>
                  <p14:nvPr/>
                </p14:nvContentPartPr>
                <p14:xfrm>
                  <a:off x="5099145" y="4769426"/>
                  <a:ext cx="14040" cy="23040"/>
                </p14:xfrm>
              </p:contentPart>
            </mc:Choice>
            <mc:Fallback xmlns="">
              <p:pic>
                <p:nvPicPr>
                  <p:cNvPr id="3920" name="Ink 3919">
                    <a:extLst>
                      <a:ext uri="{FF2B5EF4-FFF2-40B4-BE49-F238E27FC236}">
                        <a16:creationId xmlns:a16="http://schemas.microsoft.com/office/drawing/2014/main" id="{90BA11E7-3F3C-FB86-5917-954EE47862AC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071065" y="4734866"/>
                    <a:ext cx="7020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0">
                <p14:nvContentPartPr>
                  <p14:cNvPr id="3921" name="Ink 3920">
                    <a:extLst>
                      <a:ext uri="{FF2B5EF4-FFF2-40B4-BE49-F238E27FC236}">
                        <a16:creationId xmlns:a16="http://schemas.microsoft.com/office/drawing/2014/main" id="{F29C0146-76F1-15CB-3314-36984DEAC30E}"/>
                      </a:ext>
                    </a:extLst>
                  </p14:cNvPr>
                  <p14:cNvContentPartPr/>
                  <p14:nvPr/>
                </p14:nvContentPartPr>
                <p14:xfrm>
                  <a:off x="5408025" y="4578266"/>
                  <a:ext cx="276840" cy="140040"/>
                </p14:xfrm>
              </p:contentPart>
            </mc:Choice>
            <mc:Fallback xmlns="">
              <p:pic>
                <p:nvPicPr>
                  <p:cNvPr id="3921" name="Ink 3920">
                    <a:extLst>
                      <a:ext uri="{FF2B5EF4-FFF2-40B4-BE49-F238E27FC236}">
                        <a16:creationId xmlns:a16="http://schemas.microsoft.com/office/drawing/2014/main" id="{F29C0146-76F1-15CB-3314-36984DEAC30E}"/>
                      </a:ext>
                    </a:extLst>
                  </p:cNvPr>
                  <p:cNvPicPr/>
                  <p:nvPr/>
                </p:nvPicPr>
                <p:blipFill>
                  <a:blip r:embed="rId981"/>
                  <a:stretch>
                    <a:fillRect/>
                  </a:stretch>
                </p:blipFill>
                <p:spPr>
                  <a:xfrm>
                    <a:off x="5373056" y="4540922"/>
                    <a:ext cx="346779" cy="21472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2">
                <p14:nvContentPartPr>
                  <p14:cNvPr id="3922" name="Ink 3921">
                    <a:extLst>
                      <a:ext uri="{FF2B5EF4-FFF2-40B4-BE49-F238E27FC236}">
                        <a16:creationId xmlns:a16="http://schemas.microsoft.com/office/drawing/2014/main" id="{3264A436-3D6B-D518-D2D9-C27C7861E327}"/>
                      </a:ext>
                    </a:extLst>
                  </p14:cNvPr>
                  <p14:cNvContentPartPr/>
                  <p14:nvPr/>
                </p14:nvContentPartPr>
                <p14:xfrm>
                  <a:off x="5300745" y="4751426"/>
                  <a:ext cx="74520" cy="60120"/>
                </p14:xfrm>
              </p:contentPart>
            </mc:Choice>
            <mc:Fallback xmlns="">
              <p:pic>
                <p:nvPicPr>
                  <p:cNvPr id="3922" name="Ink 3921">
                    <a:extLst>
                      <a:ext uri="{FF2B5EF4-FFF2-40B4-BE49-F238E27FC236}">
                        <a16:creationId xmlns:a16="http://schemas.microsoft.com/office/drawing/2014/main" id="{3264A436-3D6B-D518-D2D9-C27C7861E327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266351" y="4715354"/>
                    <a:ext cx="143308" cy="1322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3">
                <p14:nvContentPartPr>
                  <p14:cNvPr id="3923" name="Ink 3922">
                    <a:extLst>
                      <a:ext uri="{FF2B5EF4-FFF2-40B4-BE49-F238E27FC236}">
                        <a16:creationId xmlns:a16="http://schemas.microsoft.com/office/drawing/2014/main" id="{59215C09-0124-B628-2BB4-AB60DBF11BBB}"/>
                      </a:ext>
                    </a:extLst>
                  </p14:cNvPr>
                  <p14:cNvContentPartPr/>
                  <p14:nvPr/>
                </p14:nvContentPartPr>
                <p14:xfrm>
                  <a:off x="5251065" y="4841066"/>
                  <a:ext cx="14760" cy="29520"/>
                </p14:xfrm>
              </p:contentPart>
            </mc:Choice>
            <mc:Fallback xmlns="">
              <p:pic>
                <p:nvPicPr>
                  <p:cNvPr id="3923" name="Ink 3922">
                    <a:extLst>
                      <a:ext uri="{FF2B5EF4-FFF2-40B4-BE49-F238E27FC236}">
                        <a16:creationId xmlns:a16="http://schemas.microsoft.com/office/drawing/2014/main" id="{59215C09-0124-B628-2BB4-AB60DBF11BBB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221545" y="4805642"/>
                    <a:ext cx="738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4">
                <p14:nvContentPartPr>
                  <p14:cNvPr id="3924" name="Ink 3923">
                    <a:extLst>
                      <a:ext uri="{FF2B5EF4-FFF2-40B4-BE49-F238E27FC236}">
                        <a16:creationId xmlns:a16="http://schemas.microsoft.com/office/drawing/2014/main" id="{FFF29081-95AC-0FE7-3CF6-573C69BE9598}"/>
                      </a:ext>
                    </a:extLst>
                  </p14:cNvPr>
                  <p14:cNvContentPartPr/>
                  <p14:nvPr/>
                </p14:nvContentPartPr>
                <p14:xfrm>
                  <a:off x="5661465" y="4627946"/>
                  <a:ext cx="203400" cy="146160"/>
                </p14:xfrm>
              </p:contentPart>
            </mc:Choice>
            <mc:Fallback xmlns="">
              <p:pic>
                <p:nvPicPr>
                  <p:cNvPr id="3924" name="Ink 3923">
                    <a:extLst>
                      <a:ext uri="{FF2B5EF4-FFF2-40B4-BE49-F238E27FC236}">
                        <a16:creationId xmlns:a16="http://schemas.microsoft.com/office/drawing/2014/main" id="{FFF29081-95AC-0FE7-3CF6-573C69BE9598}"/>
                      </a:ext>
                    </a:extLst>
                  </p:cNvPr>
                  <p:cNvPicPr/>
                  <p:nvPr/>
                </p:nvPicPr>
                <p:blipFill>
                  <a:blip r:embed="rId985"/>
                  <a:stretch>
                    <a:fillRect/>
                  </a:stretch>
                </p:blipFill>
                <p:spPr>
                  <a:xfrm>
                    <a:off x="5626596" y="4590629"/>
                    <a:ext cx="273137" cy="22079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6">
                <p14:nvContentPartPr>
                  <p14:cNvPr id="3925" name="Ink 3924">
                    <a:extLst>
                      <a:ext uri="{FF2B5EF4-FFF2-40B4-BE49-F238E27FC236}">
                        <a16:creationId xmlns:a16="http://schemas.microsoft.com/office/drawing/2014/main" id="{925DB869-996E-4795-C795-006D57974F2E}"/>
                      </a:ext>
                    </a:extLst>
                  </p14:cNvPr>
                  <p14:cNvContentPartPr/>
                  <p14:nvPr/>
                </p14:nvContentPartPr>
                <p14:xfrm>
                  <a:off x="5619345" y="4815866"/>
                  <a:ext cx="22680" cy="24480"/>
                </p14:xfrm>
              </p:contentPart>
            </mc:Choice>
            <mc:Fallback xmlns="">
              <p:pic>
                <p:nvPicPr>
                  <p:cNvPr id="3925" name="Ink 3924">
                    <a:extLst>
                      <a:ext uri="{FF2B5EF4-FFF2-40B4-BE49-F238E27FC236}">
                        <a16:creationId xmlns:a16="http://schemas.microsoft.com/office/drawing/2014/main" id="{925DB869-996E-4795-C795-006D57974F2E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589105" y="4783226"/>
                    <a:ext cx="83160" cy="897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7">
                <p14:nvContentPartPr>
                  <p14:cNvPr id="3926" name="Ink 3925">
                    <a:extLst>
                      <a:ext uri="{FF2B5EF4-FFF2-40B4-BE49-F238E27FC236}">
                        <a16:creationId xmlns:a16="http://schemas.microsoft.com/office/drawing/2014/main" id="{6E7BB2F6-D997-34DE-36BC-9D2A7B08359C}"/>
                      </a:ext>
                    </a:extLst>
                  </p14:cNvPr>
                  <p14:cNvContentPartPr/>
                  <p14:nvPr/>
                </p14:nvContentPartPr>
                <p14:xfrm>
                  <a:off x="5469585" y="4919906"/>
                  <a:ext cx="42840" cy="60840"/>
                </p14:xfrm>
              </p:contentPart>
            </mc:Choice>
            <mc:Fallback xmlns="">
              <p:pic>
                <p:nvPicPr>
                  <p:cNvPr id="3926" name="Ink 3925">
                    <a:extLst>
                      <a:ext uri="{FF2B5EF4-FFF2-40B4-BE49-F238E27FC236}">
                        <a16:creationId xmlns:a16="http://schemas.microsoft.com/office/drawing/2014/main" id="{6E7BB2F6-D997-34DE-36BC-9D2A7B08359C}"/>
                      </a:ext>
                    </a:extLst>
                  </p:cNvPr>
                  <p:cNvPicPr/>
                  <p:nvPr/>
                </p:nvPicPr>
                <p:blipFill>
                  <a:blip r:embed="rId988"/>
                  <a:stretch>
                    <a:fillRect/>
                  </a:stretch>
                </p:blipFill>
                <p:spPr>
                  <a:xfrm>
                    <a:off x="5435313" y="4883402"/>
                    <a:ext cx="111384" cy="1338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89">
                <p14:nvContentPartPr>
                  <p14:cNvPr id="3927" name="Ink 3926">
                    <a:extLst>
                      <a:ext uri="{FF2B5EF4-FFF2-40B4-BE49-F238E27FC236}">
                        <a16:creationId xmlns:a16="http://schemas.microsoft.com/office/drawing/2014/main" id="{38556BC6-A381-75E5-14F4-36E83E36D5BB}"/>
                      </a:ext>
                    </a:extLst>
                  </p14:cNvPr>
                  <p14:cNvContentPartPr/>
                  <p14:nvPr/>
                </p14:nvContentPartPr>
                <p14:xfrm>
                  <a:off x="5811945" y="4673666"/>
                  <a:ext cx="272160" cy="249120"/>
                </p14:xfrm>
              </p:contentPart>
            </mc:Choice>
            <mc:Fallback xmlns="">
              <p:pic>
                <p:nvPicPr>
                  <p:cNvPr id="3927" name="Ink 3926">
                    <a:extLst>
                      <a:ext uri="{FF2B5EF4-FFF2-40B4-BE49-F238E27FC236}">
                        <a16:creationId xmlns:a16="http://schemas.microsoft.com/office/drawing/2014/main" id="{38556BC6-A381-75E5-14F4-36E83E36D5BB}"/>
                      </a:ext>
                    </a:extLst>
                  </p:cNvPr>
                  <p:cNvPicPr/>
                  <p:nvPr/>
                </p:nvPicPr>
                <p:blipFill>
                  <a:blip r:embed="rId990"/>
                  <a:stretch>
                    <a:fillRect/>
                  </a:stretch>
                </p:blipFill>
                <p:spPr>
                  <a:xfrm>
                    <a:off x="5776828" y="4635825"/>
                    <a:ext cx="342395" cy="3248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1">
                <p14:nvContentPartPr>
                  <p14:cNvPr id="3928" name="Ink 3927">
                    <a:extLst>
                      <a:ext uri="{FF2B5EF4-FFF2-40B4-BE49-F238E27FC236}">
                        <a16:creationId xmlns:a16="http://schemas.microsoft.com/office/drawing/2014/main" id="{C9CF3F86-F7B8-00FF-C7B5-FEE4C67A1E81}"/>
                      </a:ext>
                    </a:extLst>
                  </p14:cNvPr>
                  <p14:cNvContentPartPr/>
                  <p14:nvPr/>
                </p14:nvContentPartPr>
                <p14:xfrm>
                  <a:off x="5709345" y="4937906"/>
                  <a:ext cx="56160" cy="26640"/>
                </p14:xfrm>
              </p:contentPart>
            </mc:Choice>
            <mc:Fallback xmlns="">
              <p:pic>
                <p:nvPicPr>
                  <p:cNvPr id="3928" name="Ink 3927">
                    <a:extLst>
                      <a:ext uri="{FF2B5EF4-FFF2-40B4-BE49-F238E27FC236}">
                        <a16:creationId xmlns:a16="http://schemas.microsoft.com/office/drawing/2014/main" id="{C9CF3F86-F7B8-00FF-C7B5-FEE4C67A1E81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5675649" y="4902386"/>
                    <a:ext cx="123552" cy="97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3">
                <p14:nvContentPartPr>
                  <p14:cNvPr id="3929" name="Ink 3928">
                    <a:extLst>
                      <a:ext uri="{FF2B5EF4-FFF2-40B4-BE49-F238E27FC236}">
                        <a16:creationId xmlns:a16="http://schemas.microsoft.com/office/drawing/2014/main" id="{C98E825D-1EF9-EEBF-443A-3B0E42DF49F7}"/>
                      </a:ext>
                    </a:extLst>
                  </p14:cNvPr>
                  <p14:cNvContentPartPr/>
                  <p14:nvPr/>
                </p14:nvContentPartPr>
                <p14:xfrm>
                  <a:off x="5700345" y="4973186"/>
                  <a:ext cx="9360" cy="23040"/>
                </p14:xfrm>
              </p:contentPart>
            </mc:Choice>
            <mc:Fallback xmlns="">
              <p:pic>
                <p:nvPicPr>
                  <p:cNvPr id="3929" name="Ink 3928">
                    <a:extLst>
                      <a:ext uri="{FF2B5EF4-FFF2-40B4-BE49-F238E27FC236}">
                        <a16:creationId xmlns:a16="http://schemas.microsoft.com/office/drawing/2014/main" id="{C98E825D-1EF9-EEBF-443A-3B0E42DF49F7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672265" y="4938626"/>
                    <a:ext cx="6552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4">
                <p14:nvContentPartPr>
                  <p14:cNvPr id="3930" name="Ink 3929">
                    <a:extLst>
                      <a:ext uri="{FF2B5EF4-FFF2-40B4-BE49-F238E27FC236}">
                        <a16:creationId xmlns:a16="http://schemas.microsoft.com/office/drawing/2014/main" id="{D2D7C520-4491-6E60-907F-C4E697E4D09C}"/>
                      </a:ext>
                    </a:extLst>
                  </p14:cNvPr>
                  <p14:cNvContentPartPr/>
                  <p14:nvPr/>
                </p14:nvContentPartPr>
                <p14:xfrm>
                  <a:off x="6200025" y="4609226"/>
                  <a:ext cx="149040" cy="194400"/>
                </p14:xfrm>
              </p:contentPart>
            </mc:Choice>
            <mc:Fallback xmlns="">
              <p:pic>
                <p:nvPicPr>
                  <p:cNvPr id="3930" name="Ink 3929">
                    <a:extLst>
                      <a:ext uri="{FF2B5EF4-FFF2-40B4-BE49-F238E27FC236}">
                        <a16:creationId xmlns:a16="http://schemas.microsoft.com/office/drawing/2014/main" id="{D2D7C520-4491-6E60-907F-C4E697E4D09C}"/>
                      </a:ext>
                    </a:extLst>
                  </p:cNvPr>
                  <p:cNvPicPr/>
                  <p:nvPr/>
                </p:nvPicPr>
                <p:blipFill>
                  <a:blip r:embed="rId995"/>
                  <a:stretch>
                    <a:fillRect/>
                  </a:stretch>
                </p:blipFill>
                <p:spPr>
                  <a:xfrm>
                    <a:off x="6164957" y="4571600"/>
                    <a:ext cx="219176" cy="2696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6">
                <p14:nvContentPartPr>
                  <p14:cNvPr id="3931" name="Ink 3930">
                    <a:extLst>
                      <a:ext uri="{FF2B5EF4-FFF2-40B4-BE49-F238E27FC236}">
                        <a16:creationId xmlns:a16="http://schemas.microsoft.com/office/drawing/2014/main" id="{800FE251-1BC1-D029-4EAE-85F80F040BDE}"/>
                      </a:ext>
                    </a:extLst>
                  </p14:cNvPr>
                  <p14:cNvContentPartPr/>
                  <p14:nvPr/>
                </p14:nvContentPartPr>
                <p14:xfrm>
                  <a:off x="6180225" y="4812266"/>
                  <a:ext cx="15840" cy="30600"/>
                </p14:xfrm>
              </p:contentPart>
            </mc:Choice>
            <mc:Fallback xmlns="">
              <p:pic>
                <p:nvPicPr>
                  <p:cNvPr id="3931" name="Ink 3930">
                    <a:extLst>
                      <a:ext uri="{FF2B5EF4-FFF2-40B4-BE49-F238E27FC236}">
                        <a16:creationId xmlns:a16="http://schemas.microsoft.com/office/drawing/2014/main" id="{800FE251-1BC1-D029-4EAE-85F80F040BDE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48545" y="4778884"/>
                    <a:ext cx="79200" cy="973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7">
                <p14:nvContentPartPr>
                  <p14:cNvPr id="3932" name="Ink 3931">
                    <a:extLst>
                      <a:ext uri="{FF2B5EF4-FFF2-40B4-BE49-F238E27FC236}">
                        <a16:creationId xmlns:a16="http://schemas.microsoft.com/office/drawing/2014/main" id="{D05482B6-A8CA-3F02-DC27-014D9BB8B641}"/>
                      </a:ext>
                    </a:extLst>
                  </p14:cNvPr>
                  <p14:cNvContentPartPr/>
                  <p14:nvPr/>
                </p14:nvContentPartPr>
                <p14:xfrm>
                  <a:off x="6076905" y="4944746"/>
                  <a:ext cx="15120" cy="20880"/>
                </p14:xfrm>
              </p:contentPart>
            </mc:Choice>
            <mc:Fallback xmlns="">
              <p:pic>
                <p:nvPicPr>
                  <p:cNvPr id="3932" name="Ink 3931">
                    <a:extLst>
                      <a:ext uri="{FF2B5EF4-FFF2-40B4-BE49-F238E27FC236}">
                        <a16:creationId xmlns:a16="http://schemas.microsoft.com/office/drawing/2014/main" id="{D05482B6-A8CA-3F02-DC27-014D9BB8B64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046665" y="4908952"/>
                    <a:ext cx="75600" cy="924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8">
                <p14:nvContentPartPr>
                  <p14:cNvPr id="3933" name="Ink 3932">
                    <a:extLst>
                      <a:ext uri="{FF2B5EF4-FFF2-40B4-BE49-F238E27FC236}">
                        <a16:creationId xmlns:a16="http://schemas.microsoft.com/office/drawing/2014/main" id="{9B8C79FB-0DDC-F206-6703-BFCCD0DE2F07}"/>
                      </a:ext>
                    </a:extLst>
                  </p14:cNvPr>
                  <p14:cNvContentPartPr/>
                  <p14:nvPr/>
                </p14:nvContentPartPr>
                <p14:xfrm>
                  <a:off x="5958465" y="5034386"/>
                  <a:ext cx="55080" cy="86040"/>
                </p14:xfrm>
              </p:contentPart>
            </mc:Choice>
            <mc:Fallback xmlns="">
              <p:pic>
                <p:nvPicPr>
                  <p:cNvPr id="3933" name="Ink 3932">
                    <a:extLst>
                      <a:ext uri="{FF2B5EF4-FFF2-40B4-BE49-F238E27FC236}">
                        <a16:creationId xmlns:a16="http://schemas.microsoft.com/office/drawing/2014/main" id="{9B8C79FB-0DDC-F206-6703-BFCCD0DE2F07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25417" y="4997512"/>
                    <a:ext cx="121176" cy="1597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999">
                <p14:nvContentPartPr>
                  <p14:cNvPr id="3934" name="Ink 3933">
                    <a:extLst>
                      <a:ext uri="{FF2B5EF4-FFF2-40B4-BE49-F238E27FC236}">
                        <a16:creationId xmlns:a16="http://schemas.microsoft.com/office/drawing/2014/main" id="{D00C3DDA-5C5F-6163-9404-8042BF25F80A}"/>
                      </a:ext>
                    </a:extLst>
                  </p14:cNvPr>
                  <p14:cNvContentPartPr/>
                  <p14:nvPr/>
                </p14:nvContentPartPr>
                <p14:xfrm>
                  <a:off x="6495225" y="4582226"/>
                  <a:ext cx="61560" cy="108000"/>
                </p14:xfrm>
              </p:contentPart>
            </mc:Choice>
            <mc:Fallback xmlns="">
              <p:pic>
                <p:nvPicPr>
                  <p:cNvPr id="3934" name="Ink 3933">
                    <a:extLst>
                      <a:ext uri="{FF2B5EF4-FFF2-40B4-BE49-F238E27FC236}">
                        <a16:creationId xmlns:a16="http://schemas.microsoft.com/office/drawing/2014/main" id="{D00C3DDA-5C5F-6163-9404-8042BF25F80A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461647" y="4545197"/>
                    <a:ext cx="128716" cy="1820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0">
                <p14:nvContentPartPr>
                  <p14:cNvPr id="3935" name="Ink 3934">
                    <a:extLst>
                      <a:ext uri="{FF2B5EF4-FFF2-40B4-BE49-F238E27FC236}">
                        <a16:creationId xmlns:a16="http://schemas.microsoft.com/office/drawing/2014/main" id="{4E53F39B-D11A-41FE-0555-D5B09588FDB4}"/>
                      </a:ext>
                    </a:extLst>
                  </p14:cNvPr>
                  <p14:cNvContentPartPr/>
                  <p14:nvPr/>
                </p14:nvContentPartPr>
                <p14:xfrm>
                  <a:off x="6395505" y="4831706"/>
                  <a:ext cx="22680" cy="40320"/>
                </p14:xfrm>
              </p:contentPart>
            </mc:Choice>
            <mc:Fallback xmlns="">
              <p:pic>
                <p:nvPicPr>
                  <p:cNvPr id="3935" name="Ink 3934">
                    <a:extLst>
                      <a:ext uri="{FF2B5EF4-FFF2-40B4-BE49-F238E27FC236}">
                        <a16:creationId xmlns:a16="http://schemas.microsoft.com/office/drawing/2014/main" id="{4E53F39B-D11A-41FE-0555-D5B09588FDB4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65265" y="4797146"/>
                    <a:ext cx="83160" cy="109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1">
                <p14:nvContentPartPr>
                  <p14:cNvPr id="3936" name="Ink 3935">
                    <a:extLst>
                      <a:ext uri="{FF2B5EF4-FFF2-40B4-BE49-F238E27FC236}">
                        <a16:creationId xmlns:a16="http://schemas.microsoft.com/office/drawing/2014/main" id="{54417930-D142-83C5-DEFB-AAF85E645C6F}"/>
                      </a:ext>
                    </a:extLst>
                  </p14:cNvPr>
                  <p14:cNvContentPartPr/>
                  <p14:nvPr/>
                </p14:nvContentPartPr>
                <p14:xfrm>
                  <a:off x="6336825" y="4977506"/>
                  <a:ext cx="5400" cy="9000"/>
                </p14:xfrm>
              </p:contentPart>
            </mc:Choice>
            <mc:Fallback xmlns="">
              <p:pic>
                <p:nvPicPr>
                  <p:cNvPr id="3936" name="Ink 3935">
                    <a:extLst>
                      <a:ext uri="{FF2B5EF4-FFF2-40B4-BE49-F238E27FC236}">
                        <a16:creationId xmlns:a16="http://schemas.microsoft.com/office/drawing/2014/main" id="{54417930-D142-83C5-DEFB-AAF85E645C6F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15225" y="4950506"/>
                    <a:ext cx="48600" cy="63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2">
                <p14:nvContentPartPr>
                  <p14:cNvPr id="3937" name="Ink 3936">
                    <a:extLst>
                      <a:ext uri="{FF2B5EF4-FFF2-40B4-BE49-F238E27FC236}">
                        <a16:creationId xmlns:a16="http://schemas.microsoft.com/office/drawing/2014/main" id="{3C119221-0885-BB38-3E96-0C8FD1CCFFE1}"/>
                      </a:ext>
                    </a:extLst>
                  </p14:cNvPr>
                  <p14:cNvContentPartPr/>
                  <p14:nvPr/>
                </p14:nvContentPartPr>
                <p14:xfrm>
                  <a:off x="6244665" y="5037626"/>
                  <a:ext cx="25920" cy="31320"/>
                </p14:xfrm>
              </p:contentPart>
            </mc:Choice>
            <mc:Fallback xmlns="">
              <p:pic>
                <p:nvPicPr>
                  <p:cNvPr id="3937" name="Ink 3936">
                    <a:extLst>
                      <a:ext uri="{FF2B5EF4-FFF2-40B4-BE49-F238E27FC236}">
                        <a16:creationId xmlns:a16="http://schemas.microsoft.com/office/drawing/2014/main" id="{3C119221-0885-BB38-3E96-0C8FD1CCFFE1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213561" y="5003459"/>
                    <a:ext cx="88128" cy="996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3">
                <p14:nvContentPartPr>
                  <p14:cNvPr id="3938" name="Ink 3937">
                    <a:extLst>
                      <a:ext uri="{FF2B5EF4-FFF2-40B4-BE49-F238E27FC236}">
                        <a16:creationId xmlns:a16="http://schemas.microsoft.com/office/drawing/2014/main" id="{094FEC75-147D-61BD-3FD2-AF8F9FC2B5D6}"/>
                      </a:ext>
                    </a:extLst>
                  </p14:cNvPr>
                  <p14:cNvContentPartPr/>
                  <p14:nvPr/>
                </p14:nvContentPartPr>
                <p14:xfrm>
                  <a:off x="5276985" y="4051226"/>
                  <a:ext cx="212760" cy="185040"/>
                </p14:xfrm>
              </p:contentPart>
            </mc:Choice>
            <mc:Fallback xmlns="">
              <p:pic>
                <p:nvPicPr>
                  <p:cNvPr id="3938" name="Ink 3937">
                    <a:extLst>
                      <a:ext uri="{FF2B5EF4-FFF2-40B4-BE49-F238E27FC236}">
                        <a16:creationId xmlns:a16="http://schemas.microsoft.com/office/drawing/2014/main" id="{094FEC75-147D-61BD-3FD2-AF8F9FC2B5D6}"/>
                      </a:ext>
                    </a:extLst>
                  </p:cNvPr>
                  <p:cNvPicPr/>
                  <p:nvPr/>
                </p:nvPicPr>
                <p:blipFill>
                  <a:blip r:embed="rId1004"/>
                  <a:stretch>
                    <a:fillRect/>
                  </a:stretch>
                </p:blipFill>
                <p:spPr>
                  <a:xfrm>
                    <a:off x="5242011" y="4013591"/>
                    <a:ext cx="282708" cy="2603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5">
                <p14:nvContentPartPr>
                  <p14:cNvPr id="3939" name="Ink 3938">
                    <a:extLst>
                      <a:ext uri="{FF2B5EF4-FFF2-40B4-BE49-F238E27FC236}">
                        <a16:creationId xmlns:a16="http://schemas.microsoft.com/office/drawing/2014/main" id="{0E02F9B4-3C2D-1471-6831-13316499331E}"/>
                      </a:ext>
                    </a:extLst>
                  </p14:cNvPr>
                  <p14:cNvContentPartPr/>
                  <p14:nvPr/>
                </p14:nvContentPartPr>
                <p14:xfrm>
                  <a:off x="5364105" y="4115306"/>
                  <a:ext cx="202680" cy="165240"/>
                </p14:xfrm>
              </p:contentPart>
            </mc:Choice>
            <mc:Fallback xmlns="">
              <p:pic>
                <p:nvPicPr>
                  <p:cNvPr id="3939" name="Ink 3938">
                    <a:extLst>
                      <a:ext uri="{FF2B5EF4-FFF2-40B4-BE49-F238E27FC236}">
                        <a16:creationId xmlns:a16="http://schemas.microsoft.com/office/drawing/2014/main" id="{0E02F9B4-3C2D-1471-6831-13316499331E}"/>
                      </a:ext>
                    </a:extLst>
                  </p:cNvPr>
                  <p:cNvPicPr/>
                  <p:nvPr/>
                </p:nvPicPr>
                <p:blipFill>
                  <a:blip r:embed="rId1006"/>
                  <a:stretch>
                    <a:fillRect/>
                  </a:stretch>
                </p:blipFill>
                <p:spPr>
                  <a:xfrm>
                    <a:off x="5329360" y="4077893"/>
                    <a:ext cx="272170" cy="24006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7">
                <p14:nvContentPartPr>
                  <p14:cNvPr id="3940" name="Ink 3939">
                    <a:extLst>
                      <a:ext uri="{FF2B5EF4-FFF2-40B4-BE49-F238E27FC236}">
                        <a16:creationId xmlns:a16="http://schemas.microsoft.com/office/drawing/2014/main" id="{2CDC84BD-E2EE-9EC8-25B4-D2F77A69DB17}"/>
                      </a:ext>
                    </a:extLst>
                  </p14:cNvPr>
                  <p14:cNvContentPartPr/>
                  <p14:nvPr/>
                </p14:nvContentPartPr>
                <p14:xfrm>
                  <a:off x="5516025" y="4152746"/>
                  <a:ext cx="180360" cy="168840"/>
                </p14:xfrm>
              </p:contentPart>
            </mc:Choice>
            <mc:Fallback xmlns="">
              <p:pic>
                <p:nvPicPr>
                  <p:cNvPr id="3940" name="Ink 3939">
                    <a:extLst>
                      <a:ext uri="{FF2B5EF4-FFF2-40B4-BE49-F238E27FC236}">
                        <a16:creationId xmlns:a16="http://schemas.microsoft.com/office/drawing/2014/main" id="{2CDC84BD-E2EE-9EC8-25B4-D2F77A69DB17}"/>
                      </a:ext>
                    </a:extLst>
                  </p:cNvPr>
                  <p:cNvPicPr/>
                  <p:nvPr/>
                </p:nvPicPr>
                <p:blipFill>
                  <a:blip r:embed="rId1008"/>
                  <a:stretch>
                    <a:fillRect/>
                  </a:stretch>
                </p:blipFill>
                <p:spPr>
                  <a:xfrm>
                    <a:off x="5481117" y="4115226"/>
                    <a:ext cx="250177" cy="2438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09">
                <p14:nvContentPartPr>
                  <p14:cNvPr id="3941" name="Ink 3940">
                    <a:extLst>
                      <a:ext uri="{FF2B5EF4-FFF2-40B4-BE49-F238E27FC236}">
                        <a16:creationId xmlns:a16="http://schemas.microsoft.com/office/drawing/2014/main" id="{6864A4A6-B025-1C2A-5E1E-4CD9C134447B}"/>
                      </a:ext>
                    </a:extLst>
                  </p14:cNvPr>
                  <p14:cNvContentPartPr/>
                  <p14:nvPr/>
                </p14:nvContentPartPr>
                <p14:xfrm>
                  <a:off x="5672625" y="4161386"/>
                  <a:ext cx="205560" cy="205920"/>
                </p14:xfrm>
              </p:contentPart>
            </mc:Choice>
            <mc:Fallback xmlns="">
              <p:pic>
                <p:nvPicPr>
                  <p:cNvPr id="3941" name="Ink 3940">
                    <a:extLst>
                      <a:ext uri="{FF2B5EF4-FFF2-40B4-BE49-F238E27FC236}">
                        <a16:creationId xmlns:a16="http://schemas.microsoft.com/office/drawing/2014/main" id="{6864A4A6-B025-1C2A-5E1E-4CD9C134447B}"/>
                      </a:ext>
                    </a:extLst>
                  </p:cNvPr>
                  <p:cNvPicPr/>
                  <p:nvPr/>
                </p:nvPicPr>
                <p:blipFill>
                  <a:blip r:embed="rId1010"/>
                  <a:stretch>
                    <a:fillRect/>
                  </a:stretch>
                </p:blipFill>
                <p:spPr>
                  <a:xfrm>
                    <a:off x="5637882" y="4123946"/>
                    <a:ext cx="275045" cy="280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11">
                <p14:nvContentPartPr>
                  <p14:cNvPr id="3942" name="Ink 3941">
                    <a:extLst>
                      <a:ext uri="{FF2B5EF4-FFF2-40B4-BE49-F238E27FC236}">
                        <a16:creationId xmlns:a16="http://schemas.microsoft.com/office/drawing/2014/main" id="{C404545F-1CE7-483B-4AB6-6C38B3F043F7}"/>
                      </a:ext>
                    </a:extLst>
                  </p14:cNvPr>
                  <p14:cNvContentPartPr/>
                  <p14:nvPr/>
                </p14:nvContentPartPr>
                <p14:xfrm>
                  <a:off x="5811585" y="4196306"/>
                  <a:ext cx="182520" cy="221400"/>
                </p14:xfrm>
              </p:contentPart>
            </mc:Choice>
            <mc:Fallback xmlns="">
              <p:pic>
                <p:nvPicPr>
                  <p:cNvPr id="3942" name="Ink 3941">
                    <a:extLst>
                      <a:ext uri="{FF2B5EF4-FFF2-40B4-BE49-F238E27FC236}">
                        <a16:creationId xmlns:a16="http://schemas.microsoft.com/office/drawing/2014/main" id="{C404545F-1CE7-483B-4AB6-6C38B3F043F7}"/>
                      </a:ext>
                    </a:extLst>
                  </p:cNvPr>
                  <p:cNvPicPr/>
                  <p:nvPr/>
                </p:nvPicPr>
                <p:blipFill>
                  <a:blip r:embed="rId1012"/>
                  <a:stretch>
                    <a:fillRect/>
                  </a:stretch>
                </p:blipFill>
                <p:spPr>
                  <a:xfrm>
                    <a:off x="5776819" y="4158886"/>
                    <a:ext cx="252051" cy="29623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13">
                <p14:nvContentPartPr>
                  <p14:cNvPr id="3943" name="Ink 3942">
                    <a:extLst>
                      <a:ext uri="{FF2B5EF4-FFF2-40B4-BE49-F238E27FC236}">
                        <a16:creationId xmlns:a16="http://schemas.microsoft.com/office/drawing/2014/main" id="{91DFB5D3-5113-EF04-AD2C-3DBAFA5B0422}"/>
                      </a:ext>
                    </a:extLst>
                  </p14:cNvPr>
                  <p14:cNvContentPartPr/>
                  <p14:nvPr/>
                </p14:nvContentPartPr>
                <p14:xfrm>
                  <a:off x="6022185" y="4235546"/>
                  <a:ext cx="117000" cy="229680"/>
                </p14:xfrm>
              </p:contentPart>
            </mc:Choice>
            <mc:Fallback xmlns="">
              <p:pic>
                <p:nvPicPr>
                  <p:cNvPr id="3943" name="Ink 3942">
                    <a:extLst>
                      <a:ext uri="{FF2B5EF4-FFF2-40B4-BE49-F238E27FC236}">
                        <a16:creationId xmlns:a16="http://schemas.microsoft.com/office/drawing/2014/main" id="{91DFB5D3-5113-EF04-AD2C-3DBAFA5B0422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5987941" y="4197790"/>
                    <a:ext cx="185488" cy="30519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15">
                <p14:nvContentPartPr>
                  <p14:cNvPr id="3944" name="Ink 3943">
                    <a:extLst>
                      <a:ext uri="{FF2B5EF4-FFF2-40B4-BE49-F238E27FC236}">
                        <a16:creationId xmlns:a16="http://schemas.microsoft.com/office/drawing/2014/main" id="{56DF4386-43EB-2FBB-728E-40812135BBBB}"/>
                      </a:ext>
                    </a:extLst>
                  </p14:cNvPr>
                  <p14:cNvContentPartPr/>
                  <p14:nvPr/>
                </p14:nvContentPartPr>
                <p14:xfrm>
                  <a:off x="6196065" y="4250666"/>
                  <a:ext cx="126000" cy="207360"/>
                </p14:xfrm>
              </p:contentPart>
            </mc:Choice>
            <mc:Fallback xmlns="">
              <p:pic>
                <p:nvPicPr>
                  <p:cNvPr id="3944" name="Ink 3943">
                    <a:extLst>
                      <a:ext uri="{FF2B5EF4-FFF2-40B4-BE49-F238E27FC236}">
                        <a16:creationId xmlns:a16="http://schemas.microsoft.com/office/drawing/2014/main" id="{56DF4386-43EB-2FBB-728E-40812135BBBB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6161701" y="4212964"/>
                    <a:ext cx="194727" cy="2827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16">
                <p14:nvContentPartPr>
                  <p14:cNvPr id="3945" name="Ink 3944">
                    <a:extLst>
                      <a:ext uri="{FF2B5EF4-FFF2-40B4-BE49-F238E27FC236}">
                        <a16:creationId xmlns:a16="http://schemas.microsoft.com/office/drawing/2014/main" id="{8170183E-596B-087D-D09B-927828C0FF1A}"/>
                      </a:ext>
                    </a:extLst>
                  </p14:cNvPr>
                  <p14:cNvContentPartPr/>
                  <p14:nvPr/>
                </p14:nvContentPartPr>
                <p14:xfrm>
                  <a:off x="6376785" y="4231946"/>
                  <a:ext cx="65880" cy="183240"/>
                </p14:xfrm>
              </p:contentPart>
            </mc:Choice>
            <mc:Fallback xmlns="">
              <p:pic>
                <p:nvPicPr>
                  <p:cNvPr id="3945" name="Ink 3944">
                    <a:extLst>
                      <a:ext uri="{FF2B5EF4-FFF2-40B4-BE49-F238E27FC236}">
                        <a16:creationId xmlns:a16="http://schemas.microsoft.com/office/drawing/2014/main" id="{8170183E-596B-087D-D09B-927828C0FF1A}"/>
                      </a:ext>
                    </a:extLst>
                  </p:cNvPr>
                  <p:cNvPicPr/>
                  <p:nvPr/>
                </p:nvPicPr>
                <p:blipFill>
                  <a:blip r:embed="rId1017"/>
                  <a:stretch>
                    <a:fillRect/>
                  </a:stretch>
                </p:blipFill>
                <p:spPr>
                  <a:xfrm>
                    <a:off x="6342413" y="4194677"/>
                    <a:ext cx="134624" cy="257778"/>
                  </a:xfrm>
                  <a:prstGeom prst="rect">
                    <a:avLst/>
                  </a:prstGeom>
                </p:spPr>
              </p:pic>
            </mc:Fallback>
          </mc:AlternateContent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1018">
              <p14:nvContentPartPr>
                <p14:cNvPr id="3876" name="Ink 3875">
                  <a:extLst>
                    <a:ext uri="{FF2B5EF4-FFF2-40B4-BE49-F238E27FC236}">
                      <a16:creationId xmlns:a16="http://schemas.microsoft.com/office/drawing/2014/main" id="{9D17415B-53F9-F43F-E227-6DEA4987978C}"/>
                    </a:ext>
                  </a:extLst>
                </p14:cNvPr>
                <p14:cNvContentPartPr/>
                <p14:nvPr/>
              </p14:nvContentPartPr>
              <p14:xfrm>
                <a:off x="9022348" y="3486121"/>
                <a:ext cx="589680" cy="189720"/>
              </p14:xfrm>
            </p:contentPart>
          </mc:Choice>
          <mc:Fallback xmlns="">
            <p:pic>
              <p:nvPicPr>
                <p:cNvPr id="3876" name="Ink 3875">
                  <a:extLst>
                    <a:ext uri="{FF2B5EF4-FFF2-40B4-BE49-F238E27FC236}">
                      <a16:creationId xmlns:a16="http://schemas.microsoft.com/office/drawing/2014/main" id="{9D17415B-53F9-F43F-E227-6DEA4987978C}"/>
                    </a:ext>
                  </a:extLst>
                </p:cNvPr>
                <p:cNvPicPr/>
                <p:nvPr/>
              </p:nvPicPr>
              <p:blipFill>
                <a:blip r:embed="rId1019"/>
                <a:stretch>
                  <a:fillRect/>
                </a:stretch>
              </p:blipFill>
              <p:spPr>
                <a:xfrm>
                  <a:off x="8987143" y="3448799"/>
                  <a:ext cx="660090" cy="264364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3877" name="Freeform 3876">
              <a:extLst>
                <a:ext uri="{FF2B5EF4-FFF2-40B4-BE49-F238E27FC236}">
                  <a16:creationId xmlns:a16="http://schemas.microsoft.com/office/drawing/2014/main" id="{A44BC655-EA08-E284-9E9E-5CF749143F0B}"/>
                </a:ext>
              </a:extLst>
            </p:cNvPr>
            <p:cNvSpPr/>
            <p:nvPr/>
          </p:nvSpPr>
          <p:spPr>
            <a:xfrm>
              <a:off x="9165567" y="3318142"/>
              <a:ext cx="438615" cy="193288"/>
            </a:xfrm>
            <a:custGeom>
              <a:avLst/>
              <a:gdLst>
                <a:gd name="connsiteX0" fmla="*/ 0 w 438615"/>
                <a:gd name="connsiteY0" fmla="*/ 111512 h 193288"/>
                <a:gd name="connsiteX1" fmla="*/ 163551 w 438615"/>
                <a:gd name="connsiteY1" fmla="*/ 118946 h 193288"/>
                <a:gd name="connsiteX2" fmla="*/ 438615 w 438615"/>
                <a:gd name="connsiteY2" fmla="*/ 193288 h 193288"/>
                <a:gd name="connsiteX3" fmla="*/ 423746 w 438615"/>
                <a:gd name="connsiteY3" fmla="*/ 81775 h 193288"/>
                <a:gd name="connsiteX4" fmla="*/ 349405 w 438615"/>
                <a:gd name="connsiteY4" fmla="*/ 14868 h 193288"/>
                <a:gd name="connsiteX5" fmla="*/ 230458 w 438615"/>
                <a:gd name="connsiteY5" fmla="*/ 0 h 193288"/>
                <a:gd name="connsiteX6" fmla="*/ 156117 w 438615"/>
                <a:gd name="connsiteY6" fmla="*/ 22302 h 193288"/>
                <a:gd name="connsiteX7" fmla="*/ 96644 w 438615"/>
                <a:gd name="connsiteY7" fmla="*/ 66907 h 193288"/>
                <a:gd name="connsiteX8" fmla="*/ 0 w 438615"/>
                <a:gd name="connsiteY8" fmla="*/ 111512 h 19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15" h="193288">
                  <a:moveTo>
                    <a:pt x="0" y="111512"/>
                  </a:moveTo>
                  <a:lnTo>
                    <a:pt x="163551" y="118946"/>
                  </a:lnTo>
                  <a:lnTo>
                    <a:pt x="438615" y="193288"/>
                  </a:lnTo>
                  <a:lnTo>
                    <a:pt x="423746" y="81775"/>
                  </a:lnTo>
                  <a:lnTo>
                    <a:pt x="349405" y="14868"/>
                  </a:lnTo>
                  <a:lnTo>
                    <a:pt x="230458" y="0"/>
                  </a:lnTo>
                  <a:lnTo>
                    <a:pt x="156117" y="22302"/>
                  </a:lnTo>
                  <a:lnTo>
                    <a:pt x="96644" y="66907"/>
                  </a:lnTo>
                  <a:lnTo>
                    <a:pt x="0" y="1115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020">
              <p14:nvContentPartPr>
                <p14:cNvPr id="3878" name="Ink 3877">
                  <a:extLst>
                    <a:ext uri="{FF2B5EF4-FFF2-40B4-BE49-F238E27FC236}">
                      <a16:creationId xmlns:a16="http://schemas.microsoft.com/office/drawing/2014/main" id="{5EAE0EB9-8B9D-6867-F3FD-347D8E3CB9C8}"/>
                    </a:ext>
                  </a:extLst>
                </p14:cNvPr>
                <p14:cNvContentPartPr/>
                <p14:nvPr/>
              </p14:nvContentPartPr>
              <p14:xfrm>
                <a:off x="8711308" y="3656041"/>
                <a:ext cx="1109520" cy="206280"/>
              </p14:xfrm>
            </p:contentPart>
          </mc:Choice>
          <mc:Fallback xmlns="">
            <p:pic>
              <p:nvPicPr>
                <p:cNvPr id="3878" name="Ink 3877">
                  <a:extLst>
                    <a:ext uri="{FF2B5EF4-FFF2-40B4-BE49-F238E27FC236}">
                      <a16:creationId xmlns:a16="http://schemas.microsoft.com/office/drawing/2014/main" id="{5EAE0EB9-8B9D-6867-F3FD-347D8E3CB9C8}"/>
                    </a:ext>
                  </a:extLst>
                </p:cNvPr>
                <p:cNvPicPr/>
                <p:nvPr/>
              </p:nvPicPr>
              <p:blipFill>
                <a:blip r:embed="rId1021"/>
                <a:stretch>
                  <a:fillRect/>
                </a:stretch>
              </p:blipFill>
              <p:spPr>
                <a:xfrm>
                  <a:off x="8676085" y="3618536"/>
                  <a:ext cx="1179966" cy="2812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2">
              <p14:nvContentPartPr>
                <p14:cNvPr id="3879" name="Ink 3878">
                  <a:extLst>
                    <a:ext uri="{FF2B5EF4-FFF2-40B4-BE49-F238E27FC236}">
                      <a16:creationId xmlns:a16="http://schemas.microsoft.com/office/drawing/2014/main" id="{C188D21E-9264-089E-C331-3B2B46EFE71E}"/>
                    </a:ext>
                  </a:extLst>
                </p14:cNvPr>
                <p14:cNvContentPartPr/>
                <p14:nvPr/>
              </p14:nvContentPartPr>
              <p14:xfrm>
                <a:off x="9121348" y="3428521"/>
                <a:ext cx="492120" cy="99720"/>
              </p14:xfrm>
            </p:contentPart>
          </mc:Choice>
          <mc:Fallback xmlns="">
            <p:pic>
              <p:nvPicPr>
                <p:cNvPr id="3879" name="Ink 3878">
                  <a:extLst>
                    <a:ext uri="{FF2B5EF4-FFF2-40B4-BE49-F238E27FC236}">
                      <a16:creationId xmlns:a16="http://schemas.microsoft.com/office/drawing/2014/main" id="{C188D21E-9264-089E-C331-3B2B46EFE71E}"/>
                    </a:ext>
                  </a:extLst>
                </p:cNvPr>
                <p:cNvPicPr/>
                <p:nvPr/>
              </p:nvPicPr>
              <p:blipFill>
                <a:blip r:embed="rId1023"/>
                <a:stretch>
                  <a:fillRect/>
                </a:stretch>
              </p:blipFill>
              <p:spPr>
                <a:xfrm>
                  <a:off x="9086197" y="3391126"/>
                  <a:ext cx="562423" cy="174510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3880" name="Group 3879">
              <a:extLst>
                <a:ext uri="{FF2B5EF4-FFF2-40B4-BE49-F238E27FC236}">
                  <a16:creationId xmlns:a16="http://schemas.microsoft.com/office/drawing/2014/main" id="{FE59E931-D479-B4F3-FC18-30B90B6AEC2B}"/>
                </a:ext>
              </a:extLst>
            </p:cNvPr>
            <p:cNvGrpSpPr/>
            <p:nvPr/>
          </p:nvGrpSpPr>
          <p:grpSpPr>
            <a:xfrm>
              <a:off x="8165188" y="4017481"/>
              <a:ext cx="1711080" cy="846720"/>
              <a:chOff x="4887465" y="4297466"/>
              <a:chExt cx="1711080" cy="8467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024">
                <p14:nvContentPartPr>
                  <p14:cNvPr id="3889" name="Ink 3888">
                    <a:extLst>
                      <a:ext uri="{FF2B5EF4-FFF2-40B4-BE49-F238E27FC236}">
                        <a16:creationId xmlns:a16="http://schemas.microsoft.com/office/drawing/2014/main" id="{20C2E9A3-B535-87A7-79F1-2F81546A0951}"/>
                      </a:ext>
                    </a:extLst>
                  </p14:cNvPr>
                  <p14:cNvContentPartPr/>
                  <p14:nvPr/>
                </p14:nvContentPartPr>
                <p14:xfrm>
                  <a:off x="6330705" y="4458746"/>
                  <a:ext cx="29160" cy="65520"/>
                </p14:xfrm>
              </p:contentPart>
            </mc:Choice>
            <mc:Fallback xmlns="">
              <p:pic>
                <p:nvPicPr>
                  <p:cNvPr id="3889" name="Ink 3888">
                    <a:extLst>
                      <a:ext uri="{FF2B5EF4-FFF2-40B4-BE49-F238E27FC236}">
                        <a16:creationId xmlns:a16="http://schemas.microsoft.com/office/drawing/2014/main" id="{20C2E9A3-B535-87A7-79F1-2F81546A0951}"/>
                      </a:ext>
                    </a:extLst>
                  </p:cNvPr>
                  <p:cNvPicPr/>
                  <p:nvPr/>
                </p:nvPicPr>
                <p:blipFill>
                  <a:blip r:embed="rId1025"/>
                  <a:stretch>
                    <a:fillRect/>
                  </a:stretch>
                </p:blipFill>
                <p:spPr>
                  <a:xfrm>
                    <a:off x="6298894" y="4423008"/>
                    <a:ext cx="92782" cy="1369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26">
                <p14:nvContentPartPr>
                  <p14:cNvPr id="3890" name="Ink 3889">
                    <a:extLst>
                      <a:ext uri="{FF2B5EF4-FFF2-40B4-BE49-F238E27FC236}">
                        <a16:creationId xmlns:a16="http://schemas.microsoft.com/office/drawing/2014/main" id="{E77F6098-2210-07DC-0D39-C3BD61A91922}"/>
                      </a:ext>
                    </a:extLst>
                  </p14:cNvPr>
                  <p14:cNvContentPartPr/>
                  <p14:nvPr/>
                </p14:nvContentPartPr>
                <p14:xfrm>
                  <a:off x="6072225" y="4495106"/>
                  <a:ext cx="33120" cy="74160"/>
                </p14:xfrm>
              </p:contentPart>
            </mc:Choice>
            <mc:Fallback xmlns="">
              <p:pic>
                <p:nvPicPr>
                  <p:cNvPr id="3890" name="Ink 3889">
                    <a:extLst>
                      <a:ext uri="{FF2B5EF4-FFF2-40B4-BE49-F238E27FC236}">
                        <a16:creationId xmlns:a16="http://schemas.microsoft.com/office/drawing/2014/main" id="{E77F6098-2210-07DC-0D39-C3BD61A91922}"/>
                      </a:ext>
                    </a:extLst>
                  </p:cNvPr>
                  <p:cNvPicPr/>
                  <p:nvPr/>
                </p:nvPicPr>
                <p:blipFill>
                  <a:blip r:embed="rId1027"/>
                  <a:stretch>
                    <a:fillRect/>
                  </a:stretch>
                </p:blipFill>
                <p:spPr>
                  <a:xfrm>
                    <a:off x="6039105" y="4458026"/>
                    <a:ext cx="99360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28">
                <p14:nvContentPartPr>
                  <p14:cNvPr id="3891" name="Ink 3890">
                    <a:extLst>
                      <a:ext uri="{FF2B5EF4-FFF2-40B4-BE49-F238E27FC236}">
                        <a16:creationId xmlns:a16="http://schemas.microsoft.com/office/drawing/2014/main" id="{F9D9E6CB-12AF-998A-82FA-5732B6FBD5CC}"/>
                      </a:ext>
                    </a:extLst>
                  </p14:cNvPr>
                  <p14:cNvContentPartPr/>
                  <p14:nvPr/>
                </p14:nvContentPartPr>
                <p14:xfrm>
                  <a:off x="5708265" y="4477466"/>
                  <a:ext cx="93960" cy="60120"/>
                </p14:xfrm>
              </p:contentPart>
            </mc:Choice>
            <mc:Fallback xmlns="">
              <p:pic>
                <p:nvPicPr>
                  <p:cNvPr id="3891" name="Ink 3890">
                    <a:extLst>
                      <a:ext uri="{FF2B5EF4-FFF2-40B4-BE49-F238E27FC236}">
                        <a16:creationId xmlns:a16="http://schemas.microsoft.com/office/drawing/2014/main" id="{F9D9E6CB-12AF-998A-82FA-5732B6FBD5CC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674098" y="4441394"/>
                    <a:ext cx="162295" cy="1322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0">
                <p14:nvContentPartPr>
                  <p14:cNvPr id="3892" name="Ink 3891">
                    <a:extLst>
                      <a:ext uri="{FF2B5EF4-FFF2-40B4-BE49-F238E27FC236}">
                        <a16:creationId xmlns:a16="http://schemas.microsoft.com/office/drawing/2014/main" id="{AF793938-F908-AD53-6B0C-DCB6C36A22DD}"/>
                      </a:ext>
                    </a:extLst>
                  </p14:cNvPr>
                  <p14:cNvContentPartPr/>
                  <p14:nvPr/>
                </p14:nvContentPartPr>
                <p14:xfrm>
                  <a:off x="5422785" y="4382426"/>
                  <a:ext cx="93960" cy="64080"/>
                </p14:xfrm>
              </p:contentPart>
            </mc:Choice>
            <mc:Fallback xmlns="">
              <p:pic>
                <p:nvPicPr>
                  <p:cNvPr id="3892" name="Ink 3891">
                    <a:extLst>
                      <a:ext uri="{FF2B5EF4-FFF2-40B4-BE49-F238E27FC236}">
                        <a16:creationId xmlns:a16="http://schemas.microsoft.com/office/drawing/2014/main" id="{AF793938-F908-AD53-6B0C-DCB6C36A22DD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388618" y="4345809"/>
                    <a:ext cx="162295" cy="1373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1">
                <p14:nvContentPartPr>
                  <p14:cNvPr id="3893" name="Ink 3892">
                    <a:extLst>
                      <a:ext uri="{FF2B5EF4-FFF2-40B4-BE49-F238E27FC236}">
                        <a16:creationId xmlns:a16="http://schemas.microsoft.com/office/drawing/2014/main" id="{6E2940FF-D7CA-4B2F-6D0E-21DC680A39ED}"/>
                      </a:ext>
                    </a:extLst>
                  </p14:cNvPr>
                  <p14:cNvContentPartPr/>
                  <p14:nvPr/>
                </p14:nvContentPartPr>
                <p14:xfrm>
                  <a:off x="5157825" y="4297466"/>
                  <a:ext cx="68040" cy="55440"/>
                </p14:xfrm>
              </p:contentPart>
            </mc:Choice>
            <mc:Fallback xmlns="">
              <p:pic>
                <p:nvPicPr>
                  <p:cNvPr id="3893" name="Ink 3892">
                    <a:extLst>
                      <a:ext uri="{FF2B5EF4-FFF2-40B4-BE49-F238E27FC236}">
                        <a16:creationId xmlns:a16="http://schemas.microsoft.com/office/drawing/2014/main" id="{6E2940FF-D7CA-4B2F-6D0E-21DC680A39ED}"/>
                      </a:ext>
                    </a:extLst>
                  </p:cNvPr>
                  <p:cNvPicPr/>
                  <p:nvPr/>
                </p:nvPicPr>
                <p:blipFill>
                  <a:blip r:embed="rId1032"/>
                  <a:stretch>
                    <a:fillRect/>
                  </a:stretch>
                </p:blipFill>
                <p:spPr>
                  <a:xfrm>
                    <a:off x="5123805" y="4260506"/>
                    <a:ext cx="136080" cy="1293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3">
                <p14:nvContentPartPr>
                  <p14:cNvPr id="3894" name="Ink 3893">
                    <a:extLst>
                      <a:ext uri="{FF2B5EF4-FFF2-40B4-BE49-F238E27FC236}">
                        <a16:creationId xmlns:a16="http://schemas.microsoft.com/office/drawing/2014/main" id="{D90211E9-FEEF-2B95-49A6-FFFBDBBB1510}"/>
                      </a:ext>
                    </a:extLst>
                  </p14:cNvPr>
                  <p14:cNvContentPartPr/>
                  <p14:nvPr/>
                </p14:nvContentPartPr>
                <p14:xfrm>
                  <a:off x="4887465" y="4472786"/>
                  <a:ext cx="260640" cy="249840"/>
                </p14:xfrm>
              </p:contentPart>
            </mc:Choice>
            <mc:Fallback xmlns="">
              <p:pic>
                <p:nvPicPr>
                  <p:cNvPr id="3894" name="Ink 3893">
                    <a:extLst>
                      <a:ext uri="{FF2B5EF4-FFF2-40B4-BE49-F238E27FC236}">
                        <a16:creationId xmlns:a16="http://schemas.microsoft.com/office/drawing/2014/main" id="{D90211E9-FEEF-2B95-49A6-FFFBDBBB1510}"/>
                      </a:ext>
                    </a:extLst>
                  </p:cNvPr>
                  <p:cNvPicPr/>
                  <p:nvPr/>
                </p:nvPicPr>
                <p:blipFill>
                  <a:blip r:embed="rId1034"/>
                  <a:stretch>
                    <a:fillRect/>
                  </a:stretch>
                </p:blipFill>
                <p:spPr>
                  <a:xfrm>
                    <a:off x="4852323" y="4435310"/>
                    <a:ext cx="330925" cy="32479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5">
                <p14:nvContentPartPr>
                  <p14:cNvPr id="3895" name="Ink 3894">
                    <a:extLst>
                      <a:ext uri="{FF2B5EF4-FFF2-40B4-BE49-F238E27FC236}">
                        <a16:creationId xmlns:a16="http://schemas.microsoft.com/office/drawing/2014/main" id="{53B78D69-C627-62F1-D116-7DCB89134E47}"/>
                      </a:ext>
                    </a:extLst>
                  </p14:cNvPr>
                  <p14:cNvContentPartPr/>
                  <p14:nvPr/>
                </p14:nvContentPartPr>
                <p14:xfrm>
                  <a:off x="4961625" y="4596266"/>
                  <a:ext cx="471240" cy="237240"/>
                </p14:xfrm>
              </p:contentPart>
            </mc:Choice>
            <mc:Fallback xmlns="">
              <p:pic>
                <p:nvPicPr>
                  <p:cNvPr id="3895" name="Ink 3894">
                    <a:extLst>
                      <a:ext uri="{FF2B5EF4-FFF2-40B4-BE49-F238E27FC236}">
                        <a16:creationId xmlns:a16="http://schemas.microsoft.com/office/drawing/2014/main" id="{53B78D69-C627-62F1-D116-7DCB89134E47}"/>
                      </a:ext>
                    </a:extLst>
                  </p:cNvPr>
                  <p:cNvPicPr/>
                  <p:nvPr/>
                </p:nvPicPr>
                <p:blipFill>
                  <a:blip r:embed="rId1036"/>
                  <a:stretch>
                    <a:fillRect/>
                  </a:stretch>
                </p:blipFill>
                <p:spPr>
                  <a:xfrm>
                    <a:off x="4926502" y="4558807"/>
                    <a:ext cx="541487" cy="3121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7">
                <p14:nvContentPartPr>
                  <p14:cNvPr id="3896" name="Ink 3895">
                    <a:extLst>
                      <a:ext uri="{FF2B5EF4-FFF2-40B4-BE49-F238E27FC236}">
                        <a16:creationId xmlns:a16="http://schemas.microsoft.com/office/drawing/2014/main" id="{73C11297-8FBD-635A-DC6F-E98104F22E17}"/>
                      </a:ext>
                    </a:extLst>
                  </p14:cNvPr>
                  <p14:cNvContentPartPr/>
                  <p14:nvPr/>
                </p14:nvContentPartPr>
                <p14:xfrm>
                  <a:off x="5293905" y="4627946"/>
                  <a:ext cx="369720" cy="278640"/>
                </p14:xfrm>
              </p:contentPart>
            </mc:Choice>
            <mc:Fallback xmlns="">
              <p:pic>
                <p:nvPicPr>
                  <p:cNvPr id="3896" name="Ink 3895">
                    <a:extLst>
                      <a:ext uri="{FF2B5EF4-FFF2-40B4-BE49-F238E27FC236}">
                        <a16:creationId xmlns:a16="http://schemas.microsoft.com/office/drawing/2014/main" id="{73C11297-8FBD-635A-DC6F-E98104F22E17}"/>
                      </a:ext>
                    </a:extLst>
                  </p:cNvPr>
                  <p:cNvPicPr/>
                  <p:nvPr/>
                </p:nvPicPr>
                <p:blipFill>
                  <a:blip r:embed="rId1038"/>
                  <a:stretch>
                    <a:fillRect/>
                  </a:stretch>
                </p:blipFill>
                <p:spPr>
                  <a:xfrm>
                    <a:off x="5258694" y="4590377"/>
                    <a:ext cx="440143" cy="35377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39">
                <p14:nvContentPartPr>
                  <p14:cNvPr id="3897" name="Ink 3896">
                    <a:extLst>
                      <a:ext uri="{FF2B5EF4-FFF2-40B4-BE49-F238E27FC236}">
                        <a16:creationId xmlns:a16="http://schemas.microsoft.com/office/drawing/2014/main" id="{ABB09E42-9C9E-0DCC-49A1-DDF247251857}"/>
                      </a:ext>
                    </a:extLst>
                  </p14:cNvPr>
                  <p14:cNvContentPartPr/>
                  <p14:nvPr/>
                </p14:nvContentPartPr>
                <p14:xfrm>
                  <a:off x="5582625" y="4640906"/>
                  <a:ext cx="240840" cy="320760"/>
                </p14:xfrm>
              </p:contentPart>
            </mc:Choice>
            <mc:Fallback xmlns="">
              <p:pic>
                <p:nvPicPr>
                  <p:cNvPr id="3897" name="Ink 3896">
                    <a:extLst>
                      <a:ext uri="{FF2B5EF4-FFF2-40B4-BE49-F238E27FC236}">
                        <a16:creationId xmlns:a16="http://schemas.microsoft.com/office/drawing/2014/main" id="{ABB09E42-9C9E-0DCC-49A1-DDF247251857}"/>
                      </a:ext>
                    </a:extLst>
                  </p:cNvPr>
                  <p:cNvPicPr/>
                  <p:nvPr/>
                </p:nvPicPr>
                <p:blipFill>
                  <a:blip r:embed="rId1040"/>
                  <a:stretch>
                    <a:fillRect/>
                  </a:stretch>
                </p:blipFill>
                <p:spPr>
                  <a:xfrm>
                    <a:off x="5547805" y="4603170"/>
                    <a:ext cx="310480" cy="39623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41">
                <p14:nvContentPartPr>
                  <p14:cNvPr id="3898" name="Ink 3897">
                    <a:extLst>
                      <a:ext uri="{FF2B5EF4-FFF2-40B4-BE49-F238E27FC236}">
                        <a16:creationId xmlns:a16="http://schemas.microsoft.com/office/drawing/2014/main" id="{DE8A99E9-00DB-F784-093B-49CB6C9EA3A3}"/>
                      </a:ext>
                    </a:extLst>
                  </p14:cNvPr>
                  <p14:cNvContentPartPr/>
                  <p14:nvPr/>
                </p14:nvContentPartPr>
                <p14:xfrm>
                  <a:off x="5799345" y="4688426"/>
                  <a:ext cx="301680" cy="399960"/>
                </p14:xfrm>
              </p:contentPart>
            </mc:Choice>
            <mc:Fallback xmlns="">
              <p:pic>
                <p:nvPicPr>
                  <p:cNvPr id="3898" name="Ink 3897">
                    <a:extLst>
                      <a:ext uri="{FF2B5EF4-FFF2-40B4-BE49-F238E27FC236}">
                        <a16:creationId xmlns:a16="http://schemas.microsoft.com/office/drawing/2014/main" id="{DE8A99E9-00DB-F784-093B-49CB6C9EA3A3}"/>
                      </a:ext>
                    </a:extLst>
                  </p:cNvPr>
                  <p:cNvPicPr/>
                  <p:nvPr/>
                </p:nvPicPr>
                <p:blipFill>
                  <a:blip r:embed="rId1042"/>
                  <a:stretch>
                    <a:fillRect/>
                  </a:stretch>
                </p:blipFill>
                <p:spPr>
                  <a:xfrm>
                    <a:off x="5764198" y="4650635"/>
                    <a:ext cx="371974" cy="47554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43">
                <p14:nvContentPartPr>
                  <p14:cNvPr id="3899" name="Ink 3898">
                    <a:extLst>
                      <a:ext uri="{FF2B5EF4-FFF2-40B4-BE49-F238E27FC236}">
                        <a16:creationId xmlns:a16="http://schemas.microsoft.com/office/drawing/2014/main" id="{A9DBEDCE-A4B5-C9C4-30EC-C94186FFD168}"/>
                      </a:ext>
                    </a:extLst>
                  </p14:cNvPr>
                  <p14:cNvContentPartPr/>
                  <p14:nvPr/>
                </p14:nvContentPartPr>
                <p14:xfrm>
                  <a:off x="6068985" y="4648826"/>
                  <a:ext cx="302400" cy="495360"/>
                </p14:xfrm>
              </p:contentPart>
            </mc:Choice>
            <mc:Fallback xmlns="">
              <p:pic>
                <p:nvPicPr>
                  <p:cNvPr id="3899" name="Ink 3898">
                    <a:extLst>
                      <a:ext uri="{FF2B5EF4-FFF2-40B4-BE49-F238E27FC236}">
                        <a16:creationId xmlns:a16="http://schemas.microsoft.com/office/drawing/2014/main" id="{A9DBEDCE-A4B5-C9C4-30EC-C94186FFD168}"/>
                      </a:ext>
                    </a:extLst>
                  </p:cNvPr>
                  <p:cNvPicPr/>
                  <p:nvPr/>
                </p:nvPicPr>
                <p:blipFill>
                  <a:blip r:embed="rId1044"/>
                  <a:stretch>
                    <a:fillRect/>
                  </a:stretch>
                </p:blipFill>
                <p:spPr>
                  <a:xfrm>
                    <a:off x="6034093" y="4610964"/>
                    <a:ext cx="372185" cy="5710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45">
                <p14:nvContentPartPr>
                  <p14:cNvPr id="3900" name="Ink 3899">
                    <a:extLst>
                      <a:ext uri="{FF2B5EF4-FFF2-40B4-BE49-F238E27FC236}">
                        <a16:creationId xmlns:a16="http://schemas.microsoft.com/office/drawing/2014/main" id="{75F17432-5564-DBEB-1997-F4B1CA1871EE}"/>
                      </a:ext>
                    </a:extLst>
                  </p14:cNvPr>
                  <p14:cNvContentPartPr/>
                  <p14:nvPr/>
                </p14:nvContentPartPr>
                <p14:xfrm>
                  <a:off x="6396945" y="4647746"/>
                  <a:ext cx="201600" cy="428760"/>
                </p14:xfrm>
              </p:contentPart>
            </mc:Choice>
            <mc:Fallback xmlns="">
              <p:pic>
                <p:nvPicPr>
                  <p:cNvPr id="3900" name="Ink 3899">
                    <a:extLst>
                      <a:ext uri="{FF2B5EF4-FFF2-40B4-BE49-F238E27FC236}">
                        <a16:creationId xmlns:a16="http://schemas.microsoft.com/office/drawing/2014/main" id="{75F17432-5564-DBEB-1997-F4B1CA1871EE}"/>
                      </a:ext>
                    </a:extLst>
                  </p:cNvPr>
                  <p:cNvPicPr/>
                  <p:nvPr/>
                </p:nvPicPr>
                <p:blipFill>
                  <a:blip r:embed="rId1046"/>
                  <a:stretch>
                    <a:fillRect/>
                  </a:stretch>
                </p:blipFill>
                <p:spPr>
                  <a:xfrm>
                    <a:off x="6361884" y="4609914"/>
                    <a:ext cx="271722" cy="504424"/>
                  </a:xfrm>
                  <a:prstGeom prst="rect">
                    <a:avLst/>
                  </a:prstGeom>
                </p:spPr>
              </p:pic>
            </mc:Fallback>
          </mc:AlternateContent>
        </p:grpSp>
        <p:grpSp>
          <p:nvGrpSpPr>
            <p:cNvPr id="3881" name="Group 3880">
              <a:extLst>
                <a:ext uri="{FF2B5EF4-FFF2-40B4-BE49-F238E27FC236}">
                  <a16:creationId xmlns:a16="http://schemas.microsoft.com/office/drawing/2014/main" id="{9ACB6F93-E1F7-9DE5-9E19-ADECEC94461F}"/>
                </a:ext>
              </a:extLst>
            </p:cNvPr>
            <p:cNvGrpSpPr/>
            <p:nvPr/>
          </p:nvGrpSpPr>
          <p:grpSpPr>
            <a:xfrm>
              <a:off x="8581348" y="3811561"/>
              <a:ext cx="1094760" cy="452160"/>
              <a:chOff x="5303625" y="4091546"/>
              <a:chExt cx="1094760" cy="4521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047">
                <p14:nvContentPartPr>
                  <p14:cNvPr id="3882" name="Ink 3881">
                    <a:extLst>
                      <a:ext uri="{FF2B5EF4-FFF2-40B4-BE49-F238E27FC236}">
                        <a16:creationId xmlns:a16="http://schemas.microsoft.com/office/drawing/2014/main" id="{BBDE390A-601B-FC4E-0602-41BC406E8768}"/>
                      </a:ext>
                    </a:extLst>
                  </p14:cNvPr>
                  <p14:cNvContentPartPr/>
                  <p14:nvPr/>
                </p14:nvContentPartPr>
                <p14:xfrm>
                  <a:off x="5303625" y="4091546"/>
                  <a:ext cx="190440" cy="145800"/>
                </p14:xfrm>
              </p:contentPart>
            </mc:Choice>
            <mc:Fallback xmlns="">
              <p:pic>
                <p:nvPicPr>
                  <p:cNvPr id="3882" name="Ink 3881">
                    <a:extLst>
                      <a:ext uri="{FF2B5EF4-FFF2-40B4-BE49-F238E27FC236}">
                        <a16:creationId xmlns:a16="http://schemas.microsoft.com/office/drawing/2014/main" id="{BBDE390A-601B-FC4E-0602-41BC406E8768}"/>
                      </a:ext>
                    </a:extLst>
                  </p:cNvPr>
                  <p:cNvPicPr/>
                  <p:nvPr/>
                </p:nvPicPr>
                <p:blipFill>
                  <a:blip r:embed="rId1048"/>
                  <a:stretch>
                    <a:fillRect/>
                  </a:stretch>
                </p:blipFill>
                <p:spPr>
                  <a:xfrm>
                    <a:off x="5269000" y="4054320"/>
                    <a:ext cx="259691" cy="22025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49">
                <p14:nvContentPartPr>
                  <p14:cNvPr id="3883" name="Ink 3882">
                    <a:extLst>
                      <a:ext uri="{FF2B5EF4-FFF2-40B4-BE49-F238E27FC236}">
                        <a16:creationId xmlns:a16="http://schemas.microsoft.com/office/drawing/2014/main" id="{783CE9F0-73C1-623D-71D8-73009B1A90D2}"/>
                      </a:ext>
                    </a:extLst>
                  </p14:cNvPr>
                  <p14:cNvContentPartPr/>
                  <p14:nvPr/>
                </p14:nvContentPartPr>
                <p14:xfrm>
                  <a:off x="5431425" y="4140506"/>
                  <a:ext cx="155160" cy="177120"/>
                </p14:xfrm>
              </p:contentPart>
            </mc:Choice>
            <mc:Fallback xmlns="">
              <p:pic>
                <p:nvPicPr>
                  <p:cNvPr id="3883" name="Ink 3882">
                    <a:extLst>
                      <a:ext uri="{FF2B5EF4-FFF2-40B4-BE49-F238E27FC236}">
                        <a16:creationId xmlns:a16="http://schemas.microsoft.com/office/drawing/2014/main" id="{783CE9F0-73C1-623D-71D8-73009B1A90D2}"/>
                      </a:ext>
                    </a:extLst>
                  </p:cNvPr>
                  <p:cNvPicPr/>
                  <p:nvPr/>
                </p:nvPicPr>
                <p:blipFill>
                  <a:blip r:embed="rId1050"/>
                  <a:stretch>
                    <a:fillRect/>
                  </a:stretch>
                </p:blipFill>
                <p:spPr>
                  <a:xfrm>
                    <a:off x="5396945" y="4103218"/>
                    <a:ext cx="224120" cy="251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1">
                <p14:nvContentPartPr>
                  <p14:cNvPr id="3884" name="Ink 3883">
                    <a:extLst>
                      <a:ext uri="{FF2B5EF4-FFF2-40B4-BE49-F238E27FC236}">
                        <a16:creationId xmlns:a16="http://schemas.microsoft.com/office/drawing/2014/main" id="{B0C90038-94BC-FFED-E380-AA68139A7502}"/>
                      </a:ext>
                    </a:extLst>
                  </p14:cNvPr>
                  <p14:cNvContentPartPr/>
                  <p14:nvPr/>
                </p14:nvContentPartPr>
                <p14:xfrm>
                  <a:off x="5606025" y="4181906"/>
                  <a:ext cx="146160" cy="170280"/>
                </p14:xfrm>
              </p:contentPart>
            </mc:Choice>
            <mc:Fallback xmlns="">
              <p:pic>
                <p:nvPicPr>
                  <p:cNvPr id="3884" name="Ink 3883">
                    <a:extLst>
                      <a:ext uri="{FF2B5EF4-FFF2-40B4-BE49-F238E27FC236}">
                        <a16:creationId xmlns:a16="http://schemas.microsoft.com/office/drawing/2014/main" id="{B0C90038-94BC-FFED-E380-AA68139A7502}"/>
                      </a:ext>
                    </a:extLst>
                  </p:cNvPr>
                  <p:cNvPicPr/>
                  <p:nvPr/>
                </p:nvPicPr>
                <p:blipFill>
                  <a:blip r:embed="rId1052"/>
                  <a:stretch>
                    <a:fillRect/>
                  </a:stretch>
                </p:blipFill>
                <p:spPr>
                  <a:xfrm>
                    <a:off x="5571634" y="4144754"/>
                    <a:ext cx="214941" cy="244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3">
                <p14:nvContentPartPr>
                  <p14:cNvPr id="3885" name="Ink 3884">
                    <a:extLst>
                      <a:ext uri="{FF2B5EF4-FFF2-40B4-BE49-F238E27FC236}">
                        <a16:creationId xmlns:a16="http://schemas.microsoft.com/office/drawing/2014/main" id="{C0AFFED2-58D8-629B-8910-816023B7DB4C}"/>
                      </a:ext>
                    </a:extLst>
                  </p14:cNvPr>
                  <p14:cNvContentPartPr/>
                  <p14:nvPr/>
                </p14:nvContentPartPr>
                <p14:xfrm>
                  <a:off x="5762265" y="4209626"/>
                  <a:ext cx="155520" cy="236880"/>
                </p14:xfrm>
              </p:contentPart>
            </mc:Choice>
            <mc:Fallback xmlns="">
              <p:pic>
                <p:nvPicPr>
                  <p:cNvPr id="3885" name="Ink 3884">
                    <a:extLst>
                      <a:ext uri="{FF2B5EF4-FFF2-40B4-BE49-F238E27FC236}">
                        <a16:creationId xmlns:a16="http://schemas.microsoft.com/office/drawing/2014/main" id="{C0AFFED2-58D8-629B-8910-816023B7DB4C}"/>
                      </a:ext>
                    </a:extLst>
                  </p:cNvPr>
                  <p:cNvPicPr/>
                  <p:nvPr/>
                </p:nvPicPr>
                <p:blipFill>
                  <a:blip r:embed="rId1054"/>
                  <a:stretch>
                    <a:fillRect/>
                  </a:stretch>
                </p:blipFill>
                <p:spPr>
                  <a:xfrm>
                    <a:off x="5727705" y="4172224"/>
                    <a:ext cx="224640" cy="3116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5">
                <p14:nvContentPartPr>
                  <p14:cNvPr id="3886" name="Ink 3885">
                    <a:extLst>
                      <a:ext uri="{FF2B5EF4-FFF2-40B4-BE49-F238E27FC236}">
                        <a16:creationId xmlns:a16="http://schemas.microsoft.com/office/drawing/2014/main" id="{1CC68D5E-5197-6511-6AC2-FF4581DC69DC}"/>
                      </a:ext>
                    </a:extLst>
                  </p14:cNvPr>
                  <p14:cNvContentPartPr/>
                  <p14:nvPr/>
                </p14:nvContentPartPr>
                <p14:xfrm>
                  <a:off x="5967825" y="4247786"/>
                  <a:ext cx="133560" cy="233280"/>
                </p14:xfrm>
              </p:contentPart>
            </mc:Choice>
            <mc:Fallback xmlns="">
              <p:pic>
                <p:nvPicPr>
                  <p:cNvPr id="3886" name="Ink 3885">
                    <a:extLst>
                      <a:ext uri="{FF2B5EF4-FFF2-40B4-BE49-F238E27FC236}">
                        <a16:creationId xmlns:a16="http://schemas.microsoft.com/office/drawing/2014/main" id="{1CC68D5E-5197-6511-6AC2-FF4581DC69DC}"/>
                      </a:ext>
                    </a:extLst>
                  </p:cNvPr>
                  <p:cNvPicPr/>
                  <p:nvPr/>
                </p:nvPicPr>
                <p:blipFill>
                  <a:blip r:embed="rId1056"/>
                  <a:stretch>
                    <a:fillRect/>
                  </a:stretch>
                </p:blipFill>
                <p:spPr>
                  <a:xfrm>
                    <a:off x="5932983" y="4209957"/>
                    <a:ext cx="203243" cy="30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7">
                <p14:nvContentPartPr>
                  <p14:cNvPr id="3887" name="Ink 3886">
                    <a:extLst>
                      <a:ext uri="{FF2B5EF4-FFF2-40B4-BE49-F238E27FC236}">
                        <a16:creationId xmlns:a16="http://schemas.microsoft.com/office/drawing/2014/main" id="{CABD1537-3830-C8A9-58FC-ADFE178CC067}"/>
                      </a:ext>
                    </a:extLst>
                  </p14:cNvPr>
                  <p14:cNvContentPartPr/>
                  <p14:nvPr/>
                </p14:nvContentPartPr>
                <p14:xfrm>
                  <a:off x="6131975" y="4262200"/>
                  <a:ext cx="132117" cy="222483"/>
                </p14:xfrm>
              </p:contentPart>
            </mc:Choice>
            <mc:Fallback xmlns="">
              <p:pic>
                <p:nvPicPr>
                  <p:cNvPr id="3887" name="Ink 3886">
                    <a:extLst>
                      <a:ext uri="{FF2B5EF4-FFF2-40B4-BE49-F238E27FC236}">
                        <a16:creationId xmlns:a16="http://schemas.microsoft.com/office/drawing/2014/main" id="{CABD1537-3830-C8A9-58FC-ADFE178CC067}"/>
                      </a:ext>
                    </a:extLst>
                  </p:cNvPr>
                  <p:cNvPicPr/>
                  <p:nvPr/>
                </p:nvPicPr>
                <p:blipFill>
                  <a:blip r:embed="rId1058"/>
                  <a:stretch>
                    <a:fillRect/>
                  </a:stretch>
                </p:blipFill>
                <p:spPr>
                  <a:xfrm>
                    <a:off x="6097510" y="4224597"/>
                    <a:ext cx="201048" cy="2976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59">
                <p14:nvContentPartPr>
                  <p14:cNvPr id="3888" name="Ink 3887">
                    <a:extLst>
                      <a:ext uri="{FF2B5EF4-FFF2-40B4-BE49-F238E27FC236}">
                        <a16:creationId xmlns:a16="http://schemas.microsoft.com/office/drawing/2014/main" id="{FF7FC9FD-CCAE-5118-3A43-66475C6FBA45}"/>
                      </a:ext>
                    </a:extLst>
                  </p14:cNvPr>
                  <p14:cNvContentPartPr/>
                  <p14:nvPr/>
                </p14:nvContentPartPr>
                <p14:xfrm>
                  <a:off x="6359145" y="4255346"/>
                  <a:ext cx="39240" cy="288360"/>
                </p14:xfrm>
              </p:contentPart>
            </mc:Choice>
            <mc:Fallback xmlns="">
              <p:pic>
                <p:nvPicPr>
                  <p:cNvPr id="3888" name="Ink 3887">
                    <a:extLst>
                      <a:ext uri="{FF2B5EF4-FFF2-40B4-BE49-F238E27FC236}">
                        <a16:creationId xmlns:a16="http://schemas.microsoft.com/office/drawing/2014/main" id="{FF7FC9FD-CCAE-5118-3A43-66475C6FBA45}"/>
                      </a:ext>
                    </a:extLst>
                  </p:cNvPr>
                  <p:cNvPicPr/>
                  <p:nvPr/>
                </p:nvPicPr>
                <p:blipFill>
                  <a:blip r:embed="rId1060"/>
                  <a:stretch>
                    <a:fillRect/>
                  </a:stretch>
                </p:blipFill>
                <p:spPr>
                  <a:xfrm>
                    <a:off x="6325511" y="4217734"/>
                    <a:ext cx="106509" cy="36358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4181" name="Group 4180">
            <a:extLst>
              <a:ext uri="{FF2B5EF4-FFF2-40B4-BE49-F238E27FC236}">
                <a16:creationId xmlns:a16="http://schemas.microsoft.com/office/drawing/2014/main" id="{C65D1EC1-3BEE-D396-D418-E7E52941070F}"/>
              </a:ext>
            </a:extLst>
          </p:cNvPr>
          <p:cNvGrpSpPr/>
          <p:nvPr/>
        </p:nvGrpSpPr>
        <p:grpSpPr>
          <a:xfrm>
            <a:off x="477977" y="3437579"/>
            <a:ext cx="274469" cy="223128"/>
            <a:chOff x="8947164" y="3879853"/>
            <a:chExt cx="1465470" cy="1465470"/>
          </a:xfrm>
        </p:grpSpPr>
        <p:pic>
          <p:nvPicPr>
            <p:cNvPr id="4182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349FE1B8-EC73-6C4C-8649-8868E89531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64" y="3879853"/>
              <a:ext cx="1465470" cy="1465470"/>
            </a:xfrm>
            <a:prstGeom prst="rect">
              <a:avLst/>
            </a:prstGeom>
            <a:noFill/>
            <a:ln w="3175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83" name="Freeform 4182">
              <a:extLst>
                <a:ext uri="{FF2B5EF4-FFF2-40B4-BE49-F238E27FC236}">
                  <a16:creationId xmlns:a16="http://schemas.microsoft.com/office/drawing/2014/main" id="{BEC63356-56C8-B7FD-2D88-085CFDE9EFA0}"/>
                </a:ext>
              </a:extLst>
            </p:cNvPr>
            <p:cNvSpPr/>
            <p:nvPr/>
          </p:nvSpPr>
          <p:spPr>
            <a:xfrm>
              <a:off x="9263146" y="4243598"/>
              <a:ext cx="844550" cy="755650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solidFill>
              <a:srgbClr val="885A88">
                <a:alpha val="78424"/>
              </a:srgbClr>
            </a:solidFill>
            <a:ln w="3175">
              <a:solidFill>
                <a:srgbClr val="885A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184" name="Straight Connector 4183">
              <a:extLst>
                <a:ext uri="{FF2B5EF4-FFF2-40B4-BE49-F238E27FC236}">
                  <a16:creationId xmlns:a16="http://schemas.microsoft.com/office/drawing/2014/main" id="{57F7FACE-049C-8762-437D-73C87A9EE963}"/>
                </a:ext>
              </a:extLst>
            </p:cNvPr>
            <p:cNvCxnSpPr/>
            <p:nvPr/>
          </p:nvCxnSpPr>
          <p:spPr>
            <a:xfrm flipH="1">
              <a:off x="9872746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5" name="Straight Connector 4184">
              <a:extLst>
                <a:ext uri="{FF2B5EF4-FFF2-40B4-BE49-F238E27FC236}">
                  <a16:creationId xmlns:a16="http://schemas.microsoft.com/office/drawing/2014/main" id="{9DAACEEE-5C9E-BFF3-B50F-57A141191306}"/>
                </a:ext>
              </a:extLst>
            </p:cNvPr>
            <p:cNvCxnSpPr/>
            <p:nvPr/>
          </p:nvCxnSpPr>
          <p:spPr>
            <a:xfrm flipH="1">
              <a:off x="9844240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6" name="Straight Connector 4185">
              <a:extLst>
                <a:ext uri="{FF2B5EF4-FFF2-40B4-BE49-F238E27FC236}">
                  <a16:creationId xmlns:a16="http://schemas.microsoft.com/office/drawing/2014/main" id="{31150D1A-7DF3-EE11-466F-178DC05332D0}"/>
                </a:ext>
              </a:extLst>
            </p:cNvPr>
            <p:cNvCxnSpPr>
              <a:cxnSpLocks/>
              <a:stCxn id="4182" idx="0"/>
            </p:cNvCxnSpPr>
            <p:nvPr/>
          </p:nvCxnSpPr>
          <p:spPr>
            <a:xfrm>
              <a:off x="9679899" y="3879853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7" name="Straight Connector 4186">
              <a:extLst>
                <a:ext uri="{FF2B5EF4-FFF2-40B4-BE49-F238E27FC236}">
                  <a16:creationId xmlns:a16="http://schemas.microsoft.com/office/drawing/2014/main" id="{947576F3-95F4-F00C-6490-C848F8A1E669}"/>
                </a:ext>
              </a:extLst>
            </p:cNvPr>
            <p:cNvCxnSpPr>
              <a:cxnSpLocks/>
            </p:cNvCxnSpPr>
            <p:nvPr/>
          </p:nvCxnSpPr>
          <p:spPr>
            <a:xfrm>
              <a:off x="9730596" y="3960230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8" name="Straight Connector 4187">
              <a:extLst>
                <a:ext uri="{FF2B5EF4-FFF2-40B4-BE49-F238E27FC236}">
                  <a16:creationId xmlns:a16="http://schemas.microsoft.com/office/drawing/2014/main" id="{A307C40C-D51D-42B2-41A3-F340BC19D618}"/>
                </a:ext>
              </a:extLst>
            </p:cNvPr>
            <p:cNvCxnSpPr>
              <a:cxnSpLocks/>
            </p:cNvCxnSpPr>
            <p:nvPr/>
          </p:nvCxnSpPr>
          <p:spPr>
            <a:xfrm>
              <a:off x="9679899" y="40287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9" name="Straight Connector 4188">
              <a:extLst>
                <a:ext uri="{FF2B5EF4-FFF2-40B4-BE49-F238E27FC236}">
                  <a16:creationId xmlns:a16="http://schemas.microsoft.com/office/drawing/2014/main" id="{41B652AC-1019-7131-9E5A-C25FD183B75C}"/>
                </a:ext>
              </a:extLst>
            </p:cNvPr>
            <p:cNvCxnSpPr>
              <a:cxnSpLocks/>
            </p:cNvCxnSpPr>
            <p:nvPr/>
          </p:nvCxnSpPr>
          <p:spPr>
            <a:xfrm>
              <a:off x="9640971" y="40160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0" name="Straight Connector 4189">
              <a:extLst>
                <a:ext uri="{FF2B5EF4-FFF2-40B4-BE49-F238E27FC236}">
                  <a16:creationId xmlns:a16="http://schemas.microsoft.com/office/drawing/2014/main" id="{9C0FF919-3E17-BE55-F84F-D558340E98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52259" y="416386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1" name="Straight Connector 4190">
              <a:extLst>
                <a:ext uri="{FF2B5EF4-FFF2-40B4-BE49-F238E27FC236}">
                  <a16:creationId xmlns:a16="http://schemas.microsoft.com/office/drawing/2014/main" id="{5ED5C867-3784-C780-4086-94B77D12E9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9864" y="417613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2" name="Straight Connector 4191">
              <a:extLst>
                <a:ext uri="{FF2B5EF4-FFF2-40B4-BE49-F238E27FC236}">
                  <a16:creationId xmlns:a16="http://schemas.microsoft.com/office/drawing/2014/main" id="{7DB57E56-733D-2F14-E0B3-E9FCF94068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633" y="434188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3" name="Straight Connector 4192">
              <a:extLst>
                <a:ext uri="{FF2B5EF4-FFF2-40B4-BE49-F238E27FC236}">
                  <a16:creationId xmlns:a16="http://schemas.microsoft.com/office/drawing/2014/main" id="{2D3033DF-F29E-3E70-3017-B0762495C4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4238" y="435415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4" name="Straight Connector 4193">
              <a:extLst>
                <a:ext uri="{FF2B5EF4-FFF2-40B4-BE49-F238E27FC236}">
                  <a16:creationId xmlns:a16="http://schemas.microsoft.com/office/drawing/2014/main" id="{70FFBB19-1429-12A9-1483-21F2A49AE0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86921" y="46738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5" name="Straight Connector 4194">
              <a:extLst>
                <a:ext uri="{FF2B5EF4-FFF2-40B4-BE49-F238E27FC236}">
                  <a16:creationId xmlns:a16="http://schemas.microsoft.com/office/drawing/2014/main" id="{A857EDF0-D05F-C317-F0B2-E453A00773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37721" y="46861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6" name="Straight Connector 4195">
              <a:extLst>
                <a:ext uri="{FF2B5EF4-FFF2-40B4-BE49-F238E27FC236}">
                  <a16:creationId xmlns:a16="http://schemas.microsoft.com/office/drawing/2014/main" id="{680E619D-6B81-BD23-1375-7428068EB1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39321" y="48262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7" name="Straight Connector 4196">
              <a:extLst>
                <a:ext uri="{FF2B5EF4-FFF2-40B4-BE49-F238E27FC236}">
                  <a16:creationId xmlns:a16="http://schemas.microsoft.com/office/drawing/2014/main" id="{DB372FC6-6B95-C5D6-B2B3-C7B360886B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90121" y="48385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8" name="Straight Connector 4197">
              <a:extLst>
                <a:ext uri="{FF2B5EF4-FFF2-40B4-BE49-F238E27FC236}">
                  <a16:creationId xmlns:a16="http://schemas.microsoft.com/office/drawing/2014/main" id="{6055CFE0-2A63-51B1-4911-66E5FDA243B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3040" y="4717592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9" name="Straight Connector 4198">
              <a:extLst>
                <a:ext uri="{FF2B5EF4-FFF2-40B4-BE49-F238E27FC236}">
                  <a16:creationId xmlns:a16="http://schemas.microsoft.com/office/drawing/2014/main" id="{B14ED0F6-7543-2278-33DF-0DBDBBF24A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3840" y="4729853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0" name="Straight Connector 4199">
              <a:extLst>
                <a:ext uri="{FF2B5EF4-FFF2-40B4-BE49-F238E27FC236}">
                  <a16:creationId xmlns:a16="http://schemas.microsoft.com/office/drawing/2014/main" id="{23BD2359-2AD2-F3FE-2F37-703F0F470C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893" y="4508878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1" name="Straight Connector 4200">
              <a:extLst>
                <a:ext uri="{FF2B5EF4-FFF2-40B4-BE49-F238E27FC236}">
                  <a16:creationId xmlns:a16="http://schemas.microsoft.com/office/drawing/2014/main" id="{3A66F81E-ABCB-69A0-03CB-0A6E583C0D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693" y="4521139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2" name="Straight Connector 4201">
              <a:extLst>
                <a:ext uri="{FF2B5EF4-FFF2-40B4-BE49-F238E27FC236}">
                  <a16:creationId xmlns:a16="http://schemas.microsoft.com/office/drawing/2014/main" id="{C282B6B1-0C68-4600-71AD-CD372B2C35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87987" y="41146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3" name="Straight Connector 4202">
              <a:extLst>
                <a:ext uri="{FF2B5EF4-FFF2-40B4-BE49-F238E27FC236}">
                  <a16:creationId xmlns:a16="http://schemas.microsoft.com/office/drawing/2014/main" id="{1B378117-03DC-DA75-29D7-CCDB0AECF2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38787" y="41269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4" name="Straight Connector 4203">
              <a:extLst>
                <a:ext uri="{FF2B5EF4-FFF2-40B4-BE49-F238E27FC236}">
                  <a16:creationId xmlns:a16="http://schemas.microsoft.com/office/drawing/2014/main" id="{F6100E3C-2D84-C5B2-4830-77FAF1B139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0387" y="42670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5" name="Straight Connector 4204">
              <a:extLst>
                <a:ext uri="{FF2B5EF4-FFF2-40B4-BE49-F238E27FC236}">
                  <a16:creationId xmlns:a16="http://schemas.microsoft.com/office/drawing/2014/main" id="{B9747B58-796D-E47F-FF04-B03B7C31696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1187" y="42793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6" name="Straight Connector 4205">
              <a:extLst>
                <a:ext uri="{FF2B5EF4-FFF2-40B4-BE49-F238E27FC236}">
                  <a16:creationId xmlns:a16="http://schemas.microsoft.com/office/drawing/2014/main" id="{0B7FA1D6-6238-4653-A2C0-DEDDF754DE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4774" y="4352331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7" name="Straight Connector 4206">
              <a:extLst>
                <a:ext uri="{FF2B5EF4-FFF2-40B4-BE49-F238E27FC236}">
                  <a16:creationId xmlns:a16="http://schemas.microsoft.com/office/drawing/2014/main" id="{F443F161-E8FB-1368-E314-E54F20FAB8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5574" y="4364592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8" name="Straight Connector 4207">
              <a:extLst>
                <a:ext uri="{FF2B5EF4-FFF2-40B4-BE49-F238E27FC236}">
                  <a16:creationId xmlns:a16="http://schemas.microsoft.com/office/drawing/2014/main" id="{61CA9290-C1A5-6BFA-19CD-384C6753956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40387" y="473285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9" name="Straight Connector 4208">
              <a:extLst>
                <a:ext uri="{FF2B5EF4-FFF2-40B4-BE49-F238E27FC236}">
                  <a16:creationId xmlns:a16="http://schemas.microsoft.com/office/drawing/2014/main" id="{ECAC7F34-9219-8557-AA20-41F7FC0892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1187" y="481857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0" name="Straight Connector 4209">
              <a:extLst>
                <a:ext uri="{FF2B5EF4-FFF2-40B4-BE49-F238E27FC236}">
                  <a16:creationId xmlns:a16="http://schemas.microsoft.com/office/drawing/2014/main" id="{07A205B0-B0DD-BE0D-47C7-E70C012BF2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44240" y="480238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1" name="Straight Connector 4210">
              <a:extLst>
                <a:ext uri="{FF2B5EF4-FFF2-40B4-BE49-F238E27FC236}">
                  <a16:creationId xmlns:a16="http://schemas.microsoft.com/office/drawing/2014/main" id="{A1541E33-6F32-AF57-F84A-0EDB9B037D7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95040" y="488810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2" name="Straight Connector 4211">
              <a:extLst>
                <a:ext uri="{FF2B5EF4-FFF2-40B4-BE49-F238E27FC236}">
                  <a16:creationId xmlns:a16="http://schemas.microsoft.com/office/drawing/2014/main" id="{91EE176D-8FDD-4607-7716-876B0CA42F9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9345" y="480539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3" name="Straight Connector 4212">
              <a:extLst>
                <a:ext uri="{FF2B5EF4-FFF2-40B4-BE49-F238E27FC236}">
                  <a16:creationId xmlns:a16="http://schemas.microsoft.com/office/drawing/2014/main" id="{5422D2FE-26EE-563C-5515-DF06B486189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0145" y="489112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4" name="Straight Connector 4213">
              <a:extLst>
                <a:ext uri="{FF2B5EF4-FFF2-40B4-BE49-F238E27FC236}">
                  <a16:creationId xmlns:a16="http://schemas.microsoft.com/office/drawing/2014/main" id="{49B1CB26-7559-B88A-FE23-AE819438278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67985" y="4877556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5" name="Straight Connector 4214">
              <a:extLst>
                <a:ext uri="{FF2B5EF4-FFF2-40B4-BE49-F238E27FC236}">
                  <a16:creationId xmlns:a16="http://schemas.microsoft.com/office/drawing/2014/main" id="{476DFDF8-0BEE-F8BC-06FD-7BFC3BC0092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18785" y="4963281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6" name="Straight Connector 4215">
              <a:extLst>
                <a:ext uri="{FF2B5EF4-FFF2-40B4-BE49-F238E27FC236}">
                  <a16:creationId xmlns:a16="http://schemas.microsoft.com/office/drawing/2014/main" id="{A2FB21D6-18AF-7FE6-BC4F-D8CD5B3012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49052" y="4848739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7" name="Straight Connector 4216">
              <a:extLst>
                <a:ext uri="{FF2B5EF4-FFF2-40B4-BE49-F238E27FC236}">
                  <a16:creationId xmlns:a16="http://schemas.microsoft.com/office/drawing/2014/main" id="{C98E8F64-70C6-9DD1-99F1-6F717EDB15E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99852" y="4934464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8" name="Straight Connector 4217">
              <a:extLst>
                <a:ext uri="{FF2B5EF4-FFF2-40B4-BE49-F238E27FC236}">
                  <a16:creationId xmlns:a16="http://schemas.microsoft.com/office/drawing/2014/main" id="{820F210C-088C-171D-45F9-10C8509366E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3808" y="466682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9" name="Straight Connector 4218">
              <a:extLst>
                <a:ext uri="{FF2B5EF4-FFF2-40B4-BE49-F238E27FC236}">
                  <a16:creationId xmlns:a16="http://schemas.microsoft.com/office/drawing/2014/main" id="{E4D32D96-9A78-5687-69AF-6C96AABD4E5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44608" y="475255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0" name="Straight Connector 4219">
              <a:extLst>
                <a:ext uri="{FF2B5EF4-FFF2-40B4-BE49-F238E27FC236}">
                  <a16:creationId xmlns:a16="http://schemas.microsoft.com/office/drawing/2014/main" id="{5DBA48CE-2399-F26C-9138-EF0A8427B1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67513" y="484436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1" name="Straight Connector 4220">
              <a:extLst>
                <a:ext uri="{FF2B5EF4-FFF2-40B4-BE49-F238E27FC236}">
                  <a16:creationId xmlns:a16="http://schemas.microsoft.com/office/drawing/2014/main" id="{A6C5FE08-CD1C-0D02-CC14-4FC6EC11DE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18313" y="490773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2" name="Straight Connector 4221">
              <a:extLst>
                <a:ext uri="{FF2B5EF4-FFF2-40B4-BE49-F238E27FC236}">
                  <a16:creationId xmlns:a16="http://schemas.microsoft.com/office/drawing/2014/main" id="{09CF1822-44A1-F275-8A91-FA71EED36FE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07055" y="4723211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3" name="Straight Connector 4222">
              <a:extLst>
                <a:ext uri="{FF2B5EF4-FFF2-40B4-BE49-F238E27FC236}">
                  <a16:creationId xmlns:a16="http://schemas.microsoft.com/office/drawing/2014/main" id="{E7C3803A-6E28-7D8C-0604-9F0FCF0437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57855" y="4786576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4" name="Straight Connector 4223">
              <a:extLst>
                <a:ext uri="{FF2B5EF4-FFF2-40B4-BE49-F238E27FC236}">
                  <a16:creationId xmlns:a16="http://schemas.microsoft.com/office/drawing/2014/main" id="{AB6E8CC0-20D4-0C5F-AA2C-F9466720ADA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3760" y="463106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5" name="Straight Connector 4224">
              <a:extLst>
                <a:ext uri="{FF2B5EF4-FFF2-40B4-BE49-F238E27FC236}">
                  <a16:creationId xmlns:a16="http://schemas.microsoft.com/office/drawing/2014/main" id="{4347D682-EE87-F785-B6B0-41FA7B1A4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4560" y="469443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6" name="Straight Connector 4225">
              <a:extLst>
                <a:ext uri="{FF2B5EF4-FFF2-40B4-BE49-F238E27FC236}">
                  <a16:creationId xmlns:a16="http://schemas.microsoft.com/office/drawing/2014/main" id="{32D13C6F-FCA4-E7CB-8A7C-F692D1C78A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6995" y="453949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7" name="Straight Connector 4226">
              <a:extLst>
                <a:ext uri="{FF2B5EF4-FFF2-40B4-BE49-F238E27FC236}">
                  <a16:creationId xmlns:a16="http://schemas.microsoft.com/office/drawing/2014/main" id="{C9E5CCA7-1F42-629B-2081-F30D6B68D6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7795" y="460286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8" name="Straight Connector 4227">
              <a:extLst>
                <a:ext uri="{FF2B5EF4-FFF2-40B4-BE49-F238E27FC236}">
                  <a16:creationId xmlns:a16="http://schemas.microsoft.com/office/drawing/2014/main" id="{DD1AF44B-8E5A-6B8E-5401-02C087D29F8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5491" y="446116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9" name="Straight Connector 4228">
              <a:extLst>
                <a:ext uri="{FF2B5EF4-FFF2-40B4-BE49-F238E27FC236}">
                  <a16:creationId xmlns:a16="http://schemas.microsoft.com/office/drawing/2014/main" id="{F8A9C867-5183-9564-18C3-1731B1F4CC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6291" y="452453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0" name="Straight Connector 4229">
              <a:extLst>
                <a:ext uri="{FF2B5EF4-FFF2-40B4-BE49-F238E27FC236}">
                  <a16:creationId xmlns:a16="http://schemas.microsoft.com/office/drawing/2014/main" id="{BD9F4CD1-8E98-D0AE-7B9E-5A92C223781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4580" y="436125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1" name="Straight Connector 4230">
              <a:extLst>
                <a:ext uri="{FF2B5EF4-FFF2-40B4-BE49-F238E27FC236}">
                  <a16:creationId xmlns:a16="http://schemas.microsoft.com/office/drawing/2014/main" id="{EB175E9D-1AE2-FC53-1747-FA21AF3B63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5380" y="442462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2" name="Straight Connector 4231">
              <a:extLst>
                <a:ext uri="{FF2B5EF4-FFF2-40B4-BE49-F238E27FC236}">
                  <a16:creationId xmlns:a16="http://schemas.microsoft.com/office/drawing/2014/main" id="{5976EDA2-9FF5-34B4-5AC8-E8CB8721B32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0295" y="424118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3" name="Straight Connector 4232">
              <a:extLst>
                <a:ext uri="{FF2B5EF4-FFF2-40B4-BE49-F238E27FC236}">
                  <a16:creationId xmlns:a16="http://schemas.microsoft.com/office/drawing/2014/main" id="{7EB00B1C-DE67-4C65-4344-E49CA6F6091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61095" y="430455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4" name="Straight Connector 4233">
              <a:extLst>
                <a:ext uri="{FF2B5EF4-FFF2-40B4-BE49-F238E27FC236}">
                  <a16:creationId xmlns:a16="http://schemas.microsoft.com/office/drawing/2014/main" id="{A4E0DF9B-6DC7-47B7-8FA1-7763B39241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60219" y="455375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5" name="Straight Connector 4234">
              <a:extLst>
                <a:ext uri="{FF2B5EF4-FFF2-40B4-BE49-F238E27FC236}">
                  <a16:creationId xmlns:a16="http://schemas.microsoft.com/office/drawing/2014/main" id="{90A3FD02-5322-965E-1025-C953857467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11019" y="461712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6" name="Straight Connector 4235">
              <a:extLst>
                <a:ext uri="{FF2B5EF4-FFF2-40B4-BE49-F238E27FC236}">
                  <a16:creationId xmlns:a16="http://schemas.microsoft.com/office/drawing/2014/main" id="{24EDEDD2-57AB-6DB0-3BF0-EAC8468541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72873" y="40458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7" name="Straight Connector 4236">
              <a:extLst>
                <a:ext uri="{FF2B5EF4-FFF2-40B4-BE49-F238E27FC236}">
                  <a16:creationId xmlns:a16="http://schemas.microsoft.com/office/drawing/2014/main" id="{6FBF7D55-E033-E409-328D-CADF107EFE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22073" y="40712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8" name="Straight Connector 4237">
              <a:extLst>
                <a:ext uri="{FF2B5EF4-FFF2-40B4-BE49-F238E27FC236}">
                  <a16:creationId xmlns:a16="http://schemas.microsoft.com/office/drawing/2014/main" id="{E6DC8C90-6945-E87E-98D9-E4D94C800A6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61954" y="4064987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9" name="Straight Connector 4238">
              <a:extLst>
                <a:ext uri="{FF2B5EF4-FFF2-40B4-BE49-F238E27FC236}">
                  <a16:creationId xmlns:a16="http://schemas.microsoft.com/office/drawing/2014/main" id="{AA04384B-A92D-DAB0-F16A-8006FB3F2D5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11154" y="4090413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0" name="Straight Connector 4239">
              <a:extLst>
                <a:ext uri="{FF2B5EF4-FFF2-40B4-BE49-F238E27FC236}">
                  <a16:creationId xmlns:a16="http://schemas.microsoft.com/office/drawing/2014/main" id="{D177CFB6-73E5-BDE6-D703-3A6F3F5C12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69691" y="414980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1" name="Straight Connector 4240">
              <a:extLst>
                <a:ext uri="{FF2B5EF4-FFF2-40B4-BE49-F238E27FC236}">
                  <a16:creationId xmlns:a16="http://schemas.microsoft.com/office/drawing/2014/main" id="{7D6C5C8D-3155-C83D-5BA7-F4FF5D92F42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8891" y="417523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2" name="Straight Connector 4241">
              <a:extLst>
                <a:ext uri="{FF2B5EF4-FFF2-40B4-BE49-F238E27FC236}">
                  <a16:creationId xmlns:a16="http://schemas.microsoft.com/office/drawing/2014/main" id="{63B6CDB4-F45C-44EC-CB64-32F313124BD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4038" y="417896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3" name="Straight Connector 4242">
              <a:extLst>
                <a:ext uri="{FF2B5EF4-FFF2-40B4-BE49-F238E27FC236}">
                  <a16:creationId xmlns:a16="http://schemas.microsoft.com/office/drawing/2014/main" id="{748194D7-CA05-CD32-753C-595821004AB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93238" y="420439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4" name="Straight Connector 4243">
              <a:extLst>
                <a:ext uri="{FF2B5EF4-FFF2-40B4-BE49-F238E27FC236}">
                  <a16:creationId xmlns:a16="http://schemas.microsoft.com/office/drawing/2014/main" id="{A5A89BA7-39BA-1699-65D0-98AF5FB97A3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98118" y="4902951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5" name="Straight Connector 4244">
              <a:extLst>
                <a:ext uri="{FF2B5EF4-FFF2-40B4-BE49-F238E27FC236}">
                  <a16:creationId xmlns:a16="http://schemas.microsoft.com/office/drawing/2014/main" id="{F06875A9-7B0B-48F1-D91F-FA26234F651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7318" y="4928377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6" name="Straight Connector 4245">
              <a:extLst>
                <a:ext uri="{FF2B5EF4-FFF2-40B4-BE49-F238E27FC236}">
                  <a16:creationId xmlns:a16="http://schemas.microsoft.com/office/drawing/2014/main" id="{B770B1C6-CF44-B9C7-CD27-006D969DE7A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86456" y="489997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7" name="Straight Connector 4246">
              <a:extLst>
                <a:ext uri="{FF2B5EF4-FFF2-40B4-BE49-F238E27FC236}">
                  <a16:creationId xmlns:a16="http://schemas.microsoft.com/office/drawing/2014/main" id="{664B3C57-3994-8829-E7AE-5BA8B219E1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35656" y="492540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8" name="Straight Connector 4247">
              <a:extLst>
                <a:ext uri="{FF2B5EF4-FFF2-40B4-BE49-F238E27FC236}">
                  <a16:creationId xmlns:a16="http://schemas.microsoft.com/office/drawing/2014/main" id="{E3208081-9F0F-85DC-AFC5-3E803884AB6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85315" y="492095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9" name="Straight Connector 4248">
              <a:extLst>
                <a:ext uri="{FF2B5EF4-FFF2-40B4-BE49-F238E27FC236}">
                  <a16:creationId xmlns:a16="http://schemas.microsoft.com/office/drawing/2014/main" id="{2C8E22DE-027E-2918-40B9-1875CC31062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34515" y="494638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0" name="Straight Connector 4249">
              <a:extLst>
                <a:ext uri="{FF2B5EF4-FFF2-40B4-BE49-F238E27FC236}">
                  <a16:creationId xmlns:a16="http://schemas.microsoft.com/office/drawing/2014/main" id="{7C399248-12A8-B78E-D6AF-90C02A484D0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96443" y="4834938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1" name="Straight Connector 4250">
              <a:extLst>
                <a:ext uri="{FF2B5EF4-FFF2-40B4-BE49-F238E27FC236}">
                  <a16:creationId xmlns:a16="http://schemas.microsoft.com/office/drawing/2014/main" id="{573A12D1-9B3C-3E52-D105-FCA54F39366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45643" y="4860364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2" name="Straight Connector 4251">
              <a:extLst>
                <a:ext uri="{FF2B5EF4-FFF2-40B4-BE49-F238E27FC236}">
                  <a16:creationId xmlns:a16="http://schemas.microsoft.com/office/drawing/2014/main" id="{38801299-9CEA-5928-15DD-9275F27B0B3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3000" y="482986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3" name="Straight Connector 4252">
              <a:extLst>
                <a:ext uri="{FF2B5EF4-FFF2-40B4-BE49-F238E27FC236}">
                  <a16:creationId xmlns:a16="http://schemas.microsoft.com/office/drawing/2014/main" id="{D959EA85-A3FD-8F1E-D68E-9B6E924E3F7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32200" y="485529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4" name="Straight Connector 4253">
              <a:extLst>
                <a:ext uri="{FF2B5EF4-FFF2-40B4-BE49-F238E27FC236}">
                  <a16:creationId xmlns:a16="http://schemas.microsoft.com/office/drawing/2014/main" id="{37AE0030-3FE6-3C72-0590-71195BA6B7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5273" y="41982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5" name="Straight Connector 4254">
              <a:extLst>
                <a:ext uri="{FF2B5EF4-FFF2-40B4-BE49-F238E27FC236}">
                  <a16:creationId xmlns:a16="http://schemas.microsoft.com/office/drawing/2014/main" id="{7FDDCE06-F828-47F4-179B-70C0FA32C6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74473" y="42236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6" name="Group 4255">
            <a:extLst>
              <a:ext uri="{FF2B5EF4-FFF2-40B4-BE49-F238E27FC236}">
                <a16:creationId xmlns:a16="http://schemas.microsoft.com/office/drawing/2014/main" id="{AAE34B22-728B-C567-48E1-7E4892DAD7F7}"/>
              </a:ext>
            </a:extLst>
          </p:cNvPr>
          <p:cNvGrpSpPr/>
          <p:nvPr/>
        </p:nvGrpSpPr>
        <p:grpSpPr>
          <a:xfrm>
            <a:off x="668722" y="3521063"/>
            <a:ext cx="274469" cy="223128"/>
            <a:chOff x="8947164" y="3879853"/>
            <a:chExt cx="1465470" cy="1465470"/>
          </a:xfrm>
        </p:grpSpPr>
        <p:pic>
          <p:nvPicPr>
            <p:cNvPr id="4257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546B9D05-7C37-B869-EF94-A76DA41137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64" y="3879853"/>
              <a:ext cx="1465470" cy="1465470"/>
            </a:xfrm>
            <a:prstGeom prst="rect">
              <a:avLst/>
            </a:prstGeom>
            <a:noFill/>
            <a:ln w="3175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258" name="Freeform 4257">
              <a:extLst>
                <a:ext uri="{FF2B5EF4-FFF2-40B4-BE49-F238E27FC236}">
                  <a16:creationId xmlns:a16="http://schemas.microsoft.com/office/drawing/2014/main" id="{5D47303C-0864-72A4-4A3D-B8CCCF430FF7}"/>
                </a:ext>
              </a:extLst>
            </p:cNvPr>
            <p:cNvSpPr/>
            <p:nvPr/>
          </p:nvSpPr>
          <p:spPr>
            <a:xfrm>
              <a:off x="9263146" y="4243598"/>
              <a:ext cx="844550" cy="755650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solidFill>
              <a:srgbClr val="885A88">
                <a:alpha val="78424"/>
              </a:srgbClr>
            </a:solidFill>
            <a:ln w="3175">
              <a:solidFill>
                <a:srgbClr val="885A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259" name="Straight Connector 4258">
              <a:extLst>
                <a:ext uri="{FF2B5EF4-FFF2-40B4-BE49-F238E27FC236}">
                  <a16:creationId xmlns:a16="http://schemas.microsoft.com/office/drawing/2014/main" id="{E3E10226-612A-DE81-3507-9685EDAA3996}"/>
                </a:ext>
              </a:extLst>
            </p:cNvPr>
            <p:cNvCxnSpPr/>
            <p:nvPr/>
          </p:nvCxnSpPr>
          <p:spPr>
            <a:xfrm flipH="1">
              <a:off x="9872746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0" name="Straight Connector 4259">
              <a:extLst>
                <a:ext uri="{FF2B5EF4-FFF2-40B4-BE49-F238E27FC236}">
                  <a16:creationId xmlns:a16="http://schemas.microsoft.com/office/drawing/2014/main" id="{52512DB5-2AD8-8530-BDBE-CF2C02572026}"/>
                </a:ext>
              </a:extLst>
            </p:cNvPr>
            <p:cNvCxnSpPr/>
            <p:nvPr/>
          </p:nvCxnSpPr>
          <p:spPr>
            <a:xfrm flipH="1">
              <a:off x="9844240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1" name="Straight Connector 4260">
              <a:extLst>
                <a:ext uri="{FF2B5EF4-FFF2-40B4-BE49-F238E27FC236}">
                  <a16:creationId xmlns:a16="http://schemas.microsoft.com/office/drawing/2014/main" id="{B06E38AE-E3BB-6A36-5E89-D73D6020D485}"/>
                </a:ext>
              </a:extLst>
            </p:cNvPr>
            <p:cNvCxnSpPr>
              <a:cxnSpLocks/>
              <a:stCxn id="4257" idx="0"/>
            </p:cNvCxnSpPr>
            <p:nvPr/>
          </p:nvCxnSpPr>
          <p:spPr>
            <a:xfrm>
              <a:off x="9679899" y="3879853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2" name="Straight Connector 4261">
              <a:extLst>
                <a:ext uri="{FF2B5EF4-FFF2-40B4-BE49-F238E27FC236}">
                  <a16:creationId xmlns:a16="http://schemas.microsoft.com/office/drawing/2014/main" id="{C02D2B6F-3250-EFAD-957A-44CF1757B059}"/>
                </a:ext>
              </a:extLst>
            </p:cNvPr>
            <p:cNvCxnSpPr>
              <a:cxnSpLocks/>
            </p:cNvCxnSpPr>
            <p:nvPr/>
          </p:nvCxnSpPr>
          <p:spPr>
            <a:xfrm>
              <a:off x="9730596" y="3960230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3" name="Straight Connector 4262">
              <a:extLst>
                <a:ext uri="{FF2B5EF4-FFF2-40B4-BE49-F238E27FC236}">
                  <a16:creationId xmlns:a16="http://schemas.microsoft.com/office/drawing/2014/main" id="{CD249599-6614-ED01-1530-5E119CC5F604}"/>
                </a:ext>
              </a:extLst>
            </p:cNvPr>
            <p:cNvCxnSpPr>
              <a:cxnSpLocks/>
            </p:cNvCxnSpPr>
            <p:nvPr/>
          </p:nvCxnSpPr>
          <p:spPr>
            <a:xfrm>
              <a:off x="9679899" y="40287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4" name="Straight Connector 4263">
              <a:extLst>
                <a:ext uri="{FF2B5EF4-FFF2-40B4-BE49-F238E27FC236}">
                  <a16:creationId xmlns:a16="http://schemas.microsoft.com/office/drawing/2014/main" id="{2E4B1440-B063-40FE-1168-ACEE44634679}"/>
                </a:ext>
              </a:extLst>
            </p:cNvPr>
            <p:cNvCxnSpPr>
              <a:cxnSpLocks/>
            </p:cNvCxnSpPr>
            <p:nvPr/>
          </p:nvCxnSpPr>
          <p:spPr>
            <a:xfrm>
              <a:off x="9640971" y="40160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5" name="Straight Connector 4264">
              <a:extLst>
                <a:ext uri="{FF2B5EF4-FFF2-40B4-BE49-F238E27FC236}">
                  <a16:creationId xmlns:a16="http://schemas.microsoft.com/office/drawing/2014/main" id="{E8CADB50-F172-748C-763A-9D989D471E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52259" y="416386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6" name="Straight Connector 4265">
              <a:extLst>
                <a:ext uri="{FF2B5EF4-FFF2-40B4-BE49-F238E27FC236}">
                  <a16:creationId xmlns:a16="http://schemas.microsoft.com/office/drawing/2014/main" id="{BE63829C-6A88-FB0C-506C-B7EE94A223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9864" y="417613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7" name="Straight Connector 4266">
              <a:extLst>
                <a:ext uri="{FF2B5EF4-FFF2-40B4-BE49-F238E27FC236}">
                  <a16:creationId xmlns:a16="http://schemas.microsoft.com/office/drawing/2014/main" id="{FC27B9D7-286A-0EC9-BB3D-466C8C7AF9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633" y="434188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8" name="Straight Connector 4267">
              <a:extLst>
                <a:ext uri="{FF2B5EF4-FFF2-40B4-BE49-F238E27FC236}">
                  <a16:creationId xmlns:a16="http://schemas.microsoft.com/office/drawing/2014/main" id="{448D0E3B-E64B-1308-AB64-2EEC6E3706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4238" y="435415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9" name="Straight Connector 4268">
              <a:extLst>
                <a:ext uri="{FF2B5EF4-FFF2-40B4-BE49-F238E27FC236}">
                  <a16:creationId xmlns:a16="http://schemas.microsoft.com/office/drawing/2014/main" id="{347C46FB-35FA-6948-34FE-5AA68CA48C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86921" y="46738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0" name="Straight Connector 4269">
              <a:extLst>
                <a:ext uri="{FF2B5EF4-FFF2-40B4-BE49-F238E27FC236}">
                  <a16:creationId xmlns:a16="http://schemas.microsoft.com/office/drawing/2014/main" id="{E7825160-CF1C-0BA3-D7A6-578F4EC707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37721" y="46861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1" name="Straight Connector 4270">
              <a:extLst>
                <a:ext uri="{FF2B5EF4-FFF2-40B4-BE49-F238E27FC236}">
                  <a16:creationId xmlns:a16="http://schemas.microsoft.com/office/drawing/2014/main" id="{C39D8E5C-B9C2-92A7-539E-86260335A7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39321" y="48262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2" name="Straight Connector 4271">
              <a:extLst>
                <a:ext uri="{FF2B5EF4-FFF2-40B4-BE49-F238E27FC236}">
                  <a16:creationId xmlns:a16="http://schemas.microsoft.com/office/drawing/2014/main" id="{5DA08FC3-5538-3D82-F546-AF195781B7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90121" y="48385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3" name="Straight Connector 4272">
              <a:extLst>
                <a:ext uri="{FF2B5EF4-FFF2-40B4-BE49-F238E27FC236}">
                  <a16:creationId xmlns:a16="http://schemas.microsoft.com/office/drawing/2014/main" id="{FF13C28B-663A-F9F4-ECB7-BDBFE5D917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3040" y="4717592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4" name="Straight Connector 4273">
              <a:extLst>
                <a:ext uri="{FF2B5EF4-FFF2-40B4-BE49-F238E27FC236}">
                  <a16:creationId xmlns:a16="http://schemas.microsoft.com/office/drawing/2014/main" id="{FAF91838-08AB-62C7-1423-14BD0B95E9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3840" y="4729853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5" name="Straight Connector 4274">
              <a:extLst>
                <a:ext uri="{FF2B5EF4-FFF2-40B4-BE49-F238E27FC236}">
                  <a16:creationId xmlns:a16="http://schemas.microsoft.com/office/drawing/2014/main" id="{C021C862-4906-D587-BF73-90CC1C46F5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893" y="4508878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6" name="Straight Connector 4275">
              <a:extLst>
                <a:ext uri="{FF2B5EF4-FFF2-40B4-BE49-F238E27FC236}">
                  <a16:creationId xmlns:a16="http://schemas.microsoft.com/office/drawing/2014/main" id="{70325E5B-65E3-7F06-C198-FDCEA3E13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693" y="4521139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7" name="Straight Connector 4276">
              <a:extLst>
                <a:ext uri="{FF2B5EF4-FFF2-40B4-BE49-F238E27FC236}">
                  <a16:creationId xmlns:a16="http://schemas.microsoft.com/office/drawing/2014/main" id="{D529B032-6CB5-3FA9-39C4-92A28CF1BFD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87987" y="41146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8" name="Straight Connector 4277">
              <a:extLst>
                <a:ext uri="{FF2B5EF4-FFF2-40B4-BE49-F238E27FC236}">
                  <a16:creationId xmlns:a16="http://schemas.microsoft.com/office/drawing/2014/main" id="{98236805-9C7C-B499-D40B-E920C6D462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38787" y="41269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9" name="Straight Connector 4278">
              <a:extLst>
                <a:ext uri="{FF2B5EF4-FFF2-40B4-BE49-F238E27FC236}">
                  <a16:creationId xmlns:a16="http://schemas.microsoft.com/office/drawing/2014/main" id="{C1DDECCE-14D7-3269-D4A4-3EE0B91FB8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0387" y="42670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0" name="Straight Connector 4279">
              <a:extLst>
                <a:ext uri="{FF2B5EF4-FFF2-40B4-BE49-F238E27FC236}">
                  <a16:creationId xmlns:a16="http://schemas.microsoft.com/office/drawing/2014/main" id="{8517A98F-5FE2-014D-705C-C751F1B1DB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1187" y="42793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1" name="Straight Connector 4280">
              <a:extLst>
                <a:ext uri="{FF2B5EF4-FFF2-40B4-BE49-F238E27FC236}">
                  <a16:creationId xmlns:a16="http://schemas.microsoft.com/office/drawing/2014/main" id="{032AE3A2-DD27-88E3-C92D-12A2E80E24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4774" y="4352331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2" name="Straight Connector 4281">
              <a:extLst>
                <a:ext uri="{FF2B5EF4-FFF2-40B4-BE49-F238E27FC236}">
                  <a16:creationId xmlns:a16="http://schemas.microsoft.com/office/drawing/2014/main" id="{BE140A79-2C19-C890-3476-8261F0BC7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5574" y="4364592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3" name="Straight Connector 4282">
              <a:extLst>
                <a:ext uri="{FF2B5EF4-FFF2-40B4-BE49-F238E27FC236}">
                  <a16:creationId xmlns:a16="http://schemas.microsoft.com/office/drawing/2014/main" id="{CD7BF523-F9F1-5A8F-93A0-4FAC1D815F0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40387" y="473285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4" name="Straight Connector 4283">
              <a:extLst>
                <a:ext uri="{FF2B5EF4-FFF2-40B4-BE49-F238E27FC236}">
                  <a16:creationId xmlns:a16="http://schemas.microsoft.com/office/drawing/2014/main" id="{A12CBFF8-F5A8-25CE-B178-BFD77DEF09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1187" y="481857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5" name="Straight Connector 4284">
              <a:extLst>
                <a:ext uri="{FF2B5EF4-FFF2-40B4-BE49-F238E27FC236}">
                  <a16:creationId xmlns:a16="http://schemas.microsoft.com/office/drawing/2014/main" id="{67BAB4B2-9332-57A0-141E-5B02DB6BEAE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44240" y="480238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6" name="Straight Connector 4285">
              <a:extLst>
                <a:ext uri="{FF2B5EF4-FFF2-40B4-BE49-F238E27FC236}">
                  <a16:creationId xmlns:a16="http://schemas.microsoft.com/office/drawing/2014/main" id="{5277E9F1-6E2F-1104-995A-781A425779D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95040" y="488810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7" name="Straight Connector 4286">
              <a:extLst>
                <a:ext uri="{FF2B5EF4-FFF2-40B4-BE49-F238E27FC236}">
                  <a16:creationId xmlns:a16="http://schemas.microsoft.com/office/drawing/2014/main" id="{5E8621C1-3497-12FA-A8BC-6F600D3B2AC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9345" y="480539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8" name="Straight Connector 4287">
              <a:extLst>
                <a:ext uri="{FF2B5EF4-FFF2-40B4-BE49-F238E27FC236}">
                  <a16:creationId xmlns:a16="http://schemas.microsoft.com/office/drawing/2014/main" id="{C2EDD50B-EA4E-D95B-5E66-0970248EA5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0145" y="489112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9" name="Straight Connector 4288">
              <a:extLst>
                <a:ext uri="{FF2B5EF4-FFF2-40B4-BE49-F238E27FC236}">
                  <a16:creationId xmlns:a16="http://schemas.microsoft.com/office/drawing/2014/main" id="{EB071C86-3234-B718-375D-596DC35AB9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67985" y="4877556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0" name="Straight Connector 4289">
              <a:extLst>
                <a:ext uri="{FF2B5EF4-FFF2-40B4-BE49-F238E27FC236}">
                  <a16:creationId xmlns:a16="http://schemas.microsoft.com/office/drawing/2014/main" id="{E90A5EF0-E795-3067-81FC-256192971C2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18785" y="4963281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1" name="Straight Connector 4290">
              <a:extLst>
                <a:ext uri="{FF2B5EF4-FFF2-40B4-BE49-F238E27FC236}">
                  <a16:creationId xmlns:a16="http://schemas.microsoft.com/office/drawing/2014/main" id="{EF0B445D-468D-3609-3BC0-D51CCA1397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49052" y="4848739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2" name="Straight Connector 4291">
              <a:extLst>
                <a:ext uri="{FF2B5EF4-FFF2-40B4-BE49-F238E27FC236}">
                  <a16:creationId xmlns:a16="http://schemas.microsoft.com/office/drawing/2014/main" id="{C664693E-83CD-AB18-9E2F-C49F8CDF58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99852" y="4934464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3" name="Straight Connector 4292">
              <a:extLst>
                <a:ext uri="{FF2B5EF4-FFF2-40B4-BE49-F238E27FC236}">
                  <a16:creationId xmlns:a16="http://schemas.microsoft.com/office/drawing/2014/main" id="{5E9992C4-7D21-951E-A58E-B4AA8E227AC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3808" y="466682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4" name="Straight Connector 4293">
              <a:extLst>
                <a:ext uri="{FF2B5EF4-FFF2-40B4-BE49-F238E27FC236}">
                  <a16:creationId xmlns:a16="http://schemas.microsoft.com/office/drawing/2014/main" id="{5CBA3C28-2953-6421-440B-934F4895741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44608" y="475255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5" name="Straight Connector 4294">
              <a:extLst>
                <a:ext uri="{FF2B5EF4-FFF2-40B4-BE49-F238E27FC236}">
                  <a16:creationId xmlns:a16="http://schemas.microsoft.com/office/drawing/2014/main" id="{4A5ECCE0-DD24-3B97-DC13-608F2BF7C2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67513" y="484436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6" name="Straight Connector 4295">
              <a:extLst>
                <a:ext uri="{FF2B5EF4-FFF2-40B4-BE49-F238E27FC236}">
                  <a16:creationId xmlns:a16="http://schemas.microsoft.com/office/drawing/2014/main" id="{F7C7B247-A02B-8C6E-D264-C8A4D7A9F2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18313" y="490773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7" name="Straight Connector 4296">
              <a:extLst>
                <a:ext uri="{FF2B5EF4-FFF2-40B4-BE49-F238E27FC236}">
                  <a16:creationId xmlns:a16="http://schemas.microsoft.com/office/drawing/2014/main" id="{2E54471C-757A-0811-C12A-EDD730291A5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07055" y="4723211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8" name="Straight Connector 4297">
              <a:extLst>
                <a:ext uri="{FF2B5EF4-FFF2-40B4-BE49-F238E27FC236}">
                  <a16:creationId xmlns:a16="http://schemas.microsoft.com/office/drawing/2014/main" id="{D7A6F124-E834-2DA2-E0A6-B1BBB28136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57855" y="4786576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9" name="Straight Connector 4298">
              <a:extLst>
                <a:ext uri="{FF2B5EF4-FFF2-40B4-BE49-F238E27FC236}">
                  <a16:creationId xmlns:a16="http://schemas.microsoft.com/office/drawing/2014/main" id="{DFBED6DB-36A9-E428-0905-B0FB3145452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3760" y="463106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0" name="Straight Connector 4299">
              <a:extLst>
                <a:ext uri="{FF2B5EF4-FFF2-40B4-BE49-F238E27FC236}">
                  <a16:creationId xmlns:a16="http://schemas.microsoft.com/office/drawing/2014/main" id="{0D79397D-DC9D-123C-80C7-457139ACEA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4560" y="469443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1" name="Straight Connector 4300">
              <a:extLst>
                <a:ext uri="{FF2B5EF4-FFF2-40B4-BE49-F238E27FC236}">
                  <a16:creationId xmlns:a16="http://schemas.microsoft.com/office/drawing/2014/main" id="{9BB33015-EC95-DB01-81FE-322BDE59A33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6995" y="453949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2" name="Straight Connector 4301">
              <a:extLst>
                <a:ext uri="{FF2B5EF4-FFF2-40B4-BE49-F238E27FC236}">
                  <a16:creationId xmlns:a16="http://schemas.microsoft.com/office/drawing/2014/main" id="{933E9AA7-3745-8796-9456-7AC31E8C84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7795" y="460286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3" name="Straight Connector 4302">
              <a:extLst>
                <a:ext uri="{FF2B5EF4-FFF2-40B4-BE49-F238E27FC236}">
                  <a16:creationId xmlns:a16="http://schemas.microsoft.com/office/drawing/2014/main" id="{26BF04FC-451A-E784-B6DA-46F3062E15B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5491" y="446116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4" name="Straight Connector 4303">
              <a:extLst>
                <a:ext uri="{FF2B5EF4-FFF2-40B4-BE49-F238E27FC236}">
                  <a16:creationId xmlns:a16="http://schemas.microsoft.com/office/drawing/2014/main" id="{B4CBE6AD-F09E-3EB9-3A02-037A86C146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6291" y="452453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5" name="Straight Connector 4304">
              <a:extLst>
                <a:ext uri="{FF2B5EF4-FFF2-40B4-BE49-F238E27FC236}">
                  <a16:creationId xmlns:a16="http://schemas.microsoft.com/office/drawing/2014/main" id="{4E0EC1B6-013A-65A9-A537-5196F50AFB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4580" y="436125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6" name="Straight Connector 4305">
              <a:extLst>
                <a:ext uri="{FF2B5EF4-FFF2-40B4-BE49-F238E27FC236}">
                  <a16:creationId xmlns:a16="http://schemas.microsoft.com/office/drawing/2014/main" id="{CE030119-CAA3-AD22-F60F-852E84D538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5380" y="442462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7" name="Straight Connector 4306">
              <a:extLst>
                <a:ext uri="{FF2B5EF4-FFF2-40B4-BE49-F238E27FC236}">
                  <a16:creationId xmlns:a16="http://schemas.microsoft.com/office/drawing/2014/main" id="{EB520F64-612F-4823-80D2-15F7CB01080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0295" y="424118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8" name="Straight Connector 4307">
              <a:extLst>
                <a:ext uri="{FF2B5EF4-FFF2-40B4-BE49-F238E27FC236}">
                  <a16:creationId xmlns:a16="http://schemas.microsoft.com/office/drawing/2014/main" id="{13244400-C991-F4FE-B574-D699E88EB1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61095" y="430455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9" name="Straight Connector 4308">
              <a:extLst>
                <a:ext uri="{FF2B5EF4-FFF2-40B4-BE49-F238E27FC236}">
                  <a16:creationId xmlns:a16="http://schemas.microsoft.com/office/drawing/2014/main" id="{E7203064-8194-717F-EDE4-9CB9B1261C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60219" y="455375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0" name="Straight Connector 4309">
              <a:extLst>
                <a:ext uri="{FF2B5EF4-FFF2-40B4-BE49-F238E27FC236}">
                  <a16:creationId xmlns:a16="http://schemas.microsoft.com/office/drawing/2014/main" id="{3DC754A2-B866-FD0F-786F-957CD37DE6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11019" y="461712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1" name="Straight Connector 4310">
              <a:extLst>
                <a:ext uri="{FF2B5EF4-FFF2-40B4-BE49-F238E27FC236}">
                  <a16:creationId xmlns:a16="http://schemas.microsoft.com/office/drawing/2014/main" id="{E73DBD0F-A456-00EF-A73A-AFC5D40A4AA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72873" y="40458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2" name="Straight Connector 4311">
              <a:extLst>
                <a:ext uri="{FF2B5EF4-FFF2-40B4-BE49-F238E27FC236}">
                  <a16:creationId xmlns:a16="http://schemas.microsoft.com/office/drawing/2014/main" id="{6710A01C-BD66-6D9D-2F1A-97A0418488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22073" y="40712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3" name="Straight Connector 4312">
              <a:extLst>
                <a:ext uri="{FF2B5EF4-FFF2-40B4-BE49-F238E27FC236}">
                  <a16:creationId xmlns:a16="http://schemas.microsoft.com/office/drawing/2014/main" id="{A461377F-E77D-57DE-BC42-06E881BC736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61954" y="4064987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4" name="Straight Connector 4313">
              <a:extLst>
                <a:ext uri="{FF2B5EF4-FFF2-40B4-BE49-F238E27FC236}">
                  <a16:creationId xmlns:a16="http://schemas.microsoft.com/office/drawing/2014/main" id="{A671BD53-6F26-E52B-F6BC-30507217FB1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11154" y="4090413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5" name="Straight Connector 4314">
              <a:extLst>
                <a:ext uri="{FF2B5EF4-FFF2-40B4-BE49-F238E27FC236}">
                  <a16:creationId xmlns:a16="http://schemas.microsoft.com/office/drawing/2014/main" id="{58B239E8-4258-369F-6E84-7C5E8B9778D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69691" y="414980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6" name="Straight Connector 4315">
              <a:extLst>
                <a:ext uri="{FF2B5EF4-FFF2-40B4-BE49-F238E27FC236}">
                  <a16:creationId xmlns:a16="http://schemas.microsoft.com/office/drawing/2014/main" id="{78A76438-06F7-84D3-124C-9118CCAD27F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8891" y="417523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7" name="Straight Connector 4316">
              <a:extLst>
                <a:ext uri="{FF2B5EF4-FFF2-40B4-BE49-F238E27FC236}">
                  <a16:creationId xmlns:a16="http://schemas.microsoft.com/office/drawing/2014/main" id="{37DD126D-7EF9-C8EE-BF22-FC57A2C9276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4038" y="417896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8" name="Straight Connector 4317">
              <a:extLst>
                <a:ext uri="{FF2B5EF4-FFF2-40B4-BE49-F238E27FC236}">
                  <a16:creationId xmlns:a16="http://schemas.microsoft.com/office/drawing/2014/main" id="{A85D5D79-399E-7CC8-5D3E-00F53F779CC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93238" y="420439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9" name="Straight Connector 4318">
              <a:extLst>
                <a:ext uri="{FF2B5EF4-FFF2-40B4-BE49-F238E27FC236}">
                  <a16:creationId xmlns:a16="http://schemas.microsoft.com/office/drawing/2014/main" id="{BF9889A7-075B-164E-CF48-0C342FE10B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98118" y="4902951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0" name="Straight Connector 4319">
              <a:extLst>
                <a:ext uri="{FF2B5EF4-FFF2-40B4-BE49-F238E27FC236}">
                  <a16:creationId xmlns:a16="http://schemas.microsoft.com/office/drawing/2014/main" id="{957AC0E5-ACBE-630D-00B7-8CD5A29F95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7318" y="4928377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1" name="Straight Connector 4320">
              <a:extLst>
                <a:ext uri="{FF2B5EF4-FFF2-40B4-BE49-F238E27FC236}">
                  <a16:creationId xmlns:a16="http://schemas.microsoft.com/office/drawing/2014/main" id="{306EB809-4C0A-A5D4-EEF3-0D2F67E91A9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86456" y="489997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2" name="Straight Connector 4321">
              <a:extLst>
                <a:ext uri="{FF2B5EF4-FFF2-40B4-BE49-F238E27FC236}">
                  <a16:creationId xmlns:a16="http://schemas.microsoft.com/office/drawing/2014/main" id="{04E28CD4-7978-8E79-74B9-DD3A7C15B9D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35656" y="492540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3" name="Straight Connector 4322">
              <a:extLst>
                <a:ext uri="{FF2B5EF4-FFF2-40B4-BE49-F238E27FC236}">
                  <a16:creationId xmlns:a16="http://schemas.microsoft.com/office/drawing/2014/main" id="{ED0BE2BD-6EB6-22E0-1F3B-7E312080688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85315" y="492095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4" name="Straight Connector 4323">
              <a:extLst>
                <a:ext uri="{FF2B5EF4-FFF2-40B4-BE49-F238E27FC236}">
                  <a16:creationId xmlns:a16="http://schemas.microsoft.com/office/drawing/2014/main" id="{BEC5F421-850F-39C3-86B0-51C3947F23E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34515" y="494638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5" name="Straight Connector 4324">
              <a:extLst>
                <a:ext uri="{FF2B5EF4-FFF2-40B4-BE49-F238E27FC236}">
                  <a16:creationId xmlns:a16="http://schemas.microsoft.com/office/drawing/2014/main" id="{B028A9F6-EE90-64EC-2885-F7AE537E1DA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96443" y="4834938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6" name="Straight Connector 4325">
              <a:extLst>
                <a:ext uri="{FF2B5EF4-FFF2-40B4-BE49-F238E27FC236}">
                  <a16:creationId xmlns:a16="http://schemas.microsoft.com/office/drawing/2014/main" id="{9E94E473-EEC0-E184-2FD6-9234F779C3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45643" y="4860364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7" name="Straight Connector 4326">
              <a:extLst>
                <a:ext uri="{FF2B5EF4-FFF2-40B4-BE49-F238E27FC236}">
                  <a16:creationId xmlns:a16="http://schemas.microsoft.com/office/drawing/2014/main" id="{8605E850-1AAC-CBD7-5A63-85911781960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3000" y="482986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8" name="Straight Connector 4327">
              <a:extLst>
                <a:ext uri="{FF2B5EF4-FFF2-40B4-BE49-F238E27FC236}">
                  <a16:creationId xmlns:a16="http://schemas.microsoft.com/office/drawing/2014/main" id="{24F324E9-8381-4C02-F66F-7E1CF2B830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32200" y="485529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9" name="Straight Connector 4328">
              <a:extLst>
                <a:ext uri="{FF2B5EF4-FFF2-40B4-BE49-F238E27FC236}">
                  <a16:creationId xmlns:a16="http://schemas.microsoft.com/office/drawing/2014/main" id="{4605E7C9-61C3-D503-3658-E1E342CC867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5273" y="41982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0" name="Straight Connector 4329">
              <a:extLst>
                <a:ext uri="{FF2B5EF4-FFF2-40B4-BE49-F238E27FC236}">
                  <a16:creationId xmlns:a16="http://schemas.microsoft.com/office/drawing/2014/main" id="{522310A4-C71B-2DFD-C932-7567A9F929E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74473" y="42236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06" name="Group 4405">
            <a:extLst>
              <a:ext uri="{FF2B5EF4-FFF2-40B4-BE49-F238E27FC236}">
                <a16:creationId xmlns:a16="http://schemas.microsoft.com/office/drawing/2014/main" id="{CFFAFACA-EC3C-DEA1-1E1B-891E567120D5}"/>
              </a:ext>
            </a:extLst>
          </p:cNvPr>
          <p:cNvGrpSpPr/>
          <p:nvPr/>
        </p:nvGrpSpPr>
        <p:grpSpPr>
          <a:xfrm>
            <a:off x="2513925" y="4342524"/>
            <a:ext cx="274469" cy="223128"/>
            <a:chOff x="8947164" y="3879853"/>
            <a:chExt cx="1465470" cy="1465470"/>
          </a:xfrm>
        </p:grpSpPr>
        <p:pic>
          <p:nvPicPr>
            <p:cNvPr id="4407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87CC130B-E96C-F16E-0525-8D89CC8FC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64" y="3879853"/>
              <a:ext cx="1465470" cy="1465470"/>
            </a:xfrm>
            <a:prstGeom prst="rect">
              <a:avLst/>
            </a:prstGeom>
            <a:noFill/>
            <a:ln w="3175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08" name="Freeform 4407">
              <a:extLst>
                <a:ext uri="{FF2B5EF4-FFF2-40B4-BE49-F238E27FC236}">
                  <a16:creationId xmlns:a16="http://schemas.microsoft.com/office/drawing/2014/main" id="{46F70F2E-D7EE-8A54-D8F2-50412415E760}"/>
                </a:ext>
              </a:extLst>
            </p:cNvPr>
            <p:cNvSpPr/>
            <p:nvPr/>
          </p:nvSpPr>
          <p:spPr>
            <a:xfrm>
              <a:off x="9263146" y="4243598"/>
              <a:ext cx="844550" cy="755650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solidFill>
              <a:srgbClr val="885A88">
                <a:alpha val="78424"/>
              </a:srgbClr>
            </a:solidFill>
            <a:ln w="3175">
              <a:solidFill>
                <a:srgbClr val="885A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409" name="Straight Connector 4408">
              <a:extLst>
                <a:ext uri="{FF2B5EF4-FFF2-40B4-BE49-F238E27FC236}">
                  <a16:creationId xmlns:a16="http://schemas.microsoft.com/office/drawing/2014/main" id="{AFBF7BDA-C970-F530-4A94-8753129B4319}"/>
                </a:ext>
              </a:extLst>
            </p:cNvPr>
            <p:cNvCxnSpPr/>
            <p:nvPr/>
          </p:nvCxnSpPr>
          <p:spPr>
            <a:xfrm flipH="1">
              <a:off x="9872746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0" name="Straight Connector 4409">
              <a:extLst>
                <a:ext uri="{FF2B5EF4-FFF2-40B4-BE49-F238E27FC236}">
                  <a16:creationId xmlns:a16="http://schemas.microsoft.com/office/drawing/2014/main" id="{2B512667-BDE8-F6DC-9506-BB747F977123}"/>
                </a:ext>
              </a:extLst>
            </p:cNvPr>
            <p:cNvCxnSpPr/>
            <p:nvPr/>
          </p:nvCxnSpPr>
          <p:spPr>
            <a:xfrm flipH="1">
              <a:off x="9844240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1" name="Straight Connector 4410">
              <a:extLst>
                <a:ext uri="{FF2B5EF4-FFF2-40B4-BE49-F238E27FC236}">
                  <a16:creationId xmlns:a16="http://schemas.microsoft.com/office/drawing/2014/main" id="{902ED4BE-0295-EB88-5F0F-496F277E5FD1}"/>
                </a:ext>
              </a:extLst>
            </p:cNvPr>
            <p:cNvCxnSpPr>
              <a:cxnSpLocks/>
              <a:stCxn id="4407" idx="0"/>
            </p:cNvCxnSpPr>
            <p:nvPr/>
          </p:nvCxnSpPr>
          <p:spPr>
            <a:xfrm>
              <a:off x="9679899" y="3879853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2" name="Straight Connector 4411">
              <a:extLst>
                <a:ext uri="{FF2B5EF4-FFF2-40B4-BE49-F238E27FC236}">
                  <a16:creationId xmlns:a16="http://schemas.microsoft.com/office/drawing/2014/main" id="{ABE82B12-8CDD-26D9-899A-3AB8CC3DC656}"/>
                </a:ext>
              </a:extLst>
            </p:cNvPr>
            <p:cNvCxnSpPr>
              <a:cxnSpLocks/>
            </p:cNvCxnSpPr>
            <p:nvPr/>
          </p:nvCxnSpPr>
          <p:spPr>
            <a:xfrm>
              <a:off x="9730596" y="3960230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3" name="Straight Connector 4412">
              <a:extLst>
                <a:ext uri="{FF2B5EF4-FFF2-40B4-BE49-F238E27FC236}">
                  <a16:creationId xmlns:a16="http://schemas.microsoft.com/office/drawing/2014/main" id="{E6E717A6-03CB-C93B-3D61-D169BCC18910}"/>
                </a:ext>
              </a:extLst>
            </p:cNvPr>
            <p:cNvCxnSpPr>
              <a:cxnSpLocks/>
            </p:cNvCxnSpPr>
            <p:nvPr/>
          </p:nvCxnSpPr>
          <p:spPr>
            <a:xfrm>
              <a:off x="9679899" y="40287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4" name="Straight Connector 4413">
              <a:extLst>
                <a:ext uri="{FF2B5EF4-FFF2-40B4-BE49-F238E27FC236}">
                  <a16:creationId xmlns:a16="http://schemas.microsoft.com/office/drawing/2014/main" id="{F6A556F7-1F34-FE0C-FAEA-DACD3A78F235}"/>
                </a:ext>
              </a:extLst>
            </p:cNvPr>
            <p:cNvCxnSpPr>
              <a:cxnSpLocks/>
            </p:cNvCxnSpPr>
            <p:nvPr/>
          </p:nvCxnSpPr>
          <p:spPr>
            <a:xfrm>
              <a:off x="9640971" y="40160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5" name="Straight Connector 4414">
              <a:extLst>
                <a:ext uri="{FF2B5EF4-FFF2-40B4-BE49-F238E27FC236}">
                  <a16:creationId xmlns:a16="http://schemas.microsoft.com/office/drawing/2014/main" id="{B540452E-A73C-4B96-42A9-682969D8F0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52259" y="416386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6" name="Straight Connector 4415">
              <a:extLst>
                <a:ext uri="{FF2B5EF4-FFF2-40B4-BE49-F238E27FC236}">
                  <a16:creationId xmlns:a16="http://schemas.microsoft.com/office/drawing/2014/main" id="{DF1F303B-F393-97BF-09C2-6BC6308E9F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9864" y="417613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7" name="Straight Connector 4416">
              <a:extLst>
                <a:ext uri="{FF2B5EF4-FFF2-40B4-BE49-F238E27FC236}">
                  <a16:creationId xmlns:a16="http://schemas.microsoft.com/office/drawing/2014/main" id="{46354FCC-7276-0B5A-05A5-8FB3777ADE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633" y="434188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8" name="Straight Connector 4417">
              <a:extLst>
                <a:ext uri="{FF2B5EF4-FFF2-40B4-BE49-F238E27FC236}">
                  <a16:creationId xmlns:a16="http://schemas.microsoft.com/office/drawing/2014/main" id="{AFF2236D-3E23-70E5-2589-D64CDF141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4238" y="435415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9" name="Straight Connector 4418">
              <a:extLst>
                <a:ext uri="{FF2B5EF4-FFF2-40B4-BE49-F238E27FC236}">
                  <a16:creationId xmlns:a16="http://schemas.microsoft.com/office/drawing/2014/main" id="{BDB5293F-3590-ED42-358D-5C9C0FACC8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86921" y="46738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0" name="Straight Connector 4419">
              <a:extLst>
                <a:ext uri="{FF2B5EF4-FFF2-40B4-BE49-F238E27FC236}">
                  <a16:creationId xmlns:a16="http://schemas.microsoft.com/office/drawing/2014/main" id="{ECF9427F-A7CB-DD95-048A-05CED82441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37721" y="46861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1" name="Straight Connector 4420">
              <a:extLst>
                <a:ext uri="{FF2B5EF4-FFF2-40B4-BE49-F238E27FC236}">
                  <a16:creationId xmlns:a16="http://schemas.microsoft.com/office/drawing/2014/main" id="{192EAA2D-6FFC-7725-E0EE-5BD6A84D9E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39321" y="48262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2" name="Straight Connector 4421">
              <a:extLst>
                <a:ext uri="{FF2B5EF4-FFF2-40B4-BE49-F238E27FC236}">
                  <a16:creationId xmlns:a16="http://schemas.microsoft.com/office/drawing/2014/main" id="{95E739E7-9F1F-2589-31F4-40F62642DC2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90121" y="48385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3" name="Straight Connector 4422">
              <a:extLst>
                <a:ext uri="{FF2B5EF4-FFF2-40B4-BE49-F238E27FC236}">
                  <a16:creationId xmlns:a16="http://schemas.microsoft.com/office/drawing/2014/main" id="{1EDFE9BE-FD19-7D36-AB56-C1E0FB8C8B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3040" y="4717592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4" name="Straight Connector 4423">
              <a:extLst>
                <a:ext uri="{FF2B5EF4-FFF2-40B4-BE49-F238E27FC236}">
                  <a16:creationId xmlns:a16="http://schemas.microsoft.com/office/drawing/2014/main" id="{C4CD4BC1-2A80-5D1B-9F62-413141F409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3840" y="4729853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5" name="Straight Connector 4424">
              <a:extLst>
                <a:ext uri="{FF2B5EF4-FFF2-40B4-BE49-F238E27FC236}">
                  <a16:creationId xmlns:a16="http://schemas.microsoft.com/office/drawing/2014/main" id="{9FDB9850-27A6-8DD7-C65D-A8FE3CC727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893" y="4508878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6" name="Straight Connector 4425">
              <a:extLst>
                <a:ext uri="{FF2B5EF4-FFF2-40B4-BE49-F238E27FC236}">
                  <a16:creationId xmlns:a16="http://schemas.microsoft.com/office/drawing/2014/main" id="{CDAA4A02-EB75-E5E5-DD3B-E672ACC490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693" y="4521139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7" name="Straight Connector 4426">
              <a:extLst>
                <a:ext uri="{FF2B5EF4-FFF2-40B4-BE49-F238E27FC236}">
                  <a16:creationId xmlns:a16="http://schemas.microsoft.com/office/drawing/2014/main" id="{DAC77ACA-B564-EBB7-31FE-D3B8130B0E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87987" y="41146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8" name="Straight Connector 4427">
              <a:extLst>
                <a:ext uri="{FF2B5EF4-FFF2-40B4-BE49-F238E27FC236}">
                  <a16:creationId xmlns:a16="http://schemas.microsoft.com/office/drawing/2014/main" id="{00276C9E-F6E7-96A8-F3EC-7D014A2E19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38787" y="41269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9" name="Straight Connector 4428">
              <a:extLst>
                <a:ext uri="{FF2B5EF4-FFF2-40B4-BE49-F238E27FC236}">
                  <a16:creationId xmlns:a16="http://schemas.microsoft.com/office/drawing/2014/main" id="{5F7FA4BA-5439-B4D7-8DC8-AC209CCAC0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0387" y="42670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0" name="Straight Connector 4429">
              <a:extLst>
                <a:ext uri="{FF2B5EF4-FFF2-40B4-BE49-F238E27FC236}">
                  <a16:creationId xmlns:a16="http://schemas.microsoft.com/office/drawing/2014/main" id="{C71BD1D6-7A90-A48F-FBBC-90BED5BBBA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1187" y="42793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1" name="Straight Connector 4430">
              <a:extLst>
                <a:ext uri="{FF2B5EF4-FFF2-40B4-BE49-F238E27FC236}">
                  <a16:creationId xmlns:a16="http://schemas.microsoft.com/office/drawing/2014/main" id="{3ACD61D6-E509-9C6F-E25B-D5A37012FD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4774" y="4352331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2" name="Straight Connector 4431">
              <a:extLst>
                <a:ext uri="{FF2B5EF4-FFF2-40B4-BE49-F238E27FC236}">
                  <a16:creationId xmlns:a16="http://schemas.microsoft.com/office/drawing/2014/main" id="{ACF05AE1-E32A-C07F-F52D-5A336D7A7B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5574" y="4364592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3" name="Straight Connector 4432">
              <a:extLst>
                <a:ext uri="{FF2B5EF4-FFF2-40B4-BE49-F238E27FC236}">
                  <a16:creationId xmlns:a16="http://schemas.microsoft.com/office/drawing/2014/main" id="{D24A20B8-CE95-BF79-F8BD-C3A2CC483E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40387" y="473285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4" name="Straight Connector 4433">
              <a:extLst>
                <a:ext uri="{FF2B5EF4-FFF2-40B4-BE49-F238E27FC236}">
                  <a16:creationId xmlns:a16="http://schemas.microsoft.com/office/drawing/2014/main" id="{851027FB-D1DF-69D3-7B0B-9A8988F2F00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1187" y="481857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5" name="Straight Connector 4434">
              <a:extLst>
                <a:ext uri="{FF2B5EF4-FFF2-40B4-BE49-F238E27FC236}">
                  <a16:creationId xmlns:a16="http://schemas.microsoft.com/office/drawing/2014/main" id="{06E0AE1A-97D7-8673-2EFF-AAB3CE5A0F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44240" y="480238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6" name="Straight Connector 4435">
              <a:extLst>
                <a:ext uri="{FF2B5EF4-FFF2-40B4-BE49-F238E27FC236}">
                  <a16:creationId xmlns:a16="http://schemas.microsoft.com/office/drawing/2014/main" id="{DFB79DFB-C3E2-F868-F5C3-34AE79F5CF8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95040" y="488810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7" name="Straight Connector 4436">
              <a:extLst>
                <a:ext uri="{FF2B5EF4-FFF2-40B4-BE49-F238E27FC236}">
                  <a16:creationId xmlns:a16="http://schemas.microsoft.com/office/drawing/2014/main" id="{232B95D2-6325-D388-DA44-FD9BDADCCF2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9345" y="480539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8" name="Straight Connector 4437">
              <a:extLst>
                <a:ext uri="{FF2B5EF4-FFF2-40B4-BE49-F238E27FC236}">
                  <a16:creationId xmlns:a16="http://schemas.microsoft.com/office/drawing/2014/main" id="{E572661A-D9D2-28CC-C4D4-4C54CD3C53E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0145" y="489112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9" name="Straight Connector 4438">
              <a:extLst>
                <a:ext uri="{FF2B5EF4-FFF2-40B4-BE49-F238E27FC236}">
                  <a16:creationId xmlns:a16="http://schemas.microsoft.com/office/drawing/2014/main" id="{068A62C8-757B-980D-18FC-3C7443D4CD7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67985" y="4877556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0" name="Straight Connector 4439">
              <a:extLst>
                <a:ext uri="{FF2B5EF4-FFF2-40B4-BE49-F238E27FC236}">
                  <a16:creationId xmlns:a16="http://schemas.microsoft.com/office/drawing/2014/main" id="{192833B5-DB94-F1CE-B5C3-C2C94F09944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18785" y="4963281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1" name="Straight Connector 4440">
              <a:extLst>
                <a:ext uri="{FF2B5EF4-FFF2-40B4-BE49-F238E27FC236}">
                  <a16:creationId xmlns:a16="http://schemas.microsoft.com/office/drawing/2014/main" id="{99D1EC07-BF25-8B3C-EE09-8FFF8AFDFE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49052" y="4848739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2" name="Straight Connector 4441">
              <a:extLst>
                <a:ext uri="{FF2B5EF4-FFF2-40B4-BE49-F238E27FC236}">
                  <a16:creationId xmlns:a16="http://schemas.microsoft.com/office/drawing/2014/main" id="{C88D917C-39AC-FFAE-8A37-C6DCB926854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99852" y="4934464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3" name="Straight Connector 4442">
              <a:extLst>
                <a:ext uri="{FF2B5EF4-FFF2-40B4-BE49-F238E27FC236}">
                  <a16:creationId xmlns:a16="http://schemas.microsoft.com/office/drawing/2014/main" id="{BB41CBC6-61AB-28A6-154B-CC90CB4708E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3808" y="466682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4" name="Straight Connector 4443">
              <a:extLst>
                <a:ext uri="{FF2B5EF4-FFF2-40B4-BE49-F238E27FC236}">
                  <a16:creationId xmlns:a16="http://schemas.microsoft.com/office/drawing/2014/main" id="{65A97FD5-8A53-AF89-8520-AA5A3F3DDEB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44608" y="475255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5" name="Straight Connector 4444">
              <a:extLst>
                <a:ext uri="{FF2B5EF4-FFF2-40B4-BE49-F238E27FC236}">
                  <a16:creationId xmlns:a16="http://schemas.microsoft.com/office/drawing/2014/main" id="{A93CB6B8-B103-DE81-94B5-A403B28BC23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67513" y="484436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6" name="Straight Connector 4445">
              <a:extLst>
                <a:ext uri="{FF2B5EF4-FFF2-40B4-BE49-F238E27FC236}">
                  <a16:creationId xmlns:a16="http://schemas.microsoft.com/office/drawing/2014/main" id="{B6380B35-488A-7A4E-6ABA-B6D518F0601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18313" y="490773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7" name="Straight Connector 4446">
              <a:extLst>
                <a:ext uri="{FF2B5EF4-FFF2-40B4-BE49-F238E27FC236}">
                  <a16:creationId xmlns:a16="http://schemas.microsoft.com/office/drawing/2014/main" id="{93609E6C-55EE-5ED6-16AB-961266A949B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07055" y="4723211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8" name="Straight Connector 4447">
              <a:extLst>
                <a:ext uri="{FF2B5EF4-FFF2-40B4-BE49-F238E27FC236}">
                  <a16:creationId xmlns:a16="http://schemas.microsoft.com/office/drawing/2014/main" id="{B2660432-3698-CFF6-7B36-18F6FA7FDC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57855" y="4786576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9" name="Straight Connector 4448">
              <a:extLst>
                <a:ext uri="{FF2B5EF4-FFF2-40B4-BE49-F238E27FC236}">
                  <a16:creationId xmlns:a16="http://schemas.microsoft.com/office/drawing/2014/main" id="{E1CF113B-F4DA-3458-B9B8-C02C0B4682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3760" y="463106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0" name="Straight Connector 4449">
              <a:extLst>
                <a:ext uri="{FF2B5EF4-FFF2-40B4-BE49-F238E27FC236}">
                  <a16:creationId xmlns:a16="http://schemas.microsoft.com/office/drawing/2014/main" id="{5D227C9E-D070-8106-78F9-6FE22C606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4560" y="469443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1" name="Straight Connector 4450">
              <a:extLst>
                <a:ext uri="{FF2B5EF4-FFF2-40B4-BE49-F238E27FC236}">
                  <a16:creationId xmlns:a16="http://schemas.microsoft.com/office/drawing/2014/main" id="{226C31B3-BC33-393F-18C9-5D5DBD0685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6995" y="453949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2" name="Straight Connector 4451">
              <a:extLst>
                <a:ext uri="{FF2B5EF4-FFF2-40B4-BE49-F238E27FC236}">
                  <a16:creationId xmlns:a16="http://schemas.microsoft.com/office/drawing/2014/main" id="{356503BD-D80F-DA06-49AA-3693D24592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7795" y="460286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3" name="Straight Connector 4452">
              <a:extLst>
                <a:ext uri="{FF2B5EF4-FFF2-40B4-BE49-F238E27FC236}">
                  <a16:creationId xmlns:a16="http://schemas.microsoft.com/office/drawing/2014/main" id="{5ED07DA8-3402-6D47-AFD6-1A28CB21B6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5491" y="446116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4" name="Straight Connector 4453">
              <a:extLst>
                <a:ext uri="{FF2B5EF4-FFF2-40B4-BE49-F238E27FC236}">
                  <a16:creationId xmlns:a16="http://schemas.microsoft.com/office/drawing/2014/main" id="{3D9CA491-D32B-69A2-BB71-43FF344FB4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6291" y="452453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5" name="Straight Connector 4454">
              <a:extLst>
                <a:ext uri="{FF2B5EF4-FFF2-40B4-BE49-F238E27FC236}">
                  <a16:creationId xmlns:a16="http://schemas.microsoft.com/office/drawing/2014/main" id="{7FD55BD9-2038-554B-80F3-BA65192FDEA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4580" y="436125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6" name="Straight Connector 4455">
              <a:extLst>
                <a:ext uri="{FF2B5EF4-FFF2-40B4-BE49-F238E27FC236}">
                  <a16:creationId xmlns:a16="http://schemas.microsoft.com/office/drawing/2014/main" id="{C489DC4E-D5AF-784A-0FF4-75454A5070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5380" y="442462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7" name="Straight Connector 4456">
              <a:extLst>
                <a:ext uri="{FF2B5EF4-FFF2-40B4-BE49-F238E27FC236}">
                  <a16:creationId xmlns:a16="http://schemas.microsoft.com/office/drawing/2014/main" id="{D6AF4636-01D0-6782-DDC1-539AA53DD3E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0295" y="424118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8" name="Straight Connector 4457">
              <a:extLst>
                <a:ext uri="{FF2B5EF4-FFF2-40B4-BE49-F238E27FC236}">
                  <a16:creationId xmlns:a16="http://schemas.microsoft.com/office/drawing/2014/main" id="{A34FE219-82D0-B536-8607-0618B4E924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61095" y="430455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9" name="Straight Connector 4458">
              <a:extLst>
                <a:ext uri="{FF2B5EF4-FFF2-40B4-BE49-F238E27FC236}">
                  <a16:creationId xmlns:a16="http://schemas.microsoft.com/office/drawing/2014/main" id="{64CF8B03-62DA-F617-3B18-94F443ED7A8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60219" y="455375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0" name="Straight Connector 4459">
              <a:extLst>
                <a:ext uri="{FF2B5EF4-FFF2-40B4-BE49-F238E27FC236}">
                  <a16:creationId xmlns:a16="http://schemas.microsoft.com/office/drawing/2014/main" id="{38FA0AA4-FD0C-0755-E2F6-9B962B2D79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11019" y="461712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1" name="Straight Connector 4460">
              <a:extLst>
                <a:ext uri="{FF2B5EF4-FFF2-40B4-BE49-F238E27FC236}">
                  <a16:creationId xmlns:a16="http://schemas.microsoft.com/office/drawing/2014/main" id="{5A535F7D-EA48-6948-0BC8-4EC334AFDE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72873" y="40458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2" name="Straight Connector 4461">
              <a:extLst>
                <a:ext uri="{FF2B5EF4-FFF2-40B4-BE49-F238E27FC236}">
                  <a16:creationId xmlns:a16="http://schemas.microsoft.com/office/drawing/2014/main" id="{A4703DE9-7C27-292F-73EC-28389592C80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22073" y="40712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3" name="Straight Connector 4462">
              <a:extLst>
                <a:ext uri="{FF2B5EF4-FFF2-40B4-BE49-F238E27FC236}">
                  <a16:creationId xmlns:a16="http://schemas.microsoft.com/office/drawing/2014/main" id="{91499B13-E19F-8543-B224-77F6E072FDE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61954" y="4064987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4" name="Straight Connector 4463">
              <a:extLst>
                <a:ext uri="{FF2B5EF4-FFF2-40B4-BE49-F238E27FC236}">
                  <a16:creationId xmlns:a16="http://schemas.microsoft.com/office/drawing/2014/main" id="{967AF61E-EF25-0EAC-2CAF-B933C8BF8FE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11154" y="4090413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5" name="Straight Connector 4464">
              <a:extLst>
                <a:ext uri="{FF2B5EF4-FFF2-40B4-BE49-F238E27FC236}">
                  <a16:creationId xmlns:a16="http://schemas.microsoft.com/office/drawing/2014/main" id="{7F9131E9-4C1F-5A03-A6CA-E0783556FFB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69691" y="414980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6" name="Straight Connector 4465">
              <a:extLst>
                <a:ext uri="{FF2B5EF4-FFF2-40B4-BE49-F238E27FC236}">
                  <a16:creationId xmlns:a16="http://schemas.microsoft.com/office/drawing/2014/main" id="{6DF3204A-3216-4A95-A61C-2CC7CC7388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8891" y="417523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7" name="Straight Connector 4466">
              <a:extLst>
                <a:ext uri="{FF2B5EF4-FFF2-40B4-BE49-F238E27FC236}">
                  <a16:creationId xmlns:a16="http://schemas.microsoft.com/office/drawing/2014/main" id="{BAB52A73-B841-0C9D-D808-B876B774034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4038" y="417896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8" name="Straight Connector 4467">
              <a:extLst>
                <a:ext uri="{FF2B5EF4-FFF2-40B4-BE49-F238E27FC236}">
                  <a16:creationId xmlns:a16="http://schemas.microsoft.com/office/drawing/2014/main" id="{CAA431B4-515F-E9D3-5FCF-EDB31B7D323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93238" y="420439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9" name="Straight Connector 4468">
              <a:extLst>
                <a:ext uri="{FF2B5EF4-FFF2-40B4-BE49-F238E27FC236}">
                  <a16:creationId xmlns:a16="http://schemas.microsoft.com/office/drawing/2014/main" id="{C65BBFB1-8ED1-B11B-42D2-5580C4953C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98118" y="4902951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0" name="Straight Connector 4469">
              <a:extLst>
                <a:ext uri="{FF2B5EF4-FFF2-40B4-BE49-F238E27FC236}">
                  <a16:creationId xmlns:a16="http://schemas.microsoft.com/office/drawing/2014/main" id="{91FDB882-C1E1-4BF5-F5EF-81B83DDA6E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7318" y="4928377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1" name="Straight Connector 4470">
              <a:extLst>
                <a:ext uri="{FF2B5EF4-FFF2-40B4-BE49-F238E27FC236}">
                  <a16:creationId xmlns:a16="http://schemas.microsoft.com/office/drawing/2014/main" id="{2073D9F2-9336-076C-8FC2-8BCB6B5C194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86456" y="489997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2" name="Straight Connector 4471">
              <a:extLst>
                <a:ext uri="{FF2B5EF4-FFF2-40B4-BE49-F238E27FC236}">
                  <a16:creationId xmlns:a16="http://schemas.microsoft.com/office/drawing/2014/main" id="{57F47D61-A979-C08F-7185-ED95CE14D9C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35656" y="492540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3" name="Straight Connector 4472">
              <a:extLst>
                <a:ext uri="{FF2B5EF4-FFF2-40B4-BE49-F238E27FC236}">
                  <a16:creationId xmlns:a16="http://schemas.microsoft.com/office/drawing/2014/main" id="{7C28A158-B11F-0CB7-EA71-54F42DC81D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85315" y="492095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4" name="Straight Connector 4473">
              <a:extLst>
                <a:ext uri="{FF2B5EF4-FFF2-40B4-BE49-F238E27FC236}">
                  <a16:creationId xmlns:a16="http://schemas.microsoft.com/office/drawing/2014/main" id="{25BD2F18-3882-D4A2-EA62-65610BFA745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34515" y="494638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5" name="Straight Connector 4474">
              <a:extLst>
                <a:ext uri="{FF2B5EF4-FFF2-40B4-BE49-F238E27FC236}">
                  <a16:creationId xmlns:a16="http://schemas.microsoft.com/office/drawing/2014/main" id="{92CC28B9-4006-8383-0674-8546DCCF8D3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96443" y="4834938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6" name="Straight Connector 4475">
              <a:extLst>
                <a:ext uri="{FF2B5EF4-FFF2-40B4-BE49-F238E27FC236}">
                  <a16:creationId xmlns:a16="http://schemas.microsoft.com/office/drawing/2014/main" id="{FA7635A9-2443-89FC-4312-8A0B3E80B4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45643" y="4860364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7" name="Straight Connector 4476">
              <a:extLst>
                <a:ext uri="{FF2B5EF4-FFF2-40B4-BE49-F238E27FC236}">
                  <a16:creationId xmlns:a16="http://schemas.microsoft.com/office/drawing/2014/main" id="{78E5BF44-F4E0-6750-7A0C-0FAEC22F0DF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3000" y="482986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8" name="Straight Connector 4477">
              <a:extLst>
                <a:ext uri="{FF2B5EF4-FFF2-40B4-BE49-F238E27FC236}">
                  <a16:creationId xmlns:a16="http://schemas.microsoft.com/office/drawing/2014/main" id="{84978F2B-89C8-8339-79C6-143941A2742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32200" y="485529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9" name="Straight Connector 4478">
              <a:extLst>
                <a:ext uri="{FF2B5EF4-FFF2-40B4-BE49-F238E27FC236}">
                  <a16:creationId xmlns:a16="http://schemas.microsoft.com/office/drawing/2014/main" id="{4D2ECC1E-CFBF-62DD-BC81-8F220E0486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5273" y="41982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0" name="Straight Connector 4479">
              <a:extLst>
                <a:ext uri="{FF2B5EF4-FFF2-40B4-BE49-F238E27FC236}">
                  <a16:creationId xmlns:a16="http://schemas.microsoft.com/office/drawing/2014/main" id="{35975AD8-74B6-11A3-DE14-9ED1A13734C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74473" y="42236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56" name="Group 4855">
            <a:extLst>
              <a:ext uri="{FF2B5EF4-FFF2-40B4-BE49-F238E27FC236}">
                <a16:creationId xmlns:a16="http://schemas.microsoft.com/office/drawing/2014/main" id="{07E7A758-056C-0608-121D-C61DBE2B24F0}"/>
              </a:ext>
            </a:extLst>
          </p:cNvPr>
          <p:cNvGrpSpPr/>
          <p:nvPr/>
        </p:nvGrpSpPr>
        <p:grpSpPr>
          <a:xfrm rot="537464">
            <a:off x="2878066" y="4102026"/>
            <a:ext cx="217320" cy="179272"/>
            <a:chOff x="8071687" y="3318142"/>
            <a:chExt cx="1814997" cy="1613210"/>
          </a:xfrm>
        </p:grpSpPr>
        <p:sp>
          <p:nvSpPr>
            <p:cNvPr id="4857" name="Freeform 4856">
              <a:extLst>
                <a:ext uri="{FF2B5EF4-FFF2-40B4-BE49-F238E27FC236}">
                  <a16:creationId xmlns:a16="http://schemas.microsoft.com/office/drawing/2014/main" id="{7D63C082-4324-27D9-F2B5-4842D44B963F}"/>
                </a:ext>
              </a:extLst>
            </p:cNvPr>
            <p:cNvSpPr/>
            <p:nvPr/>
          </p:nvSpPr>
          <p:spPr>
            <a:xfrm>
              <a:off x="8071687" y="3318142"/>
              <a:ext cx="1814997" cy="1613210"/>
            </a:xfrm>
            <a:custGeom>
              <a:avLst/>
              <a:gdLst>
                <a:gd name="connsiteX0" fmla="*/ 1368943 w 1814997"/>
                <a:gd name="connsiteY0" fmla="*/ 0 h 1613210"/>
                <a:gd name="connsiteX1" fmla="*/ 1368943 w 1814997"/>
                <a:gd name="connsiteY1" fmla="*/ 0 h 1613210"/>
                <a:gd name="connsiteX2" fmla="*/ 1279733 w 1814997"/>
                <a:gd name="connsiteY2" fmla="*/ 14869 h 1613210"/>
                <a:gd name="connsiteX3" fmla="*/ 1264864 w 1814997"/>
                <a:gd name="connsiteY3" fmla="*/ 29737 h 1613210"/>
                <a:gd name="connsiteX4" fmla="*/ 1242562 w 1814997"/>
                <a:gd name="connsiteY4" fmla="*/ 37171 h 1613210"/>
                <a:gd name="connsiteX5" fmla="*/ 1212825 w 1814997"/>
                <a:gd name="connsiteY5" fmla="*/ 52039 h 1613210"/>
                <a:gd name="connsiteX6" fmla="*/ 1190523 w 1814997"/>
                <a:gd name="connsiteY6" fmla="*/ 66908 h 1613210"/>
                <a:gd name="connsiteX7" fmla="*/ 1168221 w 1814997"/>
                <a:gd name="connsiteY7" fmla="*/ 74342 h 1613210"/>
                <a:gd name="connsiteX8" fmla="*/ 1145918 w 1814997"/>
                <a:gd name="connsiteY8" fmla="*/ 89210 h 1613210"/>
                <a:gd name="connsiteX9" fmla="*/ 1101313 w 1814997"/>
                <a:gd name="connsiteY9" fmla="*/ 104079 h 1613210"/>
                <a:gd name="connsiteX10" fmla="*/ 1071577 w 1814997"/>
                <a:gd name="connsiteY10" fmla="*/ 118947 h 1613210"/>
                <a:gd name="connsiteX11" fmla="*/ 1049274 w 1814997"/>
                <a:gd name="connsiteY11" fmla="*/ 133815 h 1613210"/>
                <a:gd name="connsiteX12" fmla="*/ 1026972 w 1814997"/>
                <a:gd name="connsiteY12" fmla="*/ 141249 h 1613210"/>
                <a:gd name="connsiteX13" fmla="*/ 982367 w 1814997"/>
                <a:gd name="connsiteY13" fmla="*/ 170986 h 1613210"/>
                <a:gd name="connsiteX14" fmla="*/ 960064 w 1814997"/>
                <a:gd name="connsiteY14" fmla="*/ 185854 h 1613210"/>
                <a:gd name="connsiteX15" fmla="*/ 937762 w 1814997"/>
                <a:gd name="connsiteY15" fmla="*/ 193288 h 1613210"/>
                <a:gd name="connsiteX16" fmla="*/ 878289 w 1814997"/>
                <a:gd name="connsiteY16" fmla="*/ 223025 h 1613210"/>
                <a:gd name="connsiteX17" fmla="*/ 848552 w 1814997"/>
                <a:gd name="connsiteY17" fmla="*/ 237893 h 1613210"/>
                <a:gd name="connsiteX18" fmla="*/ 826250 w 1814997"/>
                <a:gd name="connsiteY18" fmla="*/ 245327 h 1613210"/>
                <a:gd name="connsiteX19" fmla="*/ 729606 w 1814997"/>
                <a:gd name="connsiteY19" fmla="*/ 289932 h 1613210"/>
                <a:gd name="connsiteX20" fmla="*/ 685001 w 1814997"/>
                <a:gd name="connsiteY20" fmla="*/ 304800 h 1613210"/>
                <a:gd name="connsiteX21" fmla="*/ 640396 w 1814997"/>
                <a:gd name="connsiteY21" fmla="*/ 334537 h 1613210"/>
                <a:gd name="connsiteX22" fmla="*/ 603225 w 1814997"/>
                <a:gd name="connsiteY22" fmla="*/ 371708 h 1613210"/>
                <a:gd name="connsiteX23" fmla="*/ 580923 w 1814997"/>
                <a:gd name="connsiteY23" fmla="*/ 386576 h 1613210"/>
                <a:gd name="connsiteX24" fmla="*/ 558621 w 1814997"/>
                <a:gd name="connsiteY24" fmla="*/ 408879 h 1613210"/>
                <a:gd name="connsiteX25" fmla="*/ 514016 w 1814997"/>
                <a:gd name="connsiteY25" fmla="*/ 438615 h 1613210"/>
                <a:gd name="connsiteX26" fmla="*/ 476845 w 1814997"/>
                <a:gd name="connsiteY26" fmla="*/ 460918 h 1613210"/>
                <a:gd name="connsiteX27" fmla="*/ 417372 w 1814997"/>
                <a:gd name="connsiteY27" fmla="*/ 512957 h 1613210"/>
                <a:gd name="connsiteX28" fmla="*/ 387635 w 1814997"/>
                <a:gd name="connsiteY28" fmla="*/ 550127 h 1613210"/>
                <a:gd name="connsiteX29" fmla="*/ 365333 w 1814997"/>
                <a:gd name="connsiteY29" fmla="*/ 572430 h 1613210"/>
                <a:gd name="connsiteX30" fmla="*/ 335596 w 1814997"/>
                <a:gd name="connsiteY30" fmla="*/ 631903 h 1613210"/>
                <a:gd name="connsiteX31" fmla="*/ 305860 w 1814997"/>
                <a:gd name="connsiteY31" fmla="*/ 676508 h 1613210"/>
                <a:gd name="connsiteX32" fmla="*/ 290991 w 1814997"/>
                <a:gd name="connsiteY32" fmla="*/ 698810 h 1613210"/>
                <a:gd name="connsiteX33" fmla="*/ 238952 w 1814997"/>
                <a:gd name="connsiteY33" fmla="*/ 735981 h 1613210"/>
                <a:gd name="connsiteX34" fmla="*/ 209216 w 1814997"/>
                <a:gd name="connsiteY34" fmla="*/ 773152 h 1613210"/>
                <a:gd name="connsiteX35" fmla="*/ 164611 w 1814997"/>
                <a:gd name="connsiteY35" fmla="*/ 810322 h 1613210"/>
                <a:gd name="connsiteX36" fmla="*/ 127440 w 1814997"/>
                <a:gd name="connsiteY36" fmla="*/ 862361 h 1613210"/>
                <a:gd name="connsiteX37" fmla="*/ 112572 w 1814997"/>
                <a:gd name="connsiteY37" fmla="*/ 877230 h 1613210"/>
                <a:gd name="connsiteX38" fmla="*/ 67967 w 1814997"/>
                <a:gd name="connsiteY38" fmla="*/ 944137 h 1613210"/>
                <a:gd name="connsiteX39" fmla="*/ 53099 w 1814997"/>
                <a:gd name="connsiteY39" fmla="*/ 966439 h 1613210"/>
                <a:gd name="connsiteX40" fmla="*/ 38230 w 1814997"/>
                <a:gd name="connsiteY40" fmla="*/ 988742 h 1613210"/>
                <a:gd name="connsiteX41" fmla="*/ 23362 w 1814997"/>
                <a:gd name="connsiteY41" fmla="*/ 1033347 h 1613210"/>
                <a:gd name="connsiteX42" fmla="*/ 15928 w 1814997"/>
                <a:gd name="connsiteY42" fmla="*/ 1055649 h 1613210"/>
                <a:gd name="connsiteX43" fmla="*/ 8494 w 1814997"/>
                <a:gd name="connsiteY43" fmla="*/ 1152293 h 1613210"/>
                <a:gd name="connsiteX44" fmla="*/ 1060 w 1814997"/>
                <a:gd name="connsiteY44" fmla="*/ 1115122 h 1613210"/>
                <a:gd name="connsiteX45" fmla="*/ 15928 w 1814997"/>
                <a:gd name="connsiteY45" fmla="*/ 1129991 h 1613210"/>
                <a:gd name="connsiteX46" fmla="*/ 45664 w 1814997"/>
                <a:gd name="connsiteY46" fmla="*/ 1196898 h 1613210"/>
                <a:gd name="connsiteX47" fmla="*/ 67967 w 1814997"/>
                <a:gd name="connsiteY47" fmla="*/ 1204332 h 1613210"/>
                <a:gd name="connsiteX48" fmla="*/ 127440 w 1814997"/>
                <a:gd name="connsiteY48" fmla="*/ 1219200 h 1613210"/>
                <a:gd name="connsiteX49" fmla="*/ 186913 w 1814997"/>
                <a:gd name="connsiteY49" fmla="*/ 1248937 h 1613210"/>
                <a:gd name="connsiteX50" fmla="*/ 224084 w 1814997"/>
                <a:gd name="connsiteY50" fmla="*/ 1271239 h 1613210"/>
                <a:gd name="connsiteX51" fmla="*/ 238952 w 1814997"/>
                <a:gd name="connsiteY51" fmla="*/ 1286108 h 1613210"/>
                <a:gd name="connsiteX52" fmla="*/ 313294 w 1814997"/>
                <a:gd name="connsiteY52" fmla="*/ 1330713 h 1613210"/>
                <a:gd name="connsiteX53" fmla="*/ 335596 w 1814997"/>
                <a:gd name="connsiteY53" fmla="*/ 1338147 h 1613210"/>
                <a:gd name="connsiteX54" fmla="*/ 365333 w 1814997"/>
                <a:gd name="connsiteY54" fmla="*/ 1353015 h 1613210"/>
                <a:gd name="connsiteX55" fmla="*/ 387635 w 1814997"/>
                <a:gd name="connsiteY55" fmla="*/ 1360449 h 1613210"/>
                <a:gd name="connsiteX56" fmla="*/ 417372 w 1814997"/>
                <a:gd name="connsiteY56" fmla="*/ 1375318 h 1613210"/>
                <a:gd name="connsiteX57" fmla="*/ 447108 w 1814997"/>
                <a:gd name="connsiteY57" fmla="*/ 1382752 h 1613210"/>
                <a:gd name="connsiteX58" fmla="*/ 469411 w 1814997"/>
                <a:gd name="connsiteY58" fmla="*/ 1397620 h 1613210"/>
                <a:gd name="connsiteX59" fmla="*/ 528884 w 1814997"/>
                <a:gd name="connsiteY59" fmla="*/ 1412488 h 1613210"/>
                <a:gd name="connsiteX60" fmla="*/ 573489 w 1814997"/>
                <a:gd name="connsiteY60" fmla="*/ 1427357 h 1613210"/>
                <a:gd name="connsiteX61" fmla="*/ 595791 w 1814997"/>
                <a:gd name="connsiteY61" fmla="*/ 1434791 h 1613210"/>
                <a:gd name="connsiteX62" fmla="*/ 640396 w 1814997"/>
                <a:gd name="connsiteY62" fmla="*/ 1449659 h 1613210"/>
                <a:gd name="connsiteX63" fmla="*/ 662699 w 1814997"/>
                <a:gd name="connsiteY63" fmla="*/ 1457093 h 1613210"/>
                <a:gd name="connsiteX64" fmla="*/ 744474 w 1814997"/>
                <a:gd name="connsiteY64" fmla="*/ 1486830 h 1613210"/>
                <a:gd name="connsiteX65" fmla="*/ 774211 w 1814997"/>
                <a:gd name="connsiteY65" fmla="*/ 1494264 h 1613210"/>
                <a:gd name="connsiteX66" fmla="*/ 796513 w 1814997"/>
                <a:gd name="connsiteY66" fmla="*/ 1501698 h 1613210"/>
                <a:gd name="connsiteX67" fmla="*/ 870855 w 1814997"/>
                <a:gd name="connsiteY67" fmla="*/ 1516566 h 1613210"/>
                <a:gd name="connsiteX68" fmla="*/ 893157 w 1814997"/>
                <a:gd name="connsiteY68" fmla="*/ 1524000 h 1613210"/>
                <a:gd name="connsiteX69" fmla="*/ 930328 w 1814997"/>
                <a:gd name="connsiteY69" fmla="*/ 1538869 h 1613210"/>
                <a:gd name="connsiteX70" fmla="*/ 967499 w 1814997"/>
                <a:gd name="connsiteY70" fmla="*/ 1546303 h 1613210"/>
                <a:gd name="connsiteX71" fmla="*/ 1049274 w 1814997"/>
                <a:gd name="connsiteY71" fmla="*/ 1568605 h 1613210"/>
                <a:gd name="connsiteX72" fmla="*/ 1153352 w 1814997"/>
                <a:gd name="connsiteY72" fmla="*/ 1583474 h 1613210"/>
                <a:gd name="connsiteX73" fmla="*/ 1272299 w 1814997"/>
                <a:gd name="connsiteY73" fmla="*/ 1605776 h 1613210"/>
                <a:gd name="connsiteX74" fmla="*/ 1361508 w 1814997"/>
                <a:gd name="connsiteY74" fmla="*/ 1613210 h 1613210"/>
                <a:gd name="connsiteX75" fmla="*/ 1621703 w 1814997"/>
                <a:gd name="connsiteY75" fmla="*/ 1605776 h 1613210"/>
                <a:gd name="connsiteX76" fmla="*/ 1703479 w 1814997"/>
                <a:gd name="connsiteY76" fmla="*/ 1598342 h 1613210"/>
                <a:gd name="connsiteX77" fmla="*/ 1725782 w 1814997"/>
                <a:gd name="connsiteY77" fmla="*/ 1583474 h 1613210"/>
                <a:gd name="connsiteX78" fmla="*/ 1748084 w 1814997"/>
                <a:gd name="connsiteY78" fmla="*/ 1576039 h 1613210"/>
                <a:gd name="connsiteX79" fmla="*/ 1792689 w 1814997"/>
                <a:gd name="connsiteY79" fmla="*/ 1486830 h 1613210"/>
                <a:gd name="connsiteX80" fmla="*/ 1800123 w 1814997"/>
                <a:gd name="connsiteY80" fmla="*/ 1464527 h 1613210"/>
                <a:gd name="connsiteX81" fmla="*/ 1814991 w 1814997"/>
                <a:gd name="connsiteY81" fmla="*/ 1278674 h 1613210"/>
                <a:gd name="connsiteX82" fmla="*/ 1800123 w 1814997"/>
                <a:gd name="connsiteY82" fmla="*/ 1011044 h 1613210"/>
                <a:gd name="connsiteX83" fmla="*/ 1785255 w 1814997"/>
                <a:gd name="connsiteY83" fmla="*/ 914400 h 1613210"/>
                <a:gd name="connsiteX84" fmla="*/ 1777821 w 1814997"/>
                <a:gd name="connsiteY84" fmla="*/ 892098 h 1613210"/>
                <a:gd name="connsiteX85" fmla="*/ 1777821 w 1814997"/>
                <a:gd name="connsiteY85" fmla="*/ 788020 h 1613210"/>
                <a:gd name="connsiteX86" fmla="*/ 1748084 w 1814997"/>
                <a:gd name="connsiteY86" fmla="*/ 758283 h 1613210"/>
                <a:gd name="connsiteX87" fmla="*/ 1725782 w 1814997"/>
                <a:gd name="connsiteY87" fmla="*/ 750849 h 1613210"/>
                <a:gd name="connsiteX88" fmla="*/ 1718347 w 1814997"/>
                <a:gd name="connsiteY88" fmla="*/ 728547 h 1613210"/>
                <a:gd name="connsiteX89" fmla="*/ 1703479 w 1814997"/>
                <a:gd name="connsiteY89" fmla="*/ 661639 h 1613210"/>
                <a:gd name="connsiteX90" fmla="*/ 1688611 w 1814997"/>
                <a:gd name="connsiteY90" fmla="*/ 490654 h 1613210"/>
                <a:gd name="connsiteX91" fmla="*/ 1681177 w 1814997"/>
                <a:gd name="connsiteY91" fmla="*/ 460918 h 1613210"/>
                <a:gd name="connsiteX92" fmla="*/ 1688611 w 1814997"/>
                <a:gd name="connsiteY92" fmla="*/ 438615 h 1613210"/>
                <a:gd name="connsiteX93" fmla="*/ 1651440 w 1814997"/>
                <a:gd name="connsiteY93" fmla="*/ 401444 h 1613210"/>
                <a:gd name="connsiteX94" fmla="*/ 1606835 w 1814997"/>
                <a:gd name="connsiteY94" fmla="*/ 386576 h 1613210"/>
                <a:gd name="connsiteX95" fmla="*/ 1584533 w 1814997"/>
                <a:gd name="connsiteY95" fmla="*/ 379142 h 1613210"/>
                <a:gd name="connsiteX96" fmla="*/ 1569664 w 1814997"/>
                <a:gd name="connsiteY96" fmla="*/ 334537 h 1613210"/>
                <a:gd name="connsiteX97" fmla="*/ 1562230 w 1814997"/>
                <a:gd name="connsiteY97" fmla="*/ 312235 h 1613210"/>
                <a:gd name="connsiteX98" fmla="*/ 1547362 w 1814997"/>
                <a:gd name="connsiteY98" fmla="*/ 252761 h 1613210"/>
                <a:gd name="connsiteX99" fmla="*/ 1525060 w 1814997"/>
                <a:gd name="connsiteY99" fmla="*/ 178420 h 1613210"/>
                <a:gd name="connsiteX100" fmla="*/ 1510191 w 1814997"/>
                <a:gd name="connsiteY100" fmla="*/ 74342 h 1613210"/>
                <a:gd name="connsiteX101" fmla="*/ 1502757 w 1814997"/>
                <a:gd name="connsiteY101" fmla="*/ 52039 h 1613210"/>
                <a:gd name="connsiteX102" fmla="*/ 1480455 w 1814997"/>
                <a:gd name="connsiteY102" fmla="*/ 29737 h 1613210"/>
                <a:gd name="connsiteX103" fmla="*/ 1428416 w 1814997"/>
                <a:gd name="connsiteY103" fmla="*/ 14869 h 1613210"/>
                <a:gd name="connsiteX104" fmla="*/ 1368943 w 1814997"/>
                <a:gd name="connsiteY104" fmla="*/ 0 h 161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814997" h="1613210">
                  <a:moveTo>
                    <a:pt x="1368943" y="0"/>
                  </a:moveTo>
                  <a:lnTo>
                    <a:pt x="1368943" y="0"/>
                  </a:lnTo>
                  <a:cubicBezTo>
                    <a:pt x="1362334" y="734"/>
                    <a:pt x="1299547" y="2981"/>
                    <a:pt x="1279733" y="14869"/>
                  </a:cubicBezTo>
                  <a:cubicBezTo>
                    <a:pt x="1273723" y="18475"/>
                    <a:pt x="1270874" y="26131"/>
                    <a:pt x="1264864" y="29737"/>
                  </a:cubicBezTo>
                  <a:cubicBezTo>
                    <a:pt x="1258145" y="33769"/>
                    <a:pt x="1249765" y="34084"/>
                    <a:pt x="1242562" y="37171"/>
                  </a:cubicBezTo>
                  <a:cubicBezTo>
                    <a:pt x="1232376" y="41536"/>
                    <a:pt x="1222447" y="46541"/>
                    <a:pt x="1212825" y="52039"/>
                  </a:cubicBezTo>
                  <a:cubicBezTo>
                    <a:pt x="1205067" y="56472"/>
                    <a:pt x="1198514" y="62912"/>
                    <a:pt x="1190523" y="66908"/>
                  </a:cubicBezTo>
                  <a:cubicBezTo>
                    <a:pt x="1183514" y="70413"/>
                    <a:pt x="1175230" y="70838"/>
                    <a:pt x="1168221" y="74342"/>
                  </a:cubicBezTo>
                  <a:cubicBezTo>
                    <a:pt x="1160229" y="78338"/>
                    <a:pt x="1154083" y="85581"/>
                    <a:pt x="1145918" y="89210"/>
                  </a:cubicBezTo>
                  <a:cubicBezTo>
                    <a:pt x="1131596" y="95575"/>
                    <a:pt x="1115331" y="97070"/>
                    <a:pt x="1101313" y="104079"/>
                  </a:cubicBezTo>
                  <a:cubicBezTo>
                    <a:pt x="1091401" y="109035"/>
                    <a:pt x="1081199" y="113449"/>
                    <a:pt x="1071577" y="118947"/>
                  </a:cubicBezTo>
                  <a:cubicBezTo>
                    <a:pt x="1063819" y="123380"/>
                    <a:pt x="1057266" y="129819"/>
                    <a:pt x="1049274" y="133815"/>
                  </a:cubicBezTo>
                  <a:cubicBezTo>
                    <a:pt x="1042265" y="137319"/>
                    <a:pt x="1034406" y="138771"/>
                    <a:pt x="1026972" y="141249"/>
                  </a:cubicBezTo>
                  <a:cubicBezTo>
                    <a:pt x="1000472" y="167749"/>
                    <a:pt x="1024372" y="146984"/>
                    <a:pt x="982367" y="170986"/>
                  </a:cubicBezTo>
                  <a:cubicBezTo>
                    <a:pt x="974609" y="175419"/>
                    <a:pt x="968056" y="181858"/>
                    <a:pt x="960064" y="185854"/>
                  </a:cubicBezTo>
                  <a:cubicBezTo>
                    <a:pt x="953055" y="189358"/>
                    <a:pt x="944896" y="190045"/>
                    <a:pt x="937762" y="193288"/>
                  </a:cubicBezTo>
                  <a:cubicBezTo>
                    <a:pt x="917584" y="202460"/>
                    <a:pt x="898113" y="213113"/>
                    <a:pt x="878289" y="223025"/>
                  </a:cubicBezTo>
                  <a:cubicBezTo>
                    <a:pt x="868377" y="227981"/>
                    <a:pt x="859066" y="234388"/>
                    <a:pt x="848552" y="237893"/>
                  </a:cubicBezTo>
                  <a:cubicBezTo>
                    <a:pt x="841118" y="240371"/>
                    <a:pt x="833384" y="242084"/>
                    <a:pt x="826250" y="245327"/>
                  </a:cubicBezTo>
                  <a:cubicBezTo>
                    <a:pt x="757500" y="276577"/>
                    <a:pt x="785755" y="269515"/>
                    <a:pt x="729606" y="289932"/>
                  </a:cubicBezTo>
                  <a:cubicBezTo>
                    <a:pt x="714877" y="295288"/>
                    <a:pt x="685001" y="304800"/>
                    <a:pt x="685001" y="304800"/>
                  </a:cubicBezTo>
                  <a:cubicBezTo>
                    <a:pt x="670133" y="314712"/>
                    <a:pt x="653032" y="321901"/>
                    <a:pt x="640396" y="334537"/>
                  </a:cubicBezTo>
                  <a:cubicBezTo>
                    <a:pt x="628006" y="346927"/>
                    <a:pt x="617805" y="361988"/>
                    <a:pt x="603225" y="371708"/>
                  </a:cubicBezTo>
                  <a:cubicBezTo>
                    <a:pt x="595791" y="376664"/>
                    <a:pt x="587787" y="380856"/>
                    <a:pt x="580923" y="386576"/>
                  </a:cubicBezTo>
                  <a:cubicBezTo>
                    <a:pt x="572846" y="393307"/>
                    <a:pt x="566920" y="402424"/>
                    <a:pt x="558621" y="408879"/>
                  </a:cubicBezTo>
                  <a:cubicBezTo>
                    <a:pt x="544516" y="419850"/>
                    <a:pt x="526652" y="425980"/>
                    <a:pt x="514016" y="438615"/>
                  </a:cubicBezTo>
                  <a:cubicBezTo>
                    <a:pt x="493606" y="459024"/>
                    <a:pt x="505796" y="451266"/>
                    <a:pt x="476845" y="460918"/>
                  </a:cubicBezTo>
                  <a:cubicBezTo>
                    <a:pt x="434725" y="524098"/>
                    <a:pt x="504091" y="426244"/>
                    <a:pt x="417372" y="512957"/>
                  </a:cubicBezTo>
                  <a:cubicBezTo>
                    <a:pt x="374127" y="556199"/>
                    <a:pt x="434509" y="493877"/>
                    <a:pt x="387635" y="550127"/>
                  </a:cubicBezTo>
                  <a:cubicBezTo>
                    <a:pt x="380905" y="558204"/>
                    <a:pt x="370977" y="563560"/>
                    <a:pt x="365333" y="572430"/>
                  </a:cubicBezTo>
                  <a:cubicBezTo>
                    <a:pt x="353434" y="591129"/>
                    <a:pt x="347890" y="613461"/>
                    <a:pt x="335596" y="631903"/>
                  </a:cubicBezTo>
                  <a:lnTo>
                    <a:pt x="305860" y="676508"/>
                  </a:lnTo>
                  <a:cubicBezTo>
                    <a:pt x="300904" y="683942"/>
                    <a:pt x="298425" y="693854"/>
                    <a:pt x="290991" y="698810"/>
                  </a:cubicBezTo>
                  <a:cubicBezTo>
                    <a:pt x="258380" y="720552"/>
                    <a:pt x="275837" y="708318"/>
                    <a:pt x="238952" y="735981"/>
                  </a:cubicBezTo>
                  <a:cubicBezTo>
                    <a:pt x="227914" y="752538"/>
                    <a:pt x="224347" y="761047"/>
                    <a:pt x="209216" y="773152"/>
                  </a:cubicBezTo>
                  <a:cubicBezTo>
                    <a:pt x="177927" y="798184"/>
                    <a:pt x="193512" y="776605"/>
                    <a:pt x="164611" y="810322"/>
                  </a:cubicBezTo>
                  <a:cubicBezTo>
                    <a:pt x="101848" y="883546"/>
                    <a:pt x="174491" y="803546"/>
                    <a:pt x="127440" y="862361"/>
                  </a:cubicBezTo>
                  <a:cubicBezTo>
                    <a:pt x="123062" y="867834"/>
                    <a:pt x="116777" y="871623"/>
                    <a:pt x="112572" y="877230"/>
                  </a:cubicBezTo>
                  <a:cubicBezTo>
                    <a:pt x="112568" y="877235"/>
                    <a:pt x="75403" y="932983"/>
                    <a:pt x="67967" y="944137"/>
                  </a:cubicBezTo>
                  <a:lnTo>
                    <a:pt x="53099" y="966439"/>
                  </a:lnTo>
                  <a:lnTo>
                    <a:pt x="38230" y="988742"/>
                  </a:lnTo>
                  <a:lnTo>
                    <a:pt x="23362" y="1033347"/>
                  </a:lnTo>
                  <a:lnTo>
                    <a:pt x="15928" y="1055649"/>
                  </a:lnTo>
                  <a:cubicBezTo>
                    <a:pt x="13450" y="1087864"/>
                    <a:pt x="16330" y="1120948"/>
                    <a:pt x="8494" y="1152293"/>
                  </a:cubicBezTo>
                  <a:cubicBezTo>
                    <a:pt x="5429" y="1164551"/>
                    <a:pt x="-2936" y="1127109"/>
                    <a:pt x="1060" y="1115122"/>
                  </a:cubicBezTo>
                  <a:cubicBezTo>
                    <a:pt x="3276" y="1108473"/>
                    <a:pt x="10972" y="1125035"/>
                    <a:pt x="15928" y="1129991"/>
                  </a:cubicBezTo>
                  <a:cubicBezTo>
                    <a:pt x="22771" y="1177891"/>
                    <a:pt x="9728" y="1178930"/>
                    <a:pt x="45664" y="1196898"/>
                  </a:cubicBezTo>
                  <a:cubicBezTo>
                    <a:pt x="52673" y="1200402"/>
                    <a:pt x="60407" y="1202270"/>
                    <a:pt x="67967" y="1204332"/>
                  </a:cubicBezTo>
                  <a:cubicBezTo>
                    <a:pt x="87681" y="1209709"/>
                    <a:pt x="127440" y="1219200"/>
                    <a:pt x="127440" y="1219200"/>
                  </a:cubicBezTo>
                  <a:cubicBezTo>
                    <a:pt x="147264" y="1229112"/>
                    <a:pt x="171240" y="1233265"/>
                    <a:pt x="186913" y="1248937"/>
                  </a:cubicBezTo>
                  <a:cubicBezTo>
                    <a:pt x="207323" y="1269346"/>
                    <a:pt x="195133" y="1261589"/>
                    <a:pt x="224084" y="1271239"/>
                  </a:cubicBezTo>
                  <a:cubicBezTo>
                    <a:pt x="229040" y="1276195"/>
                    <a:pt x="233345" y="1281903"/>
                    <a:pt x="238952" y="1286108"/>
                  </a:cubicBezTo>
                  <a:cubicBezTo>
                    <a:pt x="262436" y="1303721"/>
                    <a:pt x="286392" y="1319183"/>
                    <a:pt x="313294" y="1330713"/>
                  </a:cubicBezTo>
                  <a:cubicBezTo>
                    <a:pt x="320497" y="1333800"/>
                    <a:pt x="328393" y="1335060"/>
                    <a:pt x="335596" y="1338147"/>
                  </a:cubicBezTo>
                  <a:cubicBezTo>
                    <a:pt x="345782" y="1342512"/>
                    <a:pt x="355147" y="1348650"/>
                    <a:pt x="365333" y="1353015"/>
                  </a:cubicBezTo>
                  <a:cubicBezTo>
                    <a:pt x="372536" y="1356102"/>
                    <a:pt x="380432" y="1357362"/>
                    <a:pt x="387635" y="1360449"/>
                  </a:cubicBezTo>
                  <a:cubicBezTo>
                    <a:pt x="397821" y="1364815"/>
                    <a:pt x="406995" y="1371427"/>
                    <a:pt x="417372" y="1375318"/>
                  </a:cubicBezTo>
                  <a:cubicBezTo>
                    <a:pt x="426938" y="1378906"/>
                    <a:pt x="437196" y="1380274"/>
                    <a:pt x="447108" y="1382752"/>
                  </a:cubicBezTo>
                  <a:cubicBezTo>
                    <a:pt x="454542" y="1387708"/>
                    <a:pt x="461419" y="1393624"/>
                    <a:pt x="469411" y="1397620"/>
                  </a:cubicBezTo>
                  <a:cubicBezTo>
                    <a:pt x="487458" y="1406643"/>
                    <a:pt x="510219" y="1407398"/>
                    <a:pt x="528884" y="1412488"/>
                  </a:cubicBezTo>
                  <a:cubicBezTo>
                    <a:pt x="544004" y="1416612"/>
                    <a:pt x="558621" y="1422401"/>
                    <a:pt x="573489" y="1427357"/>
                  </a:cubicBezTo>
                  <a:lnTo>
                    <a:pt x="595791" y="1434791"/>
                  </a:lnTo>
                  <a:lnTo>
                    <a:pt x="640396" y="1449659"/>
                  </a:lnTo>
                  <a:cubicBezTo>
                    <a:pt x="647830" y="1452137"/>
                    <a:pt x="655423" y="1454183"/>
                    <a:pt x="662699" y="1457093"/>
                  </a:cubicBezTo>
                  <a:cubicBezTo>
                    <a:pt x="687327" y="1466944"/>
                    <a:pt x="719030" y="1480469"/>
                    <a:pt x="744474" y="1486830"/>
                  </a:cubicBezTo>
                  <a:cubicBezTo>
                    <a:pt x="754386" y="1489308"/>
                    <a:pt x="764387" y="1491457"/>
                    <a:pt x="774211" y="1494264"/>
                  </a:cubicBezTo>
                  <a:cubicBezTo>
                    <a:pt x="781746" y="1496417"/>
                    <a:pt x="788863" y="1499998"/>
                    <a:pt x="796513" y="1501698"/>
                  </a:cubicBezTo>
                  <a:cubicBezTo>
                    <a:pt x="862230" y="1516302"/>
                    <a:pt x="819016" y="1501755"/>
                    <a:pt x="870855" y="1516566"/>
                  </a:cubicBezTo>
                  <a:cubicBezTo>
                    <a:pt x="878390" y="1518719"/>
                    <a:pt x="885820" y="1521248"/>
                    <a:pt x="893157" y="1524000"/>
                  </a:cubicBezTo>
                  <a:cubicBezTo>
                    <a:pt x="905652" y="1528686"/>
                    <a:pt x="917546" y="1535034"/>
                    <a:pt x="930328" y="1538869"/>
                  </a:cubicBezTo>
                  <a:cubicBezTo>
                    <a:pt x="942431" y="1542500"/>
                    <a:pt x="955241" y="1543238"/>
                    <a:pt x="967499" y="1546303"/>
                  </a:cubicBezTo>
                  <a:cubicBezTo>
                    <a:pt x="1015894" y="1558402"/>
                    <a:pt x="964709" y="1556524"/>
                    <a:pt x="1049274" y="1568605"/>
                  </a:cubicBezTo>
                  <a:cubicBezTo>
                    <a:pt x="1083967" y="1573561"/>
                    <a:pt x="1119353" y="1574975"/>
                    <a:pt x="1153352" y="1583474"/>
                  </a:cubicBezTo>
                  <a:cubicBezTo>
                    <a:pt x="1195510" y="1594013"/>
                    <a:pt x="1222655" y="1601639"/>
                    <a:pt x="1272299" y="1605776"/>
                  </a:cubicBezTo>
                  <a:lnTo>
                    <a:pt x="1361508" y="1613210"/>
                  </a:lnTo>
                  <a:lnTo>
                    <a:pt x="1621703" y="1605776"/>
                  </a:lnTo>
                  <a:cubicBezTo>
                    <a:pt x="1649048" y="1604587"/>
                    <a:pt x="1676715" y="1604077"/>
                    <a:pt x="1703479" y="1598342"/>
                  </a:cubicBezTo>
                  <a:cubicBezTo>
                    <a:pt x="1712216" y="1596470"/>
                    <a:pt x="1717790" y="1587470"/>
                    <a:pt x="1725782" y="1583474"/>
                  </a:cubicBezTo>
                  <a:cubicBezTo>
                    <a:pt x="1732791" y="1579969"/>
                    <a:pt x="1740650" y="1578517"/>
                    <a:pt x="1748084" y="1576039"/>
                  </a:cubicBezTo>
                  <a:cubicBezTo>
                    <a:pt x="1786514" y="1518395"/>
                    <a:pt x="1772171" y="1548387"/>
                    <a:pt x="1792689" y="1486830"/>
                  </a:cubicBezTo>
                  <a:lnTo>
                    <a:pt x="1800123" y="1464527"/>
                  </a:lnTo>
                  <a:cubicBezTo>
                    <a:pt x="1803321" y="1429347"/>
                    <a:pt x="1814991" y="1306827"/>
                    <a:pt x="1814991" y="1278674"/>
                  </a:cubicBezTo>
                  <a:cubicBezTo>
                    <a:pt x="1814991" y="1069738"/>
                    <a:pt x="1815767" y="1128378"/>
                    <a:pt x="1800123" y="1011044"/>
                  </a:cubicBezTo>
                  <a:cubicBezTo>
                    <a:pt x="1794964" y="972354"/>
                    <a:pt x="1794177" y="950087"/>
                    <a:pt x="1785255" y="914400"/>
                  </a:cubicBezTo>
                  <a:cubicBezTo>
                    <a:pt x="1783354" y="906798"/>
                    <a:pt x="1780299" y="899532"/>
                    <a:pt x="1777821" y="892098"/>
                  </a:cubicBezTo>
                  <a:cubicBezTo>
                    <a:pt x="1779477" y="875542"/>
                    <a:pt x="1794083" y="814039"/>
                    <a:pt x="1777821" y="788020"/>
                  </a:cubicBezTo>
                  <a:cubicBezTo>
                    <a:pt x="1770391" y="776133"/>
                    <a:pt x="1761383" y="762716"/>
                    <a:pt x="1748084" y="758283"/>
                  </a:cubicBezTo>
                  <a:lnTo>
                    <a:pt x="1725782" y="750849"/>
                  </a:lnTo>
                  <a:cubicBezTo>
                    <a:pt x="1723304" y="743415"/>
                    <a:pt x="1720500" y="736082"/>
                    <a:pt x="1718347" y="728547"/>
                  </a:cubicBezTo>
                  <a:cubicBezTo>
                    <a:pt x="1711349" y="704057"/>
                    <a:pt x="1708587" y="687181"/>
                    <a:pt x="1703479" y="661639"/>
                  </a:cubicBezTo>
                  <a:cubicBezTo>
                    <a:pt x="1700272" y="616734"/>
                    <a:pt x="1696128" y="539512"/>
                    <a:pt x="1688611" y="490654"/>
                  </a:cubicBezTo>
                  <a:cubicBezTo>
                    <a:pt x="1687057" y="480556"/>
                    <a:pt x="1683655" y="470830"/>
                    <a:pt x="1681177" y="460918"/>
                  </a:cubicBezTo>
                  <a:cubicBezTo>
                    <a:pt x="1683655" y="453484"/>
                    <a:pt x="1689899" y="446345"/>
                    <a:pt x="1688611" y="438615"/>
                  </a:cubicBezTo>
                  <a:cubicBezTo>
                    <a:pt x="1686034" y="423152"/>
                    <a:pt x="1663929" y="406995"/>
                    <a:pt x="1651440" y="401444"/>
                  </a:cubicBezTo>
                  <a:cubicBezTo>
                    <a:pt x="1637118" y="395079"/>
                    <a:pt x="1621703" y="391532"/>
                    <a:pt x="1606835" y="386576"/>
                  </a:cubicBezTo>
                  <a:lnTo>
                    <a:pt x="1584533" y="379142"/>
                  </a:lnTo>
                  <a:lnTo>
                    <a:pt x="1569664" y="334537"/>
                  </a:lnTo>
                  <a:cubicBezTo>
                    <a:pt x="1567186" y="327103"/>
                    <a:pt x="1564130" y="319837"/>
                    <a:pt x="1562230" y="312235"/>
                  </a:cubicBezTo>
                  <a:cubicBezTo>
                    <a:pt x="1557274" y="292410"/>
                    <a:pt x="1553824" y="272147"/>
                    <a:pt x="1547362" y="252761"/>
                  </a:cubicBezTo>
                  <a:cubicBezTo>
                    <a:pt x="1540751" y="232927"/>
                    <a:pt x="1528806" y="200893"/>
                    <a:pt x="1525060" y="178420"/>
                  </a:cubicBezTo>
                  <a:cubicBezTo>
                    <a:pt x="1519299" y="143852"/>
                    <a:pt x="1521273" y="107589"/>
                    <a:pt x="1510191" y="74342"/>
                  </a:cubicBezTo>
                  <a:cubicBezTo>
                    <a:pt x="1507713" y="66908"/>
                    <a:pt x="1507104" y="58559"/>
                    <a:pt x="1502757" y="52039"/>
                  </a:cubicBezTo>
                  <a:cubicBezTo>
                    <a:pt x="1496925" y="43291"/>
                    <a:pt x="1489203" y="35569"/>
                    <a:pt x="1480455" y="29737"/>
                  </a:cubicBezTo>
                  <a:cubicBezTo>
                    <a:pt x="1474383" y="25689"/>
                    <a:pt x="1431956" y="15577"/>
                    <a:pt x="1428416" y="14869"/>
                  </a:cubicBezTo>
                  <a:cubicBezTo>
                    <a:pt x="1376987" y="4583"/>
                    <a:pt x="1378855" y="2478"/>
                    <a:pt x="1368943" y="0"/>
                  </a:cubicBezTo>
                  <a:close/>
                </a:path>
              </a:pathLst>
            </a:custGeom>
            <a:solidFill>
              <a:srgbClr val="4A382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062">
              <p14:nvContentPartPr>
                <p14:cNvPr id="4858" name="Ink 4857">
                  <a:extLst>
                    <a:ext uri="{FF2B5EF4-FFF2-40B4-BE49-F238E27FC236}">
                      <a16:creationId xmlns:a16="http://schemas.microsoft.com/office/drawing/2014/main" id="{5CFDF9B6-025F-5EA8-D098-209BAB9A335B}"/>
                    </a:ext>
                  </a:extLst>
                </p14:cNvPr>
                <p14:cNvContentPartPr/>
                <p14:nvPr/>
              </p14:nvContentPartPr>
              <p14:xfrm>
                <a:off x="8730388" y="3620041"/>
                <a:ext cx="997200" cy="162000"/>
              </p14:xfrm>
            </p:contentPart>
          </mc:Choice>
          <mc:Fallback xmlns="">
            <p:pic>
              <p:nvPicPr>
                <p:cNvPr id="4858" name="Ink 4857">
                  <a:extLst>
                    <a:ext uri="{FF2B5EF4-FFF2-40B4-BE49-F238E27FC236}">
                      <a16:creationId xmlns:a16="http://schemas.microsoft.com/office/drawing/2014/main" id="{5CFDF9B6-025F-5EA8-D098-209BAB9A335B}"/>
                    </a:ext>
                  </a:extLst>
                </p:cNvPr>
                <p:cNvPicPr/>
                <p:nvPr/>
              </p:nvPicPr>
              <p:blipFill>
                <a:blip r:embed="rId1063"/>
                <a:stretch>
                  <a:fillRect/>
                </a:stretch>
              </p:blipFill>
              <p:spPr>
                <a:xfrm>
                  <a:off x="8694453" y="3581923"/>
                  <a:ext cx="1069070" cy="2382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4">
              <p14:nvContentPartPr>
                <p14:cNvPr id="4859" name="Ink 4858">
                  <a:extLst>
                    <a:ext uri="{FF2B5EF4-FFF2-40B4-BE49-F238E27FC236}">
                      <a16:creationId xmlns:a16="http://schemas.microsoft.com/office/drawing/2014/main" id="{67056337-18BC-FC34-A588-458B01D22AD6}"/>
                    </a:ext>
                  </a:extLst>
                </p14:cNvPr>
                <p14:cNvContentPartPr/>
                <p14:nvPr/>
              </p14:nvContentPartPr>
              <p14:xfrm>
                <a:off x="8678548" y="3622201"/>
                <a:ext cx="1069200" cy="237600"/>
              </p14:xfrm>
            </p:contentPart>
          </mc:Choice>
          <mc:Fallback xmlns="">
            <p:pic>
              <p:nvPicPr>
                <p:cNvPr id="4859" name="Ink 4858">
                  <a:extLst>
                    <a:ext uri="{FF2B5EF4-FFF2-40B4-BE49-F238E27FC236}">
                      <a16:creationId xmlns:a16="http://schemas.microsoft.com/office/drawing/2014/main" id="{67056337-18BC-FC34-A588-458B01D22AD6}"/>
                    </a:ext>
                  </a:extLst>
                </p:cNvPr>
                <p:cNvPicPr/>
                <p:nvPr/>
              </p:nvPicPr>
              <p:blipFill>
                <a:blip r:embed="rId1065"/>
                <a:stretch>
                  <a:fillRect/>
                </a:stretch>
              </p:blipFill>
              <p:spPr>
                <a:xfrm>
                  <a:off x="8642508" y="3583671"/>
                  <a:ext cx="1141281" cy="31465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4860" name="Group 4859">
              <a:extLst>
                <a:ext uri="{FF2B5EF4-FFF2-40B4-BE49-F238E27FC236}">
                  <a16:creationId xmlns:a16="http://schemas.microsoft.com/office/drawing/2014/main" id="{92C618FE-C50C-12CD-0854-35C0C1913FC1}"/>
                </a:ext>
              </a:extLst>
            </p:cNvPr>
            <p:cNvGrpSpPr/>
            <p:nvPr/>
          </p:nvGrpSpPr>
          <p:grpSpPr>
            <a:xfrm>
              <a:off x="8120908" y="3771241"/>
              <a:ext cx="1723320" cy="1128960"/>
              <a:chOff x="4843185" y="4051226"/>
              <a:chExt cx="1723320" cy="11289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066">
                <p14:nvContentPartPr>
                  <p14:cNvPr id="4886" name="Ink 4885">
                    <a:extLst>
                      <a:ext uri="{FF2B5EF4-FFF2-40B4-BE49-F238E27FC236}">
                        <a16:creationId xmlns:a16="http://schemas.microsoft.com/office/drawing/2014/main" id="{6BB5C52E-F0A5-8D1B-991D-F5C683408439}"/>
                      </a:ext>
                    </a:extLst>
                  </p14:cNvPr>
                  <p14:cNvContentPartPr/>
                  <p14:nvPr/>
                </p14:nvContentPartPr>
                <p14:xfrm>
                  <a:off x="4843185" y="4730186"/>
                  <a:ext cx="34200" cy="47880"/>
                </p14:xfrm>
              </p:contentPart>
            </mc:Choice>
            <mc:Fallback xmlns="">
              <p:pic>
                <p:nvPicPr>
                  <p:cNvPr id="4886" name="Ink 4885">
                    <a:extLst>
                      <a:ext uri="{FF2B5EF4-FFF2-40B4-BE49-F238E27FC236}">
                        <a16:creationId xmlns:a16="http://schemas.microsoft.com/office/drawing/2014/main" id="{6BB5C52E-F0A5-8D1B-991D-F5C68340843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4808985" y="4694276"/>
                    <a:ext cx="102600" cy="119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67">
                <p14:nvContentPartPr>
                  <p14:cNvPr id="4887" name="Ink 4886">
                    <a:extLst>
                      <a:ext uri="{FF2B5EF4-FFF2-40B4-BE49-F238E27FC236}">
                        <a16:creationId xmlns:a16="http://schemas.microsoft.com/office/drawing/2014/main" id="{4EF56147-C12A-230B-B5C6-223AE352A625}"/>
                      </a:ext>
                    </a:extLst>
                  </p14:cNvPr>
                  <p14:cNvContentPartPr/>
                  <p14:nvPr/>
                </p14:nvContentPartPr>
                <p14:xfrm>
                  <a:off x="4965945" y="4802906"/>
                  <a:ext cx="37800" cy="50760"/>
                </p14:xfrm>
              </p:contentPart>
            </mc:Choice>
            <mc:Fallback xmlns="">
              <p:pic>
                <p:nvPicPr>
                  <p:cNvPr id="4887" name="Ink 4886">
                    <a:extLst>
                      <a:ext uri="{FF2B5EF4-FFF2-40B4-BE49-F238E27FC236}">
                        <a16:creationId xmlns:a16="http://schemas.microsoft.com/office/drawing/2014/main" id="{4EF56147-C12A-230B-B5C6-223AE352A625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4931053" y="4767075"/>
                    <a:ext cx="107585" cy="12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68">
                <p14:nvContentPartPr>
                  <p14:cNvPr id="4888" name="Ink 4887">
                    <a:extLst>
                      <a:ext uri="{FF2B5EF4-FFF2-40B4-BE49-F238E27FC236}">
                        <a16:creationId xmlns:a16="http://schemas.microsoft.com/office/drawing/2014/main" id="{30BAD05F-4C3A-1D3C-1583-175F9581B2DF}"/>
                      </a:ext>
                    </a:extLst>
                  </p14:cNvPr>
                  <p14:cNvContentPartPr/>
                  <p14:nvPr/>
                </p14:nvContentPartPr>
                <p14:xfrm>
                  <a:off x="5155305" y="4896146"/>
                  <a:ext cx="41040" cy="34200"/>
                </p14:xfrm>
              </p:contentPart>
            </mc:Choice>
            <mc:Fallback xmlns="">
              <p:pic>
                <p:nvPicPr>
                  <p:cNvPr id="4888" name="Ink 4887">
                    <a:extLst>
                      <a:ext uri="{FF2B5EF4-FFF2-40B4-BE49-F238E27FC236}">
                        <a16:creationId xmlns:a16="http://schemas.microsoft.com/office/drawing/2014/main" id="{30BAD05F-4C3A-1D3C-1583-175F9581B2DF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122473" y="4858837"/>
                    <a:ext cx="106704" cy="1088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69">
                <p14:nvContentPartPr>
                  <p14:cNvPr id="4889" name="Ink 4888">
                    <a:extLst>
                      <a:ext uri="{FF2B5EF4-FFF2-40B4-BE49-F238E27FC236}">
                        <a16:creationId xmlns:a16="http://schemas.microsoft.com/office/drawing/2014/main" id="{BFABE6C8-818B-F7FB-B109-DEA0AEA4E363}"/>
                      </a:ext>
                    </a:extLst>
                  </p14:cNvPr>
                  <p14:cNvContentPartPr/>
                  <p14:nvPr/>
                </p14:nvContentPartPr>
                <p14:xfrm>
                  <a:off x="5359785" y="4985426"/>
                  <a:ext cx="40320" cy="27360"/>
                </p14:xfrm>
              </p:contentPart>
            </mc:Choice>
            <mc:Fallback xmlns="">
              <p:pic>
                <p:nvPicPr>
                  <p:cNvPr id="4889" name="Ink 4888">
                    <a:extLst>
                      <a:ext uri="{FF2B5EF4-FFF2-40B4-BE49-F238E27FC236}">
                        <a16:creationId xmlns:a16="http://schemas.microsoft.com/office/drawing/2014/main" id="{BFABE6C8-818B-F7FB-B109-DEA0AEA4E363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325225" y="4948946"/>
                    <a:ext cx="109440" cy="100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0">
                <p14:nvContentPartPr>
                  <p14:cNvPr id="4890" name="Ink 4889">
                    <a:extLst>
                      <a:ext uri="{FF2B5EF4-FFF2-40B4-BE49-F238E27FC236}">
                        <a16:creationId xmlns:a16="http://schemas.microsoft.com/office/drawing/2014/main" id="{04BA9C0B-1B67-E26C-7A38-D82BCD21D171}"/>
                      </a:ext>
                    </a:extLst>
                  </p14:cNvPr>
                  <p14:cNvContentPartPr/>
                  <p14:nvPr/>
                </p14:nvContentPartPr>
                <p14:xfrm>
                  <a:off x="5594865" y="5057426"/>
                  <a:ext cx="73800" cy="38520"/>
                </p14:xfrm>
              </p:contentPart>
            </mc:Choice>
            <mc:Fallback xmlns="">
              <p:pic>
                <p:nvPicPr>
                  <p:cNvPr id="4890" name="Ink 4889">
                    <a:extLst>
                      <a:ext uri="{FF2B5EF4-FFF2-40B4-BE49-F238E27FC236}">
                        <a16:creationId xmlns:a16="http://schemas.microsoft.com/office/drawing/2014/main" id="{04BA9C0B-1B67-E26C-7A38-D82BCD21D171}"/>
                      </a:ext>
                    </a:extLst>
                  </p:cNvPr>
                  <p:cNvPicPr/>
                  <p:nvPr/>
                </p:nvPicPr>
                <p:blipFill>
                  <a:blip r:embed="rId958"/>
                  <a:stretch>
                    <a:fillRect/>
                  </a:stretch>
                </p:blipFill>
                <p:spPr>
                  <a:xfrm>
                    <a:off x="5559441" y="5021869"/>
                    <a:ext cx="144648" cy="10963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1">
                <p14:nvContentPartPr>
                  <p14:cNvPr id="4891" name="Ink 4890">
                    <a:extLst>
                      <a:ext uri="{FF2B5EF4-FFF2-40B4-BE49-F238E27FC236}">
                        <a16:creationId xmlns:a16="http://schemas.microsoft.com/office/drawing/2014/main" id="{9043681C-2ADF-0D41-1C27-68A0D2FA749F}"/>
                      </a:ext>
                    </a:extLst>
                  </p14:cNvPr>
                  <p14:cNvContentPartPr/>
                  <p14:nvPr/>
                </p14:nvContentPartPr>
                <p14:xfrm>
                  <a:off x="5886105" y="5127266"/>
                  <a:ext cx="44640" cy="29520"/>
                </p14:xfrm>
              </p:contentPart>
            </mc:Choice>
            <mc:Fallback xmlns="">
              <p:pic>
                <p:nvPicPr>
                  <p:cNvPr id="4891" name="Ink 4890">
                    <a:extLst>
                      <a:ext uri="{FF2B5EF4-FFF2-40B4-BE49-F238E27FC236}">
                        <a16:creationId xmlns:a16="http://schemas.microsoft.com/office/drawing/2014/main" id="{9043681C-2ADF-0D41-1C27-68A0D2FA749F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852625" y="5091842"/>
                    <a:ext cx="1116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2">
                <p14:nvContentPartPr>
                  <p14:cNvPr id="4892" name="Ink 4891">
                    <a:extLst>
                      <a:ext uri="{FF2B5EF4-FFF2-40B4-BE49-F238E27FC236}">
                        <a16:creationId xmlns:a16="http://schemas.microsoft.com/office/drawing/2014/main" id="{B2909085-7E7F-1D04-64D6-E253A420BCB8}"/>
                      </a:ext>
                    </a:extLst>
                  </p14:cNvPr>
                  <p14:cNvContentPartPr/>
                  <p14:nvPr/>
                </p14:nvContentPartPr>
                <p14:xfrm>
                  <a:off x="6162225" y="5158226"/>
                  <a:ext cx="30960" cy="21960"/>
                </p14:xfrm>
              </p:contentPart>
            </mc:Choice>
            <mc:Fallback xmlns="">
              <p:pic>
                <p:nvPicPr>
                  <p:cNvPr id="4892" name="Ink 4891">
                    <a:extLst>
                      <a:ext uri="{FF2B5EF4-FFF2-40B4-BE49-F238E27FC236}">
                        <a16:creationId xmlns:a16="http://schemas.microsoft.com/office/drawing/2014/main" id="{B2909085-7E7F-1D04-64D6-E253A420BCB8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28450" y="5125286"/>
                    <a:ext cx="98509" cy="878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3">
                <p14:nvContentPartPr>
                  <p14:cNvPr id="4893" name="Ink 4892">
                    <a:extLst>
                      <a:ext uri="{FF2B5EF4-FFF2-40B4-BE49-F238E27FC236}">
                        <a16:creationId xmlns:a16="http://schemas.microsoft.com/office/drawing/2014/main" id="{2D8AE2BA-86BA-91C2-8D54-A57DE03AE4C8}"/>
                      </a:ext>
                    </a:extLst>
                  </p14:cNvPr>
                  <p14:cNvContentPartPr/>
                  <p14:nvPr/>
                </p14:nvContentPartPr>
                <p14:xfrm>
                  <a:off x="6413505" y="5149226"/>
                  <a:ext cx="32400" cy="28440"/>
                </p14:xfrm>
              </p:contentPart>
            </mc:Choice>
            <mc:Fallback xmlns="">
              <p:pic>
                <p:nvPicPr>
                  <p:cNvPr id="4893" name="Ink 4892">
                    <a:extLst>
                      <a:ext uri="{FF2B5EF4-FFF2-40B4-BE49-F238E27FC236}">
                        <a16:creationId xmlns:a16="http://schemas.microsoft.com/office/drawing/2014/main" id="{2D8AE2BA-86BA-91C2-8D54-A57DE03AE4C8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381105" y="5115098"/>
                    <a:ext cx="97200" cy="966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4">
                <p14:nvContentPartPr>
                  <p14:cNvPr id="4894" name="Ink 4893">
                    <a:extLst>
                      <a:ext uri="{FF2B5EF4-FFF2-40B4-BE49-F238E27FC236}">
                        <a16:creationId xmlns:a16="http://schemas.microsoft.com/office/drawing/2014/main" id="{17BE8D39-E53F-605B-A893-D8CA41CBADBB}"/>
                      </a:ext>
                    </a:extLst>
                  </p14:cNvPr>
                  <p14:cNvContentPartPr/>
                  <p14:nvPr/>
                </p14:nvContentPartPr>
                <p14:xfrm>
                  <a:off x="5143425" y="4268306"/>
                  <a:ext cx="97920" cy="68400"/>
                </p14:xfrm>
              </p:contentPart>
            </mc:Choice>
            <mc:Fallback xmlns="">
              <p:pic>
                <p:nvPicPr>
                  <p:cNvPr id="4894" name="Ink 4893">
                    <a:extLst>
                      <a:ext uri="{FF2B5EF4-FFF2-40B4-BE49-F238E27FC236}">
                        <a16:creationId xmlns:a16="http://schemas.microsoft.com/office/drawing/2014/main" id="{17BE8D39-E53F-605B-A893-D8CA41CBADBB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107818" y="4230997"/>
                    <a:ext cx="169135" cy="1430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5">
                <p14:nvContentPartPr>
                  <p14:cNvPr id="4895" name="Ink 4894">
                    <a:extLst>
                      <a:ext uri="{FF2B5EF4-FFF2-40B4-BE49-F238E27FC236}">
                        <a16:creationId xmlns:a16="http://schemas.microsoft.com/office/drawing/2014/main" id="{4BAD6383-BE0A-E435-D7A7-5C638C25E504}"/>
                      </a:ext>
                    </a:extLst>
                  </p14:cNvPr>
                  <p14:cNvContentPartPr/>
                  <p14:nvPr/>
                </p14:nvContentPartPr>
                <p14:xfrm>
                  <a:off x="5410185" y="4367666"/>
                  <a:ext cx="101160" cy="74160"/>
                </p14:xfrm>
              </p:contentPart>
            </mc:Choice>
            <mc:Fallback xmlns="">
              <p:pic>
                <p:nvPicPr>
                  <p:cNvPr id="4895" name="Ink 4894">
                    <a:extLst>
                      <a:ext uri="{FF2B5EF4-FFF2-40B4-BE49-F238E27FC236}">
                        <a16:creationId xmlns:a16="http://schemas.microsoft.com/office/drawing/2014/main" id="{4BAD6383-BE0A-E435-D7A7-5C638C25E504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375502" y="4330586"/>
                    <a:ext cx="170527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6">
                <p14:nvContentPartPr>
                  <p14:cNvPr id="4896" name="Ink 4895">
                    <a:extLst>
                      <a:ext uri="{FF2B5EF4-FFF2-40B4-BE49-F238E27FC236}">
                        <a16:creationId xmlns:a16="http://schemas.microsoft.com/office/drawing/2014/main" id="{6633A4A4-69E3-C87A-4FCF-0422C5E030B6}"/>
                      </a:ext>
                    </a:extLst>
                  </p14:cNvPr>
                  <p14:cNvContentPartPr/>
                  <p14:nvPr/>
                </p14:nvContentPartPr>
                <p14:xfrm>
                  <a:off x="5727705" y="4453346"/>
                  <a:ext cx="119880" cy="77400"/>
                </p14:xfrm>
              </p:contentPart>
            </mc:Choice>
            <mc:Fallback xmlns="">
              <p:pic>
                <p:nvPicPr>
                  <p:cNvPr id="4896" name="Ink 4895">
                    <a:extLst>
                      <a:ext uri="{FF2B5EF4-FFF2-40B4-BE49-F238E27FC236}">
                        <a16:creationId xmlns:a16="http://schemas.microsoft.com/office/drawing/2014/main" id="{6633A4A4-69E3-C87A-4FCF-0422C5E030B6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692618" y="4416194"/>
                    <a:ext cx="190054" cy="1517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7">
                <p14:nvContentPartPr>
                  <p14:cNvPr id="4897" name="Ink 4896">
                    <a:extLst>
                      <a:ext uri="{FF2B5EF4-FFF2-40B4-BE49-F238E27FC236}">
                        <a16:creationId xmlns:a16="http://schemas.microsoft.com/office/drawing/2014/main" id="{3DA134AB-839C-E236-7B65-D0FACA7D3240}"/>
                      </a:ext>
                    </a:extLst>
                  </p14:cNvPr>
                  <p14:cNvContentPartPr/>
                  <p14:nvPr/>
                </p14:nvContentPartPr>
                <p14:xfrm>
                  <a:off x="6019665" y="4475666"/>
                  <a:ext cx="85320" cy="95760"/>
                </p14:xfrm>
              </p:contentPart>
            </mc:Choice>
            <mc:Fallback xmlns="">
              <p:pic>
                <p:nvPicPr>
                  <p:cNvPr id="4897" name="Ink 4896">
                    <a:extLst>
                      <a:ext uri="{FF2B5EF4-FFF2-40B4-BE49-F238E27FC236}">
                        <a16:creationId xmlns:a16="http://schemas.microsoft.com/office/drawing/2014/main" id="{3DA134AB-839C-E236-7B65-D0FACA7D3240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84360" y="4437362"/>
                    <a:ext cx="155930" cy="172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8">
                <p14:nvContentPartPr>
                  <p14:cNvPr id="4898" name="Ink 4897">
                    <a:extLst>
                      <a:ext uri="{FF2B5EF4-FFF2-40B4-BE49-F238E27FC236}">
                        <a16:creationId xmlns:a16="http://schemas.microsoft.com/office/drawing/2014/main" id="{D3A8A8A8-205D-F4F3-208F-00254425666D}"/>
                      </a:ext>
                    </a:extLst>
                  </p14:cNvPr>
                  <p14:cNvContentPartPr/>
                  <p14:nvPr/>
                </p14:nvContentPartPr>
                <p14:xfrm>
                  <a:off x="6307665" y="4464866"/>
                  <a:ext cx="112680" cy="72000"/>
                </p14:xfrm>
              </p:contentPart>
            </mc:Choice>
            <mc:Fallback xmlns="">
              <p:pic>
                <p:nvPicPr>
                  <p:cNvPr id="4898" name="Ink 4897">
                    <a:extLst>
                      <a:ext uri="{FF2B5EF4-FFF2-40B4-BE49-F238E27FC236}">
                        <a16:creationId xmlns:a16="http://schemas.microsoft.com/office/drawing/2014/main" id="{D3A8A8A8-205D-F4F3-208F-00254425666D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272082" y="4427301"/>
                    <a:ext cx="183846" cy="1471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79">
                <p14:nvContentPartPr>
                  <p14:cNvPr id="4899" name="Ink 4898">
                    <a:extLst>
                      <a:ext uri="{FF2B5EF4-FFF2-40B4-BE49-F238E27FC236}">
                        <a16:creationId xmlns:a16="http://schemas.microsoft.com/office/drawing/2014/main" id="{542C6998-5E98-613C-5D5A-955213453574}"/>
                      </a:ext>
                    </a:extLst>
                  </p14:cNvPr>
                  <p14:cNvContentPartPr/>
                  <p14:nvPr/>
                </p14:nvContentPartPr>
                <p14:xfrm>
                  <a:off x="6468945" y="4392506"/>
                  <a:ext cx="97560" cy="66960"/>
                </p14:xfrm>
              </p:contentPart>
            </mc:Choice>
            <mc:Fallback xmlns="">
              <p:pic>
                <p:nvPicPr>
                  <p:cNvPr id="4899" name="Ink 4898">
                    <a:extLst>
                      <a:ext uri="{FF2B5EF4-FFF2-40B4-BE49-F238E27FC236}">
                        <a16:creationId xmlns:a16="http://schemas.microsoft.com/office/drawing/2014/main" id="{542C6998-5E98-613C-5D5A-955213453574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6433469" y="4355982"/>
                    <a:ext cx="168513" cy="1400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0">
                <p14:nvContentPartPr>
                  <p14:cNvPr id="4900" name="Ink 4899">
                    <a:extLst>
                      <a:ext uri="{FF2B5EF4-FFF2-40B4-BE49-F238E27FC236}">
                        <a16:creationId xmlns:a16="http://schemas.microsoft.com/office/drawing/2014/main" id="{DEF1A993-3B2C-5B58-D46E-CC0B6F83191E}"/>
                      </a:ext>
                    </a:extLst>
                  </p14:cNvPr>
                  <p14:cNvContentPartPr/>
                  <p14:nvPr/>
                </p14:nvContentPartPr>
                <p14:xfrm>
                  <a:off x="5061705" y="4439306"/>
                  <a:ext cx="123840" cy="85320"/>
                </p14:xfrm>
              </p:contentPart>
            </mc:Choice>
            <mc:Fallback xmlns="">
              <p:pic>
                <p:nvPicPr>
                  <p:cNvPr id="4900" name="Ink 4899">
                    <a:extLst>
                      <a:ext uri="{FF2B5EF4-FFF2-40B4-BE49-F238E27FC236}">
                        <a16:creationId xmlns:a16="http://schemas.microsoft.com/office/drawing/2014/main" id="{DEF1A993-3B2C-5B58-D46E-CC0B6F83191E}"/>
                      </a:ext>
                    </a:extLst>
                  </p:cNvPr>
                  <p:cNvPicPr/>
                  <p:nvPr/>
                </p:nvPicPr>
                <p:blipFill>
                  <a:blip r:embed="rId1081"/>
                  <a:stretch>
                    <a:fillRect/>
                  </a:stretch>
                </p:blipFill>
                <p:spPr>
                  <a:xfrm>
                    <a:off x="5026322" y="4401386"/>
                    <a:ext cx="194606" cy="161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2">
                <p14:nvContentPartPr>
                  <p14:cNvPr id="4901" name="Ink 4900">
                    <a:extLst>
                      <a:ext uri="{FF2B5EF4-FFF2-40B4-BE49-F238E27FC236}">
                        <a16:creationId xmlns:a16="http://schemas.microsoft.com/office/drawing/2014/main" id="{6333080C-0BAD-D1BE-2C31-2E7E65D2407B}"/>
                      </a:ext>
                    </a:extLst>
                  </p14:cNvPr>
                  <p14:cNvContentPartPr/>
                  <p14:nvPr/>
                </p14:nvContentPartPr>
                <p14:xfrm>
                  <a:off x="5010225" y="4567466"/>
                  <a:ext cx="31680" cy="21240"/>
                </p14:xfrm>
              </p:contentPart>
            </mc:Choice>
            <mc:Fallback xmlns="">
              <p:pic>
                <p:nvPicPr>
                  <p:cNvPr id="4901" name="Ink 4900">
                    <a:extLst>
                      <a:ext uri="{FF2B5EF4-FFF2-40B4-BE49-F238E27FC236}">
                        <a16:creationId xmlns:a16="http://schemas.microsoft.com/office/drawing/2014/main" id="{6333080C-0BAD-D1BE-2C31-2E7E65D2407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975665" y="4531055"/>
                    <a:ext cx="100800" cy="9406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3">
                <p14:nvContentPartPr>
                  <p14:cNvPr id="4902" name="Ink 4901">
                    <a:extLst>
                      <a:ext uri="{FF2B5EF4-FFF2-40B4-BE49-F238E27FC236}">
                        <a16:creationId xmlns:a16="http://schemas.microsoft.com/office/drawing/2014/main" id="{B52CE6CD-CA61-D0A9-695F-01707CE646B7}"/>
                      </a:ext>
                    </a:extLst>
                  </p14:cNvPr>
                  <p14:cNvContentPartPr/>
                  <p14:nvPr/>
                </p14:nvContentPartPr>
                <p14:xfrm>
                  <a:off x="4908705" y="4653506"/>
                  <a:ext cx="37080" cy="41040"/>
                </p14:xfrm>
              </p:contentPart>
            </mc:Choice>
            <mc:Fallback xmlns="">
              <p:pic>
                <p:nvPicPr>
                  <p:cNvPr id="4902" name="Ink 4901">
                    <a:extLst>
                      <a:ext uri="{FF2B5EF4-FFF2-40B4-BE49-F238E27FC236}">
                        <a16:creationId xmlns:a16="http://schemas.microsoft.com/office/drawing/2014/main" id="{B52CE6CD-CA61-D0A9-695F-01707CE646B7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874477" y="4618329"/>
                    <a:ext cx="105535" cy="1113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4">
                <p14:nvContentPartPr>
                  <p14:cNvPr id="4903" name="Ink 4902">
                    <a:extLst>
                      <a:ext uri="{FF2B5EF4-FFF2-40B4-BE49-F238E27FC236}">
                        <a16:creationId xmlns:a16="http://schemas.microsoft.com/office/drawing/2014/main" id="{B0CCA0DA-35E7-A641-D4D7-5001E8E2F0EA}"/>
                      </a:ext>
                    </a:extLst>
                  </p14:cNvPr>
                  <p14:cNvContentPartPr/>
                  <p14:nvPr/>
                </p14:nvContentPartPr>
                <p14:xfrm>
                  <a:off x="5249265" y="4509866"/>
                  <a:ext cx="160200" cy="79200"/>
                </p14:xfrm>
              </p:contentPart>
            </mc:Choice>
            <mc:Fallback xmlns="">
              <p:pic>
                <p:nvPicPr>
                  <p:cNvPr id="4903" name="Ink 4902">
                    <a:extLst>
                      <a:ext uri="{FF2B5EF4-FFF2-40B4-BE49-F238E27FC236}">
                        <a16:creationId xmlns:a16="http://schemas.microsoft.com/office/drawing/2014/main" id="{B0CCA0DA-35E7-A641-D4D7-5001E8E2F0EA}"/>
                      </a:ext>
                    </a:extLst>
                  </p:cNvPr>
                  <p:cNvPicPr/>
                  <p:nvPr/>
                </p:nvPicPr>
                <p:blipFill>
                  <a:blip r:embed="rId1085"/>
                  <a:stretch>
                    <a:fillRect/>
                  </a:stretch>
                </p:blipFill>
                <p:spPr>
                  <a:xfrm>
                    <a:off x="5213665" y="4471850"/>
                    <a:ext cx="231400" cy="1552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6">
                <p14:nvContentPartPr>
                  <p14:cNvPr id="4904" name="Ink 4903">
                    <a:extLst>
                      <a:ext uri="{FF2B5EF4-FFF2-40B4-BE49-F238E27FC236}">
                        <a16:creationId xmlns:a16="http://schemas.microsoft.com/office/drawing/2014/main" id="{1FE7531B-BE9F-012E-271C-E2CD136CDCCE}"/>
                      </a:ext>
                    </a:extLst>
                  </p14:cNvPr>
                  <p14:cNvContentPartPr/>
                  <p14:nvPr/>
                </p14:nvContentPartPr>
                <p14:xfrm>
                  <a:off x="5185185" y="4641986"/>
                  <a:ext cx="31320" cy="41400"/>
                </p14:xfrm>
              </p:contentPart>
            </mc:Choice>
            <mc:Fallback xmlns="">
              <p:pic>
                <p:nvPicPr>
                  <p:cNvPr id="4904" name="Ink 4903">
                    <a:extLst>
                      <a:ext uri="{FF2B5EF4-FFF2-40B4-BE49-F238E27FC236}">
                        <a16:creationId xmlns:a16="http://schemas.microsoft.com/office/drawing/2014/main" id="{1FE7531B-BE9F-012E-271C-E2CD136CDCCE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51018" y="4606500"/>
                    <a:ext cx="99655" cy="1123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7">
                <p14:nvContentPartPr>
                  <p14:cNvPr id="4905" name="Ink 4904">
                    <a:extLst>
                      <a:ext uri="{FF2B5EF4-FFF2-40B4-BE49-F238E27FC236}">
                        <a16:creationId xmlns:a16="http://schemas.microsoft.com/office/drawing/2014/main" id="{0C9F622C-10CC-3359-88B2-3E64B41AE3A1}"/>
                      </a:ext>
                    </a:extLst>
                  </p14:cNvPr>
                  <p14:cNvContentPartPr/>
                  <p14:nvPr/>
                </p14:nvContentPartPr>
                <p14:xfrm>
                  <a:off x="5099145" y="4769426"/>
                  <a:ext cx="14040" cy="23040"/>
                </p14:xfrm>
              </p:contentPart>
            </mc:Choice>
            <mc:Fallback xmlns="">
              <p:pic>
                <p:nvPicPr>
                  <p:cNvPr id="4905" name="Ink 4904">
                    <a:extLst>
                      <a:ext uri="{FF2B5EF4-FFF2-40B4-BE49-F238E27FC236}">
                        <a16:creationId xmlns:a16="http://schemas.microsoft.com/office/drawing/2014/main" id="{0C9F622C-10CC-3359-88B2-3E64B41AE3A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071065" y="4734866"/>
                    <a:ext cx="7020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8">
                <p14:nvContentPartPr>
                  <p14:cNvPr id="4906" name="Ink 4905">
                    <a:extLst>
                      <a:ext uri="{FF2B5EF4-FFF2-40B4-BE49-F238E27FC236}">
                        <a16:creationId xmlns:a16="http://schemas.microsoft.com/office/drawing/2014/main" id="{02300E98-4363-B2F4-C6D7-A1E82F97C165}"/>
                      </a:ext>
                    </a:extLst>
                  </p14:cNvPr>
                  <p14:cNvContentPartPr/>
                  <p14:nvPr/>
                </p14:nvContentPartPr>
                <p14:xfrm>
                  <a:off x="5408025" y="4578266"/>
                  <a:ext cx="276840" cy="140040"/>
                </p14:xfrm>
              </p:contentPart>
            </mc:Choice>
            <mc:Fallback xmlns="">
              <p:pic>
                <p:nvPicPr>
                  <p:cNvPr id="4906" name="Ink 4905">
                    <a:extLst>
                      <a:ext uri="{FF2B5EF4-FFF2-40B4-BE49-F238E27FC236}">
                        <a16:creationId xmlns:a16="http://schemas.microsoft.com/office/drawing/2014/main" id="{02300E98-4363-B2F4-C6D7-A1E82F97C165}"/>
                      </a:ext>
                    </a:extLst>
                  </p:cNvPr>
                  <p:cNvPicPr/>
                  <p:nvPr/>
                </p:nvPicPr>
                <p:blipFill>
                  <a:blip r:embed="rId981"/>
                  <a:stretch>
                    <a:fillRect/>
                  </a:stretch>
                </p:blipFill>
                <p:spPr>
                  <a:xfrm>
                    <a:off x="5372304" y="4540073"/>
                    <a:ext cx="348283" cy="21642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89">
                <p14:nvContentPartPr>
                  <p14:cNvPr id="4907" name="Ink 4906">
                    <a:extLst>
                      <a:ext uri="{FF2B5EF4-FFF2-40B4-BE49-F238E27FC236}">
                        <a16:creationId xmlns:a16="http://schemas.microsoft.com/office/drawing/2014/main" id="{A7F48391-1F34-E4DD-E6BD-04443258E44C}"/>
                      </a:ext>
                    </a:extLst>
                  </p14:cNvPr>
                  <p14:cNvContentPartPr/>
                  <p14:nvPr/>
                </p14:nvContentPartPr>
                <p14:xfrm>
                  <a:off x="5300745" y="4751426"/>
                  <a:ext cx="74520" cy="60120"/>
                </p14:xfrm>
              </p:contentPart>
            </mc:Choice>
            <mc:Fallback xmlns="">
              <p:pic>
                <p:nvPicPr>
                  <p:cNvPr id="4907" name="Ink 4906">
                    <a:extLst>
                      <a:ext uri="{FF2B5EF4-FFF2-40B4-BE49-F238E27FC236}">
                        <a16:creationId xmlns:a16="http://schemas.microsoft.com/office/drawing/2014/main" id="{A7F48391-1F34-E4DD-E6BD-04443258E44C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266351" y="4713455"/>
                    <a:ext cx="143308" cy="1360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0">
                <p14:nvContentPartPr>
                  <p14:cNvPr id="4908" name="Ink 4907">
                    <a:extLst>
                      <a:ext uri="{FF2B5EF4-FFF2-40B4-BE49-F238E27FC236}">
                        <a16:creationId xmlns:a16="http://schemas.microsoft.com/office/drawing/2014/main" id="{5E3A16F5-6FC6-C0A5-50E5-C38A14AC4F49}"/>
                      </a:ext>
                    </a:extLst>
                  </p14:cNvPr>
                  <p14:cNvContentPartPr/>
                  <p14:nvPr/>
                </p14:nvContentPartPr>
                <p14:xfrm>
                  <a:off x="5251065" y="4841066"/>
                  <a:ext cx="14760" cy="29520"/>
                </p14:xfrm>
              </p:contentPart>
            </mc:Choice>
            <mc:Fallback xmlns="">
              <p:pic>
                <p:nvPicPr>
                  <p:cNvPr id="4908" name="Ink 4907">
                    <a:extLst>
                      <a:ext uri="{FF2B5EF4-FFF2-40B4-BE49-F238E27FC236}">
                        <a16:creationId xmlns:a16="http://schemas.microsoft.com/office/drawing/2014/main" id="{5E3A16F5-6FC6-C0A5-50E5-C38A14AC4F4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221545" y="4805642"/>
                    <a:ext cx="738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1">
                <p14:nvContentPartPr>
                  <p14:cNvPr id="4909" name="Ink 4908">
                    <a:extLst>
                      <a:ext uri="{FF2B5EF4-FFF2-40B4-BE49-F238E27FC236}">
                        <a16:creationId xmlns:a16="http://schemas.microsoft.com/office/drawing/2014/main" id="{53B7291A-81AD-C236-9486-F3CA6F410439}"/>
                      </a:ext>
                    </a:extLst>
                  </p14:cNvPr>
                  <p14:cNvContentPartPr/>
                  <p14:nvPr/>
                </p14:nvContentPartPr>
                <p14:xfrm>
                  <a:off x="5661465" y="4627946"/>
                  <a:ext cx="203400" cy="146160"/>
                </p14:xfrm>
              </p:contentPart>
            </mc:Choice>
            <mc:Fallback xmlns="">
              <p:pic>
                <p:nvPicPr>
                  <p:cNvPr id="4909" name="Ink 4908">
                    <a:extLst>
                      <a:ext uri="{FF2B5EF4-FFF2-40B4-BE49-F238E27FC236}">
                        <a16:creationId xmlns:a16="http://schemas.microsoft.com/office/drawing/2014/main" id="{53B7291A-81AD-C236-9486-F3CA6F410439}"/>
                      </a:ext>
                    </a:extLst>
                  </p:cNvPr>
                  <p:cNvPicPr/>
                  <p:nvPr/>
                </p:nvPicPr>
                <p:blipFill>
                  <a:blip r:embed="rId1092"/>
                  <a:stretch>
                    <a:fillRect/>
                  </a:stretch>
                </p:blipFill>
                <p:spPr>
                  <a:xfrm>
                    <a:off x="5626091" y="4589817"/>
                    <a:ext cx="274148" cy="22241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3">
                <p14:nvContentPartPr>
                  <p14:cNvPr id="4910" name="Ink 4909">
                    <a:extLst>
                      <a:ext uri="{FF2B5EF4-FFF2-40B4-BE49-F238E27FC236}">
                        <a16:creationId xmlns:a16="http://schemas.microsoft.com/office/drawing/2014/main" id="{12847FE6-F151-5943-CFD3-3FC4F2D0BC61}"/>
                      </a:ext>
                    </a:extLst>
                  </p14:cNvPr>
                  <p14:cNvContentPartPr/>
                  <p14:nvPr/>
                </p14:nvContentPartPr>
                <p14:xfrm>
                  <a:off x="5619345" y="4815866"/>
                  <a:ext cx="22680" cy="24480"/>
                </p14:xfrm>
              </p:contentPart>
            </mc:Choice>
            <mc:Fallback xmlns="">
              <p:pic>
                <p:nvPicPr>
                  <p:cNvPr id="4910" name="Ink 4909">
                    <a:extLst>
                      <a:ext uri="{FF2B5EF4-FFF2-40B4-BE49-F238E27FC236}">
                        <a16:creationId xmlns:a16="http://schemas.microsoft.com/office/drawing/2014/main" id="{12847FE6-F151-5943-CFD3-3FC4F2D0BC6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585325" y="4779146"/>
                    <a:ext cx="90720" cy="979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4">
                <p14:nvContentPartPr>
                  <p14:cNvPr id="4911" name="Ink 4910">
                    <a:extLst>
                      <a:ext uri="{FF2B5EF4-FFF2-40B4-BE49-F238E27FC236}">
                        <a16:creationId xmlns:a16="http://schemas.microsoft.com/office/drawing/2014/main" id="{95D07B95-66FE-4A3E-2AFB-6B3687417FAC}"/>
                      </a:ext>
                    </a:extLst>
                  </p14:cNvPr>
                  <p14:cNvContentPartPr/>
                  <p14:nvPr/>
                </p14:nvContentPartPr>
                <p14:xfrm>
                  <a:off x="5469585" y="4919906"/>
                  <a:ext cx="42840" cy="60840"/>
                </p14:xfrm>
              </p:contentPart>
            </mc:Choice>
            <mc:Fallback xmlns="">
              <p:pic>
                <p:nvPicPr>
                  <p:cNvPr id="4911" name="Ink 4910">
                    <a:extLst>
                      <a:ext uri="{FF2B5EF4-FFF2-40B4-BE49-F238E27FC236}">
                        <a16:creationId xmlns:a16="http://schemas.microsoft.com/office/drawing/2014/main" id="{95D07B95-66FE-4A3E-2AFB-6B3687417FAC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5435313" y="4883402"/>
                    <a:ext cx="111384" cy="1338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5">
                <p14:nvContentPartPr>
                  <p14:cNvPr id="4912" name="Ink 4911">
                    <a:extLst>
                      <a:ext uri="{FF2B5EF4-FFF2-40B4-BE49-F238E27FC236}">
                        <a16:creationId xmlns:a16="http://schemas.microsoft.com/office/drawing/2014/main" id="{F2D85C1D-563B-C0F8-9290-06BA9033F568}"/>
                      </a:ext>
                    </a:extLst>
                  </p14:cNvPr>
                  <p14:cNvContentPartPr/>
                  <p14:nvPr/>
                </p14:nvContentPartPr>
                <p14:xfrm>
                  <a:off x="5811945" y="4673666"/>
                  <a:ext cx="272160" cy="249120"/>
                </p14:xfrm>
              </p:contentPart>
            </mc:Choice>
            <mc:Fallback xmlns="">
              <p:pic>
                <p:nvPicPr>
                  <p:cNvPr id="4912" name="Ink 4911">
                    <a:extLst>
                      <a:ext uri="{FF2B5EF4-FFF2-40B4-BE49-F238E27FC236}">
                        <a16:creationId xmlns:a16="http://schemas.microsoft.com/office/drawing/2014/main" id="{F2D85C1D-563B-C0F8-9290-06BA9033F568}"/>
                      </a:ext>
                    </a:extLst>
                  </p:cNvPr>
                  <p:cNvPicPr/>
                  <p:nvPr/>
                </p:nvPicPr>
                <p:blipFill>
                  <a:blip r:embed="rId1096"/>
                  <a:stretch>
                    <a:fillRect/>
                  </a:stretch>
                </p:blipFill>
                <p:spPr>
                  <a:xfrm>
                    <a:off x="5776056" y="4635340"/>
                    <a:ext cx="343938" cy="3257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7">
                <p14:nvContentPartPr>
                  <p14:cNvPr id="4913" name="Ink 4912">
                    <a:extLst>
                      <a:ext uri="{FF2B5EF4-FFF2-40B4-BE49-F238E27FC236}">
                        <a16:creationId xmlns:a16="http://schemas.microsoft.com/office/drawing/2014/main" id="{982F394F-C127-F09F-47CB-9CA8EFF051E2}"/>
                      </a:ext>
                    </a:extLst>
                  </p14:cNvPr>
                  <p14:cNvContentPartPr/>
                  <p14:nvPr/>
                </p14:nvContentPartPr>
                <p14:xfrm>
                  <a:off x="5709345" y="4937906"/>
                  <a:ext cx="56160" cy="26640"/>
                </p14:xfrm>
              </p:contentPart>
            </mc:Choice>
            <mc:Fallback xmlns="">
              <p:pic>
                <p:nvPicPr>
                  <p:cNvPr id="4913" name="Ink 4912">
                    <a:extLst>
                      <a:ext uri="{FF2B5EF4-FFF2-40B4-BE49-F238E27FC236}">
                        <a16:creationId xmlns:a16="http://schemas.microsoft.com/office/drawing/2014/main" id="{982F394F-C127-F09F-47CB-9CA8EFF051E2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5675649" y="4902386"/>
                    <a:ext cx="123552" cy="97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8">
                <p14:nvContentPartPr>
                  <p14:cNvPr id="4914" name="Ink 4913">
                    <a:extLst>
                      <a:ext uri="{FF2B5EF4-FFF2-40B4-BE49-F238E27FC236}">
                        <a16:creationId xmlns:a16="http://schemas.microsoft.com/office/drawing/2014/main" id="{DC1DD402-A11C-DF48-4082-AC0614589AA9}"/>
                      </a:ext>
                    </a:extLst>
                  </p14:cNvPr>
                  <p14:cNvContentPartPr/>
                  <p14:nvPr/>
                </p14:nvContentPartPr>
                <p14:xfrm>
                  <a:off x="5700345" y="4973186"/>
                  <a:ext cx="9360" cy="23040"/>
                </p14:xfrm>
              </p:contentPart>
            </mc:Choice>
            <mc:Fallback xmlns="">
              <p:pic>
                <p:nvPicPr>
                  <p:cNvPr id="4914" name="Ink 4913">
                    <a:extLst>
                      <a:ext uri="{FF2B5EF4-FFF2-40B4-BE49-F238E27FC236}">
                        <a16:creationId xmlns:a16="http://schemas.microsoft.com/office/drawing/2014/main" id="{DC1DD402-A11C-DF48-4082-AC0614589AA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672265" y="4938626"/>
                    <a:ext cx="6552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099">
                <p14:nvContentPartPr>
                  <p14:cNvPr id="4915" name="Ink 4914">
                    <a:extLst>
                      <a:ext uri="{FF2B5EF4-FFF2-40B4-BE49-F238E27FC236}">
                        <a16:creationId xmlns:a16="http://schemas.microsoft.com/office/drawing/2014/main" id="{D0220F70-C3DD-DAB1-E28F-0ABAD782CCC4}"/>
                      </a:ext>
                    </a:extLst>
                  </p14:cNvPr>
                  <p14:cNvContentPartPr/>
                  <p14:nvPr/>
                </p14:nvContentPartPr>
                <p14:xfrm>
                  <a:off x="6200025" y="4609226"/>
                  <a:ext cx="149040" cy="194400"/>
                </p14:xfrm>
              </p:contentPart>
            </mc:Choice>
            <mc:Fallback xmlns="">
              <p:pic>
                <p:nvPicPr>
                  <p:cNvPr id="4915" name="Ink 4914">
                    <a:extLst>
                      <a:ext uri="{FF2B5EF4-FFF2-40B4-BE49-F238E27FC236}">
                        <a16:creationId xmlns:a16="http://schemas.microsoft.com/office/drawing/2014/main" id="{D0220F70-C3DD-DAB1-E28F-0ABAD782CCC4}"/>
                      </a:ext>
                    </a:extLst>
                  </p:cNvPr>
                  <p:cNvPicPr/>
                  <p:nvPr/>
                </p:nvPicPr>
                <p:blipFill>
                  <a:blip r:embed="rId1100"/>
                  <a:stretch>
                    <a:fillRect/>
                  </a:stretch>
                </p:blipFill>
                <p:spPr>
                  <a:xfrm>
                    <a:off x="6164255" y="4570983"/>
                    <a:ext cx="220579" cy="2708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1">
                <p14:nvContentPartPr>
                  <p14:cNvPr id="4916" name="Ink 4915">
                    <a:extLst>
                      <a:ext uri="{FF2B5EF4-FFF2-40B4-BE49-F238E27FC236}">
                        <a16:creationId xmlns:a16="http://schemas.microsoft.com/office/drawing/2014/main" id="{6C904C12-74A5-9758-3E5A-CE5EAA832CAD}"/>
                      </a:ext>
                    </a:extLst>
                  </p14:cNvPr>
                  <p14:cNvContentPartPr/>
                  <p14:nvPr/>
                </p14:nvContentPartPr>
                <p14:xfrm>
                  <a:off x="6180225" y="4812266"/>
                  <a:ext cx="15840" cy="30600"/>
                </p14:xfrm>
              </p:contentPart>
            </mc:Choice>
            <mc:Fallback xmlns="">
              <p:pic>
                <p:nvPicPr>
                  <p:cNvPr id="4916" name="Ink 4915">
                    <a:extLst>
                      <a:ext uri="{FF2B5EF4-FFF2-40B4-BE49-F238E27FC236}">
                        <a16:creationId xmlns:a16="http://schemas.microsoft.com/office/drawing/2014/main" id="{6C904C12-74A5-9758-3E5A-CE5EAA832CAD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48545" y="4775546"/>
                    <a:ext cx="79200" cy="104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2">
                <p14:nvContentPartPr>
                  <p14:cNvPr id="4917" name="Ink 4916">
                    <a:extLst>
                      <a:ext uri="{FF2B5EF4-FFF2-40B4-BE49-F238E27FC236}">
                        <a16:creationId xmlns:a16="http://schemas.microsoft.com/office/drawing/2014/main" id="{01670E41-F8C1-ECDC-90A1-D2043022E7E2}"/>
                      </a:ext>
                    </a:extLst>
                  </p14:cNvPr>
                  <p14:cNvContentPartPr/>
                  <p14:nvPr/>
                </p14:nvContentPartPr>
                <p14:xfrm>
                  <a:off x="6076905" y="4944746"/>
                  <a:ext cx="15120" cy="20880"/>
                </p14:xfrm>
              </p:contentPart>
            </mc:Choice>
            <mc:Fallback xmlns="">
              <p:pic>
                <p:nvPicPr>
                  <p:cNvPr id="4917" name="Ink 4916">
                    <a:extLst>
                      <a:ext uri="{FF2B5EF4-FFF2-40B4-BE49-F238E27FC236}">
                        <a16:creationId xmlns:a16="http://schemas.microsoft.com/office/drawing/2014/main" id="{01670E41-F8C1-ECDC-90A1-D2043022E7E2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046665" y="4908952"/>
                    <a:ext cx="75600" cy="924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3">
                <p14:nvContentPartPr>
                  <p14:cNvPr id="4918" name="Ink 4917">
                    <a:extLst>
                      <a:ext uri="{FF2B5EF4-FFF2-40B4-BE49-F238E27FC236}">
                        <a16:creationId xmlns:a16="http://schemas.microsoft.com/office/drawing/2014/main" id="{04333140-9549-E734-82EA-9C32030B1F25}"/>
                      </a:ext>
                    </a:extLst>
                  </p14:cNvPr>
                  <p14:cNvContentPartPr/>
                  <p14:nvPr/>
                </p14:nvContentPartPr>
                <p14:xfrm>
                  <a:off x="5958465" y="5034386"/>
                  <a:ext cx="55080" cy="86040"/>
                </p14:xfrm>
              </p:contentPart>
            </mc:Choice>
            <mc:Fallback xmlns="">
              <p:pic>
                <p:nvPicPr>
                  <p:cNvPr id="4918" name="Ink 4917">
                    <a:extLst>
                      <a:ext uri="{FF2B5EF4-FFF2-40B4-BE49-F238E27FC236}">
                        <a16:creationId xmlns:a16="http://schemas.microsoft.com/office/drawing/2014/main" id="{04333140-9549-E734-82EA-9C32030B1F25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23678" y="4996146"/>
                    <a:ext cx="124655" cy="1625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4">
                <p14:nvContentPartPr>
                  <p14:cNvPr id="4919" name="Ink 4918">
                    <a:extLst>
                      <a:ext uri="{FF2B5EF4-FFF2-40B4-BE49-F238E27FC236}">
                        <a16:creationId xmlns:a16="http://schemas.microsoft.com/office/drawing/2014/main" id="{D47B50D8-DE79-048E-D69D-2FFC1F8B8127}"/>
                      </a:ext>
                    </a:extLst>
                  </p14:cNvPr>
                  <p14:cNvContentPartPr/>
                  <p14:nvPr/>
                </p14:nvContentPartPr>
                <p14:xfrm>
                  <a:off x="6495225" y="4582226"/>
                  <a:ext cx="61560" cy="108000"/>
                </p14:xfrm>
              </p:contentPart>
            </mc:Choice>
            <mc:Fallback xmlns="">
              <p:pic>
                <p:nvPicPr>
                  <p:cNvPr id="4919" name="Ink 4918">
                    <a:extLst>
                      <a:ext uri="{FF2B5EF4-FFF2-40B4-BE49-F238E27FC236}">
                        <a16:creationId xmlns:a16="http://schemas.microsoft.com/office/drawing/2014/main" id="{D47B50D8-DE79-048E-D69D-2FFC1F8B8127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460048" y="4544108"/>
                    <a:ext cx="131914" cy="18423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5">
                <p14:nvContentPartPr>
                  <p14:cNvPr id="4920" name="Ink 4919">
                    <a:extLst>
                      <a:ext uri="{FF2B5EF4-FFF2-40B4-BE49-F238E27FC236}">
                        <a16:creationId xmlns:a16="http://schemas.microsoft.com/office/drawing/2014/main" id="{9D759B50-E38B-4B3A-2958-DB08BD1D524C}"/>
                      </a:ext>
                    </a:extLst>
                  </p14:cNvPr>
                  <p14:cNvContentPartPr/>
                  <p14:nvPr/>
                </p14:nvContentPartPr>
                <p14:xfrm>
                  <a:off x="6395505" y="4831706"/>
                  <a:ext cx="22680" cy="40320"/>
                </p14:xfrm>
              </p:contentPart>
            </mc:Choice>
            <mc:Fallback xmlns="">
              <p:pic>
                <p:nvPicPr>
                  <p:cNvPr id="4920" name="Ink 4919">
                    <a:extLst>
                      <a:ext uri="{FF2B5EF4-FFF2-40B4-BE49-F238E27FC236}">
                        <a16:creationId xmlns:a16="http://schemas.microsoft.com/office/drawing/2014/main" id="{9D759B50-E38B-4B3A-2958-DB08BD1D524C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61485" y="4794488"/>
                    <a:ext cx="90720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6">
                <p14:nvContentPartPr>
                  <p14:cNvPr id="4921" name="Ink 4920">
                    <a:extLst>
                      <a:ext uri="{FF2B5EF4-FFF2-40B4-BE49-F238E27FC236}">
                        <a16:creationId xmlns:a16="http://schemas.microsoft.com/office/drawing/2014/main" id="{C50631B8-946C-2DC4-F124-A6980A00D7F6}"/>
                      </a:ext>
                    </a:extLst>
                  </p14:cNvPr>
                  <p14:cNvContentPartPr/>
                  <p14:nvPr/>
                </p14:nvContentPartPr>
                <p14:xfrm>
                  <a:off x="6336825" y="4977506"/>
                  <a:ext cx="5400" cy="9000"/>
                </p14:xfrm>
              </p:contentPart>
            </mc:Choice>
            <mc:Fallback xmlns="">
              <p:pic>
                <p:nvPicPr>
                  <p:cNvPr id="4921" name="Ink 4920">
                    <a:extLst>
                      <a:ext uri="{FF2B5EF4-FFF2-40B4-BE49-F238E27FC236}">
                        <a16:creationId xmlns:a16="http://schemas.microsoft.com/office/drawing/2014/main" id="{C50631B8-946C-2DC4-F124-A6980A00D7F6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15225" y="4950506"/>
                    <a:ext cx="48600" cy="63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7">
                <p14:nvContentPartPr>
                  <p14:cNvPr id="4922" name="Ink 4921">
                    <a:extLst>
                      <a:ext uri="{FF2B5EF4-FFF2-40B4-BE49-F238E27FC236}">
                        <a16:creationId xmlns:a16="http://schemas.microsoft.com/office/drawing/2014/main" id="{87E44797-A068-8BDB-A4DD-0C616C2AFAE9}"/>
                      </a:ext>
                    </a:extLst>
                  </p14:cNvPr>
                  <p14:cNvContentPartPr/>
                  <p14:nvPr/>
                </p14:nvContentPartPr>
                <p14:xfrm>
                  <a:off x="6244665" y="5037626"/>
                  <a:ext cx="25920" cy="31320"/>
                </p14:xfrm>
              </p:contentPart>
            </mc:Choice>
            <mc:Fallback xmlns="">
              <p:pic>
                <p:nvPicPr>
                  <p:cNvPr id="4922" name="Ink 4921">
                    <a:extLst>
                      <a:ext uri="{FF2B5EF4-FFF2-40B4-BE49-F238E27FC236}">
                        <a16:creationId xmlns:a16="http://schemas.microsoft.com/office/drawing/2014/main" id="{87E44797-A068-8BDB-A4DD-0C616C2AFAE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210105" y="5003459"/>
                    <a:ext cx="95040" cy="996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08">
                <p14:nvContentPartPr>
                  <p14:cNvPr id="4923" name="Ink 4922">
                    <a:extLst>
                      <a:ext uri="{FF2B5EF4-FFF2-40B4-BE49-F238E27FC236}">
                        <a16:creationId xmlns:a16="http://schemas.microsoft.com/office/drawing/2014/main" id="{71090155-61DA-1FDD-74CA-7A19F73E58E7}"/>
                      </a:ext>
                    </a:extLst>
                  </p14:cNvPr>
                  <p14:cNvContentPartPr/>
                  <p14:nvPr/>
                </p14:nvContentPartPr>
                <p14:xfrm>
                  <a:off x="5276985" y="4051226"/>
                  <a:ext cx="212760" cy="185040"/>
                </p14:xfrm>
              </p:contentPart>
            </mc:Choice>
            <mc:Fallback xmlns="">
              <p:pic>
                <p:nvPicPr>
                  <p:cNvPr id="4923" name="Ink 4922">
                    <a:extLst>
                      <a:ext uri="{FF2B5EF4-FFF2-40B4-BE49-F238E27FC236}">
                        <a16:creationId xmlns:a16="http://schemas.microsoft.com/office/drawing/2014/main" id="{71090155-61DA-1FDD-74CA-7A19F73E58E7}"/>
                      </a:ext>
                    </a:extLst>
                  </p:cNvPr>
                  <p:cNvPicPr/>
                  <p:nvPr/>
                </p:nvPicPr>
                <p:blipFill>
                  <a:blip r:embed="rId1109"/>
                  <a:stretch>
                    <a:fillRect/>
                  </a:stretch>
                </p:blipFill>
                <p:spPr>
                  <a:xfrm>
                    <a:off x="5241525" y="4012942"/>
                    <a:ext cx="283680" cy="2616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0">
                <p14:nvContentPartPr>
                  <p14:cNvPr id="4924" name="Ink 4923">
                    <a:extLst>
                      <a:ext uri="{FF2B5EF4-FFF2-40B4-BE49-F238E27FC236}">
                        <a16:creationId xmlns:a16="http://schemas.microsoft.com/office/drawing/2014/main" id="{3C0A59CA-45B0-0E5B-7839-54522D262E60}"/>
                      </a:ext>
                    </a:extLst>
                  </p14:cNvPr>
                  <p14:cNvContentPartPr/>
                  <p14:nvPr/>
                </p14:nvContentPartPr>
                <p14:xfrm>
                  <a:off x="5364105" y="4115306"/>
                  <a:ext cx="202680" cy="165240"/>
                </p14:xfrm>
              </p:contentPart>
            </mc:Choice>
            <mc:Fallback xmlns="">
              <p:pic>
                <p:nvPicPr>
                  <p:cNvPr id="4924" name="Ink 4923">
                    <a:extLst>
                      <a:ext uri="{FF2B5EF4-FFF2-40B4-BE49-F238E27FC236}">
                        <a16:creationId xmlns:a16="http://schemas.microsoft.com/office/drawing/2014/main" id="{3C0A59CA-45B0-0E5B-7839-54522D262E60}"/>
                      </a:ext>
                    </a:extLst>
                  </p:cNvPr>
                  <p:cNvPicPr/>
                  <p:nvPr/>
                </p:nvPicPr>
                <p:blipFill>
                  <a:blip r:embed="rId1111"/>
                  <a:stretch>
                    <a:fillRect/>
                  </a:stretch>
                </p:blipFill>
                <p:spPr>
                  <a:xfrm>
                    <a:off x="5328338" y="4077174"/>
                    <a:ext cx="274214" cy="2415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2">
                <p14:nvContentPartPr>
                  <p14:cNvPr id="4925" name="Ink 4924">
                    <a:extLst>
                      <a:ext uri="{FF2B5EF4-FFF2-40B4-BE49-F238E27FC236}">
                        <a16:creationId xmlns:a16="http://schemas.microsoft.com/office/drawing/2014/main" id="{F2543A26-19B5-9144-E3A5-0B832A207A5A}"/>
                      </a:ext>
                    </a:extLst>
                  </p14:cNvPr>
                  <p14:cNvContentPartPr/>
                  <p14:nvPr/>
                </p14:nvContentPartPr>
                <p14:xfrm>
                  <a:off x="5516025" y="4152746"/>
                  <a:ext cx="180360" cy="168840"/>
                </p14:xfrm>
              </p:contentPart>
            </mc:Choice>
            <mc:Fallback xmlns="">
              <p:pic>
                <p:nvPicPr>
                  <p:cNvPr id="4925" name="Ink 4924">
                    <a:extLst>
                      <a:ext uri="{FF2B5EF4-FFF2-40B4-BE49-F238E27FC236}">
                        <a16:creationId xmlns:a16="http://schemas.microsoft.com/office/drawing/2014/main" id="{F2543A26-19B5-9144-E3A5-0B832A207A5A}"/>
                      </a:ext>
                    </a:extLst>
                  </p:cNvPr>
                  <p:cNvPicPr/>
                  <p:nvPr/>
                </p:nvPicPr>
                <p:blipFill>
                  <a:blip r:embed="rId1008"/>
                  <a:stretch>
                    <a:fillRect/>
                  </a:stretch>
                </p:blipFill>
                <p:spPr>
                  <a:xfrm>
                    <a:off x="5480544" y="4114518"/>
                    <a:ext cx="251321" cy="24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3">
                <p14:nvContentPartPr>
                  <p14:cNvPr id="4926" name="Ink 4925">
                    <a:extLst>
                      <a:ext uri="{FF2B5EF4-FFF2-40B4-BE49-F238E27FC236}">
                        <a16:creationId xmlns:a16="http://schemas.microsoft.com/office/drawing/2014/main" id="{42C3D022-56C2-9F34-1C42-FD26EE846C10}"/>
                      </a:ext>
                    </a:extLst>
                  </p14:cNvPr>
                  <p14:cNvContentPartPr/>
                  <p14:nvPr/>
                </p14:nvContentPartPr>
                <p14:xfrm>
                  <a:off x="5672625" y="4161386"/>
                  <a:ext cx="205560" cy="205920"/>
                </p14:xfrm>
              </p:contentPart>
            </mc:Choice>
            <mc:Fallback xmlns="">
              <p:pic>
                <p:nvPicPr>
                  <p:cNvPr id="4926" name="Ink 4925">
                    <a:extLst>
                      <a:ext uri="{FF2B5EF4-FFF2-40B4-BE49-F238E27FC236}">
                        <a16:creationId xmlns:a16="http://schemas.microsoft.com/office/drawing/2014/main" id="{42C3D022-56C2-9F34-1C42-FD26EE846C10}"/>
                      </a:ext>
                    </a:extLst>
                  </p:cNvPr>
                  <p:cNvPicPr/>
                  <p:nvPr/>
                </p:nvPicPr>
                <p:blipFill>
                  <a:blip r:embed="rId1114"/>
                  <a:stretch>
                    <a:fillRect/>
                  </a:stretch>
                </p:blipFill>
                <p:spPr>
                  <a:xfrm>
                    <a:off x="5636875" y="4122776"/>
                    <a:ext cx="277059" cy="2831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5">
                <p14:nvContentPartPr>
                  <p14:cNvPr id="4927" name="Ink 4926">
                    <a:extLst>
                      <a:ext uri="{FF2B5EF4-FFF2-40B4-BE49-F238E27FC236}">
                        <a16:creationId xmlns:a16="http://schemas.microsoft.com/office/drawing/2014/main" id="{AA6F4D34-6984-7FAA-DC8D-4B0E6413C8DE}"/>
                      </a:ext>
                    </a:extLst>
                  </p14:cNvPr>
                  <p14:cNvContentPartPr/>
                  <p14:nvPr/>
                </p14:nvContentPartPr>
                <p14:xfrm>
                  <a:off x="5811585" y="4196306"/>
                  <a:ext cx="182520" cy="221400"/>
                </p14:xfrm>
              </p:contentPart>
            </mc:Choice>
            <mc:Fallback xmlns="">
              <p:pic>
                <p:nvPicPr>
                  <p:cNvPr id="4927" name="Ink 4926">
                    <a:extLst>
                      <a:ext uri="{FF2B5EF4-FFF2-40B4-BE49-F238E27FC236}">
                        <a16:creationId xmlns:a16="http://schemas.microsoft.com/office/drawing/2014/main" id="{AA6F4D34-6984-7FAA-DC8D-4B0E6413C8DE}"/>
                      </a:ext>
                    </a:extLst>
                  </p:cNvPr>
                  <p:cNvPicPr/>
                  <p:nvPr/>
                </p:nvPicPr>
                <p:blipFill>
                  <a:blip r:embed="rId1116"/>
                  <a:stretch>
                    <a:fillRect/>
                  </a:stretch>
                </p:blipFill>
                <p:spPr>
                  <a:xfrm>
                    <a:off x="5776259" y="4157802"/>
                    <a:ext cx="253173" cy="29840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7">
                <p14:nvContentPartPr>
                  <p14:cNvPr id="4928" name="Ink 4927">
                    <a:extLst>
                      <a:ext uri="{FF2B5EF4-FFF2-40B4-BE49-F238E27FC236}">
                        <a16:creationId xmlns:a16="http://schemas.microsoft.com/office/drawing/2014/main" id="{28E7FCB9-F16A-F8D5-B33F-DCF3824A484E}"/>
                      </a:ext>
                    </a:extLst>
                  </p14:cNvPr>
                  <p14:cNvContentPartPr/>
                  <p14:nvPr/>
                </p14:nvContentPartPr>
                <p14:xfrm>
                  <a:off x="6022185" y="4235546"/>
                  <a:ext cx="117000" cy="229680"/>
                </p14:xfrm>
              </p:contentPart>
            </mc:Choice>
            <mc:Fallback xmlns="">
              <p:pic>
                <p:nvPicPr>
                  <p:cNvPr id="4928" name="Ink 4927">
                    <a:extLst>
                      <a:ext uri="{FF2B5EF4-FFF2-40B4-BE49-F238E27FC236}">
                        <a16:creationId xmlns:a16="http://schemas.microsoft.com/office/drawing/2014/main" id="{28E7FCB9-F16A-F8D5-B33F-DCF3824A484E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5987085" y="4197266"/>
                    <a:ext cx="187200" cy="3062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8">
                <p14:nvContentPartPr>
                  <p14:cNvPr id="4929" name="Ink 4928">
                    <a:extLst>
                      <a:ext uri="{FF2B5EF4-FFF2-40B4-BE49-F238E27FC236}">
                        <a16:creationId xmlns:a16="http://schemas.microsoft.com/office/drawing/2014/main" id="{4F38EBAE-5DBD-EE4B-CEA4-CA3493C58130}"/>
                      </a:ext>
                    </a:extLst>
                  </p14:cNvPr>
                  <p14:cNvContentPartPr/>
                  <p14:nvPr/>
                </p14:nvContentPartPr>
                <p14:xfrm>
                  <a:off x="6196065" y="4250666"/>
                  <a:ext cx="126000" cy="207360"/>
                </p14:xfrm>
              </p:contentPart>
            </mc:Choice>
            <mc:Fallback xmlns="">
              <p:pic>
                <p:nvPicPr>
                  <p:cNvPr id="4929" name="Ink 4928">
                    <a:extLst>
                      <a:ext uri="{FF2B5EF4-FFF2-40B4-BE49-F238E27FC236}">
                        <a16:creationId xmlns:a16="http://schemas.microsoft.com/office/drawing/2014/main" id="{4F38EBAE-5DBD-EE4B-CEA4-CA3493C58130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6160902" y="4212384"/>
                    <a:ext cx="196326" cy="2839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19">
                <p14:nvContentPartPr>
                  <p14:cNvPr id="4930" name="Ink 4929">
                    <a:extLst>
                      <a:ext uri="{FF2B5EF4-FFF2-40B4-BE49-F238E27FC236}">
                        <a16:creationId xmlns:a16="http://schemas.microsoft.com/office/drawing/2014/main" id="{5B3DAEEE-DCF6-AE0F-2CDD-791C8452707B}"/>
                      </a:ext>
                    </a:extLst>
                  </p14:cNvPr>
                  <p14:cNvContentPartPr/>
                  <p14:nvPr/>
                </p14:nvContentPartPr>
                <p14:xfrm>
                  <a:off x="6376785" y="4231946"/>
                  <a:ext cx="65880" cy="183240"/>
                </p14:xfrm>
              </p:contentPart>
            </mc:Choice>
            <mc:Fallback xmlns="">
              <p:pic>
                <p:nvPicPr>
                  <p:cNvPr id="4930" name="Ink 4929">
                    <a:extLst>
                      <a:ext uri="{FF2B5EF4-FFF2-40B4-BE49-F238E27FC236}">
                        <a16:creationId xmlns:a16="http://schemas.microsoft.com/office/drawing/2014/main" id="{5B3DAEEE-DCF6-AE0F-2CDD-791C8452707B}"/>
                      </a:ext>
                    </a:extLst>
                  </p:cNvPr>
                  <p:cNvPicPr/>
                  <p:nvPr/>
                </p:nvPicPr>
                <p:blipFill>
                  <a:blip r:embed="rId1017"/>
                  <a:stretch>
                    <a:fillRect/>
                  </a:stretch>
                </p:blipFill>
                <p:spPr>
                  <a:xfrm>
                    <a:off x="6342413" y="4193369"/>
                    <a:ext cx="134624" cy="260394"/>
                  </a:xfrm>
                  <a:prstGeom prst="rect">
                    <a:avLst/>
                  </a:prstGeom>
                </p:spPr>
              </p:pic>
            </mc:Fallback>
          </mc:AlternateContent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1120">
              <p14:nvContentPartPr>
                <p14:cNvPr id="4861" name="Ink 4860">
                  <a:extLst>
                    <a:ext uri="{FF2B5EF4-FFF2-40B4-BE49-F238E27FC236}">
                      <a16:creationId xmlns:a16="http://schemas.microsoft.com/office/drawing/2014/main" id="{8A81AB7E-B1FB-2B42-509F-230562613543}"/>
                    </a:ext>
                  </a:extLst>
                </p14:cNvPr>
                <p14:cNvContentPartPr/>
                <p14:nvPr/>
              </p14:nvContentPartPr>
              <p14:xfrm>
                <a:off x="9022348" y="3486121"/>
                <a:ext cx="589680" cy="189720"/>
              </p14:xfrm>
            </p:contentPart>
          </mc:Choice>
          <mc:Fallback xmlns="">
            <p:pic>
              <p:nvPicPr>
                <p:cNvPr id="4861" name="Ink 4860">
                  <a:extLst>
                    <a:ext uri="{FF2B5EF4-FFF2-40B4-BE49-F238E27FC236}">
                      <a16:creationId xmlns:a16="http://schemas.microsoft.com/office/drawing/2014/main" id="{8A81AB7E-B1FB-2B42-509F-230562613543}"/>
                    </a:ext>
                  </a:extLst>
                </p:cNvPr>
                <p:cNvPicPr/>
                <p:nvPr/>
              </p:nvPicPr>
              <p:blipFill>
                <a:blip r:embed="rId1121"/>
                <a:stretch>
                  <a:fillRect/>
                </a:stretch>
              </p:blipFill>
              <p:spPr>
                <a:xfrm>
                  <a:off x="8986428" y="3447534"/>
                  <a:ext cx="661519" cy="266894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4862" name="Freeform 4861">
              <a:extLst>
                <a:ext uri="{FF2B5EF4-FFF2-40B4-BE49-F238E27FC236}">
                  <a16:creationId xmlns:a16="http://schemas.microsoft.com/office/drawing/2014/main" id="{D5B2E714-085E-CA6C-9524-0F47B40EA4BC}"/>
                </a:ext>
              </a:extLst>
            </p:cNvPr>
            <p:cNvSpPr/>
            <p:nvPr/>
          </p:nvSpPr>
          <p:spPr>
            <a:xfrm>
              <a:off x="9165567" y="3318142"/>
              <a:ext cx="438615" cy="193288"/>
            </a:xfrm>
            <a:custGeom>
              <a:avLst/>
              <a:gdLst>
                <a:gd name="connsiteX0" fmla="*/ 0 w 438615"/>
                <a:gd name="connsiteY0" fmla="*/ 111512 h 193288"/>
                <a:gd name="connsiteX1" fmla="*/ 163551 w 438615"/>
                <a:gd name="connsiteY1" fmla="*/ 118946 h 193288"/>
                <a:gd name="connsiteX2" fmla="*/ 438615 w 438615"/>
                <a:gd name="connsiteY2" fmla="*/ 193288 h 193288"/>
                <a:gd name="connsiteX3" fmla="*/ 423746 w 438615"/>
                <a:gd name="connsiteY3" fmla="*/ 81775 h 193288"/>
                <a:gd name="connsiteX4" fmla="*/ 349405 w 438615"/>
                <a:gd name="connsiteY4" fmla="*/ 14868 h 193288"/>
                <a:gd name="connsiteX5" fmla="*/ 230458 w 438615"/>
                <a:gd name="connsiteY5" fmla="*/ 0 h 193288"/>
                <a:gd name="connsiteX6" fmla="*/ 156117 w 438615"/>
                <a:gd name="connsiteY6" fmla="*/ 22302 h 193288"/>
                <a:gd name="connsiteX7" fmla="*/ 96644 w 438615"/>
                <a:gd name="connsiteY7" fmla="*/ 66907 h 193288"/>
                <a:gd name="connsiteX8" fmla="*/ 0 w 438615"/>
                <a:gd name="connsiteY8" fmla="*/ 111512 h 19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15" h="193288">
                  <a:moveTo>
                    <a:pt x="0" y="111512"/>
                  </a:moveTo>
                  <a:lnTo>
                    <a:pt x="163551" y="118946"/>
                  </a:lnTo>
                  <a:lnTo>
                    <a:pt x="438615" y="193288"/>
                  </a:lnTo>
                  <a:lnTo>
                    <a:pt x="423746" y="81775"/>
                  </a:lnTo>
                  <a:lnTo>
                    <a:pt x="349405" y="14868"/>
                  </a:lnTo>
                  <a:lnTo>
                    <a:pt x="230458" y="0"/>
                  </a:lnTo>
                  <a:lnTo>
                    <a:pt x="156117" y="22302"/>
                  </a:lnTo>
                  <a:lnTo>
                    <a:pt x="96644" y="66907"/>
                  </a:lnTo>
                  <a:lnTo>
                    <a:pt x="0" y="1115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122">
              <p14:nvContentPartPr>
                <p14:cNvPr id="4863" name="Ink 4862">
                  <a:extLst>
                    <a:ext uri="{FF2B5EF4-FFF2-40B4-BE49-F238E27FC236}">
                      <a16:creationId xmlns:a16="http://schemas.microsoft.com/office/drawing/2014/main" id="{13997825-7196-F657-05D3-EB7C03131DA7}"/>
                    </a:ext>
                  </a:extLst>
                </p14:cNvPr>
                <p14:cNvContentPartPr/>
                <p14:nvPr/>
              </p14:nvContentPartPr>
              <p14:xfrm>
                <a:off x="8711308" y="3656041"/>
                <a:ext cx="1109520" cy="206280"/>
              </p14:xfrm>
            </p:contentPart>
          </mc:Choice>
          <mc:Fallback xmlns="">
            <p:pic>
              <p:nvPicPr>
                <p:cNvPr id="4863" name="Ink 4862">
                  <a:extLst>
                    <a:ext uri="{FF2B5EF4-FFF2-40B4-BE49-F238E27FC236}">
                      <a16:creationId xmlns:a16="http://schemas.microsoft.com/office/drawing/2014/main" id="{13997825-7196-F657-05D3-EB7C03131DA7}"/>
                    </a:ext>
                  </a:extLst>
                </p:cNvPr>
                <p:cNvPicPr/>
                <p:nvPr/>
              </p:nvPicPr>
              <p:blipFill>
                <a:blip r:embed="rId1123"/>
                <a:stretch>
                  <a:fillRect/>
                </a:stretch>
              </p:blipFill>
              <p:spPr>
                <a:xfrm>
                  <a:off x="8675324" y="3617959"/>
                  <a:ext cx="1181489" cy="2824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4">
              <p14:nvContentPartPr>
                <p14:cNvPr id="4864" name="Ink 4863">
                  <a:extLst>
                    <a:ext uri="{FF2B5EF4-FFF2-40B4-BE49-F238E27FC236}">
                      <a16:creationId xmlns:a16="http://schemas.microsoft.com/office/drawing/2014/main" id="{B8A113C5-E442-9A90-96D6-A50D95334219}"/>
                    </a:ext>
                  </a:extLst>
                </p14:cNvPr>
                <p14:cNvContentPartPr/>
                <p14:nvPr/>
              </p14:nvContentPartPr>
              <p14:xfrm>
                <a:off x="9121348" y="3428521"/>
                <a:ext cx="492120" cy="99720"/>
              </p14:xfrm>
            </p:contentPart>
          </mc:Choice>
          <mc:Fallback xmlns="">
            <p:pic>
              <p:nvPicPr>
                <p:cNvPr id="4864" name="Ink 4863">
                  <a:extLst>
                    <a:ext uri="{FF2B5EF4-FFF2-40B4-BE49-F238E27FC236}">
                      <a16:creationId xmlns:a16="http://schemas.microsoft.com/office/drawing/2014/main" id="{B8A113C5-E442-9A90-96D6-A50D95334219}"/>
                    </a:ext>
                  </a:extLst>
                </p:cNvPr>
                <p:cNvPicPr/>
                <p:nvPr/>
              </p:nvPicPr>
              <p:blipFill>
                <a:blip r:embed="rId1125"/>
                <a:stretch>
                  <a:fillRect/>
                </a:stretch>
              </p:blipFill>
              <p:spPr>
                <a:xfrm>
                  <a:off x="9085557" y="3391126"/>
                  <a:ext cx="563701" cy="174510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4865" name="Group 4864">
              <a:extLst>
                <a:ext uri="{FF2B5EF4-FFF2-40B4-BE49-F238E27FC236}">
                  <a16:creationId xmlns:a16="http://schemas.microsoft.com/office/drawing/2014/main" id="{09BE1F70-81D0-707A-D0DA-4E066F88771A}"/>
                </a:ext>
              </a:extLst>
            </p:cNvPr>
            <p:cNvGrpSpPr/>
            <p:nvPr/>
          </p:nvGrpSpPr>
          <p:grpSpPr>
            <a:xfrm>
              <a:off x="8165188" y="4017481"/>
              <a:ext cx="1711080" cy="846720"/>
              <a:chOff x="4887465" y="4297466"/>
              <a:chExt cx="1711080" cy="8467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126">
                <p14:nvContentPartPr>
                  <p14:cNvPr id="4874" name="Ink 4873">
                    <a:extLst>
                      <a:ext uri="{FF2B5EF4-FFF2-40B4-BE49-F238E27FC236}">
                        <a16:creationId xmlns:a16="http://schemas.microsoft.com/office/drawing/2014/main" id="{ADA66800-4F21-54EF-0C7A-82EECC2ECFEE}"/>
                      </a:ext>
                    </a:extLst>
                  </p14:cNvPr>
                  <p14:cNvContentPartPr/>
                  <p14:nvPr/>
                </p14:nvContentPartPr>
                <p14:xfrm>
                  <a:off x="6330705" y="4458746"/>
                  <a:ext cx="29160" cy="65520"/>
                </p14:xfrm>
              </p:contentPart>
            </mc:Choice>
            <mc:Fallback xmlns="">
              <p:pic>
                <p:nvPicPr>
                  <p:cNvPr id="4874" name="Ink 4873">
                    <a:extLst>
                      <a:ext uri="{FF2B5EF4-FFF2-40B4-BE49-F238E27FC236}">
                        <a16:creationId xmlns:a16="http://schemas.microsoft.com/office/drawing/2014/main" id="{ADA66800-4F21-54EF-0C7A-82EECC2ECFEE}"/>
                      </a:ext>
                    </a:extLst>
                  </p:cNvPr>
                  <p:cNvPicPr/>
                  <p:nvPr/>
                </p:nvPicPr>
                <p:blipFill>
                  <a:blip r:embed="rId1025"/>
                  <a:stretch>
                    <a:fillRect/>
                  </a:stretch>
                </p:blipFill>
                <p:spPr>
                  <a:xfrm>
                    <a:off x="6298894" y="4421306"/>
                    <a:ext cx="92782" cy="1404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27">
                <p14:nvContentPartPr>
                  <p14:cNvPr id="4875" name="Ink 4874">
                    <a:extLst>
                      <a:ext uri="{FF2B5EF4-FFF2-40B4-BE49-F238E27FC236}">
                        <a16:creationId xmlns:a16="http://schemas.microsoft.com/office/drawing/2014/main" id="{4836B979-386D-D4FF-9035-FB21DC7B19AB}"/>
                      </a:ext>
                    </a:extLst>
                  </p14:cNvPr>
                  <p14:cNvContentPartPr/>
                  <p14:nvPr/>
                </p14:nvContentPartPr>
                <p14:xfrm>
                  <a:off x="6072225" y="4495106"/>
                  <a:ext cx="33120" cy="74160"/>
                </p14:xfrm>
              </p:contentPart>
            </mc:Choice>
            <mc:Fallback xmlns="">
              <p:pic>
                <p:nvPicPr>
                  <p:cNvPr id="4875" name="Ink 4874">
                    <a:extLst>
                      <a:ext uri="{FF2B5EF4-FFF2-40B4-BE49-F238E27FC236}">
                        <a16:creationId xmlns:a16="http://schemas.microsoft.com/office/drawing/2014/main" id="{4836B979-386D-D4FF-9035-FB21DC7B19AB}"/>
                      </a:ext>
                    </a:extLst>
                  </p:cNvPr>
                  <p:cNvPicPr/>
                  <p:nvPr/>
                </p:nvPicPr>
                <p:blipFill>
                  <a:blip r:embed="rId1027"/>
                  <a:stretch>
                    <a:fillRect/>
                  </a:stretch>
                </p:blipFill>
                <p:spPr>
                  <a:xfrm>
                    <a:off x="6039105" y="4458026"/>
                    <a:ext cx="99360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28">
                <p14:nvContentPartPr>
                  <p14:cNvPr id="4876" name="Ink 4875">
                    <a:extLst>
                      <a:ext uri="{FF2B5EF4-FFF2-40B4-BE49-F238E27FC236}">
                        <a16:creationId xmlns:a16="http://schemas.microsoft.com/office/drawing/2014/main" id="{A3A848E4-CA5A-57CC-7120-75F026F48FD4}"/>
                      </a:ext>
                    </a:extLst>
                  </p14:cNvPr>
                  <p14:cNvContentPartPr/>
                  <p14:nvPr/>
                </p14:nvContentPartPr>
                <p14:xfrm>
                  <a:off x="5708265" y="4477466"/>
                  <a:ext cx="93960" cy="60120"/>
                </p14:xfrm>
              </p:contentPart>
            </mc:Choice>
            <mc:Fallback xmlns="">
              <p:pic>
                <p:nvPicPr>
                  <p:cNvPr id="4876" name="Ink 4875">
                    <a:extLst>
                      <a:ext uri="{FF2B5EF4-FFF2-40B4-BE49-F238E27FC236}">
                        <a16:creationId xmlns:a16="http://schemas.microsoft.com/office/drawing/2014/main" id="{A3A848E4-CA5A-57CC-7120-75F026F48FD4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673030" y="4439495"/>
                    <a:ext cx="164430" cy="1360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29">
                <p14:nvContentPartPr>
                  <p14:cNvPr id="4877" name="Ink 4876">
                    <a:extLst>
                      <a:ext uri="{FF2B5EF4-FFF2-40B4-BE49-F238E27FC236}">
                        <a16:creationId xmlns:a16="http://schemas.microsoft.com/office/drawing/2014/main" id="{54D82585-AE72-098A-D34B-DA5A138A6A48}"/>
                      </a:ext>
                    </a:extLst>
                  </p14:cNvPr>
                  <p14:cNvContentPartPr/>
                  <p14:nvPr/>
                </p14:nvContentPartPr>
                <p14:xfrm>
                  <a:off x="5422785" y="4382426"/>
                  <a:ext cx="93960" cy="64080"/>
                </p14:xfrm>
              </p:contentPart>
            </mc:Choice>
            <mc:Fallback xmlns="">
              <p:pic>
                <p:nvPicPr>
                  <p:cNvPr id="4877" name="Ink 4876">
                    <a:extLst>
                      <a:ext uri="{FF2B5EF4-FFF2-40B4-BE49-F238E27FC236}">
                        <a16:creationId xmlns:a16="http://schemas.microsoft.com/office/drawing/2014/main" id="{54D82585-AE72-098A-D34B-DA5A138A6A48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387550" y="4345809"/>
                    <a:ext cx="164430" cy="1373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0">
                <p14:nvContentPartPr>
                  <p14:cNvPr id="4878" name="Ink 4877">
                    <a:extLst>
                      <a:ext uri="{FF2B5EF4-FFF2-40B4-BE49-F238E27FC236}">
                        <a16:creationId xmlns:a16="http://schemas.microsoft.com/office/drawing/2014/main" id="{99D2E45E-1406-8F63-7ABA-FE119379BFDD}"/>
                      </a:ext>
                    </a:extLst>
                  </p14:cNvPr>
                  <p14:cNvContentPartPr/>
                  <p14:nvPr/>
                </p14:nvContentPartPr>
                <p14:xfrm>
                  <a:off x="5157825" y="4297466"/>
                  <a:ext cx="68040" cy="55440"/>
                </p14:xfrm>
              </p:contentPart>
            </mc:Choice>
            <mc:Fallback xmlns="">
              <p:pic>
                <p:nvPicPr>
                  <p:cNvPr id="4878" name="Ink 4877">
                    <a:extLst>
                      <a:ext uri="{FF2B5EF4-FFF2-40B4-BE49-F238E27FC236}">
                        <a16:creationId xmlns:a16="http://schemas.microsoft.com/office/drawing/2014/main" id="{99D2E45E-1406-8F63-7ABA-FE119379BFDD}"/>
                      </a:ext>
                    </a:extLst>
                  </p:cNvPr>
                  <p:cNvPicPr/>
                  <p:nvPr/>
                </p:nvPicPr>
                <p:blipFill>
                  <a:blip r:embed="rId1032"/>
                  <a:stretch>
                    <a:fillRect/>
                  </a:stretch>
                </p:blipFill>
                <p:spPr>
                  <a:xfrm>
                    <a:off x="5122326" y="4260506"/>
                    <a:ext cx="139038" cy="1293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1">
                <p14:nvContentPartPr>
                  <p14:cNvPr id="4879" name="Ink 4878">
                    <a:extLst>
                      <a:ext uri="{FF2B5EF4-FFF2-40B4-BE49-F238E27FC236}">
                        <a16:creationId xmlns:a16="http://schemas.microsoft.com/office/drawing/2014/main" id="{59C56AE6-CB18-40F4-FA95-C188BEDFC176}"/>
                      </a:ext>
                    </a:extLst>
                  </p14:cNvPr>
                  <p14:cNvContentPartPr/>
                  <p14:nvPr/>
                </p14:nvContentPartPr>
                <p14:xfrm>
                  <a:off x="4887465" y="4472786"/>
                  <a:ext cx="260640" cy="249840"/>
                </p14:xfrm>
              </p:contentPart>
            </mc:Choice>
            <mc:Fallback xmlns="">
              <p:pic>
                <p:nvPicPr>
                  <p:cNvPr id="4879" name="Ink 4878">
                    <a:extLst>
                      <a:ext uri="{FF2B5EF4-FFF2-40B4-BE49-F238E27FC236}">
                        <a16:creationId xmlns:a16="http://schemas.microsoft.com/office/drawing/2014/main" id="{59C56AE6-CB18-40F4-FA95-C188BEDFC176}"/>
                      </a:ext>
                    </a:extLst>
                  </p:cNvPr>
                  <p:cNvPicPr/>
                  <p:nvPr/>
                </p:nvPicPr>
                <p:blipFill>
                  <a:blip r:embed="rId1034"/>
                  <a:stretch>
                    <a:fillRect/>
                  </a:stretch>
                </p:blipFill>
                <p:spPr>
                  <a:xfrm>
                    <a:off x="4851923" y="4434349"/>
                    <a:ext cx="331724" cy="3267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2">
                <p14:nvContentPartPr>
                  <p14:cNvPr id="4880" name="Ink 4879">
                    <a:extLst>
                      <a:ext uri="{FF2B5EF4-FFF2-40B4-BE49-F238E27FC236}">
                        <a16:creationId xmlns:a16="http://schemas.microsoft.com/office/drawing/2014/main" id="{613BA8C6-6DD3-422A-9480-379F86B88831}"/>
                      </a:ext>
                    </a:extLst>
                  </p14:cNvPr>
                  <p14:cNvContentPartPr/>
                  <p14:nvPr/>
                </p14:nvContentPartPr>
                <p14:xfrm>
                  <a:off x="4961625" y="4596266"/>
                  <a:ext cx="471240" cy="237240"/>
                </p14:xfrm>
              </p:contentPart>
            </mc:Choice>
            <mc:Fallback xmlns="">
              <p:pic>
                <p:nvPicPr>
                  <p:cNvPr id="4880" name="Ink 4879">
                    <a:extLst>
                      <a:ext uri="{FF2B5EF4-FFF2-40B4-BE49-F238E27FC236}">
                        <a16:creationId xmlns:a16="http://schemas.microsoft.com/office/drawing/2014/main" id="{613BA8C6-6DD3-422A-9480-379F86B88831}"/>
                      </a:ext>
                    </a:extLst>
                  </p:cNvPr>
                  <p:cNvPicPr/>
                  <p:nvPr/>
                </p:nvPicPr>
                <p:blipFill>
                  <a:blip r:embed="rId1133"/>
                  <a:stretch>
                    <a:fillRect/>
                  </a:stretch>
                </p:blipFill>
                <p:spPr>
                  <a:xfrm>
                    <a:off x="4925835" y="4557795"/>
                    <a:ext cx="542821" cy="3141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4">
                <p14:nvContentPartPr>
                  <p14:cNvPr id="4881" name="Ink 4880">
                    <a:extLst>
                      <a:ext uri="{FF2B5EF4-FFF2-40B4-BE49-F238E27FC236}">
                        <a16:creationId xmlns:a16="http://schemas.microsoft.com/office/drawing/2014/main" id="{562BBFDA-E026-1A22-804B-7A9563E60B99}"/>
                      </a:ext>
                    </a:extLst>
                  </p14:cNvPr>
                  <p14:cNvContentPartPr/>
                  <p14:nvPr/>
                </p14:nvContentPartPr>
                <p14:xfrm>
                  <a:off x="5293905" y="4627946"/>
                  <a:ext cx="369720" cy="278640"/>
                </p14:xfrm>
              </p:contentPart>
            </mc:Choice>
            <mc:Fallback xmlns="">
              <p:pic>
                <p:nvPicPr>
                  <p:cNvPr id="4881" name="Ink 4880">
                    <a:extLst>
                      <a:ext uri="{FF2B5EF4-FFF2-40B4-BE49-F238E27FC236}">
                        <a16:creationId xmlns:a16="http://schemas.microsoft.com/office/drawing/2014/main" id="{562BBFDA-E026-1A22-804B-7A9563E60B99}"/>
                      </a:ext>
                    </a:extLst>
                  </p:cNvPr>
                  <p:cNvPicPr/>
                  <p:nvPr/>
                </p:nvPicPr>
                <p:blipFill>
                  <a:blip r:embed="rId1135"/>
                  <a:stretch>
                    <a:fillRect/>
                  </a:stretch>
                </p:blipFill>
                <p:spPr>
                  <a:xfrm>
                    <a:off x="5258126" y="4589513"/>
                    <a:ext cx="441279" cy="3555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6">
                <p14:nvContentPartPr>
                  <p14:cNvPr id="4882" name="Ink 4881">
                    <a:extLst>
                      <a:ext uri="{FF2B5EF4-FFF2-40B4-BE49-F238E27FC236}">
                        <a16:creationId xmlns:a16="http://schemas.microsoft.com/office/drawing/2014/main" id="{7E9C7136-9826-5F8D-24E7-7FD741217F38}"/>
                      </a:ext>
                    </a:extLst>
                  </p14:cNvPr>
                  <p14:cNvContentPartPr/>
                  <p14:nvPr/>
                </p14:nvContentPartPr>
                <p14:xfrm>
                  <a:off x="5582625" y="4640906"/>
                  <a:ext cx="240840" cy="320760"/>
                </p14:xfrm>
              </p:contentPart>
            </mc:Choice>
            <mc:Fallback xmlns="">
              <p:pic>
                <p:nvPicPr>
                  <p:cNvPr id="4882" name="Ink 4881">
                    <a:extLst>
                      <a:ext uri="{FF2B5EF4-FFF2-40B4-BE49-F238E27FC236}">
                        <a16:creationId xmlns:a16="http://schemas.microsoft.com/office/drawing/2014/main" id="{7E9C7136-9826-5F8D-24E7-7FD741217F38}"/>
                      </a:ext>
                    </a:extLst>
                  </p:cNvPr>
                  <p:cNvPicPr/>
                  <p:nvPr/>
                </p:nvPicPr>
                <p:blipFill>
                  <a:blip r:embed="rId1137"/>
                  <a:stretch>
                    <a:fillRect/>
                  </a:stretch>
                </p:blipFill>
                <p:spPr>
                  <a:xfrm>
                    <a:off x="5546945" y="4602415"/>
                    <a:ext cx="312200" cy="3977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38">
                <p14:nvContentPartPr>
                  <p14:cNvPr id="4883" name="Ink 4882">
                    <a:extLst>
                      <a:ext uri="{FF2B5EF4-FFF2-40B4-BE49-F238E27FC236}">
                        <a16:creationId xmlns:a16="http://schemas.microsoft.com/office/drawing/2014/main" id="{8C22C7A8-7297-30E7-DEAC-320A9BF7F482}"/>
                      </a:ext>
                    </a:extLst>
                  </p14:cNvPr>
                  <p14:cNvContentPartPr/>
                  <p14:nvPr/>
                </p14:nvContentPartPr>
                <p14:xfrm>
                  <a:off x="5799345" y="4688426"/>
                  <a:ext cx="301680" cy="399960"/>
                </p14:xfrm>
              </p:contentPart>
            </mc:Choice>
            <mc:Fallback xmlns="">
              <p:pic>
                <p:nvPicPr>
                  <p:cNvPr id="4883" name="Ink 4882">
                    <a:extLst>
                      <a:ext uri="{FF2B5EF4-FFF2-40B4-BE49-F238E27FC236}">
                        <a16:creationId xmlns:a16="http://schemas.microsoft.com/office/drawing/2014/main" id="{8C22C7A8-7297-30E7-DEAC-320A9BF7F482}"/>
                      </a:ext>
                    </a:extLst>
                  </p:cNvPr>
                  <p:cNvPicPr/>
                  <p:nvPr/>
                </p:nvPicPr>
                <p:blipFill>
                  <a:blip r:embed="rId1139"/>
                  <a:stretch>
                    <a:fillRect/>
                  </a:stretch>
                </p:blipFill>
                <p:spPr>
                  <a:xfrm>
                    <a:off x="5763502" y="4649720"/>
                    <a:ext cx="373366" cy="4773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40">
                <p14:nvContentPartPr>
                  <p14:cNvPr id="4884" name="Ink 4883">
                    <a:extLst>
                      <a:ext uri="{FF2B5EF4-FFF2-40B4-BE49-F238E27FC236}">
                        <a16:creationId xmlns:a16="http://schemas.microsoft.com/office/drawing/2014/main" id="{5DE4C25E-766B-0938-D8DA-69F4A148CB61}"/>
                      </a:ext>
                    </a:extLst>
                  </p14:cNvPr>
                  <p14:cNvContentPartPr/>
                  <p14:nvPr/>
                </p14:nvContentPartPr>
                <p14:xfrm>
                  <a:off x="6068985" y="4648826"/>
                  <a:ext cx="302400" cy="495360"/>
                </p14:xfrm>
              </p:contentPart>
            </mc:Choice>
            <mc:Fallback xmlns="">
              <p:pic>
                <p:nvPicPr>
                  <p:cNvPr id="4884" name="Ink 4883">
                    <a:extLst>
                      <a:ext uri="{FF2B5EF4-FFF2-40B4-BE49-F238E27FC236}">
                        <a16:creationId xmlns:a16="http://schemas.microsoft.com/office/drawing/2014/main" id="{5DE4C25E-766B-0938-D8DA-69F4A148CB61}"/>
                      </a:ext>
                    </a:extLst>
                  </p:cNvPr>
                  <p:cNvPicPr/>
                  <p:nvPr/>
                </p:nvPicPr>
                <p:blipFill>
                  <a:blip r:embed="rId1141"/>
                  <a:stretch>
                    <a:fillRect/>
                  </a:stretch>
                </p:blipFill>
                <p:spPr>
                  <a:xfrm>
                    <a:off x="6033409" y="4610227"/>
                    <a:ext cx="373553" cy="57255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42">
                <p14:nvContentPartPr>
                  <p14:cNvPr id="4885" name="Ink 4884">
                    <a:extLst>
                      <a:ext uri="{FF2B5EF4-FFF2-40B4-BE49-F238E27FC236}">
                        <a16:creationId xmlns:a16="http://schemas.microsoft.com/office/drawing/2014/main" id="{0A728D25-8770-E619-2383-B0EEAF4E8031}"/>
                      </a:ext>
                    </a:extLst>
                  </p14:cNvPr>
                  <p14:cNvContentPartPr/>
                  <p14:nvPr/>
                </p14:nvContentPartPr>
                <p14:xfrm>
                  <a:off x="6396945" y="4647746"/>
                  <a:ext cx="201600" cy="428760"/>
                </p14:xfrm>
              </p:contentPart>
            </mc:Choice>
            <mc:Fallback xmlns="">
              <p:pic>
                <p:nvPicPr>
                  <p:cNvPr id="4885" name="Ink 4884">
                    <a:extLst>
                      <a:ext uri="{FF2B5EF4-FFF2-40B4-BE49-F238E27FC236}">
                        <a16:creationId xmlns:a16="http://schemas.microsoft.com/office/drawing/2014/main" id="{0A728D25-8770-E619-2383-B0EEAF4E8031}"/>
                      </a:ext>
                    </a:extLst>
                  </p:cNvPr>
                  <p:cNvPicPr/>
                  <p:nvPr/>
                </p:nvPicPr>
                <p:blipFill>
                  <a:blip r:embed="rId1143"/>
                  <a:stretch>
                    <a:fillRect/>
                  </a:stretch>
                </p:blipFill>
                <p:spPr>
                  <a:xfrm>
                    <a:off x="6361369" y="4609061"/>
                    <a:ext cx="272753" cy="506130"/>
                  </a:xfrm>
                  <a:prstGeom prst="rect">
                    <a:avLst/>
                  </a:prstGeom>
                </p:spPr>
              </p:pic>
            </mc:Fallback>
          </mc:AlternateContent>
        </p:grpSp>
        <p:grpSp>
          <p:nvGrpSpPr>
            <p:cNvPr id="4866" name="Group 4865">
              <a:extLst>
                <a:ext uri="{FF2B5EF4-FFF2-40B4-BE49-F238E27FC236}">
                  <a16:creationId xmlns:a16="http://schemas.microsoft.com/office/drawing/2014/main" id="{BEAF6CCB-DC14-741D-3098-1685DCFD7083}"/>
                </a:ext>
              </a:extLst>
            </p:cNvPr>
            <p:cNvGrpSpPr/>
            <p:nvPr/>
          </p:nvGrpSpPr>
          <p:grpSpPr>
            <a:xfrm>
              <a:off x="8581348" y="3811561"/>
              <a:ext cx="1094760" cy="452160"/>
              <a:chOff x="5303625" y="4091546"/>
              <a:chExt cx="1094760" cy="4521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144">
                <p14:nvContentPartPr>
                  <p14:cNvPr id="4867" name="Ink 4866">
                    <a:extLst>
                      <a:ext uri="{FF2B5EF4-FFF2-40B4-BE49-F238E27FC236}">
                        <a16:creationId xmlns:a16="http://schemas.microsoft.com/office/drawing/2014/main" id="{64343364-A440-7C97-9C24-ECD12C18D57A}"/>
                      </a:ext>
                    </a:extLst>
                  </p14:cNvPr>
                  <p14:cNvContentPartPr/>
                  <p14:nvPr/>
                </p14:nvContentPartPr>
                <p14:xfrm>
                  <a:off x="5303625" y="4091546"/>
                  <a:ext cx="190440" cy="145800"/>
                </p14:xfrm>
              </p:contentPart>
            </mc:Choice>
            <mc:Fallback xmlns="">
              <p:pic>
                <p:nvPicPr>
                  <p:cNvPr id="4867" name="Ink 4866">
                    <a:extLst>
                      <a:ext uri="{FF2B5EF4-FFF2-40B4-BE49-F238E27FC236}">
                        <a16:creationId xmlns:a16="http://schemas.microsoft.com/office/drawing/2014/main" id="{64343364-A440-7C97-9C24-ECD12C18D57A}"/>
                      </a:ext>
                    </a:extLst>
                  </p:cNvPr>
                  <p:cNvPicPr/>
                  <p:nvPr/>
                </p:nvPicPr>
                <p:blipFill>
                  <a:blip r:embed="rId1145"/>
                  <a:stretch>
                    <a:fillRect/>
                  </a:stretch>
                </p:blipFill>
                <p:spPr>
                  <a:xfrm>
                    <a:off x="5267917" y="4053511"/>
                    <a:ext cx="261855" cy="22187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46">
                <p14:nvContentPartPr>
                  <p14:cNvPr id="4868" name="Ink 4867">
                    <a:extLst>
                      <a:ext uri="{FF2B5EF4-FFF2-40B4-BE49-F238E27FC236}">
                        <a16:creationId xmlns:a16="http://schemas.microsoft.com/office/drawing/2014/main" id="{03D32146-D30F-00D4-702B-ED0A1F0140EF}"/>
                      </a:ext>
                    </a:extLst>
                  </p14:cNvPr>
                  <p14:cNvContentPartPr/>
                  <p14:nvPr/>
                </p14:nvContentPartPr>
                <p14:xfrm>
                  <a:off x="5431425" y="4140506"/>
                  <a:ext cx="155160" cy="177120"/>
                </p14:xfrm>
              </p:contentPart>
            </mc:Choice>
            <mc:Fallback xmlns="">
              <p:pic>
                <p:nvPicPr>
                  <p:cNvPr id="4868" name="Ink 4867">
                    <a:extLst>
                      <a:ext uri="{FF2B5EF4-FFF2-40B4-BE49-F238E27FC236}">
                        <a16:creationId xmlns:a16="http://schemas.microsoft.com/office/drawing/2014/main" id="{03D32146-D30F-00D4-702B-ED0A1F0140EF}"/>
                      </a:ext>
                    </a:extLst>
                  </p:cNvPr>
                  <p:cNvPicPr/>
                  <p:nvPr/>
                </p:nvPicPr>
                <p:blipFill>
                  <a:blip r:embed="rId1147"/>
                  <a:stretch>
                    <a:fillRect/>
                  </a:stretch>
                </p:blipFill>
                <p:spPr>
                  <a:xfrm>
                    <a:off x="5395619" y="4102552"/>
                    <a:ext cx="226772" cy="25302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48">
                <p14:nvContentPartPr>
                  <p14:cNvPr id="4869" name="Ink 4868">
                    <a:extLst>
                      <a:ext uri="{FF2B5EF4-FFF2-40B4-BE49-F238E27FC236}">
                        <a16:creationId xmlns:a16="http://schemas.microsoft.com/office/drawing/2014/main" id="{CE2EE6CD-820B-121A-5926-F5E9D3123D93}"/>
                      </a:ext>
                    </a:extLst>
                  </p14:cNvPr>
                  <p14:cNvContentPartPr/>
                  <p14:nvPr/>
                </p14:nvContentPartPr>
                <p14:xfrm>
                  <a:off x="5606025" y="4181906"/>
                  <a:ext cx="146160" cy="170280"/>
                </p14:xfrm>
              </p:contentPart>
            </mc:Choice>
            <mc:Fallback xmlns="">
              <p:pic>
                <p:nvPicPr>
                  <p:cNvPr id="4869" name="Ink 4868">
                    <a:extLst>
                      <a:ext uri="{FF2B5EF4-FFF2-40B4-BE49-F238E27FC236}">
                        <a16:creationId xmlns:a16="http://schemas.microsoft.com/office/drawing/2014/main" id="{CE2EE6CD-820B-121A-5926-F5E9D3123D93}"/>
                      </a:ext>
                    </a:extLst>
                  </p:cNvPr>
                  <p:cNvPicPr/>
                  <p:nvPr/>
                </p:nvPicPr>
                <p:blipFill>
                  <a:blip r:embed="rId1149"/>
                  <a:stretch>
                    <a:fillRect/>
                  </a:stretch>
                </p:blipFill>
                <p:spPr>
                  <a:xfrm>
                    <a:off x="5570231" y="4143352"/>
                    <a:ext cx="217749" cy="24738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50">
                <p14:nvContentPartPr>
                  <p14:cNvPr id="4870" name="Ink 4869">
                    <a:extLst>
                      <a:ext uri="{FF2B5EF4-FFF2-40B4-BE49-F238E27FC236}">
                        <a16:creationId xmlns:a16="http://schemas.microsoft.com/office/drawing/2014/main" id="{D85F8974-5484-9352-CBE2-E13A9BC016A7}"/>
                      </a:ext>
                    </a:extLst>
                  </p14:cNvPr>
                  <p14:cNvContentPartPr/>
                  <p14:nvPr/>
                </p14:nvContentPartPr>
                <p14:xfrm>
                  <a:off x="5762265" y="4209626"/>
                  <a:ext cx="155520" cy="236880"/>
                </p14:xfrm>
              </p:contentPart>
            </mc:Choice>
            <mc:Fallback xmlns="">
              <p:pic>
                <p:nvPicPr>
                  <p:cNvPr id="4870" name="Ink 4869">
                    <a:extLst>
                      <a:ext uri="{FF2B5EF4-FFF2-40B4-BE49-F238E27FC236}">
                        <a16:creationId xmlns:a16="http://schemas.microsoft.com/office/drawing/2014/main" id="{D85F8974-5484-9352-CBE2-E13A9BC016A7}"/>
                      </a:ext>
                    </a:extLst>
                  </p:cNvPr>
                  <p:cNvPicPr/>
                  <p:nvPr/>
                </p:nvPicPr>
                <p:blipFill>
                  <a:blip r:embed="rId1054"/>
                  <a:stretch>
                    <a:fillRect/>
                  </a:stretch>
                </p:blipFill>
                <p:spPr>
                  <a:xfrm>
                    <a:off x="5727053" y="4171213"/>
                    <a:ext cx="225944" cy="313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51">
                <p14:nvContentPartPr>
                  <p14:cNvPr id="4871" name="Ink 4870">
                    <a:extLst>
                      <a:ext uri="{FF2B5EF4-FFF2-40B4-BE49-F238E27FC236}">
                        <a16:creationId xmlns:a16="http://schemas.microsoft.com/office/drawing/2014/main" id="{97AB1ABD-CF53-5239-1592-BA9153C67BFA}"/>
                      </a:ext>
                    </a:extLst>
                  </p14:cNvPr>
                  <p14:cNvContentPartPr/>
                  <p14:nvPr/>
                </p14:nvContentPartPr>
                <p14:xfrm>
                  <a:off x="5967825" y="4247786"/>
                  <a:ext cx="133560" cy="233280"/>
                </p14:xfrm>
              </p:contentPart>
            </mc:Choice>
            <mc:Fallback xmlns="">
              <p:pic>
                <p:nvPicPr>
                  <p:cNvPr id="4871" name="Ink 4870">
                    <a:extLst>
                      <a:ext uri="{FF2B5EF4-FFF2-40B4-BE49-F238E27FC236}">
                        <a16:creationId xmlns:a16="http://schemas.microsoft.com/office/drawing/2014/main" id="{97AB1ABD-CF53-5239-1592-BA9153C67BFA}"/>
                      </a:ext>
                    </a:extLst>
                  </p:cNvPr>
                  <p:cNvPicPr/>
                  <p:nvPr/>
                </p:nvPicPr>
                <p:blipFill>
                  <a:blip r:embed="rId1152"/>
                  <a:stretch>
                    <a:fillRect/>
                  </a:stretch>
                </p:blipFill>
                <p:spPr>
                  <a:xfrm>
                    <a:off x="5932209" y="4209439"/>
                    <a:ext cx="204792" cy="30997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53">
                <p14:nvContentPartPr>
                  <p14:cNvPr id="4872" name="Ink 4871">
                    <a:extLst>
                      <a:ext uri="{FF2B5EF4-FFF2-40B4-BE49-F238E27FC236}">
                        <a16:creationId xmlns:a16="http://schemas.microsoft.com/office/drawing/2014/main" id="{8AAC8ECE-7BB3-9E08-91D5-362A50EB208B}"/>
                      </a:ext>
                    </a:extLst>
                  </p14:cNvPr>
                  <p14:cNvContentPartPr/>
                  <p14:nvPr/>
                </p14:nvContentPartPr>
                <p14:xfrm>
                  <a:off x="6131985" y="4262186"/>
                  <a:ext cx="132120" cy="222480"/>
                </p14:xfrm>
              </p:contentPart>
            </mc:Choice>
            <mc:Fallback xmlns="">
              <p:pic>
                <p:nvPicPr>
                  <p:cNvPr id="4872" name="Ink 4871">
                    <a:extLst>
                      <a:ext uri="{FF2B5EF4-FFF2-40B4-BE49-F238E27FC236}">
                        <a16:creationId xmlns:a16="http://schemas.microsoft.com/office/drawing/2014/main" id="{8AAC8ECE-7BB3-9E08-91D5-362A50EB208B}"/>
                      </a:ext>
                    </a:extLst>
                  </p:cNvPr>
                  <p:cNvPicPr/>
                  <p:nvPr/>
                </p:nvPicPr>
                <p:blipFill>
                  <a:blip r:embed="rId1154"/>
                  <a:stretch>
                    <a:fillRect/>
                  </a:stretch>
                </p:blipFill>
                <p:spPr>
                  <a:xfrm>
                    <a:off x="6096753" y="4224047"/>
                    <a:ext cx="202584" cy="29875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55">
                <p14:nvContentPartPr>
                  <p14:cNvPr id="4873" name="Ink 4872">
                    <a:extLst>
                      <a:ext uri="{FF2B5EF4-FFF2-40B4-BE49-F238E27FC236}">
                        <a16:creationId xmlns:a16="http://schemas.microsoft.com/office/drawing/2014/main" id="{39A2C7FC-D0A8-7203-406B-78F4BD1E061B}"/>
                      </a:ext>
                    </a:extLst>
                  </p14:cNvPr>
                  <p14:cNvContentPartPr/>
                  <p14:nvPr/>
                </p14:nvContentPartPr>
                <p14:xfrm>
                  <a:off x="6359145" y="4255346"/>
                  <a:ext cx="39240" cy="288360"/>
                </p14:xfrm>
              </p:contentPart>
            </mc:Choice>
            <mc:Fallback xmlns="">
              <p:pic>
                <p:nvPicPr>
                  <p:cNvPr id="4873" name="Ink 4872">
                    <a:extLst>
                      <a:ext uri="{FF2B5EF4-FFF2-40B4-BE49-F238E27FC236}">
                        <a16:creationId xmlns:a16="http://schemas.microsoft.com/office/drawing/2014/main" id="{39A2C7FC-D0A8-7203-406B-78F4BD1E061B}"/>
                      </a:ext>
                    </a:extLst>
                  </p:cNvPr>
                  <p:cNvPicPr/>
                  <p:nvPr/>
                </p:nvPicPr>
                <p:blipFill>
                  <a:blip r:embed="rId1060"/>
                  <a:stretch>
                    <a:fillRect/>
                  </a:stretch>
                </p:blipFill>
                <p:spPr>
                  <a:xfrm>
                    <a:off x="6325511" y="4216898"/>
                    <a:ext cx="106509" cy="365256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4931" name="Group 4930">
            <a:extLst>
              <a:ext uri="{FF2B5EF4-FFF2-40B4-BE49-F238E27FC236}">
                <a16:creationId xmlns:a16="http://schemas.microsoft.com/office/drawing/2014/main" id="{98768113-0FD0-0C8C-E7B9-1063D9B32B08}"/>
              </a:ext>
            </a:extLst>
          </p:cNvPr>
          <p:cNvGrpSpPr/>
          <p:nvPr/>
        </p:nvGrpSpPr>
        <p:grpSpPr>
          <a:xfrm rot="537464">
            <a:off x="2682009" y="4184226"/>
            <a:ext cx="217320" cy="179272"/>
            <a:chOff x="8071687" y="3318142"/>
            <a:chExt cx="1814997" cy="1613210"/>
          </a:xfrm>
        </p:grpSpPr>
        <p:sp>
          <p:nvSpPr>
            <p:cNvPr id="4932" name="Freeform 4931">
              <a:extLst>
                <a:ext uri="{FF2B5EF4-FFF2-40B4-BE49-F238E27FC236}">
                  <a16:creationId xmlns:a16="http://schemas.microsoft.com/office/drawing/2014/main" id="{D81BC83B-BE92-6755-0622-14423046329C}"/>
                </a:ext>
              </a:extLst>
            </p:cNvPr>
            <p:cNvSpPr/>
            <p:nvPr/>
          </p:nvSpPr>
          <p:spPr>
            <a:xfrm>
              <a:off x="8071687" y="3318142"/>
              <a:ext cx="1814997" cy="1613210"/>
            </a:xfrm>
            <a:custGeom>
              <a:avLst/>
              <a:gdLst>
                <a:gd name="connsiteX0" fmla="*/ 1368943 w 1814997"/>
                <a:gd name="connsiteY0" fmla="*/ 0 h 1613210"/>
                <a:gd name="connsiteX1" fmla="*/ 1368943 w 1814997"/>
                <a:gd name="connsiteY1" fmla="*/ 0 h 1613210"/>
                <a:gd name="connsiteX2" fmla="*/ 1279733 w 1814997"/>
                <a:gd name="connsiteY2" fmla="*/ 14869 h 1613210"/>
                <a:gd name="connsiteX3" fmla="*/ 1264864 w 1814997"/>
                <a:gd name="connsiteY3" fmla="*/ 29737 h 1613210"/>
                <a:gd name="connsiteX4" fmla="*/ 1242562 w 1814997"/>
                <a:gd name="connsiteY4" fmla="*/ 37171 h 1613210"/>
                <a:gd name="connsiteX5" fmla="*/ 1212825 w 1814997"/>
                <a:gd name="connsiteY5" fmla="*/ 52039 h 1613210"/>
                <a:gd name="connsiteX6" fmla="*/ 1190523 w 1814997"/>
                <a:gd name="connsiteY6" fmla="*/ 66908 h 1613210"/>
                <a:gd name="connsiteX7" fmla="*/ 1168221 w 1814997"/>
                <a:gd name="connsiteY7" fmla="*/ 74342 h 1613210"/>
                <a:gd name="connsiteX8" fmla="*/ 1145918 w 1814997"/>
                <a:gd name="connsiteY8" fmla="*/ 89210 h 1613210"/>
                <a:gd name="connsiteX9" fmla="*/ 1101313 w 1814997"/>
                <a:gd name="connsiteY9" fmla="*/ 104079 h 1613210"/>
                <a:gd name="connsiteX10" fmla="*/ 1071577 w 1814997"/>
                <a:gd name="connsiteY10" fmla="*/ 118947 h 1613210"/>
                <a:gd name="connsiteX11" fmla="*/ 1049274 w 1814997"/>
                <a:gd name="connsiteY11" fmla="*/ 133815 h 1613210"/>
                <a:gd name="connsiteX12" fmla="*/ 1026972 w 1814997"/>
                <a:gd name="connsiteY12" fmla="*/ 141249 h 1613210"/>
                <a:gd name="connsiteX13" fmla="*/ 982367 w 1814997"/>
                <a:gd name="connsiteY13" fmla="*/ 170986 h 1613210"/>
                <a:gd name="connsiteX14" fmla="*/ 960064 w 1814997"/>
                <a:gd name="connsiteY14" fmla="*/ 185854 h 1613210"/>
                <a:gd name="connsiteX15" fmla="*/ 937762 w 1814997"/>
                <a:gd name="connsiteY15" fmla="*/ 193288 h 1613210"/>
                <a:gd name="connsiteX16" fmla="*/ 878289 w 1814997"/>
                <a:gd name="connsiteY16" fmla="*/ 223025 h 1613210"/>
                <a:gd name="connsiteX17" fmla="*/ 848552 w 1814997"/>
                <a:gd name="connsiteY17" fmla="*/ 237893 h 1613210"/>
                <a:gd name="connsiteX18" fmla="*/ 826250 w 1814997"/>
                <a:gd name="connsiteY18" fmla="*/ 245327 h 1613210"/>
                <a:gd name="connsiteX19" fmla="*/ 729606 w 1814997"/>
                <a:gd name="connsiteY19" fmla="*/ 289932 h 1613210"/>
                <a:gd name="connsiteX20" fmla="*/ 685001 w 1814997"/>
                <a:gd name="connsiteY20" fmla="*/ 304800 h 1613210"/>
                <a:gd name="connsiteX21" fmla="*/ 640396 w 1814997"/>
                <a:gd name="connsiteY21" fmla="*/ 334537 h 1613210"/>
                <a:gd name="connsiteX22" fmla="*/ 603225 w 1814997"/>
                <a:gd name="connsiteY22" fmla="*/ 371708 h 1613210"/>
                <a:gd name="connsiteX23" fmla="*/ 580923 w 1814997"/>
                <a:gd name="connsiteY23" fmla="*/ 386576 h 1613210"/>
                <a:gd name="connsiteX24" fmla="*/ 558621 w 1814997"/>
                <a:gd name="connsiteY24" fmla="*/ 408879 h 1613210"/>
                <a:gd name="connsiteX25" fmla="*/ 514016 w 1814997"/>
                <a:gd name="connsiteY25" fmla="*/ 438615 h 1613210"/>
                <a:gd name="connsiteX26" fmla="*/ 476845 w 1814997"/>
                <a:gd name="connsiteY26" fmla="*/ 460918 h 1613210"/>
                <a:gd name="connsiteX27" fmla="*/ 417372 w 1814997"/>
                <a:gd name="connsiteY27" fmla="*/ 512957 h 1613210"/>
                <a:gd name="connsiteX28" fmla="*/ 387635 w 1814997"/>
                <a:gd name="connsiteY28" fmla="*/ 550127 h 1613210"/>
                <a:gd name="connsiteX29" fmla="*/ 365333 w 1814997"/>
                <a:gd name="connsiteY29" fmla="*/ 572430 h 1613210"/>
                <a:gd name="connsiteX30" fmla="*/ 335596 w 1814997"/>
                <a:gd name="connsiteY30" fmla="*/ 631903 h 1613210"/>
                <a:gd name="connsiteX31" fmla="*/ 305860 w 1814997"/>
                <a:gd name="connsiteY31" fmla="*/ 676508 h 1613210"/>
                <a:gd name="connsiteX32" fmla="*/ 290991 w 1814997"/>
                <a:gd name="connsiteY32" fmla="*/ 698810 h 1613210"/>
                <a:gd name="connsiteX33" fmla="*/ 238952 w 1814997"/>
                <a:gd name="connsiteY33" fmla="*/ 735981 h 1613210"/>
                <a:gd name="connsiteX34" fmla="*/ 209216 w 1814997"/>
                <a:gd name="connsiteY34" fmla="*/ 773152 h 1613210"/>
                <a:gd name="connsiteX35" fmla="*/ 164611 w 1814997"/>
                <a:gd name="connsiteY35" fmla="*/ 810322 h 1613210"/>
                <a:gd name="connsiteX36" fmla="*/ 127440 w 1814997"/>
                <a:gd name="connsiteY36" fmla="*/ 862361 h 1613210"/>
                <a:gd name="connsiteX37" fmla="*/ 112572 w 1814997"/>
                <a:gd name="connsiteY37" fmla="*/ 877230 h 1613210"/>
                <a:gd name="connsiteX38" fmla="*/ 67967 w 1814997"/>
                <a:gd name="connsiteY38" fmla="*/ 944137 h 1613210"/>
                <a:gd name="connsiteX39" fmla="*/ 53099 w 1814997"/>
                <a:gd name="connsiteY39" fmla="*/ 966439 h 1613210"/>
                <a:gd name="connsiteX40" fmla="*/ 38230 w 1814997"/>
                <a:gd name="connsiteY40" fmla="*/ 988742 h 1613210"/>
                <a:gd name="connsiteX41" fmla="*/ 23362 w 1814997"/>
                <a:gd name="connsiteY41" fmla="*/ 1033347 h 1613210"/>
                <a:gd name="connsiteX42" fmla="*/ 15928 w 1814997"/>
                <a:gd name="connsiteY42" fmla="*/ 1055649 h 1613210"/>
                <a:gd name="connsiteX43" fmla="*/ 8494 w 1814997"/>
                <a:gd name="connsiteY43" fmla="*/ 1152293 h 1613210"/>
                <a:gd name="connsiteX44" fmla="*/ 1060 w 1814997"/>
                <a:gd name="connsiteY44" fmla="*/ 1115122 h 1613210"/>
                <a:gd name="connsiteX45" fmla="*/ 15928 w 1814997"/>
                <a:gd name="connsiteY45" fmla="*/ 1129991 h 1613210"/>
                <a:gd name="connsiteX46" fmla="*/ 45664 w 1814997"/>
                <a:gd name="connsiteY46" fmla="*/ 1196898 h 1613210"/>
                <a:gd name="connsiteX47" fmla="*/ 67967 w 1814997"/>
                <a:gd name="connsiteY47" fmla="*/ 1204332 h 1613210"/>
                <a:gd name="connsiteX48" fmla="*/ 127440 w 1814997"/>
                <a:gd name="connsiteY48" fmla="*/ 1219200 h 1613210"/>
                <a:gd name="connsiteX49" fmla="*/ 186913 w 1814997"/>
                <a:gd name="connsiteY49" fmla="*/ 1248937 h 1613210"/>
                <a:gd name="connsiteX50" fmla="*/ 224084 w 1814997"/>
                <a:gd name="connsiteY50" fmla="*/ 1271239 h 1613210"/>
                <a:gd name="connsiteX51" fmla="*/ 238952 w 1814997"/>
                <a:gd name="connsiteY51" fmla="*/ 1286108 h 1613210"/>
                <a:gd name="connsiteX52" fmla="*/ 313294 w 1814997"/>
                <a:gd name="connsiteY52" fmla="*/ 1330713 h 1613210"/>
                <a:gd name="connsiteX53" fmla="*/ 335596 w 1814997"/>
                <a:gd name="connsiteY53" fmla="*/ 1338147 h 1613210"/>
                <a:gd name="connsiteX54" fmla="*/ 365333 w 1814997"/>
                <a:gd name="connsiteY54" fmla="*/ 1353015 h 1613210"/>
                <a:gd name="connsiteX55" fmla="*/ 387635 w 1814997"/>
                <a:gd name="connsiteY55" fmla="*/ 1360449 h 1613210"/>
                <a:gd name="connsiteX56" fmla="*/ 417372 w 1814997"/>
                <a:gd name="connsiteY56" fmla="*/ 1375318 h 1613210"/>
                <a:gd name="connsiteX57" fmla="*/ 447108 w 1814997"/>
                <a:gd name="connsiteY57" fmla="*/ 1382752 h 1613210"/>
                <a:gd name="connsiteX58" fmla="*/ 469411 w 1814997"/>
                <a:gd name="connsiteY58" fmla="*/ 1397620 h 1613210"/>
                <a:gd name="connsiteX59" fmla="*/ 528884 w 1814997"/>
                <a:gd name="connsiteY59" fmla="*/ 1412488 h 1613210"/>
                <a:gd name="connsiteX60" fmla="*/ 573489 w 1814997"/>
                <a:gd name="connsiteY60" fmla="*/ 1427357 h 1613210"/>
                <a:gd name="connsiteX61" fmla="*/ 595791 w 1814997"/>
                <a:gd name="connsiteY61" fmla="*/ 1434791 h 1613210"/>
                <a:gd name="connsiteX62" fmla="*/ 640396 w 1814997"/>
                <a:gd name="connsiteY62" fmla="*/ 1449659 h 1613210"/>
                <a:gd name="connsiteX63" fmla="*/ 662699 w 1814997"/>
                <a:gd name="connsiteY63" fmla="*/ 1457093 h 1613210"/>
                <a:gd name="connsiteX64" fmla="*/ 744474 w 1814997"/>
                <a:gd name="connsiteY64" fmla="*/ 1486830 h 1613210"/>
                <a:gd name="connsiteX65" fmla="*/ 774211 w 1814997"/>
                <a:gd name="connsiteY65" fmla="*/ 1494264 h 1613210"/>
                <a:gd name="connsiteX66" fmla="*/ 796513 w 1814997"/>
                <a:gd name="connsiteY66" fmla="*/ 1501698 h 1613210"/>
                <a:gd name="connsiteX67" fmla="*/ 870855 w 1814997"/>
                <a:gd name="connsiteY67" fmla="*/ 1516566 h 1613210"/>
                <a:gd name="connsiteX68" fmla="*/ 893157 w 1814997"/>
                <a:gd name="connsiteY68" fmla="*/ 1524000 h 1613210"/>
                <a:gd name="connsiteX69" fmla="*/ 930328 w 1814997"/>
                <a:gd name="connsiteY69" fmla="*/ 1538869 h 1613210"/>
                <a:gd name="connsiteX70" fmla="*/ 967499 w 1814997"/>
                <a:gd name="connsiteY70" fmla="*/ 1546303 h 1613210"/>
                <a:gd name="connsiteX71" fmla="*/ 1049274 w 1814997"/>
                <a:gd name="connsiteY71" fmla="*/ 1568605 h 1613210"/>
                <a:gd name="connsiteX72" fmla="*/ 1153352 w 1814997"/>
                <a:gd name="connsiteY72" fmla="*/ 1583474 h 1613210"/>
                <a:gd name="connsiteX73" fmla="*/ 1272299 w 1814997"/>
                <a:gd name="connsiteY73" fmla="*/ 1605776 h 1613210"/>
                <a:gd name="connsiteX74" fmla="*/ 1361508 w 1814997"/>
                <a:gd name="connsiteY74" fmla="*/ 1613210 h 1613210"/>
                <a:gd name="connsiteX75" fmla="*/ 1621703 w 1814997"/>
                <a:gd name="connsiteY75" fmla="*/ 1605776 h 1613210"/>
                <a:gd name="connsiteX76" fmla="*/ 1703479 w 1814997"/>
                <a:gd name="connsiteY76" fmla="*/ 1598342 h 1613210"/>
                <a:gd name="connsiteX77" fmla="*/ 1725782 w 1814997"/>
                <a:gd name="connsiteY77" fmla="*/ 1583474 h 1613210"/>
                <a:gd name="connsiteX78" fmla="*/ 1748084 w 1814997"/>
                <a:gd name="connsiteY78" fmla="*/ 1576039 h 1613210"/>
                <a:gd name="connsiteX79" fmla="*/ 1792689 w 1814997"/>
                <a:gd name="connsiteY79" fmla="*/ 1486830 h 1613210"/>
                <a:gd name="connsiteX80" fmla="*/ 1800123 w 1814997"/>
                <a:gd name="connsiteY80" fmla="*/ 1464527 h 1613210"/>
                <a:gd name="connsiteX81" fmla="*/ 1814991 w 1814997"/>
                <a:gd name="connsiteY81" fmla="*/ 1278674 h 1613210"/>
                <a:gd name="connsiteX82" fmla="*/ 1800123 w 1814997"/>
                <a:gd name="connsiteY82" fmla="*/ 1011044 h 1613210"/>
                <a:gd name="connsiteX83" fmla="*/ 1785255 w 1814997"/>
                <a:gd name="connsiteY83" fmla="*/ 914400 h 1613210"/>
                <a:gd name="connsiteX84" fmla="*/ 1777821 w 1814997"/>
                <a:gd name="connsiteY84" fmla="*/ 892098 h 1613210"/>
                <a:gd name="connsiteX85" fmla="*/ 1777821 w 1814997"/>
                <a:gd name="connsiteY85" fmla="*/ 788020 h 1613210"/>
                <a:gd name="connsiteX86" fmla="*/ 1748084 w 1814997"/>
                <a:gd name="connsiteY86" fmla="*/ 758283 h 1613210"/>
                <a:gd name="connsiteX87" fmla="*/ 1725782 w 1814997"/>
                <a:gd name="connsiteY87" fmla="*/ 750849 h 1613210"/>
                <a:gd name="connsiteX88" fmla="*/ 1718347 w 1814997"/>
                <a:gd name="connsiteY88" fmla="*/ 728547 h 1613210"/>
                <a:gd name="connsiteX89" fmla="*/ 1703479 w 1814997"/>
                <a:gd name="connsiteY89" fmla="*/ 661639 h 1613210"/>
                <a:gd name="connsiteX90" fmla="*/ 1688611 w 1814997"/>
                <a:gd name="connsiteY90" fmla="*/ 490654 h 1613210"/>
                <a:gd name="connsiteX91" fmla="*/ 1681177 w 1814997"/>
                <a:gd name="connsiteY91" fmla="*/ 460918 h 1613210"/>
                <a:gd name="connsiteX92" fmla="*/ 1688611 w 1814997"/>
                <a:gd name="connsiteY92" fmla="*/ 438615 h 1613210"/>
                <a:gd name="connsiteX93" fmla="*/ 1651440 w 1814997"/>
                <a:gd name="connsiteY93" fmla="*/ 401444 h 1613210"/>
                <a:gd name="connsiteX94" fmla="*/ 1606835 w 1814997"/>
                <a:gd name="connsiteY94" fmla="*/ 386576 h 1613210"/>
                <a:gd name="connsiteX95" fmla="*/ 1584533 w 1814997"/>
                <a:gd name="connsiteY95" fmla="*/ 379142 h 1613210"/>
                <a:gd name="connsiteX96" fmla="*/ 1569664 w 1814997"/>
                <a:gd name="connsiteY96" fmla="*/ 334537 h 1613210"/>
                <a:gd name="connsiteX97" fmla="*/ 1562230 w 1814997"/>
                <a:gd name="connsiteY97" fmla="*/ 312235 h 1613210"/>
                <a:gd name="connsiteX98" fmla="*/ 1547362 w 1814997"/>
                <a:gd name="connsiteY98" fmla="*/ 252761 h 1613210"/>
                <a:gd name="connsiteX99" fmla="*/ 1525060 w 1814997"/>
                <a:gd name="connsiteY99" fmla="*/ 178420 h 1613210"/>
                <a:gd name="connsiteX100" fmla="*/ 1510191 w 1814997"/>
                <a:gd name="connsiteY100" fmla="*/ 74342 h 1613210"/>
                <a:gd name="connsiteX101" fmla="*/ 1502757 w 1814997"/>
                <a:gd name="connsiteY101" fmla="*/ 52039 h 1613210"/>
                <a:gd name="connsiteX102" fmla="*/ 1480455 w 1814997"/>
                <a:gd name="connsiteY102" fmla="*/ 29737 h 1613210"/>
                <a:gd name="connsiteX103" fmla="*/ 1428416 w 1814997"/>
                <a:gd name="connsiteY103" fmla="*/ 14869 h 1613210"/>
                <a:gd name="connsiteX104" fmla="*/ 1368943 w 1814997"/>
                <a:gd name="connsiteY104" fmla="*/ 0 h 161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814997" h="1613210">
                  <a:moveTo>
                    <a:pt x="1368943" y="0"/>
                  </a:moveTo>
                  <a:lnTo>
                    <a:pt x="1368943" y="0"/>
                  </a:lnTo>
                  <a:cubicBezTo>
                    <a:pt x="1362334" y="734"/>
                    <a:pt x="1299547" y="2981"/>
                    <a:pt x="1279733" y="14869"/>
                  </a:cubicBezTo>
                  <a:cubicBezTo>
                    <a:pt x="1273723" y="18475"/>
                    <a:pt x="1270874" y="26131"/>
                    <a:pt x="1264864" y="29737"/>
                  </a:cubicBezTo>
                  <a:cubicBezTo>
                    <a:pt x="1258145" y="33769"/>
                    <a:pt x="1249765" y="34084"/>
                    <a:pt x="1242562" y="37171"/>
                  </a:cubicBezTo>
                  <a:cubicBezTo>
                    <a:pt x="1232376" y="41536"/>
                    <a:pt x="1222447" y="46541"/>
                    <a:pt x="1212825" y="52039"/>
                  </a:cubicBezTo>
                  <a:cubicBezTo>
                    <a:pt x="1205067" y="56472"/>
                    <a:pt x="1198514" y="62912"/>
                    <a:pt x="1190523" y="66908"/>
                  </a:cubicBezTo>
                  <a:cubicBezTo>
                    <a:pt x="1183514" y="70413"/>
                    <a:pt x="1175230" y="70838"/>
                    <a:pt x="1168221" y="74342"/>
                  </a:cubicBezTo>
                  <a:cubicBezTo>
                    <a:pt x="1160229" y="78338"/>
                    <a:pt x="1154083" y="85581"/>
                    <a:pt x="1145918" y="89210"/>
                  </a:cubicBezTo>
                  <a:cubicBezTo>
                    <a:pt x="1131596" y="95575"/>
                    <a:pt x="1115331" y="97070"/>
                    <a:pt x="1101313" y="104079"/>
                  </a:cubicBezTo>
                  <a:cubicBezTo>
                    <a:pt x="1091401" y="109035"/>
                    <a:pt x="1081199" y="113449"/>
                    <a:pt x="1071577" y="118947"/>
                  </a:cubicBezTo>
                  <a:cubicBezTo>
                    <a:pt x="1063819" y="123380"/>
                    <a:pt x="1057266" y="129819"/>
                    <a:pt x="1049274" y="133815"/>
                  </a:cubicBezTo>
                  <a:cubicBezTo>
                    <a:pt x="1042265" y="137319"/>
                    <a:pt x="1034406" y="138771"/>
                    <a:pt x="1026972" y="141249"/>
                  </a:cubicBezTo>
                  <a:cubicBezTo>
                    <a:pt x="1000472" y="167749"/>
                    <a:pt x="1024372" y="146984"/>
                    <a:pt x="982367" y="170986"/>
                  </a:cubicBezTo>
                  <a:cubicBezTo>
                    <a:pt x="974609" y="175419"/>
                    <a:pt x="968056" y="181858"/>
                    <a:pt x="960064" y="185854"/>
                  </a:cubicBezTo>
                  <a:cubicBezTo>
                    <a:pt x="953055" y="189358"/>
                    <a:pt x="944896" y="190045"/>
                    <a:pt x="937762" y="193288"/>
                  </a:cubicBezTo>
                  <a:cubicBezTo>
                    <a:pt x="917584" y="202460"/>
                    <a:pt x="898113" y="213113"/>
                    <a:pt x="878289" y="223025"/>
                  </a:cubicBezTo>
                  <a:cubicBezTo>
                    <a:pt x="868377" y="227981"/>
                    <a:pt x="859066" y="234388"/>
                    <a:pt x="848552" y="237893"/>
                  </a:cubicBezTo>
                  <a:cubicBezTo>
                    <a:pt x="841118" y="240371"/>
                    <a:pt x="833384" y="242084"/>
                    <a:pt x="826250" y="245327"/>
                  </a:cubicBezTo>
                  <a:cubicBezTo>
                    <a:pt x="757500" y="276577"/>
                    <a:pt x="785755" y="269515"/>
                    <a:pt x="729606" y="289932"/>
                  </a:cubicBezTo>
                  <a:cubicBezTo>
                    <a:pt x="714877" y="295288"/>
                    <a:pt x="685001" y="304800"/>
                    <a:pt x="685001" y="304800"/>
                  </a:cubicBezTo>
                  <a:cubicBezTo>
                    <a:pt x="670133" y="314712"/>
                    <a:pt x="653032" y="321901"/>
                    <a:pt x="640396" y="334537"/>
                  </a:cubicBezTo>
                  <a:cubicBezTo>
                    <a:pt x="628006" y="346927"/>
                    <a:pt x="617805" y="361988"/>
                    <a:pt x="603225" y="371708"/>
                  </a:cubicBezTo>
                  <a:cubicBezTo>
                    <a:pt x="595791" y="376664"/>
                    <a:pt x="587787" y="380856"/>
                    <a:pt x="580923" y="386576"/>
                  </a:cubicBezTo>
                  <a:cubicBezTo>
                    <a:pt x="572846" y="393307"/>
                    <a:pt x="566920" y="402424"/>
                    <a:pt x="558621" y="408879"/>
                  </a:cubicBezTo>
                  <a:cubicBezTo>
                    <a:pt x="544516" y="419850"/>
                    <a:pt x="526652" y="425980"/>
                    <a:pt x="514016" y="438615"/>
                  </a:cubicBezTo>
                  <a:cubicBezTo>
                    <a:pt x="493606" y="459024"/>
                    <a:pt x="505796" y="451266"/>
                    <a:pt x="476845" y="460918"/>
                  </a:cubicBezTo>
                  <a:cubicBezTo>
                    <a:pt x="434725" y="524098"/>
                    <a:pt x="504091" y="426244"/>
                    <a:pt x="417372" y="512957"/>
                  </a:cubicBezTo>
                  <a:cubicBezTo>
                    <a:pt x="374127" y="556199"/>
                    <a:pt x="434509" y="493877"/>
                    <a:pt x="387635" y="550127"/>
                  </a:cubicBezTo>
                  <a:cubicBezTo>
                    <a:pt x="380905" y="558204"/>
                    <a:pt x="370977" y="563560"/>
                    <a:pt x="365333" y="572430"/>
                  </a:cubicBezTo>
                  <a:cubicBezTo>
                    <a:pt x="353434" y="591129"/>
                    <a:pt x="347890" y="613461"/>
                    <a:pt x="335596" y="631903"/>
                  </a:cubicBezTo>
                  <a:lnTo>
                    <a:pt x="305860" y="676508"/>
                  </a:lnTo>
                  <a:cubicBezTo>
                    <a:pt x="300904" y="683942"/>
                    <a:pt x="298425" y="693854"/>
                    <a:pt x="290991" y="698810"/>
                  </a:cubicBezTo>
                  <a:cubicBezTo>
                    <a:pt x="258380" y="720552"/>
                    <a:pt x="275837" y="708318"/>
                    <a:pt x="238952" y="735981"/>
                  </a:cubicBezTo>
                  <a:cubicBezTo>
                    <a:pt x="227914" y="752538"/>
                    <a:pt x="224347" y="761047"/>
                    <a:pt x="209216" y="773152"/>
                  </a:cubicBezTo>
                  <a:cubicBezTo>
                    <a:pt x="177927" y="798184"/>
                    <a:pt x="193512" y="776605"/>
                    <a:pt x="164611" y="810322"/>
                  </a:cubicBezTo>
                  <a:cubicBezTo>
                    <a:pt x="101848" y="883546"/>
                    <a:pt x="174491" y="803546"/>
                    <a:pt x="127440" y="862361"/>
                  </a:cubicBezTo>
                  <a:cubicBezTo>
                    <a:pt x="123062" y="867834"/>
                    <a:pt x="116777" y="871623"/>
                    <a:pt x="112572" y="877230"/>
                  </a:cubicBezTo>
                  <a:cubicBezTo>
                    <a:pt x="112568" y="877235"/>
                    <a:pt x="75403" y="932983"/>
                    <a:pt x="67967" y="944137"/>
                  </a:cubicBezTo>
                  <a:lnTo>
                    <a:pt x="53099" y="966439"/>
                  </a:lnTo>
                  <a:lnTo>
                    <a:pt x="38230" y="988742"/>
                  </a:lnTo>
                  <a:lnTo>
                    <a:pt x="23362" y="1033347"/>
                  </a:lnTo>
                  <a:lnTo>
                    <a:pt x="15928" y="1055649"/>
                  </a:lnTo>
                  <a:cubicBezTo>
                    <a:pt x="13450" y="1087864"/>
                    <a:pt x="16330" y="1120948"/>
                    <a:pt x="8494" y="1152293"/>
                  </a:cubicBezTo>
                  <a:cubicBezTo>
                    <a:pt x="5429" y="1164551"/>
                    <a:pt x="-2936" y="1127109"/>
                    <a:pt x="1060" y="1115122"/>
                  </a:cubicBezTo>
                  <a:cubicBezTo>
                    <a:pt x="3276" y="1108473"/>
                    <a:pt x="10972" y="1125035"/>
                    <a:pt x="15928" y="1129991"/>
                  </a:cubicBezTo>
                  <a:cubicBezTo>
                    <a:pt x="22771" y="1177891"/>
                    <a:pt x="9728" y="1178930"/>
                    <a:pt x="45664" y="1196898"/>
                  </a:cubicBezTo>
                  <a:cubicBezTo>
                    <a:pt x="52673" y="1200402"/>
                    <a:pt x="60407" y="1202270"/>
                    <a:pt x="67967" y="1204332"/>
                  </a:cubicBezTo>
                  <a:cubicBezTo>
                    <a:pt x="87681" y="1209709"/>
                    <a:pt x="127440" y="1219200"/>
                    <a:pt x="127440" y="1219200"/>
                  </a:cubicBezTo>
                  <a:cubicBezTo>
                    <a:pt x="147264" y="1229112"/>
                    <a:pt x="171240" y="1233265"/>
                    <a:pt x="186913" y="1248937"/>
                  </a:cubicBezTo>
                  <a:cubicBezTo>
                    <a:pt x="207323" y="1269346"/>
                    <a:pt x="195133" y="1261589"/>
                    <a:pt x="224084" y="1271239"/>
                  </a:cubicBezTo>
                  <a:cubicBezTo>
                    <a:pt x="229040" y="1276195"/>
                    <a:pt x="233345" y="1281903"/>
                    <a:pt x="238952" y="1286108"/>
                  </a:cubicBezTo>
                  <a:cubicBezTo>
                    <a:pt x="262436" y="1303721"/>
                    <a:pt x="286392" y="1319183"/>
                    <a:pt x="313294" y="1330713"/>
                  </a:cubicBezTo>
                  <a:cubicBezTo>
                    <a:pt x="320497" y="1333800"/>
                    <a:pt x="328393" y="1335060"/>
                    <a:pt x="335596" y="1338147"/>
                  </a:cubicBezTo>
                  <a:cubicBezTo>
                    <a:pt x="345782" y="1342512"/>
                    <a:pt x="355147" y="1348650"/>
                    <a:pt x="365333" y="1353015"/>
                  </a:cubicBezTo>
                  <a:cubicBezTo>
                    <a:pt x="372536" y="1356102"/>
                    <a:pt x="380432" y="1357362"/>
                    <a:pt x="387635" y="1360449"/>
                  </a:cubicBezTo>
                  <a:cubicBezTo>
                    <a:pt x="397821" y="1364815"/>
                    <a:pt x="406995" y="1371427"/>
                    <a:pt x="417372" y="1375318"/>
                  </a:cubicBezTo>
                  <a:cubicBezTo>
                    <a:pt x="426938" y="1378906"/>
                    <a:pt x="437196" y="1380274"/>
                    <a:pt x="447108" y="1382752"/>
                  </a:cubicBezTo>
                  <a:cubicBezTo>
                    <a:pt x="454542" y="1387708"/>
                    <a:pt x="461419" y="1393624"/>
                    <a:pt x="469411" y="1397620"/>
                  </a:cubicBezTo>
                  <a:cubicBezTo>
                    <a:pt x="487458" y="1406643"/>
                    <a:pt x="510219" y="1407398"/>
                    <a:pt x="528884" y="1412488"/>
                  </a:cubicBezTo>
                  <a:cubicBezTo>
                    <a:pt x="544004" y="1416612"/>
                    <a:pt x="558621" y="1422401"/>
                    <a:pt x="573489" y="1427357"/>
                  </a:cubicBezTo>
                  <a:lnTo>
                    <a:pt x="595791" y="1434791"/>
                  </a:lnTo>
                  <a:lnTo>
                    <a:pt x="640396" y="1449659"/>
                  </a:lnTo>
                  <a:cubicBezTo>
                    <a:pt x="647830" y="1452137"/>
                    <a:pt x="655423" y="1454183"/>
                    <a:pt x="662699" y="1457093"/>
                  </a:cubicBezTo>
                  <a:cubicBezTo>
                    <a:pt x="687327" y="1466944"/>
                    <a:pt x="719030" y="1480469"/>
                    <a:pt x="744474" y="1486830"/>
                  </a:cubicBezTo>
                  <a:cubicBezTo>
                    <a:pt x="754386" y="1489308"/>
                    <a:pt x="764387" y="1491457"/>
                    <a:pt x="774211" y="1494264"/>
                  </a:cubicBezTo>
                  <a:cubicBezTo>
                    <a:pt x="781746" y="1496417"/>
                    <a:pt x="788863" y="1499998"/>
                    <a:pt x="796513" y="1501698"/>
                  </a:cubicBezTo>
                  <a:cubicBezTo>
                    <a:pt x="862230" y="1516302"/>
                    <a:pt x="819016" y="1501755"/>
                    <a:pt x="870855" y="1516566"/>
                  </a:cubicBezTo>
                  <a:cubicBezTo>
                    <a:pt x="878390" y="1518719"/>
                    <a:pt x="885820" y="1521248"/>
                    <a:pt x="893157" y="1524000"/>
                  </a:cubicBezTo>
                  <a:cubicBezTo>
                    <a:pt x="905652" y="1528686"/>
                    <a:pt x="917546" y="1535034"/>
                    <a:pt x="930328" y="1538869"/>
                  </a:cubicBezTo>
                  <a:cubicBezTo>
                    <a:pt x="942431" y="1542500"/>
                    <a:pt x="955241" y="1543238"/>
                    <a:pt x="967499" y="1546303"/>
                  </a:cubicBezTo>
                  <a:cubicBezTo>
                    <a:pt x="1015894" y="1558402"/>
                    <a:pt x="964709" y="1556524"/>
                    <a:pt x="1049274" y="1568605"/>
                  </a:cubicBezTo>
                  <a:cubicBezTo>
                    <a:pt x="1083967" y="1573561"/>
                    <a:pt x="1119353" y="1574975"/>
                    <a:pt x="1153352" y="1583474"/>
                  </a:cubicBezTo>
                  <a:cubicBezTo>
                    <a:pt x="1195510" y="1594013"/>
                    <a:pt x="1222655" y="1601639"/>
                    <a:pt x="1272299" y="1605776"/>
                  </a:cubicBezTo>
                  <a:lnTo>
                    <a:pt x="1361508" y="1613210"/>
                  </a:lnTo>
                  <a:lnTo>
                    <a:pt x="1621703" y="1605776"/>
                  </a:lnTo>
                  <a:cubicBezTo>
                    <a:pt x="1649048" y="1604587"/>
                    <a:pt x="1676715" y="1604077"/>
                    <a:pt x="1703479" y="1598342"/>
                  </a:cubicBezTo>
                  <a:cubicBezTo>
                    <a:pt x="1712216" y="1596470"/>
                    <a:pt x="1717790" y="1587470"/>
                    <a:pt x="1725782" y="1583474"/>
                  </a:cubicBezTo>
                  <a:cubicBezTo>
                    <a:pt x="1732791" y="1579969"/>
                    <a:pt x="1740650" y="1578517"/>
                    <a:pt x="1748084" y="1576039"/>
                  </a:cubicBezTo>
                  <a:cubicBezTo>
                    <a:pt x="1786514" y="1518395"/>
                    <a:pt x="1772171" y="1548387"/>
                    <a:pt x="1792689" y="1486830"/>
                  </a:cubicBezTo>
                  <a:lnTo>
                    <a:pt x="1800123" y="1464527"/>
                  </a:lnTo>
                  <a:cubicBezTo>
                    <a:pt x="1803321" y="1429347"/>
                    <a:pt x="1814991" y="1306827"/>
                    <a:pt x="1814991" y="1278674"/>
                  </a:cubicBezTo>
                  <a:cubicBezTo>
                    <a:pt x="1814991" y="1069738"/>
                    <a:pt x="1815767" y="1128378"/>
                    <a:pt x="1800123" y="1011044"/>
                  </a:cubicBezTo>
                  <a:cubicBezTo>
                    <a:pt x="1794964" y="972354"/>
                    <a:pt x="1794177" y="950087"/>
                    <a:pt x="1785255" y="914400"/>
                  </a:cubicBezTo>
                  <a:cubicBezTo>
                    <a:pt x="1783354" y="906798"/>
                    <a:pt x="1780299" y="899532"/>
                    <a:pt x="1777821" y="892098"/>
                  </a:cubicBezTo>
                  <a:cubicBezTo>
                    <a:pt x="1779477" y="875542"/>
                    <a:pt x="1794083" y="814039"/>
                    <a:pt x="1777821" y="788020"/>
                  </a:cubicBezTo>
                  <a:cubicBezTo>
                    <a:pt x="1770391" y="776133"/>
                    <a:pt x="1761383" y="762716"/>
                    <a:pt x="1748084" y="758283"/>
                  </a:cubicBezTo>
                  <a:lnTo>
                    <a:pt x="1725782" y="750849"/>
                  </a:lnTo>
                  <a:cubicBezTo>
                    <a:pt x="1723304" y="743415"/>
                    <a:pt x="1720500" y="736082"/>
                    <a:pt x="1718347" y="728547"/>
                  </a:cubicBezTo>
                  <a:cubicBezTo>
                    <a:pt x="1711349" y="704057"/>
                    <a:pt x="1708587" y="687181"/>
                    <a:pt x="1703479" y="661639"/>
                  </a:cubicBezTo>
                  <a:cubicBezTo>
                    <a:pt x="1700272" y="616734"/>
                    <a:pt x="1696128" y="539512"/>
                    <a:pt x="1688611" y="490654"/>
                  </a:cubicBezTo>
                  <a:cubicBezTo>
                    <a:pt x="1687057" y="480556"/>
                    <a:pt x="1683655" y="470830"/>
                    <a:pt x="1681177" y="460918"/>
                  </a:cubicBezTo>
                  <a:cubicBezTo>
                    <a:pt x="1683655" y="453484"/>
                    <a:pt x="1689899" y="446345"/>
                    <a:pt x="1688611" y="438615"/>
                  </a:cubicBezTo>
                  <a:cubicBezTo>
                    <a:pt x="1686034" y="423152"/>
                    <a:pt x="1663929" y="406995"/>
                    <a:pt x="1651440" y="401444"/>
                  </a:cubicBezTo>
                  <a:cubicBezTo>
                    <a:pt x="1637118" y="395079"/>
                    <a:pt x="1621703" y="391532"/>
                    <a:pt x="1606835" y="386576"/>
                  </a:cubicBezTo>
                  <a:lnTo>
                    <a:pt x="1584533" y="379142"/>
                  </a:lnTo>
                  <a:lnTo>
                    <a:pt x="1569664" y="334537"/>
                  </a:lnTo>
                  <a:cubicBezTo>
                    <a:pt x="1567186" y="327103"/>
                    <a:pt x="1564130" y="319837"/>
                    <a:pt x="1562230" y="312235"/>
                  </a:cubicBezTo>
                  <a:cubicBezTo>
                    <a:pt x="1557274" y="292410"/>
                    <a:pt x="1553824" y="272147"/>
                    <a:pt x="1547362" y="252761"/>
                  </a:cubicBezTo>
                  <a:cubicBezTo>
                    <a:pt x="1540751" y="232927"/>
                    <a:pt x="1528806" y="200893"/>
                    <a:pt x="1525060" y="178420"/>
                  </a:cubicBezTo>
                  <a:cubicBezTo>
                    <a:pt x="1519299" y="143852"/>
                    <a:pt x="1521273" y="107589"/>
                    <a:pt x="1510191" y="74342"/>
                  </a:cubicBezTo>
                  <a:cubicBezTo>
                    <a:pt x="1507713" y="66908"/>
                    <a:pt x="1507104" y="58559"/>
                    <a:pt x="1502757" y="52039"/>
                  </a:cubicBezTo>
                  <a:cubicBezTo>
                    <a:pt x="1496925" y="43291"/>
                    <a:pt x="1489203" y="35569"/>
                    <a:pt x="1480455" y="29737"/>
                  </a:cubicBezTo>
                  <a:cubicBezTo>
                    <a:pt x="1474383" y="25689"/>
                    <a:pt x="1431956" y="15577"/>
                    <a:pt x="1428416" y="14869"/>
                  </a:cubicBezTo>
                  <a:cubicBezTo>
                    <a:pt x="1376987" y="4583"/>
                    <a:pt x="1378855" y="2478"/>
                    <a:pt x="1368943" y="0"/>
                  </a:cubicBezTo>
                  <a:close/>
                </a:path>
              </a:pathLst>
            </a:custGeom>
            <a:solidFill>
              <a:srgbClr val="4A382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156">
              <p14:nvContentPartPr>
                <p14:cNvPr id="4933" name="Ink 4932">
                  <a:extLst>
                    <a:ext uri="{FF2B5EF4-FFF2-40B4-BE49-F238E27FC236}">
                      <a16:creationId xmlns:a16="http://schemas.microsoft.com/office/drawing/2014/main" id="{A8B32B48-E280-680D-65AA-2397D87F93B9}"/>
                    </a:ext>
                  </a:extLst>
                </p14:cNvPr>
                <p14:cNvContentPartPr/>
                <p14:nvPr/>
              </p14:nvContentPartPr>
              <p14:xfrm>
                <a:off x="8730388" y="3620041"/>
                <a:ext cx="997200" cy="162000"/>
              </p14:xfrm>
            </p:contentPart>
          </mc:Choice>
          <mc:Fallback xmlns="">
            <p:pic>
              <p:nvPicPr>
                <p:cNvPr id="4933" name="Ink 4932">
                  <a:extLst>
                    <a:ext uri="{FF2B5EF4-FFF2-40B4-BE49-F238E27FC236}">
                      <a16:creationId xmlns:a16="http://schemas.microsoft.com/office/drawing/2014/main" id="{A8B32B48-E280-680D-65AA-2397D87F93B9}"/>
                    </a:ext>
                  </a:extLst>
                </p:cNvPr>
                <p:cNvPicPr/>
                <p:nvPr/>
              </p:nvPicPr>
              <p:blipFill>
                <a:blip r:embed="rId1063"/>
                <a:stretch>
                  <a:fillRect/>
                </a:stretch>
              </p:blipFill>
              <p:spPr>
                <a:xfrm>
                  <a:off x="8694453" y="3581923"/>
                  <a:ext cx="1069070" cy="2382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7">
              <p14:nvContentPartPr>
                <p14:cNvPr id="4934" name="Ink 4933">
                  <a:extLst>
                    <a:ext uri="{FF2B5EF4-FFF2-40B4-BE49-F238E27FC236}">
                      <a16:creationId xmlns:a16="http://schemas.microsoft.com/office/drawing/2014/main" id="{6BE37846-C2B4-7EF5-029C-52209109188E}"/>
                    </a:ext>
                  </a:extLst>
                </p14:cNvPr>
                <p14:cNvContentPartPr/>
                <p14:nvPr/>
              </p14:nvContentPartPr>
              <p14:xfrm>
                <a:off x="8678548" y="3622201"/>
                <a:ext cx="1069200" cy="237600"/>
              </p14:xfrm>
            </p:contentPart>
          </mc:Choice>
          <mc:Fallback xmlns="">
            <p:pic>
              <p:nvPicPr>
                <p:cNvPr id="4934" name="Ink 4933">
                  <a:extLst>
                    <a:ext uri="{FF2B5EF4-FFF2-40B4-BE49-F238E27FC236}">
                      <a16:creationId xmlns:a16="http://schemas.microsoft.com/office/drawing/2014/main" id="{6BE37846-C2B4-7EF5-029C-52209109188E}"/>
                    </a:ext>
                  </a:extLst>
                </p:cNvPr>
                <p:cNvPicPr/>
                <p:nvPr/>
              </p:nvPicPr>
              <p:blipFill>
                <a:blip r:embed="rId1065"/>
                <a:stretch>
                  <a:fillRect/>
                </a:stretch>
              </p:blipFill>
              <p:spPr>
                <a:xfrm>
                  <a:off x="8642508" y="3583671"/>
                  <a:ext cx="1141281" cy="31465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4935" name="Group 4934">
              <a:extLst>
                <a:ext uri="{FF2B5EF4-FFF2-40B4-BE49-F238E27FC236}">
                  <a16:creationId xmlns:a16="http://schemas.microsoft.com/office/drawing/2014/main" id="{ABE12F9B-C9B2-A6E6-0A94-936EF4C8D018}"/>
                </a:ext>
              </a:extLst>
            </p:cNvPr>
            <p:cNvGrpSpPr/>
            <p:nvPr/>
          </p:nvGrpSpPr>
          <p:grpSpPr>
            <a:xfrm>
              <a:off x="8120908" y="3771241"/>
              <a:ext cx="1723320" cy="1128960"/>
              <a:chOff x="4843185" y="4051226"/>
              <a:chExt cx="1723320" cy="11289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158">
                <p14:nvContentPartPr>
                  <p14:cNvPr id="4961" name="Ink 4960">
                    <a:extLst>
                      <a:ext uri="{FF2B5EF4-FFF2-40B4-BE49-F238E27FC236}">
                        <a16:creationId xmlns:a16="http://schemas.microsoft.com/office/drawing/2014/main" id="{731F93C8-7550-0FA6-77D3-F10818AE56AE}"/>
                      </a:ext>
                    </a:extLst>
                  </p14:cNvPr>
                  <p14:cNvContentPartPr/>
                  <p14:nvPr/>
                </p14:nvContentPartPr>
                <p14:xfrm>
                  <a:off x="4843185" y="4730186"/>
                  <a:ext cx="34200" cy="47880"/>
                </p14:xfrm>
              </p:contentPart>
            </mc:Choice>
            <mc:Fallback xmlns="">
              <p:pic>
                <p:nvPicPr>
                  <p:cNvPr id="4961" name="Ink 4960">
                    <a:extLst>
                      <a:ext uri="{FF2B5EF4-FFF2-40B4-BE49-F238E27FC236}">
                        <a16:creationId xmlns:a16="http://schemas.microsoft.com/office/drawing/2014/main" id="{731F93C8-7550-0FA6-77D3-F10818AE56AE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4808985" y="4694276"/>
                    <a:ext cx="102600" cy="119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59">
                <p14:nvContentPartPr>
                  <p14:cNvPr id="4962" name="Ink 4961">
                    <a:extLst>
                      <a:ext uri="{FF2B5EF4-FFF2-40B4-BE49-F238E27FC236}">
                        <a16:creationId xmlns:a16="http://schemas.microsoft.com/office/drawing/2014/main" id="{9AB0DFD9-94D9-AE8D-361A-7FB4BFE875C0}"/>
                      </a:ext>
                    </a:extLst>
                  </p14:cNvPr>
                  <p14:cNvContentPartPr/>
                  <p14:nvPr/>
                </p14:nvContentPartPr>
                <p14:xfrm>
                  <a:off x="4965945" y="4802906"/>
                  <a:ext cx="37800" cy="50760"/>
                </p14:xfrm>
              </p:contentPart>
            </mc:Choice>
            <mc:Fallback xmlns="">
              <p:pic>
                <p:nvPicPr>
                  <p:cNvPr id="4962" name="Ink 4961">
                    <a:extLst>
                      <a:ext uri="{FF2B5EF4-FFF2-40B4-BE49-F238E27FC236}">
                        <a16:creationId xmlns:a16="http://schemas.microsoft.com/office/drawing/2014/main" id="{9AB0DFD9-94D9-AE8D-361A-7FB4BFE875C0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4931053" y="4767075"/>
                    <a:ext cx="107585" cy="12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0">
                <p14:nvContentPartPr>
                  <p14:cNvPr id="4963" name="Ink 4962">
                    <a:extLst>
                      <a:ext uri="{FF2B5EF4-FFF2-40B4-BE49-F238E27FC236}">
                        <a16:creationId xmlns:a16="http://schemas.microsoft.com/office/drawing/2014/main" id="{D4DF6C53-4FDE-72D5-46C6-566F006FA31D}"/>
                      </a:ext>
                    </a:extLst>
                  </p14:cNvPr>
                  <p14:cNvContentPartPr/>
                  <p14:nvPr/>
                </p14:nvContentPartPr>
                <p14:xfrm>
                  <a:off x="5155305" y="4896146"/>
                  <a:ext cx="41040" cy="34200"/>
                </p14:xfrm>
              </p:contentPart>
            </mc:Choice>
            <mc:Fallback xmlns="">
              <p:pic>
                <p:nvPicPr>
                  <p:cNvPr id="4963" name="Ink 4962">
                    <a:extLst>
                      <a:ext uri="{FF2B5EF4-FFF2-40B4-BE49-F238E27FC236}">
                        <a16:creationId xmlns:a16="http://schemas.microsoft.com/office/drawing/2014/main" id="{D4DF6C53-4FDE-72D5-46C6-566F006FA31D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122473" y="4858837"/>
                    <a:ext cx="106704" cy="1088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1">
                <p14:nvContentPartPr>
                  <p14:cNvPr id="4964" name="Ink 4963">
                    <a:extLst>
                      <a:ext uri="{FF2B5EF4-FFF2-40B4-BE49-F238E27FC236}">
                        <a16:creationId xmlns:a16="http://schemas.microsoft.com/office/drawing/2014/main" id="{5586CEC8-F7D1-61EB-BCB7-1E127B322C79}"/>
                      </a:ext>
                    </a:extLst>
                  </p14:cNvPr>
                  <p14:cNvContentPartPr/>
                  <p14:nvPr/>
                </p14:nvContentPartPr>
                <p14:xfrm>
                  <a:off x="5359785" y="4985426"/>
                  <a:ext cx="40320" cy="27360"/>
                </p14:xfrm>
              </p:contentPart>
            </mc:Choice>
            <mc:Fallback xmlns="">
              <p:pic>
                <p:nvPicPr>
                  <p:cNvPr id="4964" name="Ink 4963">
                    <a:extLst>
                      <a:ext uri="{FF2B5EF4-FFF2-40B4-BE49-F238E27FC236}">
                        <a16:creationId xmlns:a16="http://schemas.microsoft.com/office/drawing/2014/main" id="{5586CEC8-F7D1-61EB-BCB7-1E127B322C7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325225" y="4948946"/>
                    <a:ext cx="109440" cy="100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2">
                <p14:nvContentPartPr>
                  <p14:cNvPr id="4965" name="Ink 4964">
                    <a:extLst>
                      <a:ext uri="{FF2B5EF4-FFF2-40B4-BE49-F238E27FC236}">
                        <a16:creationId xmlns:a16="http://schemas.microsoft.com/office/drawing/2014/main" id="{5F61963D-7666-B0E3-C190-607BC2014EE1}"/>
                      </a:ext>
                    </a:extLst>
                  </p14:cNvPr>
                  <p14:cNvContentPartPr/>
                  <p14:nvPr/>
                </p14:nvContentPartPr>
                <p14:xfrm>
                  <a:off x="5594865" y="5057426"/>
                  <a:ext cx="73800" cy="38520"/>
                </p14:xfrm>
              </p:contentPart>
            </mc:Choice>
            <mc:Fallback xmlns="">
              <p:pic>
                <p:nvPicPr>
                  <p:cNvPr id="4965" name="Ink 4964">
                    <a:extLst>
                      <a:ext uri="{FF2B5EF4-FFF2-40B4-BE49-F238E27FC236}">
                        <a16:creationId xmlns:a16="http://schemas.microsoft.com/office/drawing/2014/main" id="{5F61963D-7666-B0E3-C190-607BC2014EE1}"/>
                      </a:ext>
                    </a:extLst>
                  </p:cNvPr>
                  <p:cNvPicPr/>
                  <p:nvPr/>
                </p:nvPicPr>
                <p:blipFill>
                  <a:blip r:embed="rId958"/>
                  <a:stretch>
                    <a:fillRect/>
                  </a:stretch>
                </p:blipFill>
                <p:spPr>
                  <a:xfrm>
                    <a:off x="5559441" y="5021869"/>
                    <a:ext cx="144648" cy="10963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3">
                <p14:nvContentPartPr>
                  <p14:cNvPr id="4966" name="Ink 4965">
                    <a:extLst>
                      <a:ext uri="{FF2B5EF4-FFF2-40B4-BE49-F238E27FC236}">
                        <a16:creationId xmlns:a16="http://schemas.microsoft.com/office/drawing/2014/main" id="{E4F4023F-31C5-80A1-8B6F-5A033ACFD0BB}"/>
                      </a:ext>
                    </a:extLst>
                  </p14:cNvPr>
                  <p14:cNvContentPartPr/>
                  <p14:nvPr/>
                </p14:nvContentPartPr>
                <p14:xfrm>
                  <a:off x="5886105" y="5127266"/>
                  <a:ext cx="44640" cy="29520"/>
                </p14:xfrm>
              </p:contentPart>
            </mc:Choice>
            <mc:Fallback xmlns="">
              <p:pic>
                <p:nvPicPr>
                  <p:cNvPr id="4966" name="Ink 4965">
                    <a:extLst>
                      <a:ext uri="{FF2B5EF4-FFF2-40B4-BE49-F238E27FC236}">
                        <a16:creationId xmlns:a16="http://schemas.microsoft.com/office/drawing/2014/main" id="{E4F4023F-31C5-80A1-8B6F-5A033ACFD0B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852625" y="5091842"/>
                    <a:ext cx="1116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4">
                <p14:nvContentPartPr>
                  <p14:cNvPr id="4967" name="Ink 4966">
                    <a:extLst>
                      <a:ext uri="{FF2B5EF4-FFF2-40B4-BE49-F238E27FC236}">
                        <a16:creationId xmlns:a16="http://schemas.microsoft.com/office/drawing/2014/main" id="{5E92A857-1427-7EF7-03B9-17F13A5F8F58}"/>
                      </a:ext>
                    </a:extLst>
                  </p14:cNvPr>
                  <p14:cNvContentPartPr/>
                  <p14:nvPr/>
                </p14:nvContentPartPr>
                <p14:xfrm>
                  <a:off x="6162225" y="5158226"/>
                  <a:ext cx="30960" cy="21960"/>
                </p14:xfrm>
              </p:contentPart>
            </mc:Choice>
            <mc:Fallback xmlns="">
              <p:pic>
                <p:nvPicPr>
                  <p:cNvPr id="4967" name="Ink 4966">
                    <a:extLst>
                      <a:ext uri="{FF2B5EF4-FFF2-40B4-BE49-F238E27FC236}">
                        <a16:creationId xmlns:a16="http://schemas.microsoft.com/office/drawing/2014/main" id="{5E92A857-1427-7EF7-03B9-17F13A5F8F58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28450" y="5125286"/>
                    <a:ext cx="98509" cy="878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5">
                <p14:nvContentPartPr>
                  <p14:cNvPr id="4968" name="Ink 4967">
                    <a:extLst>
                      <a:ext uri="{FF2B5EF4-FFF2-40B4-BE49-F238E27FC236}">
                        <a16:creationId xmlns:a16="http://schemas.microsoft.com/office/drawing/2014/main" id="{307693C7-1DAD-2DDE-9542-7F0FFDFA9750}"/>
                      </a:ext>
                    </a:extLst>
                  </p14:cNvPr>
                  <p14:cNvContentPartPr/>
                  <p14:nvPr/>
                </p14:nvContentPartPr>
                <p14:xfrm>
                  <a:off x="6413505" y="5149226"/>
                  <a:ext cx="32400" cy="28440"/>
                </p14:xfrm>
              </p:contentPart>
            </mc:Choice>
            <mc:Fallback xmlns="">
              <p:pic>
                <p:nvPicPr>
                  <p:cNvPr id="4968" name="Ink 4967">
                    <a:extLst>
                      <a:ext uri="{FF2B5EF4-FFF2-40B4-BE49-F238E27FC236}">
                        <a16:creationId xmlns:a16="http://schemas.microsoft.com/office/drawing/2014/main" id="{307693C7-1DAD-2DDE-9542-7F0FFDFA9750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381105" y="5115098"/>
                    <a:ext cx="97200" cy="966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6">
                <p14:nvContentPartPr>
                  <p14:cNvPr id="4969" name="Ink 4968">
                    <a:extLst>
                      <a:ext uri="{FF2B5EF4-FFF2-40B4-BE49-F238E27FC236}">
                        <a16:creationId xmlns:a16="http://schemas.microsoft.com/office/drawing/2014/main" id="{54C58DAA-F6C2-B025-5C08-46DB860AF0AA}"/>
                      </a:ext>
                    </a:extLst>
                  </p14:cNvPr>
                  <p14:cNvContentPartPr/>
                  <p14:nvPr/>
                </p14:nvContentPartPr>
                <p14:xfrm>
                  <a:off x="5143425" y="4268306"/>
                  <a:ext cx="97920" cy="68400"/>
                </p14:xfrm>
              </p:contentPart>
            </mc:Choice>
            <mc:Fallback xmlns="">
              <p:pic>
                <p:nvPicPr>
                  <p:cNvPr id="4969" name="Ink 4968">
                    <a:extLst>
                      <a:ext uri="{FF2B5EF4-FFF2-40B4-BE49-F238E27FC236}">
                        <a16:creationId xmlns:a16="http://schemas.microsoft.com/office/drawing/2014/main" id="{54C58DAA-F6C2-B025-5C08-46DB860AF0AA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107818" y="4230997"/>
                    <a:ext cx="169135" cy="1430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7">
                <p14:nvContentPartPr>
                  <p14:cNvPr id="4970" name="Ink 4969">
                    <a:extLst>
                      <a:ext uri="{FF2B5EF4-FFF2-40B4-BE49-F238E27FC236}">
                        <a16:creationId xmlns:a16="http://schemas.microsoft.com/office/drawing/2014/main" id="{AB4D9C5A-91EF-EF13-DBAF-FEDF9C87A6DE}"/>
                      </a:ext>
                    </a:extLst>
                  </p14:cNvPr>
                  <p14:cNvContentPartPr/>
                  <p14:nvPr/>
                </p14:nvContentPartPr>
                <p14:xfrm>
                  <a:off x="5410185" y="4367666"/>
                  <a:ext cx="101160" cy="74160"/>
                </p14:xfrm>
              </p:contentPart>
            </mc:Choice>
            <mc:Fallback xmlns="">
              <p:pic>
                <p:nvPicPr>
                  <p:cNvPr id="4970" name="Ink 4969">
                    <a:extLst>
                      <a:ext uri="{FF2B5EF4-FFF2-40B4-BE49-F238E27FC236}">
                        <a16:creationId xmlns:a16="http://schemas.microsoft.com/office/drawing/2014/main" id="{AB4D9C5A-91EF-EF13-DBAF-FEDF9C87A6DE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375502" y="4330586"/>
                    <a:ext cx="170527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8">
                <p14:nvContentPartPr>
                  <p14:cNvPr id="4971" name="Ink 4970">
                    <a:extLst>
                      <a:ext uri="{FF2B5EF4-FFF2-40B4-BE49-F238E27FC236}">
                        <a16:creationId xmlns:a16="http://schemas.microsoft.com/office/drawing/2014/main" id="{C0278295-3634-C3B8-643F-B95B16BC82BE}"/>
                      </a:ext>
                    </a:extLst>
                  </p14:cNvPr>
                  <p14:cNvContentPartPr/>
                  <p14:nvPr/>
                </p14:nvContentPartPr>
                <p14:xfrm>
                  <a:off x="5727705" y="4453346"/>
                  <a:ext cx="119880" cy="77400"/>
                </p14:xfrm>
              </p:contentPart>
            </mc:Choice>
            <mc:Fallback xmlns="">
              <p:pic>
                <p:nvPicPr>
                  <p:cNvPr id="4971" name="Ink 4970">
                    <a:extLst>
                      <a:ext uri="{FF2B5EF4-FFF2-40B4-BE49-F238E27FC236}">
                        <a16:creationId xmlns:a16="http://schemas.microsoft.com/office/drawing/2014/main" id="{C0278295-3634-C3B8-643F-B95B16BC82BE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692618" y="4416194"/>
                    <a:ext cx="190054" cy="1517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69">
                <p14:nvContentPartPr>
                  <p14:cNvPr id="4972" name="Ink 4971">
                    <a:extLst>
                      <a:ext uri="{FF2B5EF4-FFF2-40B4-BE49-F238E27FC236}">
                        <a16:creationId xmlns:a16="http://schemas.microsoft.com/office/drawing/2014/main" id="{10CB6A5C-AE1A-E24F-730F-6013F30AB3B7}"/>
                      </a:ext>
                    </a:extLst>
                  </p14:cNvPr>
                  <p14:cNvContentPartPr/>
                  <p14:nvPr/>
                </p14:nvContentPartPr>
                <p14:xfrm>
                  <a:off x="6019665" y="4475666"/>
                  <a:ext cx="85320" cy="95760"/>
                </p14:xfrm>
              </p:contentPart>
            </mc:Choice>
            <mc:Fallback xmlns="">
              <p:pic>
                <p:nvPicPr>
                  <p:cNvPr id="4972" name="Ink 4971">
                    <a:extLst>
                      <a:ext uri="{FF2B5EF4-FFF2-40B4-BE49-F238E27FC236}">
                        <a16:creationId xmlns:a16="http://schemas.microsoft.com/office/drawing/2014/main" id="{10CB6A5C-AE1A-E24F-730F-6013F30AB3B7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84360" y="4437362"/>
                    <a:ext cx="155930" cy="172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0">
                <p14:nvContentPartPr>
                  <p14:cNvPr id="4973" name="Ink 4972">
                    <a:extLst>
                      <a:ext uri="{FF2B5EF4-FFF2-40B4-BE49-F238E27FC236}">
                        <a16:creationId xmlns:a16="http://schemas.microsoft.com/office/drawing/2014/main" id="{C7B64137-C88A-9D63-3836-2CDCB7CD19D5}"/>
                      </a:ext>
                    </a:extLst>
                  </p14:cNvPr>
                  <p14:cNvContentPartPr/>
                  <p14:nvPr/>
                </p14:nvContentPartPr>
                <p14:xfrm>
                  <a:off x="6307665" y="4464866"/>
                  <a:ext cx="112680" cy="72000"/>
                </p14:xfrm>
              </p:contentPart>
            </mc:Choice>
            <mc:Fallback xmlns="">
              <p:pic>
                <p:nvPicPr>
                  <p:cNvPr id="4973" name="Ink 4972">
                    <a:extLst>
                      <a:ext uri="{FF2B5EF4-FFF2-40B4-BE49-F238E27FC236}">
                        <a16:creationId xmlns:a16="http://schemas.microsoft.com/office/drawing/2014/main" id="{C7B64137-C88A-9D63-3836-2CDCB7CD19D5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272082" y="4427301"/>
                    <a:ext cx="183846" cy="1471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1">
                <p14:nvContentPartPr>
                  <p14:cNvPr id="4974" name="Ink 4973">
                    <a:extLst>
                      <a:ext uri="{FF2B5EF4-FFF2-40B4-BE49-F238E27FC236}">
                        <a16:creationId xmlns:a16="http://schemas.microsoft.com/office/drawing/2014/main" id="{A81E875E-C40F-03EB-0606-80A1E0269169}"/>
                      </a:ext>
                    </a:extLst>
                  </p14:cNvPr>
                  <p14:cNvContentPartPr/>
                  <p14:nvPr/>
                </p14:nvContentPartPr>
                <p14:xfrm>
                  <a:off x="6468945" y="4392506"/>
                  <a:ext cx="97560" cy="66960"/>
                </p14:xfrm>
              </p:contentPart>
            </mc:Choice>
            <mc:Fallback xmlns="">
              <p:pic>
                <p:nvPicPr>
                  <p:cNvPr id="4974" name="Ink 4973">
                    <a:extLst>
                      <a:ext uri="{FF2B5EF4-FFF2-40B4-BE49-F238E27FC236}">
                        <a16:creationId xmlns:a16="http://schemas.microsoft.com/office/drawing/2014/main" id="{A81E875E-C40F-03EB-0606-80A1E0269169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6433469" y="4355982"/>
                    <a:ext cx="168513" cy="1400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2">
                <p14:nvContentPartPr>
                  <p14:cNvPr id="4975" name="Ink 4974">
                    <a:extLst>
                      <a:ext uri="{FF2B5EF4-FFF2-40B4-BE49-F238E27FC236}">
                        <a16:creationId xmlns:a16="http://schemas.microsoft.com/office/drawing/2014/main" id="{73767E0E-0B05-5730-BE1A-AE731FD4E9FF}"/>
                      </a:ext>
                    </a:extLst>
                  </p14:cNvPr>
                  <p14:cNvContentPartPr/>
                  <p14:nvPr/>
                </p14:nvContentPartPr>
                <p14:xfrm>
                  <a:off x="5061705" y="4439306"/>
                  <a:ext cx="123840" cy="85320"/>
                </p14:xfrm>
              </p:contentPart>
            </mc:Choice>
            <mc:Fallback xmlns="">
              <p:pic>
                <p:nvPicPr>
                  <p:cNvPr id="4975" name="Ink 4974">
                    <a:extLst>
                      <a:ext uri="{FF2B5EF4-FFF2-40B4-BE49-F238E27FC236}">
                        <a16:creationId xmlns:a16="http://schemas.microsoft.com/office/drawing/2014/main" id="{73767E0E-0B05-5730-BE1A-AE731FD4E9FF}"/>
                      </a:ext>
                    </a:extLst>
                  </p:cNvPr>
                  <p:cNvPicPr/>
                  <p:nvPr/>
                </p:nvPicPr>
                <p:blipFill>
                  <a:blip r:embed="rId1081"/>
                  <a:stretch>
                    <a:fillRect/>
                  </a:stretch>
                </p:blipFill>
                <p:spPr>
                  <a:xfrm>
                    <a:off x="5026322" y="4401386"/>
                    <a:ext cx="194606" cy="161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3">
                <p14:nvContentPartPr>
                  <p14:cNvPr id="4976" name="Ink 4975">
                    <a:extLst>
                      <a:ext uri="{FF2B5EF4-FFF2-40B4-BE49-F238E27FC236}">
                        <a16:creationId xmlns:a16="http://schemas.microsoft.com/office/drawing/2014/main" id="{3C2E166C-22E8-F5BD-871D-9095CB56CE87}"/>
                      </a:ext>
                    </a:extLst>
                  </p14:cNvPr>
                  <p14:cNvContentPartPr/>
                  <p14:nvPr/>
                </p14:nvContentPartPr>
                <p14:xfrm>
                  <a:off x="5010225" y="4567466"/>
                  <a:ext cx="31680" cy="21240"/>
                </p14:xfrm>
              </p:contentPart>
            </mc:Choice>
            <mc:Fallback xmlns="">
              <p:pic>
                <p:nvPicPr>
                  <p:cNvPr id="4976" name="Ink 4975">
                    <a:extLst>
                      <a:ext uri="{FF2B5EF4-FFF2-40B4-BE49-F238E27FC236}">
                        <a16:creationId xmlns:a16="http://schemas.microsoft.com/office/drawing/2014/main" id="{3C2E166C-22E8-F5BD-871D-9095CB56CE87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975665" y="4531055"/>
                    <a:ext cx="100800" cy="9406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4">
                <p14:nvContentPartPr>
                  <p14:cNvPr id="4977" name="Ink 4976">
                    <a:extLst>
                      <a:ext uri="{FF2B5EF4-FFF2-40B4-BE49-F238E27FC236}">
                        <a16:creationId xmlns:a16="http://schemas.microsoft.com/office/drawing/2014/main" id="{5EE6A394-1B84-E089-9DB7-E3E49B8E31AB}"/>
                      </a:ext>
                    </a:extLst>
                  </p14:cNvPr>
                  <p14:cNvContentPartPr/>
                  <p14:nvPr/>
                </p14:nvContentPartPr>
                <p14:xfrm>
                  <a:off x="4908705" y="4653506"/>
                  <a:ext cx="37080" cy="41040"/>
                </p14:xfrm>
              </p:contentPart>
            </mc:Choice>
            <mc:Fallback xmlns="">
              <p:pic>
                <p:nvPicPr>
                  <p:cNvPr id="4977" name="Ink 4976">
                    <a:extLst>
                      <a:ext uri="{FF2B5EF4-FFF2-40B4-BE49-F238E27FC236}">
                        <a16:creationId xmlns:a16="http://schemas.microsoft.com/office/drawing/2014/main" id="{5EE6A394-1B84-E089-9DB7-E3E49B8E31A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874477" y="4618329"/>
                    <a:ext cx="105535" cy="1113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5">
                <p14:nvContentPartPr>
                  <p14:cNvPr id="4978" name="Ink 4977">
                    <a:extLst>
                      <a:ext uri="{FF2B5EF4-FFF2-40B4-BE49-F238E27FC236}">
                        <a16:creationId xmlns:a16="http://schemas.microsoft.com/office/drawing/2014/main" id="{50E7DA1C-6C67-E085-0459-F0A36AE9902C}"/>
                      </a:ext>
                    </a:extLst>
                  </p14:cNvPr>
                  <p14:cNvContentPartPr/>
                  <p14:nvPr/>
                </p14:nvContentPartPr>
                <p14:xfrm>
                  <a:off x="5249265" y="4509866"/>
                  <a:ext cx="160200" cy="79200"/>
                </p14:xfrm>
              </p:contentPart>
            </mc:Choice>
            <mc:Fallback xmlns="">
              <p:pic>
                <p:nvPicPr>
                  <p:cNvPr id="4978" name="Ink 4977">
                    <a:extLst>
                      <a:ext uri="{FF2B5EF4-FFF2-40B4-BE49-F238E27FC236}">
                        <a16:creationId xmlns:a16="http://schemas.microsoft.com/office/drawing/2014/main" id="{50E7DA1C-6C67-E085-0459-F0A36AE9902C}"/>
                      </a:ext>
                    </a:extLst>
                  </p:cNvPr>
                  <p:cNvPicPr/>
                  <p:nvPr/>
                </p:nvPicPr>
                <p:blipFill>
                  <a:blip r:embed="rId1085"/>
                  <a:stretch>
                    <a:fillRect/>
                  </a:stretch>
                </p:blipFill>
                <p:spPr>
                  <a:xfrm>
                    <a:off x="5213665" y="4471850"/>
                    <a:ext cx="231400" cy="1552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6">
                <p14:nvContentPartPr>
                  <p14:cNvPr id="4979" name="Ink 4978">
                    <a:extLst>
                      <a:ext uri="{FF2B5EF4-FFF2-40B4-BE49-F238E27FC236}">
                        <a16:creationId xmlns:a16="http://schemas.microsoft.com/office/drawing/2014/main" id="{5D1F6489-300F-A74A-3811-3429630AB679}"/>
                      </a:ext>
                    </a:extLst>
                  </p14:cNvPr>
                  <p14:cNvContentPartPr/>
                  <p14:nvPr/>
                </p14:nvContentPartPr>
                <p14:xfrm>
                  <a:off x="5185185" y="4641986"/>
                  <a:ext cx="31320" cy="41400"/>
                </p14:xfrm>
              </p:contentPart>
            </mc:Choice>
            <mc:Fallback xmlns="">
              <p:pic>
                <p:nvPicPr>
                  <p:cNvPr id="4979" name="Ink 4978">
                    <a:extLst>
                      <a:ext uri="{FF2B5EF4-FFF2-40B4-BE49-F238E27FC236}">
                        <a16:creationId xmlns:a16="http://schemas.microsoft.com/office/drawing/2014/main" id="{5D1F6489-300F-A74A-3811-3429630AB679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51018" y="4606500"/>
                    <a:ext cx="99655" cy="1123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7">
                <p14:nvContentPartPr>
                  <p14:cNvPr id="4980" name="Ink 4979">
                    <a:extLst>
                      <a:ext uri="{FF2B5EF4-FFF2-40B4-BE49-F238E27FC236}">
                        <a16:creationId xmlns:a16="http://schemas.microsoft.com/office/drawing/2014/main" id="{B338D014-FEAE-7B29-BEF4-945DA6DB4FF5}"/>
                      </a:ext>
                    </a:extLst>
                  </p14:cNvPr>
                  <p14:cNvContentPartPr/>
                  <p14:nvPr/>
                </p14:nvContentPartPr>
                <p14:xfrm>
                  <a:off x="5099145" y="4769426"/>
                  <a:ext cx="14040" cy="23040"/>
                </p14:xfrm>
              </p:contentPart>
            </mc:Choice>
            <mc:Fallback xmlns="">
              <p:pic>
                <p:nvPicPr>
                  <p:cNvPr id="4980" name="Ink 4979">
                    <a:extLst>
                      <a:ext uri="{FF2B5EF4-FFF2-40B4-BE49-F238E27FC236}">
                        <a16:creationId xmlns:a16="http://schemas.microsoft.com/office/drawing/2014/main" id="{B338D014-FEAE-7B29-BEF4-945DA6DB4FF5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071065" y="4734866"/>
                    <a:ext cx="7020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8">
                <p14:nvContentPartPr>
                  <p14:cNvPr id="4981" name="Ink 4980">
                    <a:extLst>
                      <a:ext uri="{FF2B5EF4-FFF2-40B4-BE49-F238E27FC236}">
                        <a16:creationId xmlns:a16="http://schemas.microsoft.com/office/drawing/2014/main" id="{1C69C8E8-7C2D-E01E-50EC-32D2848D4766}"/>
                      </a:ext>
                    </a:extLst>
                  </p14:cNvPr>
                  <p14:cNvContentPartPr/>
                  <p14:nvPr/>
                </p14:nvContentPartPr>
                <p14:xfrm>
                  <a:off x="5408025" y="4578266"/>
                  <a:ext cx="276840" cy="140040"/>
                </p14:xfrm>
              </p:contentPart>
            </mc:Choice>
            <mc:Fallback xmlns="">
              <p:pic>
                <p:nvPicPr>
                  <p:cNvPr id="4981" name="Ink 4980">
                    <a:extLst>
                      <a:ext uri="{FF2B5EF4-FFF2-40B4-BE49-F238E27FC236}">
                        <a16:creationId xmlns:a16="http://schemas.microsoft.com/office/drawing/2014/main" id="{1C69C8E8-7C2D-E01E-50EC-32D2848D4766}"/>
                      </a:ext>
                    </a:extLst>
                  </p:cNvPr>
                  <p:cNvPicPr/>
                  <p:nvPr/>
                </p:nvPicPr>
                <p:blipFill>
                  <a:blip r:embed="rId981"/>
                  <a:stretch>
                    <a:fillRect/>
                  </a:stretch>
                </p:blipFill>
                <p:spPr>
                  <a:xfrm>
                    <a:off x="5372304" y="4540073"/>
                    <a:ext cx="348283" cy="21642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79">
                <p14:nvContentPartPr>
                  <p14:cNvPr id="4982" name="Ink 4981">
                    <a:extLst>
                      <a:ext uri="{FF2B5EF4-FFF2-40B4-BE49-F238E27FC236}">
                        <a16:creationId xmlns:a16="http://schemas.microsoft.com/office/drawing/2014/main" id="{D449A10F-3611-F04C-776F-F7DDD9B813CE}"/>
                      </a:ext>
                    </a:extLst>
                  </p14:cNvPr>
                  <p14:cNvContentPartPr/>
                  <p14:nvPr/>
                </p14:nvContentPartPr>
                <p14:xfrm>
                  <a:off x="5300745" y="4751426"/>
                  <a:ext cx="74520" cy="60120"/>
                </p14:xfrm>
              </p:contentPart>
            </mc:Choice>
            <mc:Fallback xmlns="">
              <p:pic>
                <p:nvPicPr>
                  <p:cNvPr id="4982" name="Ink 4981">
                    <a:extLst>
                      <a:ext uri="{FF2B5EF4-FFF2-40B4-BE49-F238E27FC236}">
                        <a16:creationId xmlns:a16="http://schemas.microsoft.com/office/drawing/2014/main" id="{D449A10F-3611-F04C-776F-F7DDD9B813CE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266351" y="4713455"/>
                    <a:ext cx="143308" cy="1360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0">
                <p14:nvContentPartPr>
                  <p14:cNvPr id="4983" name="Ink 4982">
                    <a:extLst>
                      <a:ext uri="{FF2B5EF4-FFF2-40B4-BE49-F238E27FC236}">
                        <a16:creationId xmlns:a16="http://schemas.microsoft.com/office/drawing/2014/main" id="{341A7701-A9E5-6124-209A-C670A1B364A3}"/>
                      </a:ext>
                    </a:extLst>
                  </p14:cNvPr>
                  <p14:cNvContentPartPr/>
                  <p14:nvPr/>
                </p14:nvContentPartPr>
                <p14:xfrm>
                  <a:off x="5251065" y="4841066"/>
                  <a:ext cx="14760" cy="29520"/>
                </p14:xfrm>
              </p:contentPart>
            </mc:Choice>
            <mc:Fallback xmlns="">
              <p:pic>
                <p:nvPicPr>
                  <p:cNvPr id="4983" name="Ink 4982">
                    <a:extLst>
                      <a:ext uri="{FF2B5EF4-FFF2-40B4-BE49-F238E27FC236}">
                        <a16:creationId xmlns:a16="http://schemas.microsoft.com/office/drawing/2014/main" id="{341A7701-A9E5-6124-209A-C670A1B364A3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221545" y="4805642"/>
                    <a:ext cx="738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1">
                <p14:nvContentPartPr>
                  <p14:cNvPr id="4984" name="Ink 4983">
                    <a:extLst>
                      <a:ext uri="{FF2B5EF4-FFF2-40B4-BE49-F238E27FC236}">
                        <a16:creationId xmlns:a16="http://schemas.microsoft.com/office/drawing/2014/main" id="{516F5D50-4A1A-E4EA-A1FE-01011A38B6CF}"/>
                      </a:ext>
                    </a:extLst>
                  </p14:cNvPr>
                  <p14:cNvContentPartPr/>
                  <p14:nvPr/>
                </p14:nvContentPartPr>
                <p14:xfrm>
                  <a:off x="5661465" y="4627946"/>
                  <a:ext cx="203400" cy="146160"/>
                </p14:xfrm>
              </p:contentPart>
            </mc:Choice>
            <mc:Fallback xmlns="">
              <p:pic>
                <p:nvPicPr>
                  <p:cNvPr id="4984" name="Ink 4983">
                    <a:extLst>
                      <a:ext uri="{FF2B5EF4-FFF2-40B4-BE49-F238E27FC236}">
                        <a16:creationId xmlns:a16="http://schemas.microsoft.com/office/drawing/2014/main" id="{516F5D50-4A1A-E4EA-A1FE-01011A38B6CF}"/>
                      </a:ext>
                    </a:extLst>
                  </p:cNvPr>
                  <p:cNvPicPr/>
                  <p:nvPr/>
                </p:nvPicPr>
                <p:blipFill>
                  <a:blip r:embed="rId1092"/>
                  <a:stretch>
                    <a:fillRect/>
                  </a:stretch>
                </p:blipFill>
                <p:spPr>
                  <a:xfrm>
                    <a:off x="5626091" y="4589817"/>
                    <a:ext cx="274148" cy="22241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2">
                <p14:nvContentPartPr>
                  <p14:cNvPr id="4985" name="Ink 4984">
                    <a:extLst>
                      <a:ext uri="{FF2B5EF4-FFF2-40B4-BE49-F238E27FC236}">
                        <a16:creationId xmlns:a16="http://schemas.microsoft.com/office/drawing/2014/main" id="{8C591834-AE88-C698-849F-6C0E3C8B54AC}"/>
                      </a:ext>
                    </a:extLst>
                  </p14:cNvPr>
                  <p14:cNvContentPartPr/>
                  <p14:nvPr/>
                </p14:nvContentPartPr>
                <p14:xfrm>
                  <a:off x="5619345" y="4815866"/>
                  <a:ext cx="22680" cy="24480"/>
                </p14:xfrm>
              </p:contentPart>
            </mc:Choice>
            <mc:Fallback xmlns="">
              <p:pic>
                <p:nvPicPr>
                  <p:cNvPr id="4985" name="Ink 4984">
                    <a:extLst>
                      <a:ext uri="{FF2B5EF4-FFF2-40B4-BE49-F238E27FC236}">
                        <a16:creationId xmlns:a16="http://schemas.microsoft.com/office/drawing/2014/main" id="{8C591834-AE88-C698-849F-6C0E3C8B54AC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585325" y="4779146"/>
                    <a:ext cx="90720" cy="979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3">
                <p14:nvContentPartPr>
                  <p14:cNvPr id="4986" name="Ink 4985">
                    <a:extLst>
                      <a:ext uri="{FF2B5EF4-FFF2-40B4-BE49-F238E27FC236}">
                        <a16:creationId xmlns:a16="http://schemas.microsoft.com/office/drawing/2014/main" id="{A6E57B0A-A8D1-DBFC-437B-F7ECB0C94AB3}"/>
                      </a:ext>
                    </a:extLst>
                  </p14:cNvPr>
                  <p14:cNvContentPartPr/>
                  <p14:nvPr/>
                </p14:nvContentPartPr>
                <p14:xfrm>
                  <a:off x="5469585" y="4919906"/>
                  <a:ext cx="42840" cy="60840"/>
                </p14:xfrm>
              </p:contentPart>
            </mc:Choice>
            <mc:Fallback xmlns="">
              <p:pic>
                <p:nvPicPr>
                  <p:cNvPr id="4986" name="Ink 4985">
                    <a:extLst>
                      <a:ext uri="{FF2B5EF4-FFF2-40B4-BE49-F238E27FC236}">
                        <a16:creationId xmlns:a16="http://schemas.microsoft.com/office/drawing/2014/main" id="{A6E57B0A-A8D1-DBFC-437B-F7ECB0C94AB3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5435313" y="4883402"/>
                    <a:ext cx="111384" cy="1338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4">
                <p14:nvContentPartPr>
                  <p14:cNvPr id="4987" name="Ink 4986">
                    <a:extLst>
                      <a:ext uri="{FF2B5EF4-FFF2-40B4-BE49-F238E27FC236}">
                        <a16:creationId xmlns:a16="http://schemas.microsoft.com/office/drawing/2014/main" id="{E7B429B9-E238-6B9A-0085-4EC78E4A6FA5}"/>
                      </a:ext>
                    </a:extLst>
                  </p14:cNvPr>
                  <p14:cNvContentPartPr/>
                  <p14:nvPr/>
                </p14:nvContentPartPr>
                <p14:xfrm>
                  <a:off x="5811945" y="4673666"/>
                  <a:ext cx="272160" cy="249120"/>
                </p14:xfrm>
              </p:contentPart>
            </mc:Choice>
            <mc:Fallback xmlns="">
              <p:pic>
                <p:nvPicPr>
                  <p:cNvPr id="4987" name="Ink 4986">
                    <a:extLst>
                      <a:ext uri="{FF2B5EF4-FFF2-40B4-BE49-F238E27FC236}">
                        <a16:creationId xmlns:a16="http://schemas.microsoft.com/office/drawing/2014/main" id="{E7B429B9-E238-6B9A-0085-4EC78E4A6FA5}"/>
                      </a:ext>
                    </a:extLst>
                  </p:cNvPr>
                  <p:cNvPicPr/>
                  <p:nvPr/>
                </p:nvPicPr>
                <p:blipFill>
                  <a:blip r:embed="rId1096"/>
                  <a:stretch>
                    <a:fillRect/>
                  </a:stretch>
                </p:blipFill>
                <p:spPr>
                  <a:xfrm>
                    <a:off x="5776056" y="4635340"/>
                    <a:ext cx="343938" cy="3257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5">
                <p14:nvContentPartPr>
                  <p14:cNvPr id="4988" name="Ink 4987">
                    <a:extLst>
                      <a:ext uri="{FF2B5EF4-FFF2-40B4-BE49-F238E27FC236}">
                        <a16:creationId xmlns:a16="http://schemas.microsoft.com/office/drawing/2014/main" id="{1BD2685A-7D83-A214-3095-C3A2B8D173B1}"/>
                      </a:ext>
                    </a:extLst>
                  </p14:cNvPr>
                  <p14:cNvContentPartPr/>
                  <p14:nvPr/>
                </p14:nvContentPartPr>
                <p14:xfrm>
                  <a:off x="5709345" y="4937906"/>
                  <a:ext cx="56160" cy="26640"/>
                </p14:xfrm>
              </p:contentPart>
            </mc:Choice>
            <mc:Fallback xmlns="">
              <p:pic>
                <p:nvPicPr>
                  <p:cNvPr id="4988" name="Ink 4987">
                    <a:extLst>
                      <a:ext uri="{FF2B5EF4-FFF2-40B4-BE49-F238E27FC236}">
                        <a16:creationId xmlns:a16="http://schemas.microsoft.com/office/drawing/2014/main" id="{1BD2685A-7D83-A214-3095-C3A2B8D173B1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5675649" y="4902386"/>
                    <a:ext cx="123552" cy="97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6">
                <p14:nvContentPartPr>
                  <p14:cNvPr id="4989" name="Ink 4988">
                    <a:extLst>
                      <a:ext uri="{FF2B5EF4-FFF2-40B4-BE49-F238E27FC236}">
                        <a16:creationId xmlns:a16="http://schemas.microsoft.com/office/drawing/2014/main" id="{679A3DC0-2AD1-991A-0279-511A96B41F3B}"/>
                      </a:ext>
                    </a:extLst>
                  </p14:cNvPr>
                  <p14:cNvContentPartPr/>
                  <p14:nvPr/>
                </p14:nvContentPartPr>
                <p14:xfrm>
                  <a:off x="5700345" y="4973186"/>
                  <a:ext cx="9360" cy="23040"/>
                </p14:xfrm>
              </p:contentPart>
            </mc:Choice>
            <mc:Fallback xmlns="">
              <p:pic>
                <p:nvPicPr>
                  <p:cNvPr id="4989" name="Ink 4988">
                    <a:extLst>
                      <a:ext uri="{FF2B5EF4-FFF2-40B4-BE49-F238E27FC236}">
                        <a16:creationId xmlns:a16="http://schemas.microsoft.com/office/drawing/2014/main" id="{679A3DC0-2AD1-991A-0279-511A96B41F3B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672265" y="4938626"/>
                    <a:ext cx="6552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7">
                <p14:nvContentPartPr>
                  <p14:cNvPr id="4990" name="Ink 4989">
                    <a:extLst>
                      <a:ext uri="{FF2B5EF4-FFF2-40B4-BE49-F238E27FC236}">
                        <a16:creationId xmlns:a16="http://schemas.microsoft.com/office/drawing/2014/main" id="{440CB2D5-8D57-A2A6-501C-B44046C9935D}"/>
                      </a:ext>
                    </a:extLst>
                  </p14:cNvPr>
                  <p14:cNvContentPartPr/>
                  <p14:nvPr/>
                </p14:nvContentPartPr>
                <p14:xfrm>
                  <a:off x="6200025" y="4609226"/>
                  <a:ext cx="149040" cy="194400"/>
                </p14:xfrm>
              </p:contentPart>
            </mc:Choice>
            <mc:Fallback xmlns="">
              <p:pic>
                <p:nvPicPr>
                  <p:cNvPr id="4990" name="Ink 4989">
                    <a:extLst>
                      <a:ext uri="{FF2B5EF4-FFF2-40B4-BE49-F238E27FC236}">
                        <a16:creationId xmlns:a16="http://schemas.microsoft.com/office/drawing/2014/main" id="{440CB2D5-8D57-A2A6-501C-B44046C9935D}"/>
                      </a:ext>
                    </a:extLst>
                  </p:cNvPr>
                  <p:cNvPicPr/>
                  <p:nvPr/>
                </p:nvPicPr>
                <p:blipFill>
                  <a:blip r:embed="rId1100"/>
                  <a:stretch>
                    <a:fillRect/>
                  </a:stretch>
                </p:blipFill>
                <p:spPr>
                  <a:xfrm>
                    <a:off x="6164255" y="4570983"/>
                    <a:ext cx="220579" cy="2708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8">
                <p14:nvContentPartPr>
                  <p14:cNvPr id="4991" name="Ink 4990">
                    <a:extLst>
                      <a:ext uri="{FF2B5EF4-FFF2-40B4-BE49-F238E27FC236}">
                        <a16:creationId xmlns:a16="http://schemas.microsoft.com/office/drawing/2014/main" id="{AF5A5EB2-F03C-2FCE-2FFA-17066772FB91}"/>
                      </a:ext>
                    </a:extLst>
                  </p14:cNvPr>
                  <p14:cNvContentPartPr/>
                  <p14:nvPr/>
                </p14:nvContentPartPr>
                <p14:xfrm>
                  <a:off x="6180225" y="4812266"/>
                  <a:ext cx="15840" cy="30600"/>
                </p14:xfrm>
              </p:contentPart>
            </mc:Choice>
            <mc:Fallback xmlns="">
              <p:pic>
                <p:nvPicPr>
                  <p:cNvPr id="4991" name="Ink 4990">
                    <a:extLst>
                      <a:ext uri="{FF2B5EF4-FFF2-40B4-BE49-F238E27FC236}">
                        <a16:creationId xmlns:a16="http://schemas.microsoft.com/office/drawing/2014/main" id="{AF5A5EB2-F03C-2FCE-2FFA-17066772FB9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48545" y="4775546"/>
                    <a:ext cx="79200" cy="104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89">
                <p14:nvContentPartPr>
                  <p14:cNvPr id="4992" name="Ink 4991">
                    <a:extLst>
                      <a:ext uri="{FF2B5EF4-FFF2-40B4-BE49-F238E27FC236}">
                        <a16:creationId xmlns:a16="http://schemas.microsoft.com/office/drawing/2014/main" id="{D0EC81FE-6039-46C5-D971-EC7D948ECF97}"/>
                      </a:ext>
                    </a:extLst>
                  </p14:cNvPr>
                  <p14:cNvContentPartPr/>
                  <p14:nvPr/>
                </p14:nvContentPartPr>
                <p14:xfrm>
                  <a:off x="6076905" y="4944746"/>
                  <a:ext cx="15120" cy="20880"/>
                </p14:xfrm>
              </p:contentPart>
            </mc:Choice>
            <mc:Fallback xmlns="">
              <p:pic>
                <p:nvPicPr>
                  <p:cNvPr id="4992" name="Ink 4991">
                    <a:extLst>
                      <a:ext uri="{FF2B5EF4-FFF2-40B4-BE49-F238E27FC236}">
                        <a16:creationId xmlns:a16="http://schemas.microsoft.com/office/drawing/2014/main" id="{D0EC81FE-6039-46C5-D971-EC7D948ECF97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046665" y="4908952"/>
                    <a:ext cx="75600" cy="924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0">
                <p14:nvContentPartPr>
                  <p14:cNvPr id="4993" name="Ink 4992">
                    <a:extLst>
                      <a:ext uri="{FF2B5EF4-FFF2-40B4-BE49-F238E27FC236}">
                        <a16:creationId xmlns:a16="http://schemas.microsoft.com/office/drawing/2014/main" id="{B383B2FC-1CDB-A282-4940-100A33D28E41}"/>
                      </a:ext>
                    </a:extLst>
                  </p14:cNvPr>
                  <p14:cNvContentPartPr/>
                  <p14:nvPr/>
                </p14:nvContentPartPr>
                <p14:xfrm>
                  <a:off x="5958465" y="5034386"/>
                  <a:ext cx="55080" cy="86040"/>
                </p14:xfrm>
              </p:contentPart>
            </mc:Choice>
            <mc:Fallback xmlns="">
              <p:pic>
                <p:nvPicPr>
                  <p:cNvPr id="4993" name="Ink 4992">
                    <a:extLst>
                      <a:ext uri="{FF2B5EF4-FFF2-40B4-BE49-F238E27FC236}">
                        <a16:creationId xmlns:a16="http://schemas.microsoft.com/office/drawing/2014/main" id="{B383B2FC-1CDB-A282-4940-100A33D28E41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23678" y="4996146"/>
                    <a:ext cx="124655" cy="1625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1">
                <p14:nvContentPartPr>
                  <p14:cNvPr id="4994" name="Ink 4993">
                    <a:extLst>
                      <a:ext uri="{FF2B5EF4-FFF2-40B4-BE49-F238E27FC236}">
                        <a16:creationId xmlns:a16="http://schemas.microsoft.com/office/drawing/2014/main" id="{1D7C8424-E4D1-A46A-C377-9F2EC81600B2}"/>
                      </a:ext>
                    </a:extLst>
                  </p14:cNvPr>
                  <p14:cNvContentPartPr/>
                  <p14:nvPr/>
                </p14:nvContentPartPr>
                <p14:xfrm>
                  <a:off x="6495225" y="4582226"/>
                  <a:ext cx="61560" cy="108000"/>
                </p14:xfrm>
              </p:contentPart>
            </mc:Choice>
            <mc:Fallback xmlns="">
              <p:pic>
                <p:nvPicPr>
                  <p:cNvPr id="4994" name="Ink 4993">
                    <a:extLst>
                      <a:ext uri="{FF2B5EF4-FFF2-40B4-BE49-F238E27FC236}">
                        <a16:creationId xmlns:a16="http://schemas.microsoft.com/office/drawing/2014/main" id="{1D7C8424-E4D1-A46A-C377-9F2EC81600B2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460048" y="4544108"/>
                    <a:ext cx="131914" cy="18423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2">
                <p14:nvContentPartPr>
                  <p14:cNvPr id="4995" name="Ink 4994">
                    <a:extLst>
                      <a:ext uri="{FF2B5EF4-FFF2-40B4-BE49-F238E27FC236}">
                        <a16:creationId xmlns:a16="http://schemas.microsoft.com/office/drawing/2014/main" id="{1355C99A-F5F8-C4AD-7764-07F671D4DAB2}"/>
                      </a:ext>
                    </a:extLst>
                  </p14:cNvPr>
                  <p14:cNvContentPartPr/>
                  <p14:nvPr/>
                </p14:nvContentPartPr>
                <p14:xfrm>
                  <a:off x="6395505" y="4831706"/>
                  <a:ext cx="22680" cy="40320"/>
                </p14:xfrm>
              </p:contentPart>
            </mc:Choice>
            <mc:Fallback xmlns="">
              <p:pic>
                <p:nvPicPr>
                  <p:cNvPr id="4995" name="Ink 4994">
                    <a:extLst>
                      <a:ext uri="{FF2B5EF4-FFF2-40B4-BE49-F238E27FC236}">
                        <a16:creationId xmlns:a16="http://schemas.microsoft.com/office/drawing/2014/main" id="{1355C99A-F5F8-C4AD-7764-07F671D4DAB2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61485" y="4794488"/>
                    <a:ext cx="90720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3">
                <p14:nvContentPartPr>
                  <p14:cNvPr id="4996" name="Ink 4995">
                    <a:extLst>
                      <a:ext uri="{FF2B5EF4-FFF2-40B4-BE49-F238E27FC236}">
                        <a16:creationId xmlns:a16="http://schemas.microsoft.com/office/drawing/2014/main" id="{76AE50E8-3A95-73E7-A7CF-67353F51B996}"/>
                      </a:ext>
                    </a:extLst>
                  </p14:cNvPr>
                  <p14:cNvContentPartPr/>
                  <p14:nvPr/>
                </p14:nvContentPartPr>
                <p14:xfrm>
                  <a:off x="6336825" y="4977506"/>
                  <a:ext cx="5400" cy="9000"/>
                </p14:xfrm>
              </p:contentPart>
            </mc:Choice>
            <mc:Fallback xmlns="">
              <p:pic>
                <p:nvPicPr>
                  <p:cNvPr id="4996" name="Ink 4995">
                    <a:extLst>
                      <a:ext uri="{FF2B5EF4-FFF2-40B4-BE49-F238E27FC236}">
                        <a16:creationId xmlns:a16="http://schemas.microsoft.com/office/drawing/2014/main" id="{76AE50E8-3A95-73E7-A7CF-67353F51B996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15225" y="4950506"/>
                    <a:ext cx="48600" cy="63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4">
                <p14:nvContentPartPr>
                  <p14:cNvPr id="4997" name="Ink 4996">
                    <a:extLst>
                      <a:ext uri="{FF2B5EF4-FFF2-40B4-BE49-F238E27FC236}">
                        <a16:creationId xmlns:a16="http://schemas.microsoft.com/office/drawing/2014/main" id="{08EE7192-1E4F-9844-257B-3F62EC52F627}"/>
                      </a:ext>
                    </a:extLst>
                  </p14:cNvPr>
                  <p14:cNvContentPartPr/>
                  <p14:nvPr/>
                </p14:nvContentPartPr>
                <p14:xfrm>
                  <a:off x="6244665" y="5037626"/>
                  <a:ext cx="25920" cy="31320"/>
                </p14:xfrm>
              </p:contentPart>
            </mc:Choice>
            <mc:Fallback xmlns="">
              <p:pic>
                <p:nvPicPr>
                  <p:cNvPr id="4997" name="Ink 4996">
                    <a:extLst>
                      <a:ext uri="{FF2B5EF4-FFF2-40B4-BE49-F238E27FC236}">
                        <a16:creationId xmlns:a16="http://schemas.microsoft.com/office/drawing/2014/main" id="{08EE7192-1E4F-9844-257B-3F62EC52F627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210105" y="5003459"/>
                    <a:ext cx="95040" cy="996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5">
                <p14:nvContentPartPr>
                  <p14:cNvPr id="4998" name="Ink 4997">
                    <a:extLst>
                      <a:ext uri="{FF2B5EF4-FFF2-40B4-BE49-F238E27FC236}">
                        <a16:creationId xmlns:a16="http://schemas.microsoft.com/office/drawing/2014/main" id="{B40BC902-37CF-BAF4-BE48-C7D873F78D04}"/>
                      </a:ext>
                    </a:extLst>
                  </p14:cNvPr>
                  <p14:cNvContentPartPr/>
                  <p14:nvPr/>
                </p14:nvContentPartPr>
                <p14:xfrm>
                  <a:off x="5276985" y="4051226"/>
                  <a:ext cx="212760" cy="185040"/>
                </p14:xfrm>
              </p:contentPart>
            </mc:Choice>
            <mc:Fallback xmlns="">
              <p:pic>
                <p:nvPicPr>
                  <p:cNvPr id="4998" name="Ink 4997">
                    <a:extLst>
                      <a:ext uri="{FF2B5EF4-FFF2-40B4-BE49-F238E27FC236}">
                        <a16:creationId xmlns:a16="http://schemas.microsoft.com/office/drawing/2014/main" id="{B40BC902-37CF-BAF4-BE48-C7D873F78D04}"/>
                      </a:ext>
                    </a:extLst>
                  </p:cNvPr>
                  <p:cNvPicPr/>
                  <p:nvPr/>
                </p:nvPicPr>
                <p:blipFill>
                  <a:blip r:embed="rId1109"/>
                  <a:stretch>
                    <a:fillRect/>
                  </a:stretch>
                </p:blipFill>
                <p:spPr>
                  <a:xfrm>
                    <a:off x="5241525" y="4012942"/>
                    <a:ext cx="283680" cy="2616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6">
                <p14:nvContentPartPr>
                  <p14:cNvPr id="4999" name="Ink 4998">
                    <a:extLst>
                      <a:ext uri="{FF2B5EF4-FFF2-40B4-BE49-F238E27FC236}">
                        <a16:creationId xmlns:a16="http://schemas.microsoft.com/office/drawing/2014/main" id="{3D22FE8E-144F-162F-3961-AFE437E651AA}"/>
                      </a:ext>
                    </a:extLst>
                  </p14:cNvPr>
                  <p14:cNvContentPartPr/>
                  <p14:nvPr/>
                </p14:nvContentPartPr>
                <p14:xfrm>
                  <a:off x="5364105" y="4115306"/>
                  <a:ext cx="202680" cy="165240"/>
                </p14:xfrm>
              </p:contentPart>
            </mc:Choice>
            <mc:Fallback xmlns="">
              <p:pic>
                <p:nvPicPr>
                  <p:cNvPr id="4999" name="Ink 4998">
                    <a:extLst>
                      <a:ext uri="{FF2B5EF4-FFF2-40B4-BE49-F238E27FC236}">
                        <a16:creationId xmlns:a16="http://schemas.microsoft.com/office/drawing/2014/main" id="{3D22FE8E-144F-162F-3961-AFE437E651AA}"/>
                      </a:ext>
                    </a:extLst>
                  </p:cNvPr>
                  <p:cNvPicPr/>
                  <p:nvPr/>
                </p:nvPicPr>
                <p:blipFill>
                  <a:blip r:embed="rId1111"/>
                  <a:stretch>
                    <a:fillRect/>
                  </a:stretch>
                </p:blipFill>
                <p:spPr>
                  <a:xfrm>
                    <a:off x="5328338" y="4077174"/>
                    <a:ext cx="274214" cy="2415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7">
                <p14:nvContentPartPr>
                  <p14:cNvPr id="5000" name="Ink 4999">
                    <a:extLst>
                      <a:ext uri="{FF2B5EF4-FFF2-40B4-BE49-F238E27FC236}">
                        <a16:creationId xmlns:a16="http://schemas.microsoft.com/office/drawing/2014/main" id="{0A018760-6367-4F4D-50BB-DC7B719F2051}"/>
                      </a:ext>
                    </a:extLst>
                  </p14:cNvPr>
                  <p14:cNvContentPartPr/>
                  <p14:nvPr/>
                </p14:nvContentPartPr>
                <p14:xfrm>
                  <a:off x="5516025" y="4152746"/>
                  <a:ext cx="180360" cy="168840"/>
                </p14:xfrm>
              </p:contentPart>
            </mc:Choice>
            <mc:Fallback xmlns="">
              <p:pic>
                <p:nvPicPr>
                  <p:cNvPr id="5000" name="Ink 4999">
                    <a:extLst>
                      <a:ext uri="{FF2B5EF4-FFF2-40B4-BE49-F238E27FC236}">
                        <a16:creationId xmlns:a16="http://schemas.microsoft.com/office/drawing/2014/main" id="{0A018760-6367-4F4D-50BB-DC7B719F2051}"/>
                      </a:ext>
                    </a:extLst>
                  </p:cNvPr>
                  <p:cNvPicPr/>
                  <p:nvPr/>
                </p:nvPicPr>
                <p:blipFill>
                  <a:blip r:embed="rId1008"/>
                  <a:stretch>
                    <a:fillRect/>
                  </a:stretch>
                </p:blipFill>
                <p:spPr>
                  <a:xfrm>
                    <a:off x="5480544" y="4114518"/>
                    <a:ext cx="251321" cy="24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8">
                <p14:nvContentPartPr>
                  <p14:cNvPr id="5001" name="Ink 5000">
                    <a:extLst>
                      <a:ext uri="{FF2B5EF4-FFF2-40B4-BE49-F238E27FC236}">
                        <a16:creationId xmlns:a16="http://schemas.microsoft.com/office/drawing/2014/main" id="{B0A7BF6B-DDBA-3CD4-2CBF-8B63F139BB1A}"/>
                      </a:ext>
                    </a:extLst>
                  </p14:cNvPr>
                  <p14:cNvContentPartPr/>
                  <p14:nvPr/>
                </p14:nvContentPartPr>
                <p14:xfrm>
                  <a:off x="5672625" y="4161386"/>
                  <a:ext cx="205560" cy="205920"/>
                </p14:xfrm>
              </p:contentPart>
            </mc:Choice>
            <mc:Fallback xmlns="">
              <p:pic>
                <p:nvPicPr>
                  <p:cNvPr id="5001" name="Ink 5000">
                    <a:extLst>
                      <a:ext uri="{FF2B5EF4-FFF2-40B4-BE49-F238E27FC236}">
                        <a16:creationId xmlns:a16="http://schemas.microsoft.com/office/drawing/2014/main" id="{B0A7BF6B-DDBA-3CD4-2CBF-8B63F139BB1A}"/>
                      </a:ext>
                    </a:extLst>
                  </p:cNvPr>
                  <p:cNvPicPr/>
                  <p:nvPr/>
                </p:nvPicPr>
                <p:blipFill>
                  <a:blip r:embed="rId1114"/>
                  <a:stretch>
                    <a:fillRect/>
                  </a:stretch>
                </p:blipFill>
                <p:spPr>
                  <a:xfrm>
                    <a:off x="5636875" y="4122776"/>
                    <a:ext cx="277059" cy="2831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199">
                <p14:nvContentPartPr>
                  <p14:cNvPr id="5002" name="Ink 5001">
                    <a:extLst>
                      <a:ext uri="{FF2B5EF4-FFF2-40B4-BE49-F238E27FC236}">
                        <a16:creationId xmlns:a16="http://schemas.microsoft.com/office/drawing/2014/main" id="{8A6E8426-A9AF-4A9F-8552-87B8952EE156}"/>
                      </a:ext>
                    </a:extLst>
                  </p14:cNvPr>
                  <p14:cNvContentPartPr/>
                  <p14:nvPr/>
                </p14:nvContentPartPr>
                <p14:xfrm>
                  <a:off x="5811585" y="4196306"/>
                  <a:ext cx="182520" cy="221400"/>
                </p14:xfrm>
              </p:contentPart>
            </mc:Choice>
            <mc:Fallback xmlns="">
              <p:pic>
                <p:nvPicPr>
                  <p:cNvPr id="5002" name="Ink 5001">
                    <a:extLst>
                      <a:ext uri="{FF2B5EF4-FFF2-40B4-BE49-F238E27FC236}">
                        <a16:creationId xmlns:a16="http://schemas.microsoft.com/office/drawing/2014/main" id="{8A6E8426-A9AF-4A9F-8552-87B8952EE156}"/>
                      </a:ext>
                    </a:extLst>
                  </p:cNvPr>
                  <p:cNvPicPr/>
                  <p:nvPr/>
                </p:nvPicPr>
                <p:blipFill>
                  <a:blip r:embed="rId1116"/>
                  <a:stretch>
                    <a:fillRect/>
                  </a:stretch>
                </p:blipFill>
                <p:spPr>
                  <a:xfrm>
                    <a:off x="5776259" y="4157802"/>
                    <a:ext cx="253173" cy="29840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0">
                <p14:nvContentPartPr>
                  <p14:cNvPr id="5003" name="Ink 5002">
                    <a:extLst>
                      <a:ext uri="{FF2B5EF4-FFF2-40B4-BE49-F238E27FC236}">
                        <a16:creationId xmlns:a16="http://schemas.microsoft.com/office/drawing/2014/main" id="{547C8E6B-3EBA-E89E-2C2D-3E6A648B60EB}"/>
                      </a:ext>
                    </a:extLst>
                  </p14:cNvPr>
                  <p14:cNvContentPartPr/>
                  <p14:nvPr/>
                </p14:nvContentPartPr>
                <p14:xfrm>
                  <a:off x="6022185" y="4235546"/>
                  <a:ext cx="117000" cy="229680"/>
                </p14:xfrm>
              </p:contentPart>
            </mc:Choice>
            <mc:Fallback xmlns="">
              <p:pic>
                <p:nvPicPr>
                  <p:cNvPr id="5003" name="Ink 5002">
                    <a:extLst>
                      <a:ext uri="{FF2B5EF4-FFF2-40B4-BE49-F238E27FC236}">
                        <a16:creationId xmlns:a16="http://schemas.microsoft.com/office/drawing/2014/main" id="{547C8E6B-3EBA-E89E-2C2D-3E6A648B60EB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5987085" y="4197266"/>
                    <a:ext cx="187200" cy="3062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1">
                <p14:nvContentPartPr>
                  <p14:cNvPr id="5004" name="Ink 5003">
                    <a:extLst>
                      <a:ext uri="{FF2B5EF4-FFF2-40B4-BE49-F238E27FC236}">
                        <a16:creationId xmlns:a16="http://schemas.microsoft.com/office/drawing/2014/main" id="{2EECAC62-2FCC-4EBE-C5EA-A3CA436819AD}"/>
                      </a:ext>
                    </a:extLst>
                  </p14:cNvPr>
                  <p14:cNvContentPartPr/>
                  <p14:nvPr/>
                </p14:nvContentPartPr>
                <p14:xfrm>
                  <a:off x="6196065" y="4250666"/>
                  <a:ext cx="126000" cy="207360"/>
                </p14:xfrm>
              </p:contentPart>
            </mc:Choice>
            <mc:Fallback xmlns="">
              <p:pic>
                <p:nvPicPr>
                  <p:cNvPr id="5004" name="Ink 5003">
                    <a:extLst>
                      <a:ext uri="{FF2B5EF4-FFF2-40B4-BE49-F238E27FC236}">
                        <a16:creationId xmlns:a16="http://schemas.microsoft.com/office/drawing/2014/main" id="{2EECAC62-2FCC-4EBE-C5EA-A3CA436819AD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6160902" y="4212384"/>
                    <a:ext cx="196326" cy="2839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2">
                <p14:nvContentPartPr>
                  <p14:cNvPr id="5005" name="Ink 5004">
                    <a:extLst>
                      <a:ext uri="{FF2B5EF4-FFF2-40B4-BE49-F238E27FC236}">
                        <a16:creationId xmlns:a16="http://schemas.microsoft.com/office/drawing/2014/main" id="{16D757C6-7C6D-8E22-0602-3765B09B3ACE}"/>
                      </a:ext>
                    </a:extLst>
                  </p14:cNvPr>
                  <p14:cNvContentPartPr/>
                  <p14:nvPr/>
                </p14:nvContentPartPr>
                <p14:xfrm>
                  <a:off x="6376785" y="4231946"/>
                  <a:ext cx="65880" cy="183240"/>
                </p14:xfrm>
              </p:contentPart>
            </mc:Choice>
            <mc:Fallback xmlns="">
              <p:pic>
                <p:nvPicPr>
                  <p:cNvPr id="5005" name="Ink 5004">
                    <a:extLst>
                      <a:ext uri="{FF2B5EF4-FFF2-40B4-BE49-F238E27FC236}">
                        <a16:creationId xmlns:a16="http://schemas.microsoft.com/office/drawing/2014/main" id="{16D757C6-7C6D-8E22-0602-3765B09B3ACE}"/>
                      </a:ext>
                    </a:extLst>
                  </p:cNvPr>
                  <p:cNvPicPr/>
                  <p:nvPr/>
                </p:nvPicPr>
                <p:blipFill>
                  <a:blip r:embed="rId1017"/>
                  <a:stretch>
                    <a:fillRect/>
                  </a:stretch>
                </p:blipFill>
                <p:spPr>
                  <a:xfrm>
                    <a:off x="6342413" y="4193369"/>
                    <a:ext cx="134624" cy="260394"/>
                  </a:xfrm>
                  <a:prstGeom prst="rect">
                    <a:avLst/>
                  </a:prstGeom>
                </p:spPr>
              </p:pic>
            </mc:Fallback>
          </mc:AlternateContent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1203">
              <p14:nvContentPartPr>
                <p14:cNvPr id="4936" name="Ink 4935">
                  <a:extLst>
                    <a:ext uri="{FF2B5EF4-FFF2-40B4-BE49-F238E27FC236}">
                      <a16:creationId xmlns:a16="http://schemas.microsoft.com/office/drawing/2014/main" id="{1F58E885-D539-5F95-48D2-94CE9A14F993}"/>
                    </a:ext>
                  </a:extLst>
                </p14:cNvPr>
                <p14:cNvContentPartPr/>
                <p14:nvPr/>
              </p14:nvContentPartPr>
              <p14:xfrm>
                <a:off x="9022348" y="3486121"/>
                <a:ext cx="589680" cy="189720"/>
              </p14:xfrm>
            </p:contentPart>
          </mc:Choice>
          <mc:Fallback xmlns="">
            <p:pic>
              <p:nvPicPr>
                <p:cNvPr id="4936" name="Ink 4935">
                  <a:extLst>
                    <a:ext uri="{FF2B5EF4-FFF2-40B4-BE49-F238E27FC236}">
                      <a16:creationId xmlns:a16="http://schemas.microsoft.com/office/drawing/2014/main" id="{1F58E885-D539-5F95-48D2-94CE9A14F993}"/>
                    </a:ext>
                  </a:extLst>
                </p:cNvPr>
                <p:cNvPicPr/>
                <p:nvPr/>
              </p:nvPicPr>
              <p:blipFill>
                <a:blip r:embed="rId1121"/>
                <a:stretch>
                  <a:fillRect/>
                </a:stretch>
              </p:blipFill>
              <p:spPr>
                <a:xfrm>
                  <a:off x="8986428" y="3447534"/>
                  <a:ext cx="661519" cy="266894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4937" name="Freeform 4936">
              <a:extLst>
                <a:ext uri="{FF2B5EF4-FFF2-40B4-BE49-F238E27FC236}">
                  <a16:creationId xmlns:a16="http://schemas.microsoft.com/office/drawing/2014/main" id="{D9F2C9D8-F056-B338-5356-4738373A11AF}"/>
                </a:ext>
              </a:extLst>
            </p:cNvPr>
            <p:cNvSpPr/>
            <p:nvPr/>
          </p:nvSpPr>
          <p:spPr>
            <a:xfrm>
              <a:off x="9165567" y="3318142"/>
              <a:ext cx="438615" cy="193288"/>
            </a:xfrm>
            <a:custGeom>
              <a:avLst/>
              <a:gdLst>
                <a:gd name="connsiteX0" fmla="*/ 0 w 438615"/>
                <a:gd name="connsiteY0" fmla="*/ 111512 h 193288"/>
                <a:gd name="connsiteX1" fmla="*/ 163551 w 438615"/>
                <a:gd name="connsiteY1" fmla="*/ 118946 h 193288"/>
                <a:gd name="connsiteX2" fmla="*/ 438615 w 438615"/>
                <a:gd name="connsiteY2" fmla="*/ 193288 h 193288"/>
                <a:gd name="connsiteX3" fmla="*/ 423746 w 438615"/>
                <a:gd name="connsiteY3" fmla="*/ 81775 h 193288"/>
                <a:gd name="connsiteX4" fmla="*/ 349405 w 438615"/>
                <a:gd name="connsiteY4" fmla="*/ 14868 h 193288"/>
                <a:gd name="connsiteX5" fmla="*/ 230458 w 438615"/>
                <a:gd name="connsiteY5" fmla="*/ 0 h 193288"/>
                <a:gd name="connsiteX6" fmla="*/ 156117 w 438615"/>
                <a:gd name="connsiteY6" fmla="*/ 22302 h 193288"/>
                <a:gd name="connsiteX7" fmla="*/ 96644 w 438615"/>
                <a:gd name="connsiteY7" fmla="*/ 66907 h 193288"/>
                <a:gd name="connsiteX8" fmla="*/ 0 w 438615"/>
                <a:gd name="connsiteY8" fmla="*/ 111512 h 19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15" h="193288">
                  <a:moveTo>
                    <a:pt x="0" y="111512"/>
                  </a:moveTo>
                  <a:lnTo>
                    <a:pt x="163551" y="118946"/>
                  </a:lnTo>
                  <a:lnTo>
                    <a:pt x="438615" y="193288"/>
                  </a:lnTo>
                  <a:lnTo>
                    <a:pt x="423746" y="81775"/>
                  </a:lnTo>
                  <a:lnTo>
                    <a:pt x="349405" y="14868"/>
                  </a:lnTo>
                  <a:lnTo>
                    <a:pt x="230458" y="0"/>
                  </a:lnTo>
                  <a:lnTo>
                    <a:pt x="156117" y="22302"/>
                  </a:lnTo>
                  <a:lnTo>
                    <a:pt x="96644" y="66907"/>
                  </a:lnTo>
                  <a:lnTo>
                    <a:pt x="0" y="1115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04">
              <p14:nvContentPartPr>
                <p14:cNvPr id="4938" name="Ink 4937">
                  <a:extLst>
                    <a:ext uri="{FF2B5EF4-FFF2-40B4-BE49-F238E27FC236}">
                      <a16:creationId xmlns:a16="http://schemas.microsoft.com/office/drawing/2014/main" id="{8AE58532-8A84-A499-8279-6EDECC04E029}"/>
                    </a:ext>
                  </a:extLst>
                </p14:cNvPr>
                <p14:cNvContentPartPr/>
                <p14:nvPr/>
              </p14:nvContentPartPr>
              <p14:xfrm>
                <a:off x="8711308" y="3656041"/>
                <a:ext cx="1109520" cy="206280"/>
              </p14:xfrm>
            </p:contentPart>
          </mc:Choice>
          <mc:Fallback xmlns="">
            <p:pic>
              <p:nvPicPr>
                <p:cNvPr id="4938" name="Ink 4937">
                  <a:extLst>
                    <a:ext uri="{FF2B5EF4-FFF2-40B4-BE49-F238E27FC236}">
                      <a16:creationId xmlns:a16="http://schemas.microsoft.com/office/drawing/2014/main" id="{8AE58532-8A84-A499-8279-6EDECC04E029}"/>
                    </a:ext>
                  </a:extLst>
                </p:cNvPr>
                <p:cNvPicPr/>
                <p:nvPr/>
              </p:nvPicPr>
              <p:blipFill>
                <a:blip r:embed="rId1123"/>
                <a:stretch>
                  <a:fillRect/>
                </a:stretch>
              </p:blipFill>
              <p:spPr>
                <a:xfrm>
                  <a:off x="8675324" y="3617959"/>
                  <a:ext cx="1181489" cy="2824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5">
              <p14:nvContentPartPr>
                <p14:cNvPr id="4939" name="Ink 4938">
                  <a:extLst>
                    <a:ext uri="{FF2B5EF4-FFF2-40B4-BE49-F238E27FC236}">
                      <a16:creationId xmlns:a16="http://schemas.microsoft.com/office/drawing/2014/main" id="{F6B3C4EF-2DE1-69FD-61F4-553506517CCC}"/>
                    </a:ext>
                  </a:extLst>
                </p14:cNvPr>
                <p14:cNvContentPartPr/>
                <p14:nvPr/>
              </p14:nvContentPartPr>
              <p14:xfrm>
                <a:off x="9121348" y="3428521"/>
                <a:ext cx="492120" cy="99720"/>
              </p14:xfrm>
            </p:contentPart>
          </mc:Choice>
          <mc:Fallback xmlns="">
            <p:pic>
              <p:nvPicPr>
                <p:cNvPr id="4939" name="Ink 4938">
                  <a:extLst>
                    <a:ext uri="{FF2B5EF4-FFF2-40B4-BE49-F238E27FC236}">
                      <a16:creationId xmlns:a16="http://schemas.microsoft.com/office/drawing/2014/main" id="{F6B3C4EF-2DE1-69FD-61F4-553506517CCC}"/>
                    </a:ext>
                  </a:extLst>
                </p:cNvPr>
                <p:cNvPicPr/>
                <p:nvPr/>
              </p:nvPicPr>
              <p:blipFill>
                <a:blip r:embed="rId1125"/>
                <a:stretch>
                  <a:fillRect/>
                </a:stretch>
              </p:blipFill>
              <p:spPr>
                <a:xfrm>
                  <a:off x="9085557" y="3391126"/>
                  <a:ext cx="563701" cy="174510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4940" name="Group 4939">
              <a:extLst>
                <a:ext uri="{FF2B5EF4-FFF2-40B4-BE49-F238E27FC236}">
                  <a16:creationId xmlns:a16="http://schemas.microsoft.com/office/drawing/2014/main" id="{C1138AAF-6A4B-4476-C486-E4EF06F13CD1}"/>
                </a:ext>
              </a:extLst>
            </p:cNvPr>
            <p:cNvGrpSpPr/>
            <p:nvPr/>
          </p:nvGrpSpPr>
          <p:grpSpPr>
            <a:xfrm>
              <a:off x="8165188" y="4017481"/>
              <a:ext cx="1711080" cy="846720"/>
              <a:chOff x="4887465" y="4297466"/>
              <a:chExt cx="1711080" cy="8467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206">
                <p14:nvContentPartPr>
                  <p14:cNvPr id="4949" name="Ink 4948">
                    <a:extLst>
                      <a:ext uri="{FF2B5EF4-FFF2-40B4-BE49-F238E27FC236}">
                        <a16:creationId xmlns:a16="http://schemas.microsoft.com/office/drawing/2014/main" id="{ACC65FDF-9DA0-9282-3E7F-F2753FC3694C}"/>
                      </a:ext>
                    </a:extLst>
                  </p14:cNvPr>
                  <p14:cNvContentPartPr/>
                  <p14:nvPr/>
                </p14:nvContentPartPr>
                <p14:xfrm>
                  <a:off x="6330705" y="4458746"/>
                  <a:ext cx="29160" cy="65520"/>
                </p14:xfrm>
              </p:contentPart>
            </mc:Choice>
            <mc:Fallback xmlns="">
              <p:pic>
                <p:nvPicPr>
                  <p:cNvPr id="4949" name="Ink 4948">
                    <a:extLst>
                      <a:ext uri="{FF2B5EF4-FFF2-40B4-BE49-F238E27FC236}">
                        <a16:creationId xmlns:a16="http://schemas.microsoft.com/office/drawing/2014/main" id="{ACC65FDF-9DA0-9282-3E7F-F2753FC3694C}"/>
                      </a:ext>
                    </a:extLst>
                  </p:cNvPr>
                  <p:cNvPicPr/>
                  <p:nvPr/>
                </p:nvPicPr>
                <p:blipFill>
                  <a:blip r:embed="rId1025"/>
                  <a:stretch>
                    <a:fillRect/>
                  </a:stretch>
                </p:blipFill>
                <p:spPr>
                  <a:xfrm>
                    <a:off x="6298894" y="4421306"/>
                    <a:ext cx="92782" cy="1404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7">
                <p14:nvContentPartPr>
                  <p14:cNvPr id="4950" name="Ink 4949">
                    <a:extLst>
                      <a:ext uri="{FF2B5EF4-FFF2-40B4-BE49-F238E27FC236}">
                        <a16:creationId xmlns:a16="http://schemas.microsoft.com/office/drawing/2014/main" id="{49AD3455-AE51-37E4-E67E-3A437E788BE1}"/>
                      </a:ext>
                    </a:extLst>
                  </p14:cNvPr>
                  <p14:cNvContentPartPr/>
                  <p14:nvPr/>
                </p14:nvContentPartPr>
                <p14:xfrm>
                  <a:off x="6072225" y="4495106"/>
                  <a:ext cx="33120" cy="74160"/>
                </p14:xfrm>
              </p:contentPart>
            </mc:Choice>
            <mc:Fallback xmlns="">
              <p:pic>
                <p:nvPicPr>
                  <p:cNvPr id="4950" name="Ink 4949">
                    <a:extLst>
                      <a:ext uri="{FF2B5EF4-FFF2-40B4-BE49-F238E27FC236}">
                        <a16:creationId xmlns:a16="http://schemas.microsoft.com/office/drawing/2014/main" id="{49AD3455-AE51-37E4-E67E-3A437E788BE1}"/>
                      </a:ext>
                    </a:extLst>
                  </p:cNvPr>
                  <p:cNvPicPr/>
                  <p:nvPr/>
                </p:nvPicPr>
                <p:blipFill>
                  <a:blip r:embed="rId1027"/>
                  <a:stretch>
                    <a:fillRect/>
                  </a:stretch>
                </p:blipFill>
                <p:spPr>
                  <a:xfrm>
                    <a:off x="6039105" y="4458026"/>
                    <a:ext cx="99360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8">
                <p14:nvContentPartPr>
                  <p14:cNvPr id="4951" name="Ink 4950">
                    <a:extLst>
                      <a:ext uri="{FF2B5EF4-FFF2-40B4-BE49-F238E27FC236}">
                        <a16:creationId xmlns:a16="http://schemas.microsoft.com/office/drawing/2014/main" id="{E4BEFE5E-DE28-2D5E-6194-289DFDDA84B3}"/>
                      </a:ext>
                    </a:extLst>
                  </p14:cNvPr>
                  <p14:cNvContentPartPr/>
                  <p14:nvPr/>
                </p14:nvContentPartPr>
                <p14:xfrm>
                  <a:off x="5708265" y="4477466"/>
                  <a:ext cx="93960" cy="60120"/>
                </p14:xfrm>
              </p:contentPart>
            </mc:Choice>
            <mc:Fallback xmlns="">
              <p:pic>
                <p:nvPicPr>
                  <p:cNvPr id="4951" name="Ink 4950">
                    <a:extLst>
                      <a:ext uri="{FF2B5EF4-FFF2-40B4-BE49-F238E27FC236}">
                        <a16:creationId xmlns:a16="http://schemas.microsoft.com/office/drawing/2014/main" id="{E4BEFE5E-DE28-2D5E-6194-289DFDDA84B3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673030" y="4439495"/>
                    <a:ext cx="164430" cy="1360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09">
                <p14:nvContentPartPr>
                  <p14:cNvPr id="4952" name="Ink 4951">
                    <a:extLst>
                      <a:ext uri="{FF2B5EF4-FFF2-40B4-BE49-F238E27FC236}">
                        <a16:creationId xmlns:a16="http://schemas.microsoft.com/office/drawing/2014/main" id="{1473FF81-C572-002F-FFE5-0189C3705B13}"/>
                      </a:ext>
                    </a:extLst>
                  </p14:cNvPr>
                  <p14:cNvContentPartPr/>
                  <p14:nvPr/>
                </p14:nvContentPartPr>
                <p14:xfrm>
                  <a:off x="5422785" y="4382426"/>
                  <a:ext cx="93960" cy="64080"/>
                </p14:xfrm>
              </p:contentPart>
            </mc:Choice>
            <mc:Fallback xmlns="">
              <p:pic>
                <p:nvPicPr>
                  <p:cNvPr id="4952" name="Ink 4951">
                    <a:extLst>
                      <a:ext uri="{FF2B5EF4-FFF2-40B4-BE49-F238E27FC236}">
                        <a16:creationId xmlns:a16="http://schemas.microsoft.com/office/drawing/2014/main" id="{1473FF81-C572-002F-FFE5-0189C3705B13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387550" y="4345809"/>
                    <a:ext cx="164430" cy="1373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0">
                <p14:nvContentPartPr>
                  <p14:cNvPr id="4953" name="Ink 4952">
                    <a:extLst>
                      <a:ext uri="{FF2B5EF4-FFF2-40B4-BE49-F238E27FC236}">
                        <a16:creationId xmlns:a16="http://schemas.microsoft.com/office/drawing/2014/main" id="{031B98C0-9D93-4363-1E07-4B9DED911A9C}"/>
                      </a:ext>
                    </a:extLst>
                  </p14:cNvPr>
                  <p14:cNvContentPartPr/>
                  <p14:nvPr/>
                </p14:nvContentPartPr>
                <p14:xfrm>
                  <a:off x="5157825" y="4297466"/>
                  <a:ext cx="68040" cy="55440"/>
                </p14:xfrm>
              </p:contentPart>
            </mc:Choice>
            <mc:Fallback xmlns="">
              <p:pic>
                <p:nvPicPr>
                  <p:cNvPr id="4953" name="Ink 4952">
                    <a:extLst>
                      <a:ext uri="{FF2B5EF4-FFF2-40B4-BE49-F238E27FC236}">
                        <a16:creationId xmlns:a16="http://schemas.microsoft.com/office/drawing/2014/main" id="{031B98C0-9D93-4363-1E07-4B9DED911A9C}"/>
                      </a:ext>
                    </a:extLst>
                  </p:cNvPr>
                  <p:cNvPicPr/>
                  <p:nvPr/>
                </p:nvPicPr>
                <p:blipFill>
                  <a:blip r:embed="rId1032"/>
                  <a:stretch>
                    <a:fillRect/>
                  </a:stretch>
                </p:blipFill>
                <p:spPr>
                  <a:xfrm>
                    <a:off x="5122326" y="4260506"/>
                    <a:ext cx="139038" cy="1293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1">
                <p14:nvContentPartPr>
                  <p14:cNvPr id="4954" name="Ink 4953">
                    <a:extLst>
                      <a:ext uri="{FF2B5EF4-FFF2-40B4-BE49-F238E27FC236}">
                        <a16:creationId xmlns:a16="http://schemas.microsoft.com/office/drawing/2014/main" id="{FC86EC0C-56C7-DE4F-F6B1-400C67FAEE36}"/>
                      </a:ext>
                    </a:extLst>
                  </p14:cNvPr>
                  <p14:cNvContentPartPr/>
                  <p14:nvPr/>
                </p14:nvContentPartPr>
                <p14:xfrm>
                  <a:off x="4887465" y="4472786"/>
                  <a:ext cx="260640" cy="249840"/>
                </p14:xfrm>
              </p:contentPart>
            </mc:Choice>
            <mc:Fallback xmlns="">
              <p:pic>
                <p:nvPicPr>
                  <p:cNvPr id="4954" name="Ink 4953">
                    <a:extLst>
                      <a:ext uri="{FF2B5EF4-FFF2-40B4-BE49-F238E27FC236}">
                        <a16:creationId xmlns:a16="http://schemas.microsoft.com/office/drawing/2014/main" id="{FC86EC0C-56C7-DE4F-F6B1-400C67FAEE36}"/>
                      </a:ext>
                    </a:extLst>
                  </p:cNvPr>
                  <p:cNvPicPr/>
                  <p:nvPr/>
                </p:nvPicPr>
                <p:blipFill>
                  <a:blip r:embed="rId1034"/>
                  <a:stretch>
                    <a:fillRect/>
                  </a:stretch>
                </p:blipFill>
                <p:spPr>
                  <a:xfrm>
                    <a:off x="4851923" y="4434349"/>
                    <a:ext cx="331724" cy="3267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2">
                <p14:nvContentPartPr>
                  <p14:cNvPr id="4955" name="Ink 4954">
                    <a:extLst>
                      <a:ext uri="{FF2B5EF4-FFF2-40B4-BE49-F238E27FC236}">
                        <a16:creationId xmlns:a16="http://schemas.microsoft.com/office/drawing/2014/main" id="{04A97F59-7257-02BA-ADF2-0F90A8F9B277}"/>
                      </a:ext>
                    </a:extLst>
                  </p14:cNvPr>
                  <p14:cNvContentPartPr/>
                  <p14:nvPr/>
                </p14:nvContentPartPr>
                <p14:xfrm>
                  <a:off x="4961625" y="4596266"/>
                  <a:ext cx="471240" cy="237240"/>
                </p14:xfrm>
              </p:contentPart>
            </mc:Choice>
            <mc:Fallback xmlns="">
              <p:pic>
                <p:nvPicPr>
                  <p:cNvPr id="4955" name="Ink 4954">
                    <a:extLst>
                      <a:ext uri="{FF2B5EF4-FFF2-40B4-BE49-F238E27FC236}">
                        <a16:creationId xmlns:a16="http://schemas.microsoft.com/office/drawing/2014/main" id="{04A97F59-7257-02BA-ADF2-0F90A8F9B277}"/>
                      </a:ext>
                    </a:extLst>
                  </p:cNvPr>
                  <p:cNvPicPr/>
                  <p:nvPr/>
                </p:nvPicPr>
                <p:blipFill>
                  <a:blip r:embed="rId1133"/>
                  <a:stretch>
                    <a:fillRect/>
                  </a:stretch>
                </p:blipFill>
                <p:spPr>
                  <a:xfrm>
                    <a:off x="4925835" y="4557795"/>
                    <a:ext cx="542821" cy="3141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3">
                <p14:nvContentPartPr>
                  <p14:cNvPr id="4956" name="Ink 4955">
                    <a:extLst>
                      <a:ext uri="{FF2B5EF4-FFF2-40B4-BE49-F238E27FC236}">
                        <a16:creationId xmlns:a16="http://schemas.microsoft.com/office/drawing/2014/main" id="{F604DEDE-26D2-7738-174C-B28A4B2CA869}"/>
                      </a:ext>
                    </a:extLst>
                  </p14:cNvPr>
                  <p14:cNvContentPartPr/>
                  <p14:nvPr/>
                </p14:nvContentPartPr>
                <p14:xfrm>
                  <a:off x="5293905" y="4627946"/>
                  <a:ext cx="369720" cy="278640"/>
                </p14:xfrm>
              </p:contentPart>
            </mc:Choice>
            <mc:Fallback xmlns="">
              <p:pic>
                <p:nvPicPr>
                  <p:cNvPr id="4956" name="Ink 4955">
                    <a:extLst>
                      <a:ext uri="{FF2B5EF4-FFF2-40B4-BE49-F238E27FC236}">
                        <a16:creationId xmlns:a16="http://schemas.microsoft.com/office/drawing/2014/main" id="{F604DEDE-26D2-7738-174C-B28A4B2CA869}"/>
                      </a:ext>
                    </a:extLst>
                  </p:cNvPr>
                  <p:cNvPicPr/>
                  <p:nvPr/>
                </p:nvPicPr>
                <p:blipFill>
                  <a:blip r:embed="rId1135"/>
                  <a:stretch>
                    <a:fillRect/>
                  </a:stretch>
                </p:blipFill>
                <p:spPr>
                  <a:xfrm>
                    <a:off x="5258126" y="4589513"/>
                    <a:ext cx="441279" cy="3555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4">
                <p14:nvContentPartPr>
                  <p14:cNvPr id="4957" name="Ink 4956">
                    <a:extLst>
                      <a:ext uri="{FF2B5EF4-FFF2-40B4-BE49-F238E27FC236}">
                        <a16:creationId xmlns:a16="http://schemas.microsoft.com/office/drawing/2014/main" id="{3F9665C3-908E-7B49-2D20-71A14655F38A}"/>
                      </a:ext>
                    </a:extLst>
                  </p14:cNvPr>
                  <p14:cNvContentPartPr/>
                  <p14:nvPr/>
                </p14:nvContentPartPr>
                <p14:xfrm>
                  <a:off x="5582625" y="4640906"/>
                  <a:ext cx="240840" cy="320760"/>
                </p14:xfrm>
              </p:contentPart>
            </mc:Choice>
            <mc:Fallback xmlns="">
              <p:pic>
                <p:nvPicPr>
                  <p:cNvPr id="4957" name="Ink 4956">
                    <a:extLst>
                      <a:ext uri="{FF2B5EF4-FFF2-40B4-BE49-F238E27FC236}">
                        <a16:creationId xmlns:a16="http://schemas.microsoft.com/office/drawing/2014/main" id="{3F9665C3-908E-7B49-2D20-71A14655F38A}"/>
                      </a:ext>
                    </a:extLst>
                  </p:cNvPr>
                  <p:cNvPicPr/>
                  <p:nvPr/>
                </p:nvPicPr>
                <p:blipFill>
                  <a:blip r:embed="rId1137"/>
                  <a:stretch>
                    <a:fillRect/>
                  </a:stretch>
                </p:blipFill>
                <p:spPr>
                  <a:xfrm>
                    <a:off x="5546945" y="4602415"/>
                    <a:ext cx="312200" cy="3977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5">
                <p14:nvContentPartPr>
                  <p14:cNvPr id="4958" name="Ink 4957">
                    <a:extLst>
                      <a:ext uri="{FF2B5EF4-FFF2-40B4-BE49-F238E27FC236}">
                        <a16:creationId xmlns:a16="http://schemas.microsoft.com/office/drawing/2014/main" id="{61150D48-1CCF-F44C-028F-0F76407FF36E}"/>
                      </a:ext>
                    </a:extLst>
                  </p14:cNvPr>
                  <p14:cNvContentPartPr/>
                  <p14:nvPr/>
                </p14:nvContentPartPr>
                <p14:xfrm>
                  <a:off x="5799345" y="4688426"/>
                  <a:ext cx="301680" cy="399960"/>
                </p14:xfrm>
              </p:contentPart>
            </mc:Choice>
            <mc:Fallback xmlns="">
              <p:pic>
                <p:nvPicPr>
                  <p:cNvPr id="4958" name="Ink 4957">
                    <a:extLst>
                      <a:ext uri="{FF2B5EF4-FFF2-40B4-BE49-F238E27FC236}">
                        <a16:creationId xmlns:a16="http://schemas.microsoft.com/office/drawing/2014/main" id="{61150D48-1CCF-F44C-028F-0F76407FF36E}"/>
                      </a:ext>
                    </a:extLst>
                  </p:cNvPr>
                  <p:cNvPicPr/>
                  <p:nvPr/>
                </p:nvPicPr>
                <p:blipFill>
                  <a:blip r:embed="rId1139"/>
                  <a:stretch>
                    <a:fillRect/>
                  </a:stretch>
                </p:blipFill>
                <p:spPr>
                  <a:xfrm>
                    <a:off x="5763502" y="4649720"/>
                    <a:ext cx="373366" cy="4773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6">
                <p14:nvContentPartPr>
                  <p14:cNvPr id="4959" name="Ink 4958">
                    <a:extLst>
                      <a:ext uri="{FF2B5EF4-FFF2-40B4-BE49-F238E27FC236}">
                        <a16:creationId xmlns:a16="http://schemas.microsoft.com/office/drawing/2014/main" id="{AF8BA7BC-32A0-ACF1-3EA5-A21CEDA1E7DC}"/>
                      </a:ext>
                    </a:extLst>
                  </p14:cNvPr>
                  <p14:cNvContentPartPr/>
                  <p14:nvPr/>
                </p14:nvContentPartPr>
                <p14:xfrm>
                  <a:off x="6068985" y="4648826"/>
                  <a:ext cx="302400" cy="495360"/>
                </p14:xfrm>
              </p:contentPart>
            </mc:Choice>
            <mc:Fallback xmlns="">
              <p:pic>
                <p:nvPicPr>
                  <p:cNvPr id="4959" name="Ink 4958">
                    <a:extLst>
                      <a:ext uri="{FF2B5EF4-FFF2-40B4-BE49-F238E27FC236}">
                        <a16:creationId xmlns:a16="http://schemas.microsoft.com/office/drawing/2014/main" id="{AF8BA7BC-32A0-ACF1-3EA5-A21CEDA1E7DC}"/>
                      </a:ext>
                    </a:extLst>
                  </p:cNvPr>
                  <p:cNvPicPr/>
                  <p:nvPr/>
                </p:nvPicPr>
                <p:blipFill>
                  <a:blip r:embed="rId1141"/>
                  <a:stretch>
                    <a:fillRect/>
                  </a:stretch>
                </p:blipFill>
                <p:spPr>
                  <a:xfrm>
                    <a:off x="6033409" y="4610227"/>
                    <a:ext cx="373553" cy="57255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7">
                <p14:nvContentPartPr>
                  <p14:cNvPr id="4960" name="Ink 4959">
                    <a:extLst>
                      <a:ext uri="{FF2B5EF4-FFF2-40B4-BE49-F238E27FC236}">
                        <a16:creationId xmlns:a16="http://schemas.microsoft.com/office/drawing/2014/main" id="{695E6E85-AE49-FBEB-B06D-924E0F6A90E3}"/>
                      </a:ext>
                    </a:extLst>
                  </p14:cNvPr>
                  <p14:cNvContentPartPr/>
                  <p14:nvPr/>
                </p14:nvContentPartPr>
                <p14:xfrm>
                  <a:off x="6396945" y="4647746"/>
                  <a:ext cx="201600" cy="428760"/>
                </p14:xfrm>
              </p:contentPart>
            </mc:Choice>
            <mc:Fallback xmlns="">
              <p:pic>
                <p:nvPicPr>
                  <p:cNvPr id="4960" name="Ink 4959">
                    <a:extLst>
                      <a:ext uri="{FF2B5EF4-FFF2-40B4-BE49-F238E27FC236}">
                        <a16:creationId xmlns:a16="http://schemas.microsoft.com/office/drawing/2014/main" id="{695E6E85-AE49-FBEB-B06D-924E0F6A90E3}"/>
                      </a:ext>
                    </a:extLst>
                  </p:cNvPr>
                  <p:cNvPicPr/>
                  <p:nvPr/>
                </p:nvPicPr>
                <p:blipFill>
                  <a:blip r:embed="rId1143"/>
                  <a:stretch>
                    <a:fillRect/>
                  </a:stretch>
                </p:blipFill>
                <p:spPr>
                  <a:xfrm>
                    <a:off x="6361369" y="4609061"/>
                    <a:ext cx="272753" cy="506130"/>
                  </a:xfrm>
                  <a:prstGeom prst="rect">
                    <a:avLst/>
                  </a:prstGeom>
                </p:spPr>
              </p:pic>
            </mc:Fallback>
          </mc:AlternateContent>
        </p:grpSp>
        <p:grpSp>
          <p:nvGrpSpPr>
            <p:cNvPr id="4941" name="Group 4940">
              <a:extLst>
                <a:ext uri="{FF2B5EF4-FFF2-40B4-BE49-F238E27FC236}">
                  <a16:creationId xmlns:a16="http://schemas.microsoft.com/office/drawing/2014/main" id="{03DBE5CE-92B6-5064-34CC-81367828E517}"/>
                </a:ext>
              </a:extLst>
            </p:cNvPr>
            <p:cNvGrpSpPr/>
            <p:nvPr/>
          </p:nvGrpSpPr>
          <p:grpSpPr>
            <a:xfrm>
              <a:off x="8581348" y="3811561"/>
              <a:ext cx="1094760" cy="452160"/>
              <a:chOff x="5303625" y="4091546"/>
              <a:chExt cx="1094760" cy="4521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218">
                <p14:nvContentPartPr>
                  <p14:cNvPr id="4942" name="Ink 4941">
                    <a:extLst>
                      <a:ext uri="{FF2B5EF4-FFF2-40B4-BE49-F238E27FC236}">
                        <a16:creationId xmlns:a16="http://schemas.microsoft.com/office/drawing/2014/main" id="{50993FA0-1711-73C7-61EC-4831EF220BB3}"/>
                      </a:ext>
                    </a:extLst>
                  </p14:cNvPr>
                  <p14:cNvContentPartPr/>
                  <p14:nvPr/>
                </p14:nvContentPartPr>
                <p14:xfrm>
                  <a:off x="5303625" y="4091546"/>
                  <a:ext cx="190440" cy="145800"/>
                </p14:xfrm>
              </p:contentPart>
            </mc:Choice>
            <mc:Fallback xmlns="">
              <p:pic>
                <p:nvPicPr>
                  <p:cNvPr id="4942" name="Ink 4941">
                    <a:extLst>
                      <a:ext uri="{FF2B5EF4-FFF2-40B4-BE49-F238E27FC236}">
                        <a16:creationId xmlns:a16="http://schemas.microsoft.com/office/drawing/2014/main" id="{50993FA0-1711-73C7-61EC-4831EF220BB3}"/>
                      </a:ext>
                    </a:extLst>
                  </p:cNvPr>
                  <p:cNvPicPr/>
                  <p:nvPr/>
                </p:nvPicPr>
                <p:blipFill>
                  <a:blip r:embed="rId1145"/>
                  <a:stretch>
                    <a:fillRect/>
                  </a:stretch>
                </p:blipFill>
                <p:spPr>
                  <a:xfrm>
                    <a:off x="5267917" y="4053511"/>
                    <a:ext cx="261855" cy="22187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19">
                <p14:nvContentPartPr>
                  <p14:cNvPr id="4943" name="Ink 4942">
                    <a:extLst>
                      <a:ext uri="{FF2B5EF4-FFF2-40B4-BE49-F238E27FC236}">
                        <a16:creationId xmlns:a16="http://schemas.microsoft.com/office/drawing/2014/main" id="{14E7024D-8643-31AE-FFF1-2F6050773A6E}"/>
                      </a:ext>
                    </a:extLst>
                  </p14:cNvPr>
                  <p14:cNvContentPartPr/>
                  <p14:nvPr/>
                </p14:nvContentPartPr>
                <p14:xfrm>
                  <a:off x="5431425" y="4140506"/>
                  <a:ext cx="155160" cy="177120"/>
                </p14:xfrm>
              </p:contentPart>
            </mc:Choice>
            <mc:Fallback xmlns="">
              <p:pic>
                <p:nvPicPr>
                  <p:cNvPr id="4943" name="Ink 4942">
                    <a:extLst>
                      <a:ext uri="{FF2B5EF4-FFF2-40B4-BE49-F238E27FC236}">
                        <a16:creationId xmlns:a16="http://schemas.microsoft.com/office/drawing/2014/main" id="{14E7024D-8643-31AE-FFF1-2F6050773A6E}"/>
                      </a:ext>
                    </a:extLst>
                  </p:cNvPr>
                  <p:cNvPicPr/>
                  <p:nvPr/>
                </p:nvPicPr>
                <p:blipFill>
                  <a:blip r:embed="rId1147"/>
                  <a:stretch>
                    <a:fillRect/>
                  </a:stretch>
                </p:blipFill>
                <p:spPr>
                  <a:xfrm>
                    <a:off x="5395619" y="4102552"/>
                    <a:ext cx="226772" cy="25302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0">
                <p14:nvContentPartPr>
                  <p14:cNvPr id="4944" name="Ink 4943">
                    <a:extLst>
                      <a:ext uri="{FF2B5EF4-FFF2-40B4-BE49-F238E27FC236}">
                        <a16:creationId xmlns:a16="http://schemas.microsoft.com/office/drawing/2014/main" id="{967E326D-5782-7DAD-00F6-0108B705E8F8}"/>
                      </a:ext>
                    </a:extLst>
                  </p14:cNvPr>
                  <p14:cNvContentPartPr/>
                  <p14:nvPr/>
                </p14:nvContentPartPr>
                <p14:xfrm>
                  <a:off x="5606025" y="4181906"/>
                  <a:ext cx="146160" cy="170280"/>
                </p14:xfrm>
              </p:contentPart>
            </mc:Choice>
            <mc:Fallback xmlns="">
              <p:pic>
                <p:nvPicPr>
                  <p:cNvPr id="4944" name="Ink 4943">
                    <a:extLst>
                      <a:ext uri="{FF2B5EF4-FFF2-40B4-BE49-F238E27FC236}">
                        <a16:creationId xmlns:a16="http://schemas.microsoft.com/office/drawing/2014/main" id="{967E326D-5782-7DAD-00F6-0108B705E8F8}"/>
                      </a:ext>
                    </a:extLst>
                  </p:cNvPr>
                  <p:cNvPicPr/>
                  <p:nvPr/>
                </p:nvPicPr>
                <p:blipFill>
                  <a:blip r:embed="rId1149"/>
                  <a:stretch>
                    <a:fillRect/>
                  </a:stretch>
                </p:blipFill>
                <p:spPr>
                  <a:xfrm>
                    <a:off x="5570231" y="4143352"/>
                    <a:ext cx="217749" cy="24738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1">
                <p14:nvContentPartPr>
                  <p14:cNvPr id="4945" name="Ink 4944">
                    <a:extLst>
                      <a:ext uri="{FF2B5EF4-FFF2-40B4-BE49-F238E27FC236}">
                        <a16:creationId xmlns:a16="http://schemas.microsoft.com/office/drawing/2014/main" id="{0A5ECA1F-A43E-DDA9-0F5A-0685F4F993E6}"/>
                      </a:ext>
                    </a:extLst>
                  </p14:cNvPr>
                  <p14:cNvContentPartPr/>
                  <p14:nvPr/>
                </p14:nvContentPartPr>
                <p14:xfrm>
                  <a:off x="5762265" y="4209626"/>
                  <a:ext cx="155520" cy="236880"/>
                </p14:xfrm>
              </p:contentPart>
            </mc:Choice>
            <mc:Fallback xmlns="">
              <p:pic>
                <p:nvPicPr>
                  <p:cNvPr id="4945" name="Ink 4944">
                    <a:extLst>
                      <a:ext uri="{FF2B5EF4-FFF2-40B4-BE49-F238E27FC236}">
                        <a16:creationId xmlns:a16="http://schemas.microsoft.com/office/drawing/2014/main" id="{0A5ECA1F-A43E-DDA9-0F5A-0685F4F993E6}"/>
                      </a:ext>
                    </a:extLst>
                  </p:cNvPr>
                  <p:cNvPicPr/>
                  <p:nvPr/>
                </p:nvPicPr>
                <p:blipFill>
                  <a:blip r:embed="rId1054"/>
                  <a:stretch>
                    <a:fillRect/>
                  </a:stretch>
                </p:blipFill>
                <p:spPr>
                  <a:xfrm>
                    <a:off x="5727053" y="4171213"/>
                    <a:ext cx="225944" cy="313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2">
                <p14:nvContentPartPr>
                  <p14:cNvPr id="4946" name="Ink 4945">
                    <a:extLst>
                      <a:ext uri="{FF2B5EF4-FFF2-40B4-BE49-F238E27FC236}">
                        <a16:creationId xmlns:a16="http://schemas.microsoft.com/office/drawing/2014/main" id="{AE8DC7B4-7135-3DD1-FBB1-EDB11830DD7F}"/>
                      </a:ext>
                    </a:extLst>
                  </p14:cNvPr>
                  <p14:cNvContentPartPr/>
                  <p14:nvPr/>
                </p14:nvContentPartPr>
                <p14:xfrm>
                  <a:off x="5967825" y="4247786"/>
                  <a:ext cx="133560" cy="233280"/>
                </p14:xfrm>
              </p:contentPart>
            </mc:Choice>
            <mc:Fallback xmlns="">
              <p:pic>
                <p:nvPicPr>
                  <p:cNvPr id="4946" name="Ink 4945">
                    <a:extLst>
                      <a:ext uri="{FF2B5EF4-FFF2-40B4-BE49-F238E27FC236}">
                        <a16:creationId xmlns:a16="http://schemas.microsoft.com/office/drawing/2014/main" id="{AE8DC7B4-7135-3DD1-FBB1-EDB11830DD7F}"/>
                      </a:ext>
                    </a:extLst>
                  </p:cNvPr>
                  <p:cNvPicPr/>
                  <p:nvPr/>
                </p:nvPicPr>
                <p:blipFill>
                  <a:blip r:embed="rId1152"/>
                  <a:stretch>
                    <a:fillRect/>
                  </a:stretch>
                </p:blipFill>
                <p:spPr>
                  <a:xfrm>
                    <a:off x="5932209" y="4209439"/>
                    <a:ext cx="204792" cy="30997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3">
                <p14:nvContentPartPr>
                  <p14:cNvPr id="4947" name="Ink 4946">
                    <a:extLst>
                      <a:ext uri="{FF2B5EF4-FFF2-40B4-BE49-F238E27FC236}">
                        <a16:creationId xmlns:a16="http://schemas.microsoft.com/office/drawing/2014/main" id="{45168E51-BAD6-1C31-DADF-CBA5304D40B0}"/>
                      </a:ext>
                    </a:extLst>
                  </p14:cNvPr>
                  <p14:cNvContentPartPr/>
                  <p14:nvPr/>
                </p14:nvContentPartPr>
                <p14:xfrm>
                  <a:off x="6131985" y="4262186"/>
                  <a:ext cx="132120" cy="222480"/>
                </p14:xfrm>
              </p:contentPart>
            </mc:Choice>
            <mc:Fallback xmlns="">
              <p:pic>
                <p:nvPicPr>
                  <p:cNvPr id="4947" name="Ink 4946">
                    <a:extLst>
                      <a:ext uri="{FF2B5EF4-FFF2-40B4-BE49-F238E27FC236}">
                        <a16:creationId xmlns:a16="http://schemas.microsoft.com/office/drawing/2014/main" id="{45168E51-BAD6-1C31-DADF-CBA5304D40B0}"/>
                      </a:ext>
                    </a:extLst>
                  </p:cNvPr>
                  <p:cNvPicPr/>
                  <p:nvPr/>
                </p:nvPicPr>
                <p:blipFill>
                  <a:blip r:embed="rId1154"/>
                  <a:stretch>
                    <a:fillRect/>
                  </a:stretch>
                </p:blipFill>
                <p:spPr>
                  <a:xfrm>
                    <a:off x="6096753" y="4224047"/>
                    <a:ext cx="202584" cy="29875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4">
                <p14:nvContentPartPr>
                  <p14:cNvPr id="4948" name="Ink 4947">
                    <a:extLst>
                      <a:ext uri="{FF2B5EF4-FFF2-40B4-BE49-F238E27FC236}">
                        <a16:creationId xmlns:a16="http://schemas.microsoft.com/office/drawing/2014/main" id="{BDEFBB1D-73C0-A4A3-8D34-388750A4E246}"/>
                      </a:ext>
                    </a:extLst>
                  </p14:cNvPr>
                  <p14:cNvContentPartPr/>
                  <p14:nvPr/>
                </p14:nvContentPartPr>
                <p14:xfrm>
                  <a:off x="6359145" y="4255346"/>
                  <a:ext cx="39240" cy="288360"/>
                </p14:xfrm>
              </p:contentPart>
            </mc:Choice>
            <mc:Fallback xmlns="">
              <p:pic>
                <p:nvPicPr>
                  <p:cNvPr id="4948" name="Ink 4947">
                    <a:extLst>
                      <a:ext uri="{FF2B5EF4-FFF2-40B4-BE49-F238E27FC236}">
                        <a16:creationId xmlns:a16="http://schemas.microsoft.com/office/drawing/2014/main" id="{BDEFBB1D-73C0-A4A3-8D34-388750A4E246}"/>
                      </a:ext>
                    </a:extLst>
                  </p:cNvPr>
                  <p:cNvPicPr/>
                  <p:nvPr/>
                </p:nvPicPr>
                <p:blipFill>
                  <a:blip r:embed="rId1060"/>
                  <a:stretch>
                    <a:fillRect/>
                  </a:stretch>
                </p:blipFill>
                <p:spPr>
                  <a:xfrm>
                    <a:off x="6325511" y="4216898"/>
                    <a:ext cx="106509" cy="365256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5081" name="Group 5080">
            <a:extLst>
              <a:ext uri="{FF2B5EF4-FFF2-40B4-BE49-F238E27FC236}">
                <a16:creationId xmlns:a16="http://schemas.microsoft.com/office/drawing/2014/main" id="{443C88ED-1C27-5DA4-9673-86AD39EE78BB}"/>
              </a:ext>
            </a:extLst>
          </p:cNvPr>
          <p:cNvGrpSpPr/>
          <p:nvPr/>
        </p:nvGrpSpPr>
        <p:grpSpPr>
          <a:xfrm rot="537464">
            <a:off x="3801476" y="4148537"/>
            <a:ext cx="221962" cy="183101"/>
            <a:chOff x="8071687" y="3318142"/>
            <a:chExt cx="1814997" cy="1613210"/>
          </a:xfrm>
        </p:grpSpPr>
        <p:sp>
          <p:nvSpPr>
            <p:cNvPr id="5082" name="Freeform 5081">
              <a:extLst>
                <a:ext uri="{FF2B5EF4-FFF2-40B4-BE49-F238E27FC236}">
                  <a16:creationId xmlns:a16="http://schemas.microsoft.com/office/drawing/2014/main" id="{3E64B6FE-78B9-0055-6A04-40034A1CFF62}"/>
                </a:ext>
              </a:extLst>
            </p:cNvPr>
            <p:cNvSpPr/>
            <p:nvPr/>
          </p:nvSpPr>
          <p:spPr>
            <a:xfrm>
              <a:off x="8071687" y="3318142"/>
              <a:ext cx="1814997" cy="1613210"/>
            </a:xfrm>
            <a:custGeom>
              <a:avLst/>
              <a:gdLst>
                <a:gd name="connsiteX0" fmla="*/ 1368943 w 1814997"/>
                <a:gd name="connsiteY0" fmla="*/ 0 h 1613210"/>
                <a:gd name="connsiteX1" fmla="*/ 1368943 w 1814997"/>
                <a:gd name="connsiteY1" fmla="*/ 0 h 1613210"/>
                <a:gd name="connsiteX2" fmla="*/ 1279733 w 1814997"/>
                <a:gd name="connsiteY2" fmla="*/ 14869 h 1613210"/>
                <a:gd name="connsiteX3" fmla="*/ 1264864 w 1814997"/>
                <a:gd name="connsiteY3" fmla="*/ 29737 h 1613210"/>
                <a:gd name="connsiteX4" fmla="*/ 1242562 w 1814997"/>
                <a:gd name="connsiteY4" fmla="*/ 37171 h 1613210"/>
                <a:gd name="connsiteX5" fmla="*/ 1212825 w 1814997"/>
                <a:gd name="connsiteY5" fmla="*/ 52039 h 1613210"/>
                <a:gd name="connsiteX6" fmla="*/ 1190523 w 1814997"/>
                <a:gd name="connsiteY6" fmla="*/ 66908 h 1613210"/>
                <a:gd name="connsiteX7" fmla="*/ 1168221 w 1814997"/>
                <a:gd name="connsiteY7" fmla="*/ 74342 h 1613210"/>
                <a:gd name="connsiteX8" fmla="*/ 1145918 w 1814997"/>
                <a:gd name="connsiteY8" fmla="*/ 89210 h 1613210"/>
                <a:gd name="connsiteX9" fmla="*/ 1101313 w 1814997"/>
                <a:gd name="connsiteY9" fmla="*/ 104079 h 1613210"/>
                <a:gd name="connsiteX10" fmla="*/ 1071577 w 1814997"/>
                <a:gd name="connsiteY10" fmla="*/ 118947 h 1613210"/>
                <a:gd name="connsiteX11" fmla="*/ 1049274 w 1814997"/>
                <a:gd name="connsiteY11" fmla="*/ 133815 h 1613210"/>
                <a:gd name="connsiteX12" fmla="*/ 1026972 w 1814997"/>
                <a:gd name="connsiteY12" fmla="*/ 141249 h 1613210"/>
                <a:gd name="connsiteX13" fmla="*/ 982367 w 1814997"/>
                <a:gd name="connsiteY13" fmla="*/ 170986 h 1613210"/>
                <a:gd name="connsiteX14" fmla="*/ 960064 w 1814997"/>
                <a:gd name="connsiteY14" fmla="*/ 185854 h 1613210"/>
                <a:gd name="connsiteX15" fmla="*/ 937762 w 1814997"/>
                <a:gd name="connsiteY15" fmla="*/ 193288 h 1613210"/>
                <a:gd name="connsiteX16" fmla="*/ 878289 w 1814997"/>
                <a:gd name="connsiteY16" fmla="*/ 223025 h 1613210"/>
                <a:gd name="connsiteX17" fmla="*/ 848552 w 1814997"/>
                <a:gd name="connsiteY17" fmla="*/ 237893 h 1613210"/>
                <a:gd name="connsiteX18" fmla="*/ 826250 w 1814997"/>
                <a:gd name="connsiteY18" fmla="*/ 245327 h 1613210"/>
                <a:gd name="connsiteX19" fmla="*/ 729606 w 1814997"/>
                <a:gd name="connsiteY19" fmla="*/ 289932 h 1613210"/>
                <a:gd name="connsiteX20" fmla="*/ 685001 w 1814997"/>
                <a:gd name="connsiteY20" fmla="*/ 304800 h 1613210"/>
                <a:gd name="connsiteX21" fmla="*/ 640396 w 1814997"/>
                <a:gd name="connsiteY21" fmla="*/ 334537 h 1613210"/>
                <a:gd name="connsiteX22" fmla="*/ 603225 w 1814997"/>
                <a:gd name="connsiteY22" fmla="*/ 371708 h 1613210"/>
                <a:gd name="connsiteX23" fmla="*/ 580923 w 1814997"/>
                <a:gd name="connsiteY23" fmla="*/ 386576 h 1613210"/>
                <a:gd name="connsiteX24" fmla="*/ 558621 w 1814997"/>
                <a:gd name="connsiteY24" fmla="*/ 408879 h 1613210"/>
                <a:gd name="connsiteX25" fmla="*/ 514016 w 1814997"/>
                <a:gd name="connsiteY25" fmla="*/ 438615 h 1613210"/>
                <a:gd name="connsiteX26" fmla="*/ 476845 w 1814997"/>
                <a:gd name="connsiteY26" fmla="*/ 460918 h 1613210"/>
                <a:gd name="connsiteX27" fmla="*/ 417372 w 1814997"/>
                <a:gd name="connsiteY27" fmla="*/ 512957 h 1613210"/>
                <a:gd name="connsiteX28" fmla="*/ 387635 w 1814997"/>
                <a:gd name="connsiteY28" fmla="*/ 550127 h 1613210"/>
                <a:gd name="connsiteX29" fmla="*/ 365333 w 1814997"/>
                <a:gd name="connsiteY29" fmla="*/ 572430 h 1613210"/>
                <a:gd name="connsiteX30" fmla="*/ 335596 w 1814997"/>
                <a:gd name="connsiteY30" fmla="*/ 631903 h 1613210"/>
                <a:gd name="connsiteX31" fmla="*/ 305860 w 1814997"/>
                <a:gd name="connsiteY31" fmla="*/ 676508 h 1613210"/>
                <a:gd name="connsiteX32" fmla="*/ 290991 w 1814997"/>
                <a:gd name="connsiteY32" fmla="*/ 698810 h 1613210"/>
                <a:gd name="connsiteX33" fmla="*/ 238952 w 1814997"/>
                <a:gd name="connsiteY33" fmla="*/ 735981 h 1613210"/>
                <a:gd name="connsiteX34" fmla="*/ 209216 w 1814997"/>
                <a:gd name="connsiteY34" fmla="*/ 773152 h 1613210"/>
                <a:gd name="connsiteX35" fmla="*/ 164611 w 1814997"/>
                <a:gd name="connsiteY35" fmla="*/ 810322 h 1613210"/>
                <a:gd name="connsiteX36" fmla="*/ 127440 w 1814997"/>
                <a:gd name="connsiteY36" fmla="*/ 862361 h 1613210"/>
                <a:gd name="connsiteX37" fmla="*/ 112572 w 1814997"/>
                <a:gd name="connsiteY37" fmla="*/ 877230 h 1613210"/>
                <a:gd name="connsiteX38" fmla="*/ 67967 w 1814997"/>
                <a:gd name="connsiteY38" fmla="*/ 944137 h 1613210"/>
                <a:gd name="connsiteX39" fmla="*/ 53099 w 1814997"/>
                <a:gd name="connsiteY39" fmla="*/ 966439 h 1613210"/>
                <a:gd name="connsiteX40" fmla="*/ 38230 w 1814997"/>
                <a:gd name="connsiteY40" fmla="*/ 988742 h 1613210"/>
                <a:gd name="connsiteX41" fmla="*/ 23362 w 1814997"/>
                <a:gd name="connsiteY41" fmla="*/ 1033347 h 1613210"/>
                <a:gd name="connsiteX42" fmla="*/ 15928 w 1814997"/>
                <a:gd name="connsiteY42" fmla="*/ 1055649 h 1613210"/>
                <a:gd name="connsiteX43" fmla="*/ 8494 w 1814997"/>
                <a:gd name="connsiteY43" fmla="*/ 1152293 h 1613210"/>
                <a:gd name="connsiteX44" fmla="*/ 1060 w 1814997"/>
                <a:gd name="connsiteY44" fmla="*/ 1115122 h 1613210"/>
                <a:gd name="connsiteX45" fmla="*/ 15928 w 1814997"/>
                <a:gd name="connsiteY45" fmla="*/ 1129991 h 1613210"/>
                <a:gd name="connsiteX46" fmla="*/ 45664 w 1814997"/>
                <a:gd name="connsiteY46" fmla="*/ 1196898 h 1613210"/>
                <a:gd name="connsiteX47" fmla="*/ 67967 w 1814997"/>
                <a:gd name="connsiteY47" fmla="*/ 1204332 h 1613210"/>
                <a:gd name="connsiteX48" fmla="*/ 127440 w 1814997"/>
                <a:gd name="connsiteY48" fmla="*/ 1219200 h 1613210"/>
                <a:gd name="connsiteX49" fmla="*/ 186913 w 1814997"/>
                <a:gd name="connsiteY49" fmla="*/ 1248937 h 1613210"/>
                <a:gd name="connsiteX50" fmla="*/ 224084 w 1814997"/>
                <a:gd name="connsiteY50" fmla="*/ 1271239 h 1613210"/>
                <a:gd name="connsiteX51" fmla="*/ 238952 w 1814997"/>
                <a:gd name="connsiteY51" fmla="*/ 1286108 h 1613210"/>
                <a:gd name="connsiteX52" fmla="*/ 313294 w 1814997"/>
                <a:gd name="connsiteY52" fmla="*/ 1330713 h 1613210"/>
                <a:gd name="connsiteX53" fmla="*/ 335596 w 1814997"/>
                <a:gd name="connsiteY53" fmla="*/ 1338147 h 1613210"/>
                <a:gd name="connsiteX54" fmla="*/ 365333 w 1814997"/>
                <a:gd name="connsiteY54" fmla="*/ 1353015 h 1613210"/>
                <a:gd name="connsiteX55" fmla="*/ 387635 w 1814997"/>
                <a:gd name="connsiteY55" fmla="*/ 1360449 h 1613210"/>
                <a:gd name="connsiteX56" fmla="*/ 417372 w 1814997"/>
                <a:gd name="connsiteY56" fmla="*/ 1375318 h 1613210"/>
                <a:gd name="connsiteX57" fmla="*/ 447108 w 1814997"/>
                <a:gd name="connsiteY57" fmla="*/ 1382752 h 1613210"/>
                <a:gd name="connsiteX58" fmla="*/ 469411 w 1814997"/>
                <a:gd name="connsiteY58" fmla="*/ 1397620 h 1613210"/>
                <a:gd name="connsiteX59" fmla="*/ 528884 w 1814997"/>
                <a:gd name="connsiteY59" fmla="*/ 1412488 h 1613210"/>
                <a:gd name="connsiteX60" fmla="*/ 573489 w 1814997"/>
                <a:gd name="connsiteY60" fmla="*/ 1427357 h 1613210"/>
                <a:gd name="connsiteX61" fmla="*/ 595791 w 1814997"/>
                <a:gd name="connsiteY61" fmla="*/ 1434791 h 1613210"/>
                <a:gd name="connsiteX62" fmla="*/ 640396 w 1814997"/>
                <a:gd name="connsiteY62" fmla="*/ 1449659 h 1613210"/>
                <a:gd name="connsiteX63" fmla="*/ 662699 w 1814997"/>
                <a:gd name="connsiteY63" fmla="*/ 1457093 h 1613210"/>
                <a:gd name="connsiteX64" fmla="*/ 744474 w 1814997"/>
                <a:gd name="connsiteY64" fmla="*/ 1486830 h 1613210"/>
                <a:gd name="connsiteX65" fmla="*/ 774211 w 1814997"/>
                <a:gd name="connsiteY65" fmla="*/ 1494264 h 1613210"/>
                <a:gd name="connsiteX66" fmla="*/ 796513 w 1814997"/>
                <a:gd name="connsiteY66" fmla="*/ 1501698 h 1613210"/>
                <a:gd name="connsiteX67" fmla="*/ 870855 w 1814997"/>
                <a:gd name="connsiteY67" fmla="*/ 1516566 h 1613210"/>
                <a:gd name="connsiteX68" fmla="*/ 893157 w 1814997"/>
                <a:gd name="connsiteY68" fmla="*/ 1524000 h 1613210"/>
                <a:gd name="connsiteX69" fmla="*/ 930328 w 1814997"/>
                <a:gd name="connsiteY69" fmla="*/ 1538869 h 1613210"/>
                <a:gd name="connsiteX70" fmla="*/ 967499 w 1814997"/>
                <a:gd name="connsiteY70" fmla="*/ 1546303 h 1613210"/>
                <a:gd name="connsiteX71" fmla="*/ 1049274 w 1814997"/>
                <a:gd name="connsiteY71" fmla="*/ 1568605 h 1613210"/>
                <a:gd name="connsiteX72" fmla="*/ 1153352 w 1814997"/>
                <a:gd name="connsiteY72" fmla="*/ 1583474 h 1613210"/>
                <a:gd name="connsiteX73" fmla="*/ 1272299 w 1814997"/>
                <a:gd name="connsiteY73" fmla="*/ 1605776 h 1613210"/>
                <a:gd name="connsiteX74" fmla="*/ 1361508 w 1814997"/>
                <a:gd name="connsiteY74" fmla="*/ 1613210 h 1613210"/>
                <a:gd name="connsiteX75" fmla="*/ 1621703 w 1814997"/>
                <a:gd name="connsiteY75" fmla="*/ 1605776 h 1613210"/>
                <a:gd name="connsiteX76" fmla="*/ 1703479 w 1814997"/>
                <a:gd name="connsiteY76" fmla="*/ 1598342 h 1613210"/>
                <a:gd name="connsiteX77" fmla="*/ 1725782 w 1814997"/>
                <a:gd name="connsiteY77" fmla="*/ 1583474 h 1613210"/>
                <a:gd name="connsiteX78" fmla="*/ 1748084 w 1814997"/>
                <a:gd name="connsiteY78" fmla="*/ 1576039 h 1613210"/>
                <a:gd name="connsiteX79" fmla="*/ 1792689 w 1814997"/>
                <a:gd name="connsiteY79" fmla="*/ 1486830 h 1613210"/>
                <a:gd name="connsiteX80" fmla="*/ 1800123 w 1814997"/>
                <a:gd name="connsiteY80" fmla="*/ 1464527 h 1613210"/>
                <a:gd name="connsiteX81" fmla="*/ 1814991 w 1814997"/>
                <a:gd name="connsiteY81" fmla="*/ 1278674 h 1613210"/>
                <a:gd name="connsiteX82" fmla="*/ 1800123 w 1814997"/>
                <a:gd name="connsiteY82" fmla="*/ 1011044 h 1613210"/>
                <a:gd name="connsiteX83" fmla="*/ 1785255 w 1814997"/>
                <a:gd name="connsiteY83" fmla="*/ 914400 h 1613210"/>
                <a:gd name="connsiteX84" fmla="*/ 1777821 w 1814997"/>
                <a:gd name="connsiteY84" fmla="*/ 892098 h 1613210"/>
                <a:gd name="connsiteX85" fmla="*/ 1777821 w 1814997"/>
                <a:gd name="connsiteY85" fmla="*/ 788020 h 1613210"/>
                <a:gd name="connsiteX86" fmla="*/ 1748084 w 1814997"/>
                <a:gd name="connsiteY86" fmla="*/ 758283 h 1613210"/>
                <a:gd name="connsiteX87" fmla="*/ 1725782 w 1814997"/>
                <a:gd name="connsiteY87" fmla="*/ 750849 h 1613210"/>
                <a:gd name="connsiteX88" fmla="*/ 1718347 w 1814997"/>
                <a:gd name="connsiteY88" fmla="*/ 728547 h 1613210"/>
                <a:gd name="connsiteX89" fmla="*/ 1703479 w 1814997"/>
                <a:gd name="connsiteY89" fmla="*/ 661639 h 1613210"/>
                <a:gd name="connsiteX90" fmla="*/ 1688611 w 1814997"/>
                <a:gd name="connsiteY90" fmla="*/ 490654 h 1613210"/>
                <a:gd name="connsiteX91" fmla="*/ 1681177 w 1814997"/>
                <a:gd name="connsiteY91" fmla="*/ 460918 h 1613210"/>
                <a:gd name="connsiteX92" fmla="*/ 1688611 w 1814997"/>
                <a:gd name="connsiteY92" fmla="*/ 438615 h 1613210"/>
                <a:gd name="connsiteX93" fmla="*/ 1651440 w 1814997"/>
                <a:gd name="connsiteY93" fmla="*/ 401444 h 1613210"/>
                <a:gd name="connsiteX94" fmla="*/ 1606835 w 1814997"/>
                <a:gd name="connsiteY94" fmla="*/ 386576 h 1613210"/>
                <a:gd name="connsiteX95" fmla="*/ 1584533 w 1814997"/>
                <a:gd name="connsiteY95" fmla="*/ 379142 h 1613210"/>
                <a:gd name="connsiteX96" fmla="*/ 1569664 w 1814997"/>
                <a:gd name="connsiteY96" fmla="*/ 334537 h 1613210"/>
                <a:gd name="connsiteX97" fmla="*/ 1562230 w 1814997"/>
                <a:gd name="connsiteY97" fmla="*/ 312235 h 1613210"/>
                <a:gd name="connsiteX98" fmla="*/ 1547362 w 1814997"/>
                <a:gd name="connsiteY98" fmla="*/ 252761 h 1613210"/>
                <a:gd name="connsiteX99" fmla="*/ 1525060 w 1814997"/>
                <a:gd name="connsiteY99" fmla="*/ 178420 h 1613210"/>
                <a:gd name="connsiteX100" fmla="*/ 1510191 w 1814997"/>
                <a:gd name="connsiteY100" fmla="*/ 74342 h 1613210"/>
                <a:gd name="connsiteX101" fmla="*/ 1502757 w 1814997"/>
                <a:gd name="connsiteY101" fmla="*/ 52039 h 1613210"/>
                <a:gd name="connsiteX102" fmla="*/ 1480455 w 1814997"/>
                <a:gd name="connsiteY102" fmla="*/ 29737 h 1613210"/>
                <a:gd name="connsiteX103" fmla="*/ 1428416 w 1814997"/>
                <a:gd name="connsiteY103" fmla="*/ 14869 h 1613210"/>
                <a:gd name="connsiteX104" fmla="*/ 1368943 w 1814997"/>
                <a:gd name="connsiteY104" fmla="*/ 0 h 161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814997" h="1613210">
                  <a:moveTo>
                    <a:pt x="1368943" y="0"/>
                  </a:moveTo>
                  <a:lnTo>
                    <a:pt x="1368943" y="0"/>
                  </a:lnTo>
                  <a:cubicBezTo>
                    <a:pt x="1362334" y="734"/>
                    <a:pt x="1299547" y="2981"/>
                    <a:pt x="1279733" y="14869"/>
                  </a:cubicBezTo>
                  <a:cubicBezTo>
                    <a:pt x="1273723" y="18475"/>
                    <a:pt x="1270874" y="26131"/>
                    <a:pt x="1264864" y="29737"/>
                  </a:cubicBezTo>
                  <a:cubicBezTo>
                    <a:pt x="1258145" y="33769"/>
                    <a:pt x="1249765" y="34084"/>
                    <a:pt x="1242562" y="37171"/>
                  </a:cubicBezTo>
                  <a:cubicBezTo>
                    <a:pt x="1232376" y="41536"/>
                    <a:pt x="1222447" y="46541"/>
                    <a:pt x="1212825" y="52039"/>
                  </a:cubicBezTo>
                  <a:cubicBezTo>
                    <a:pt x="1205067" y="56472"/>
                    <a:pt x="1198514" y="62912"/>
                    <a:pt x="1190523" y="66908"/>
                  </a:cubicBezTo>
                  <a:cubicBezTo>
                    <a:pt x="1183514" y="70413"/>
                    <a:pt x="1175230" y="70838"/>
                    <a:pt x="1168221" y="74342"/>
                  </a:cubicBezTo>
                  <a:cubicBezTo>
                    <a:pt x="1160229" y="78338"/>
                    <a:pt x="1154083" y="85581"/>
                    <a:pt x="1145918" y="89210"/>
                  </a:cubicBezTo>
                  <a:cubicBezTo>
                    <a:pt x="1131596" y="95575"/>
                    <a:pt x="1115331" y="97070"/>
                    <a:pt x="1101313" y="104079"/>
                  </a:cubicBezTo>
                  <a:cubicBezTo>
                    <a:pt x="1091401" y="109035"/>
                    <a:pt x="1081199" y="113449"/>
                    <a:pt x="1071577" y="118947"/>
                  </a:cubicBezTo>
                  <a:cubicBezTo>
                    <a:pt x="1063819" y="123380"/>
                    <a:pt x="1057266" y="129819"/>
                    <a:pt x="1049274" y="133815"/>
                  </a:cubicBezTo>
                  <a:cubicBezTo>
                    <a:pt x="1042265" y="137319"/>
                    <a:pt x="1034406" y="138771"/>
                    <a:pt x="1026972" y="141249"/>
                  </a:cubicBezTo>
                  <a:cubicBezTo>
                    <a:pt x="1000472" y="167749"/>
                    <a:pt x="1024372" y="146984"/>
                    <a:pt x="982367" y="170986"/>
                  </a:cubicBezTo>
                  <a:cubicBezTo>
                    <a:pt x="974609" y="175419"/>
                    <a:pt x="968056" y="181858"/>
                    <a:pt x="960064" y="185854"/>
                  </a:cubicBezTo>
                  <a:cubicBezTo>
                    <a:pt x="953055" y="189358"/>
                    <a:pt x="944896" y="190045"/>
                    <a:pt x="937762" y="193288"/>
                  </a:cubicBezTo>
                  <a:cubicBezTo>
                    <a:pt x="917584" y="202460"/>
                    <a:pt x="898113" y="213113"/>
                    <a:pt x="878289" y="223025"/>
                  </a:cubicBezTo>
                  <a:cubicBezTo>
                    <a:pt x="868377" y="227981"/>
                    <a:pt x="859066" y="234388"/>
                    <a:pt x="848552" y="237893"/>
                  </a:cubicBezTo>
                  <a:cubicBezTo>
                    <a:pt x="841118" y="240371"/>
                    <a:pt x="833384" y="242084"/>
                    <a:pt x="826250" y="245327"/>
                  </a:cubicBezTo>
                  <a:cubicBezTo>
                    <a:pt x="757500" y="276577"/>
                    <a:pt x="785755" y="269515"/>
                    <a:pt x="729606" y="289932"/>
                  </a:cubicBezTo>
                  <a:cubicBezTo>
                    <a:pt x="714877" y="295288"/>
                    <a:pt x="685001" y="304800"/>
                    <a:pt x="685001" y="304800"/>
                  </a:cubicBezTo>
                  <a:cubicBezTo>
                    <a:pt x="670133" y="314712"/>
                    <a:pt x="653032" y="321901"/>
                    <a:pt x="640396" y="334537"/>
                  </a:cubicBezTo>
                  <a:cubicBezTo>
                    <a:pt x="628006" y="346927"/>
                    <a:pt x="617805" y="361988"/>
                    <a:pt x="603225" y="371708"/>
                  </a:cubicBezTo>
                  <a:cubicBezTo>
                    <a:pt x="595791" y="376664"/>
                    <a:pt x="587787" y="380856"/>
                    <a:pt x="580923" y="386576"/>
                  </a:cubicBezTo>
                  <a:cubicBezTo>
                    <a:pt x="572846" y="393307"/>
                    <a:pt x="566920" y="402424"/>
                    <a:pt x="558621" y="408879"/>
                  </a:cubicBezTo>
                  <a:cubicBezTo>
                    <a:pt x="544516" y="419850"/>
                    <a:pt x="526652" y="425980"/>
                    <a:pt x="514016" y="438615"/>
                  </a:cubicBezTo>
                  <a:cubicBezTo>
                    <a:pt x="493606" y="459024"/>
                    <a:pt x="505796" y="451266"/>
                    <a:pt x="476845" y="460918"/>
                  </a:cubicBezTo>
                  <a:cubicBezTo>
                    <a:pt x="434725" y="524098"/>
                    <a:pt x="504091" y="426244"/>
                    <a:pt x="417372" y="512957"/>
                  </a:cubicBezTo>
                  <a:cubicBezTo>
                    <a:pt x="374127" y="556199"/>
                    <a:pt x="434509" y="493877"/>
                    <a:pt x="387635" y="550127"/>
                  </a:cubicBezTo>
                  <a:cubicBezTo>
                    <a:pt x="380905" y="558204"/>
                    <a:pt x="370977" y="563560"/>
                    <a:pt x="365333" y="572430"/>
                  </a:cubicBezTo>
                  <a:cubicBezTo>
                    <a:pt x="353434" y="591129"/>
                    <a:pt x="347890" y="613461"/>
                    <a:pt x="335596" y="631903"/>
                  </a:cubicBezTo>
                  <a:lnTo>
                    <a:pt x="305860" y="676508"/>
                  </a:lnTo>
                  <a:cubicBezTo>
                    <a:pt x="300904" y="683942"/>
                    <a:pt x="298425" y="693854"/>
                    <a:pt x="290991" y="698810"/>
                  </a:cubicBezTo>
                  <a:cubicBezTo>
                    <a:pt x="258380" y="720552"/>
                    <a:pt x="275837" y="708318"/>
                    <a:pt x="238952" y="735981"/>
                  </a:cubicBezTo>
                  <a:cubicBezTo>
                    <a:pt x="227914" y="752538"/>
                    <a:pt x="224347" y="761047"/>
                    <a:pt x="209216" y="773152"/>
                  </a:cubicBezTo>
                  <a:cubicBezTo>
                    <a:pt x="177927" y="798184"/>
                    <a:pt x="193512" y="776605"/>
                    <a:pt x="164611" y="810322"/>
                  </a:cubicBezTo>
                  <a:cubicBezTo>
                    <a:pt x="101848" y="883546"/>
                    <a:pt x="174491" y="803546"/>
                    <a:pt x="127440" y="862361"/>
                  </a:cubicBezTo>
                  <a:cubicBezTo>
                    <a:pt x="123062" y="867834"/>
                    <a:pt x="116777" y="871623"/>
                    <a:pt x="112572" y="877230"/>
                  </a:cubicBezTo>
                  <a:cubicBezTo>
                    <a:pt x="112568" y="877235"/>
                    <a:pt x="75403" y="932983"/>
                    <a:pt x="67967" y="944137"/>
                  </a:cubicBezTo>
                  <a:lnTo>
                    <a:pt x="53099" y="966439"/>
                  </a:lnTo>
                  <a:lnTo>
                    <a:pt x="38230" y="988742"/>
                  </a:lnTo>
                  <a:lnTo>
                    <a:pt x="23362" y="1033347"/>
                  </a:lnTo>
                  <a:lnTo>
                    <a:pt x="15928" y="1055649"/>
                  </a:lnTo>
                  <a:cubicBezTo>
                    <a:pt x="13450" y="1087864"/>
                    <a:pt x="16330" y="1120948"/>
                    <a:pt x="8494" y="1152293"/>
                  </a:cubicBezTo>
                  <a:cubicBezTo>
                    <a:pt x="5429" y="1164551"/>
                    <a:pt x="-2936" y="1127109"/>
                    <a:pt x="1060" y="1115122"/>
                  </a:cubicBezTo>
                  <a:cubicBezTo>
                    <a:pt x="3276" y="1108473"/>
                    <a:pt x="10972" y="1125035"/>
                    <a:pt x="15928" y="1129991"/>
                  </a:cubicBezTo>
                  <a:cubicBezTo>
                    <a:pt x="22771" y="1177891"/>
                    <a:pt x="9728" y="1178930"/>
                    <a:pt x="45664" y="1196898"/>
                  </a:cubicBezTo>
                  <a:cubicBezTo>
                    <a:pt x="52673" y="1200402"/>
                    <a:pt x="60407" y="1202270"/>
                    <a:pt x="67967" y="1204332"/>
                  </a:cubicBezTo>
                  <a:cubicBezTo>
                    <a:pt x="87681" y="1209709"/>
                    <a:pt x="127440" y="1219200"/>
                    <a:pt x="127440" y="1219200"/>
                  </a:cubicBezTo>
                  <a:cubicBezTo>
                    <a:pt x="147264" y="1229112"/>
                    <a:pt x="171240" y="1233265"/>
                    <a:pt x="186913" y="1248937"/>
                  </a:cubicBezTo>
                  <a:cubicBezTo>
                    <a:pt x="207323" y="1269346"/>
                    <a:pt x="195133" y="1261589"/>
                    <a:pt x="224084" y="1271239"/>
                  </a:cubicBezTo>
                  <a:cubicBezTo>
                    <a:pt x="229040" y="1276195"/>
                    <a:pt x="233345" y="1281903"/>
                    <a:pt x="238952" y="1286108"/>
                  </a:cubicBezTo>
                  <a:cubicBezTo>
                    <a:pt x="262436" y="1303721"/>
                    <a:pt x="286392" y="1319183"/>
                    <a:pt x="313294" y="1330713"/>
                  </a:cubicBezTo>
                  <a:cubicBezTo>
                    <a:pt x="320497" y="1333800"/>
                    <a:pt x="328393" y="1335060"/>
                    <a:pt x="335596" y="1338147"/>
                  </a:cubicBezTo>
                  <a:cubicBezTo>
                    <a:pt x="345782" y="1342512"/>
                    <a:pt x="355147" y="1348650"/>
                    <a:pt x="365333" y="1353015"/>
                  </a:cubicBezTo>
                  <a:cubicBezTo>
                    <a:pt x="372536" y="1356102"/>
                    <a:pt x="380432" y="1357362"/>
                    <a:pt x="387635" y="1360449"/>
                  </a:cubicBezTo>
                  <a:cubicBezTo>
                    <a:pt x="397821" y="1364815"/>
                    <a:pt x="406995" y="1371427"/>
                    <a:pt x="417372" y="1375318"/>
                  </a:cubicBezTo>
                  <a:cubicBezTo>
                    <a:pt x="426938" y="1378906"/>
                    <a:pt x="437196" y="1380274"/>
                    <a:pt x="447108" y="1382752"/>
                  </a:cubicBezTo>
                  <a:cubicBezTo>
                    <a:pt x="454542" y="1387708"/>
                    <a:pt x="461419" y="1393624"/>
                    <a:pt x="469411" y="1397620"/>
                  </a:cubicBezTo>
                  <a:cubicBezTo>
                    <a:pt x="487458" y="1406643"/>
                    <a:pt x="510219" y="1407398"/>
                    <a:pt x="528884" y="1412488"/>
                  </a:cubicBezTo>
                  <a:cubicBezTo>
                    <a:pt x="544004" y="1416612"/>
                    <a:pt x="558621" y="1422401"/>
                    <a:pt x="573489" y="1427357"/>
                  </a:cubicBezTo>
                  <a:lnTo>
                    <a:pt x="595791" y="1434791"/>
                  </a:lnTo>
                  <a:lnTo>
                    <a:pt x="640396" y="1449659"/>
                  </a:lnTo>
                  <a:cubicBezTo>
                    <a:pt x="647830" y="1452137"/>
                    <a:pt x="655423" y="1454183"/>
                    <a:pt x="662699" y="1457093"/>
                  </a:cubicBezTo>
                  <a:cubicBezTo>
                    <a:pt x="687327" y="1466944"/>
                    <a:pt x="719030" y="1480469"/>
                    <a:pt x="744474" y="1486830"/>
                  </a:cubicBezTo>
                  <a:cubicBezTo>
                    <a:pt x="754386" y="1489308"/>
                    <a:pt x="764387" y="1491457"/>
                    <a:pt x="774211" y="1494264"/>
                  </a:cubicBezTo>
                  <a:cubicBezTo>
                    <a:pt x="781746" y="1496417"/>
                    <a:pt x="788863" y="1499998"/>
                    <a:pt x="796513" y="1501698"/>
                  </a:cubicBezTo>
                  <a:cubicBezTo>
                    <a:pt x="862230" y="1516302"/>
                    <a:pt x="819016" y="1501755"/>
                    <a:pt x="870855" y="1516566"/>
                  </a:cubicBezTo>
                  <a:cubicBezTo>
                    <a:pt x="878390" y="1518719"/>
                    <a:pt x="885820" y="1521248"/>
                    <a:pt x="893157" y="1524000"/>
                  </a:cubicBezTo>
                  <a:cubicBezTo>
                    <a:pt x="905652" y="1528686"/>
                    <a:pt x="917546" y="1535034"/>
                    <a:pt x="930328" y="1538869"/>
                  </a:cubicBezTo>
                  <a:cubicBezTo>
                    <a:pt x="942431" y="1542500"/>
                    <a:pt x="955241" y="1543238"/>
                    <a:pt x="967499" y="1546303"/>
                  </a:cubicBezTo>
                  <a:cubicBezTo>
                    <a:pt x="1015894" y="1558402"/>
                    <a:pt x="964709" y="1556524"/>
                    <a:pt x="1049274" y="1568605"/>
                  </a:cubicBezTo>
                  <a:cubicBezTo>
                    <a:pt x="1083967" y="1573561"/>
                    <a:pt x="1119353" y="1574975"/>
                    <a:pt x="1153352" y="1583474"/>
                  </a:cubicBezTo>
                  <a:cubicBezTo>
                    <a:pt x="1195510" y="1594013"/>
                    <a:pt x="1222655" y="1601639"/>
                    <a:pt x="1272299" y="1605776"/>
                  </a:cubicBezTo>
                  <a:lnTo>
                    <a:pt x="1361508" y="1613210"/>
                  </a:lnTo>
                  <a:lnTo>
                    <a:pt x="1621703" y="1605776"/>
                  </a:lnTo>
                  <a:cubicBezTo>
                    <a:pt x="1649048" y="1604587"/>
                    <a:pt x="1676715" y="1604077"/>
                    <a:pt x="1703479" y="1598342"/>
                  </a:cubicBezTo>
                  <a:cubicBezTo>
                    <a:pt x="1712216" y="1596470"/>
                    <a:pt x="1717790" y="1587470"/>
                    <a:pt x="1725782" y="1583474"/>
                  </a:cubicBezTo>
                  <a:cubicBezTo>
                    <a:pt x="1732791" y="1579969"/>
                    <a:pt x="1740650" y="1578517"/>
                    <a:pt x="1748084" y="1576039"/>
                  </a:cubicBezTo>
                  <a:cubicBezTo>
                    <a:pt x="1786514" y="1518395"/>
                    <a:pt x="1772171" y="1548387"/>
                    <a:pt x="1792689" y="1486830"/>
                  </a:cubicBezTo>
                  <a:lnTo>
                    <a:pt x="1800123" y="1464527"/>
                  </a:lnTo>
                  <a:cubicBezTo>
                    <a:pt x="1803321" y="1429347"/>
                    <a:pt x="1814991" y="1306827"/>
                    <a:pt x="1814991" y="1278674"/>
                  </a:cubicBezTo>
                  <a:cubicBezTo>
                    <a:pt x="1814991" y="1069738"/>
                    <a:pt x="1815767" y="1128378"/>
                    <a:pt x="1800123" y="1011044"/>
                  </a:cubicBezTo>
                  <a:cubicBezTo>
                    <a:pt x="1794964" y="972354"/>
                    <a:pt x="1794177" y="950087"/>
                    <a:pt x="1785255" y="914400"/>
                  </a:cubicBezTo>
                  <a:cubicBezTo>
                    <a:pt x="1783354" y="906798"/>
                    <a:pt x="1780299" y="899532"/>
                    <a:pt x="1777821" y="892098"/>
                  </a:cubicBezTo>
                  <a:cubicBezTo>
                    <a:pt x="1779477" y="875542"/>
                    <a:pt x="1794083" y="814039"/>
                    <a:pt x="1777821" y="788020"/>
                  </a:cubicBezTo>
                  <a:cubicBezTo>
                    <a:pt x="1770391" y="776133"/>
                    <a:pt x="1761383" y="762716"/>
                    <a:pt x="1748084" y="758283"/>
                  </a:cubicBezTo>
                  <a:lnTo>
                    <a:pt x="1725782" y="750849"/>
                  </a:lnTo>
                  <a:cubicBezTo>
                    <a:pt x="1723304" y="743415"/>
                    <a:pt x="1720500" y="736082"/>
                    <a:pt x="1718347" y="728547"/>
                  </a:cubicBezTo>
                  <a:cubicBezTo>
                    <a:pt x="1711349" y="704057"/>
                    <a:pt x="1708587" y="687181"/>
                    <a:pt x="1703479" y="661639"/>
                  </a:cubicBezTo>
                  <a:cubicBezTo>
                    <a:pt x="1700272" y="616734"/>
                    <a:pt x="1696128" y="539512"/>
                    <a:pt x="1688611" y="490654"/>
                  </a:cubicBezTo>
                  <a:cubicBezTo>
                    <a:pt x="1687057" y="480556"/>
                    <a:pt x="1683655" y="470830"/>
                    <a:pt x="1681177" y="460918"/>
                  </a:cubicBezTo>
                  <a:cubicBezTo>
                    <a:pt x="1683655" y="453484"/>
                    <a:pt x="1689899" y="446345"/>
                    <a:pt x="1688611" y="438615"/>
                  </a:cubicBezTo>
                  <a:cubicBezTo>
                    <a:pt x="1686034" y="423152"/>
                    <a:pt x="1663929" y="406995"/>
                    <a:pt x="1651440" y="401444"/>
                  </a:cubicBezTo>
                  <a:cubicBezTo>
                    <a:pt x="1637118" y="395079"/>
                    <a:pt x="1621703" y="391532"/>
                    <a:pt x="1606835" y="386576"/>
                  </a:cubicBezTo>
                  <a:lnTo>
                    <a:pt x="1584533" y="379142"/>
                  </a:lnTo>
                  <a:lnTo>
                    <a:pt x="1569664" y="334537"/>
                  </a:lnTo>
                  <a:cubicBezTo>
                    <a:pt x="1567186" y="327103"/>
                    <a:pt x="1564130" y="319837"/>
                    <a:pt x="1562230" y="312235"/>
                  </a:cubicBezTo>
                  <a:cubicBezTo>
                    <a:pt x="1557274" y="292410"/>
                    <a:pt x="1553824" y="272147"/>
                    <a:pt x="1547362" y="252761"/>
                  </a:cubicBezTo>
                  <a:cubicBezTo>
                    <a:pt x="1540751" y="232927"/>
                    <a:pt x="1528806" y="200893"/>
                    <a:pt x="1525060" y="178420"/>
                  </a:cubicBezTo>
                  <a:cubicBezTo>
                    <a:pt x="1519299" y="143852"/>
                    <a:pt x="1521273" y="107589"/>
                    <a:pt x="1510191" y="74342"/>
                  </a:cubicBezTo>
                  <a:cubicBezTo>
                    <a:pt x="1507713" y="66908"/>
                    <a:pt x="1507104" y="58559"/>
                    <a:pt x="1502757" y="52039"/>
                  </a:cubicBezTo>
                  <a:cubicBezTo>
                    <a:pt x="1496925" y="43291"/>
                    <a:pt x="1489203" y="35569"/>
                    <a:pt x="1480455" y="29737"/>
                  </a:cubicBezTo>
                  <a:cubicBezTo>
                    <a:pt x="1474383" y="25689"/>
                    <a:pt x="1431956" y="15577"/>
                    <a:pt x="1428416" y="14869"/>
                  </a:cubicBezTo>
                  <a:cubicBezTo>
                    <a:pt x="1376987" y="4583"/>
                    <a:pt x="1378855" y="2478"/>
                    <a:pt x="1368943" y="0"/>
                  </a:cubicBezTo>
                  <a:close/>
                </a:path>
              </a:pathLst>
            </a:custGeom>
            <a:solidFill>
              <a:srgbClr val="4A382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25">
              <p14:nvContentPartPr>
                <p14:cNvPr id="5083" name="Ink 5082">
                  <a:extLst>
                    <a:ext uri="{FF2B5EF4-FFF2-40B4-BE49-F238E27FC236}">
                      <a16:creationId xmlns:a16="http://schemas.microsoft.com/office/drawing/2014/main" id="{D415B680-2E7A-1421-22C4-58D371E3EBDD}"/>
                    </a:ext>
                  </a:extLst>
                </p14:cNvPr>
                <p14:cNvContentPartPr/>
                <p14:nvPr/>
              </p14:nvContentPartPr>
              <p14:xfrm>
                <a:off x="8730388" y="3620041"/>
                <a:ext cx="997200" cy="162000"/>
              </p14:xfrm>
            </p:contentPart>
          </mc:Choice>
          <mc:Fallback xmlns="">
            <p:pic>
              <p:nvPicPr>
                <p:cNvPr id="5083" name="Ink 5082">
                  <a:extLst>
                    <a:ext uri="{FF2B5EF4-FFF2-40B4-BE49-F238E27FC236}">
                      <a16:creationId xmlns:a16="http://schemas.microsoft.com/office/drawing/2014/main" id="{D415B680-2E7A-1421-22C4-58D371E3EBDD}"/>
                    </a:ext>
                  </a:extLst>
                </p:cNvPr>
                <p:cNvPicPr/>
                <p:nvPr/>
              </p:nvPicPr>
              <p:blipFill>
                <a:blip r:embed="rId947"/>
                <a:stretch>
                  <a:fillRect/>
                </a:stretch>
              </p:blipFill>
              <p:spPr>
                <a:xfrm>
                  <a:off x="8695193" y="3582656"/>
                  <a:ext cx="1067591" cy="2367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6">
              <p14:nvContentPartPr>
                <p14:cNvPr id="5084" name="Ink 5083">
                  <a:extLst>
                    <a:ext uri="{FF2B5EF4-FFF2-40B4-BE49-F238E27FC236}">
                      <a16:creationId xmlns:a16="http://schemas.microsoft.com/office/drawing/2014/main" id="{0CB4558F-8B8E-3084-D342-B95565DBEEDF}"/>
                    </a:ext>
                  </a:extLst>
                </p14:cNvPr>
                <p14:cNvContentPartPr/>
                <p14:nvPr/>
              </p14:nvContentPartPr>
              <p14:xfrm>
                <a:off x="8678548" y="3622201"/>
                <a:ext cx="1069200" cy="237600"/>
              </p14:xfrm>
            </p:contentPart>
          </mc:Choice>
          <mc:Fallback xmlns="">
            <p:pic>
              <p:nvPicPr>
                <p:cNvPr id="5084" name="Ink 5083">
                  <a:extLst>
                    <a:ext uri="{FF2B5EF4-FFF2-40B4-BE49-F238E27FC236}">
                      <a16:creationId xmlns:a16="http://schemas.microsoft.com/office/drawing/2014/main" id="{0CB4558F-8B8E-3084-D342-B95565DBEEDF}"/>
                    </a:ext>
                  </a:extLst>
                </p:cNvPr>
                <p:cNvPicPr/>
                <p:nvPr/>
              </p:nvPicPr>
              <p:blipFill>
                <a:blip r:embed="rId949"/>
                <a:stretch>
                  <a:fillRect/>
                </a:stretch>
              </p:blipFill>
              <p:spPr>
                <a:xfrm>
                  <a:off x="8643300" y="3584685"/>
                  <a:ext cx="1139697" cy="312632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5085" name="Group 5084">
              <a:extLst>
                <a:ext uri="{FF2B5EF4-FFF2-40B4-BE49-F238E27FC236}">
                  <a16:creationId xmlns:a16="http://schemas.microsoft.com/office/drawing/2014/main" id="{62B5EC1E-B979-8EEA-48EB-50941BACD045}"/>
                </a:ext>
              </a:extLst>
            </p:cNvPr>
            <p:cNvGrpSpPr/>
            <p:nvPr/>
          </p:nvGrpSpPr>
          <p:grpSpPr>
            <a:xfrm>
              <a:off x="8120908" y="3771241"/>
              <a:ext cx="1723320" cy="1128960"/>
              <a:chOff x="4843185" y="4051226"/>
              <a:chExt cx="1723320" cy="11289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227">
                <p14:nvContentPartPr>
                  <p14:cNvPr id="5111" name="Ink 5110">
                    <a:extLst>
                      <a:ext uri="{FF2B5EF4-FFF2-40B4-BE49-F238E27FC236}">
                        <a16:creationId xmlns:a16="http://schemas.microsoft.com/office/drawing/2014/main" id="{673467D6-B3A2-A173-BFA7-A5B3AE0BA487}"/>
                      </a:ext>
                    </a:extLst>
                  </p14:cNvPr>
                  <p14:cNvContentPartPr/>
                  <p14:nvPr/>
                </p14:nvContentPartPr>
                <p14:xfrm>
                  <a:off x="4843185" y="4730186"/>
                  <a:ext cx="34200" cy="47880"/>
                </p14:xfrm>
              </p:contentPart>
            </mc:Choice>
            <mc:Fallback xmlns="">
              <p:pic>
                <p:nvPicPr>
                  <p:cNvPr id="5111" name="Ink 5110">
                    <a:extLst>
                      <a:ext uri="{FF2B5EF4-FFF2-40B4-BE49-F238E27FC236}">
                        <a16:creationId xmlns:a16="http://schemas.microsoft.com/office/drawing/2014/main" id="{673467D6-B3A2-A173-BFA7-A5B3AE0BA487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4811616" y="4694276"/>
                    <a:ext cx="97338" cy="119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8">
                <p14:nvContentPartPr>
                  <p14:cNvPr id="5112" name="Ink 5111">
                    <a:extLst>
                      <a:ext uri="{FF2B5EF4-FFF2-40B4-BE49-F238E27FC236}">
                        <a16:creationId xmlns:a16="http://schemas.microsoft.com/office/drawing/2014/main" id="{89D4A139-A00D-4269-891C-F911BF974708}"/>
                      </a:ext>
                    </a:extLst>
                  </p14:cNvPr>
                  <p14:cNvContentPartPr/>
                  <p14:nvPr/>
                </p14:nvContentPartPr>
                <p14:xfrm>
                  <a:off x="4965945" y="4802906"/>
                  <a:ext cx="37800" cy="50760"/>
                </p14:xfrm>
              </p:contentPart>
            </mc:Choice>
            <mc:Fallback xmlns="">
              <p:pic>
                <p:nvPicPr>
                  <p:cNvPr id="5112" name="Ink 5111">
                    <a:extLst>
                      <a:ext uri="{FF2B5EF4-FFF2-40B4-BE49-F238E27FC236}">
                        <a16:creationId xmlns:a16="http://schemas.microsoft.com/office/drawing/2014/main" id="{89D4A139-A00D-4269-891C-F911BF974708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4933545" y="4767075"/>
                    <a:ext cx="102600" cy="12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29">
                <p14:nvContentPartPr>
                  <p14:cNvPr id="5113" name="Ink 5112">
                    <a:extLst>
                      <a:ext uri="{FF2B5EF4-FFF2-40B4-BE49-F238E27FC236}">
                        <a16:creationId xmlns:a16="http://schemas.microsoft.com/office/drawing/2014/main" id="{A7E571F7-2842-8758-9EBD-CC35CADF679B}"/>
                      </a:ext>
                    </a:extLst>
                  </p14:cNvPr>
                  <p14:cNvContentPartPr/>
                  <p14:nvPr/>
                </p14:nvContentPartPr>
                <p14:xfrm>
                  <a:off x="5155305" y="4896146"/>
                  <a:ext cx="41040" cy="34200"/>
                </p14:xfrm>
              </p:contentPart>
            </mc:Choice>
            <mc:Fallback xmlns="">
              <p:pic>
                <p:nvPicPr>
                  <p:cNvPr id="5113" name="Ink 5112">
                    <a:extLst>
                      <a:ext uri="{FF2B5EF4-FFF2-40B4-BE49-F238E27FC236}">
                        <a16:creationId xmlns:a16="http://schemas.microsoft.com/office/drawing/2014/main" id="{A7E571F7-2842-8758-9EBD-CC35CADF679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22473" y="4861946"/>
                    <a:ext cx="106704" cy="102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0">
                <p14:nvContentPartPr>
                  <p14:cNvPr id="5114" name="Ink 5113">
                    <a:extLst>
                      <a:ext uri="{FF2B5EF4-FFF2-40B4-BE49-F238E27FC236}">
                        <a16:creationId xmlns:a16="http://schemas.microsoft.com/office/drawing/2014/main" id="{10BC09B6-024D-EA50-2BE5-7801068B4DF9}"/>
                      </a:ext>
                    </a:extLst>
                  </p14:cNvPr>
                  <p14:cNvContentPartPr/>
                  <p14:nvPr/>
                </p14:nvContentPartPr>
                <p14:xfrm>
                  <a:off x="5359785" y="4985426"/>
                  <a:ext cx="40320" cy="27360"/>
                </p14:xfrm>
              </p:contentPart>
            </mc:Choice>
            <mc:Fallback xmlns="">
              <p:pic>
                <p:nvPicPr>
                  <p:cNvPr id="5114" name="Ink 5113">
                    <a:extLst>
                      <a:ext uri="{FF2B5EF4-FFF2-40B4-BE49-F238E27FC236}">
                        <a16:creationId xmlns:a16="http://schemas.microsoft.com/office/drawing/2014/main" id="{10BC09B6-024D-EA50-2BE5-7801068B4DF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327529" y="4952594"/>
                    <a:ext cx="104832" cy="930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1">
                <p14:nvContentPartPr>
                  <p14:cNvPr id="5115" name="Ink 5114">
                    <a:extLst>
                      <a:ext uri="{FF2B5EF4-FFF2-40B4-BE49-F238E27FC236}">
                        <a16:creationId xmlns:a16="http://schemas.microsoft.com/office/drawing/2014/main" id="{57862700-B1CF-EE16-70B8-8F2F291D9816}"/>
                      </a:ext>
                    </a:extLst>
                  </p14:cNvPr>
                  <p14:cNvContentPartPr/>
                  <p14:nvPr/>
                </p14:nvContentPartPr>
                <p14:xfrm>
                  <a:off x="5594865" y="5057426"/>
                  <a:ext cx="73800" cy="38520"/>
                </p14:xfrm>
              </p:contentPart>
            </mc:Choice>
            <mc:Fallback xmlns="">
              <p:pic>
                <p:nvPicPr>
                  <p:cNvPr id="5115" name="Ink 5114">
                    <a:extLst>
                      <a:ext uri="{FF2B5EF4-FFF2-40B4-BE49-F238E27FC236}">
                        <a16:creationId xmlns:a16="http://schemas.microsoft.com/office/drawing/2014/main" id="{57862700-B1CF-EE16-70B8-8F2F291D9816}"/>
                      </a:ext>
                    </a:extLst>
                  </p:cNvPr>
                  <p:cNvPicPr/>
                  <p:nvPr/>
                </p:nvPicPr>
                <p:blipFill>
                  <a:blip r:embed="rId958"/>
                  <a:stretch>
                    <a:fillRect/>
                  </a:stretch>
                </p:blipFill>
                <p:spPr>
                  <a:xfrm>
                    <a:off x="5560803" y="5021869"/>
                    <a:ext cx="141923" cy="10963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2">
                <p14:nvContentPartPr>
                  <p14:cNvPr id="5116" name="Ink 5115">
                    <a:extLst>
                      <a:ext uri="{FF2B5EF4-FFF2-40B4-BE49-F238E27FC236}">
                        <a16:creationId xmlns:a16="http://schemas.microsoft.com/office/drawing/2014/main" id="{2ABD57CC-5AAD-0C34-CD2A-85F60011F37E}"/>
                      </a:ext>
                    </a:extLst>
                  </p14:cNvPr>
                  <p14:cNvContentPartPr/>
                  <p14:nvPr/>
                </p14:nvContentPartPr>
                <p14:xfrm>
                  <a:off x="5886105" y="5127266"/>
                  <a:ext cx="44640" cy="29520"/>
                </p14:xfrm>
              </p:contentPart>
            </mc:Choice>
            <mc:Fallback xmlns="">
              <p:pic>
                <p:nvPicPr>
                  <p:cNvPr id="5116" name="Ink 5115">
                    <a:extLst>
                      <a:ext uri="{FF2B5EF4-FFF2-40B4-BE49-F238E27FC236}">
                        <a16:creationId xmlns:a16="http://schemas.microsoft.com/office/drawing/2014/main" id="{2ABD57CC-5AAD-0C34-CD2A-85F60011F37E}"/>
                      </a:ext>
                    </a:extLst>
                  </p:cNvPr>
                  <p:cNvPicPr/>
                  <p:nvPr/>
                </p:nvPicPr>
                <p:blipFill>
                  <a:blip r:embed="rId960"/>
                  <a:stretch>
                    <a:fillRect/>
                  </a:stretch>
                </p:blipFill>
                <p:spPr>
                  <a:xfrm>
                    <a:off x="5852625" y="5091842"/>
                    <a:ext cx="1116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3">
                <p14:nvContentPartPr>
                  <p14:cNvPr id="5117" name="Ink 5116">
                    <a:extLst>
                      <a:ext uri="{FF2B5EF4-FFF2-40B4-BE49-F238E27FC236}">
                        <a16:creationId xmlns:a16="http://schemas.microsoft.com/office/drawing/2014/main" id="{07470ED8-C01E-E004-2E77-7826599A8B41}"/>
                      </a:ext>
                    </a:extLst>
                  </p14:cNvPr>
                  <p14:cNvContentPartPr/>
                  <p14:nvPr/>
                </p14:nvContentPartPr>
                <p14:xfrm>
                  <a:off x="6162225" y="5158226"/>
                  <a:ext cx="30960" cy="21960"/>
                </p14:xfrm>
              </p:contentPart>
            </mc:Choice>
            <mc:Fallback xmlns="">
              <p:pic>
                <p:nvPicPr>
                  <p:cNvPr id="5117" name="Ink 5116">
                    <a:extLst>
                      <a:ext uri="{FF2B5EF4-FFF2-40B4-BE49-F238E27FC236}">
                        <a16:creationId xmlns:a16="http://schemas.microsoft.com/office/drawing/2014/main" id="{07470ED8-C01E-E004-2E77-7826599A8B4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28450" y="5125286"/>
                    <a:ext cx="98509" cy="878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4">
                <p14:nvContentPartPr>
                  <p14:cNvPr id="5118" name="Ink 5117">
                    <a:extLst>
                      <a:ext uri="{FF2B5EF4-FFF2-40B4-BE49-F238E27FC236}">
                        <a16:creationId xmlns:a16="http://schemas.microsoft.com/office/drawing/2014/main" id="{3370B493-9B74-51F1-07D4-17694307EEFE}"/>
                      </a:ext>
                    </a:extLst>
                  </p14:cNvPr>
                  <p14:cNvContentPartPr/>
                  <p14:nvPr/>
                </p14:nvContentPartPr>
                <p14:xfrm>
                  <a:off x="6413505" y="5149226"/>
                  <a:ext cx="32400" cy="28440"/>
                </p14:xfrm>
              </p:contentPart>
            </mc:Choice>
            <mc:Fallback xmlns="">
              <p:pic>
                <p:nvPicPr>
                  <p:cNvPr id="5118" name="Ink 5117">
                    <a:extLst>
                      <a:ext uri="{FF2B5EF4-FFF2-40B4-BE49-F238E27FC236}">
                        <a16:creationId xmlns:a16="http://schemas.microsoft.com/office/drawing/2014/main" id="{3370B493-9B74-51F1-07D4-17694307EEFE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381105" y="5115098"/>
                    <a:ext cx="97200" cy="966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5">
                <p14:nvContentPartPr>
                  <p14:cNvPr id="5119" name="Ink 5118">
                    <a:extLst>
                      <a:ext uri="{FF2B5EF4-FFF2-40B4-BE49-F238E27FC236}">
                        <a16:creationId xmlns:a16="http://schemas.microsoft.com/office/drawing/2014/main" id="{13B20DE0-23CA-BE65-1AE0-7CF443DE3BEE}"/>
                      </a:ext>
                    </a:extLst>
                  </p14:cNvPr>
                  <p14:cNvContentPartPr/>
                  <p14:nvPr/>
                </p14:nvContentPartPr>
                <p14:xfrm>
                  <a:off x="5143425" y="4268306"/>
                  <a:ext cx="97920" cy="68400"/>
                </p14:xfrm>
              </p:contentPart>
            </mc:Choice>
            <mc:Fallback xmlns="">
              <p:pic>
                <p:nvPicPr>
                  <p:cNvPr id="5119" name="Ink 5118">
                    <a:extLst>
                      <a:ext uri="{FF2B5EF4-FFF2-40B4-BE49-F238E27FC236}">
                        <a16:creationId xmlns:a16="http://schemas.microsoft.com/office/drawing/2014/main" id="{13B20DE0-23CA-BE65-1AE0-7CF443DE3BEE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108865" y="4230997"/>
                    <a:ext cx="167040" cy="1430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6">
                <p14:nvContentPartPr>
                  <p14:cNvPr id="5120" name="Ink 5119">
                    <a:extLst>
                      <a:ext uri="{FF2B5EF4-FFF2-40B4-BE49-F238E27FC236}">
                        <a16:creationId xmlns:a16="http://schemas.microsoft.com/office/drawing/2014/main" id="{93964895-6E95-4FA2-4BE9-8F3D8DD10461}"/>
                      </a:ext>
                    </a:extLst>
                  </p14:cNvPr>
                  <p14:cNvContentPartPr/>
                  <p14:nvPr/>
                </p14:nvContentPartPr>
                <p14:xfrm>
                  <a:off x="5410185" y="4367666"/>
                  <a:ext cx="101160" cy="74160"/>
                </p14:xfrm>
              </p:contentPart>
            </mc:Choice>
            <mc:Fallback xmlns="">
              <p:pic>
                <p:nvPicPr>
                  <p:cNvPr id="5120" name="Ink 5119">
                    <a:extLst>
                      <a:ext uri="{FF2B5EF4-FFF2-40B4-BE49-F238E27FC236}">
                        <a16:creationId xmlns:a16="http://schemas.microsoft.com/office/drawing/2014/main" id="{93964895-6E95-4FA2-4BE9-8F3D8DD10461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375502" y="4330586"/>
                    <a:ext cx="170527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7">
                <p14:nvContentPartPr>
                  <p14:cNvPr id="5121" name="Ink 5120">
                    <a:extLst>
                      <a:ext uri="{FF2B5EF4-FFF2-40B4-BE49-F238E27FC236}">
                        <a16:creationId xmlns:a16="http://schemas.microsoft.com/office/drawing/2014/main" id="{9251C976-2E6C-55F7-687B-212EF6ED134D}"/>
                      </a:ext>
                    </a:extLst>
                  </p14:cNvPr>
                  <p14:cNvContentPartPr/>
                  <p14:nvPr/>
                </p14:nvContentPartPr>
                <p14:xfrm>
                  <a:off x="5727705" y="4453346"/>
                  <a:ext cx="119880" cy="77400"/>
                </p14:xfrm>
              </p:contentPart>
            </mc:Choice>
            <mc:Fallback xmlns="">
              <p:pic>
                <p:nvPicPr>
                  <p:cNvPr id="5121" name="Ink 5120">
                    <a:extLst>
                      <a:ext uri="{FF2B5EF4-FFF2-40B4-BE49-F238E27FC236}">
                        <a16:creationId xmlns:a16="http://schemas.microsoft.com/office/drawing/2014/main" id="{9251C976-2E6C-55F7-687B-212EF6ED134D}"/>
                      </a:ext>
                    </a:extLst>
                  </p:cNvPr>
                  <p:cNvPicPr/>
                  <p:nvPr/>
                </p:nvPicPr>
                <p:blipFill>
                  <a:blip r:embed="rId966"/>
                  <a:stretch>
                    <a:fillRect/>
                  </a:stretch>
                </p:blipFill>
                <p:spPr>
                  <a:xfrm>
                    <a:off x="5693454" y="4416194"/>
                    <a:ext cx="188383" cy="1517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8">
                <p14:nvContentPartPr>
                  <p14:cNvPr id="5122" name="Ink 5121">
                    <a:extLst>
                      <a:ext uri="{FF2B5EF4-FFF2-40B4-BE49-F238E27FC236}">
                        <a16:creationId xmlns:a16="http://schemas.microsoft.com/office/drawing/2014/main" id="{E659F617-0F84-5A94-42B5-73F9A4117537}"/>
                      </a:ext>
                    </a:extLst>
                  </p14:cNvPr>
                  <p14:cNvContentPartPr/>
                  <p14:nvPr/>
                </p14:nvContentPartPr>
                <p14:xfrm>
                  <a:off x="6019665" y="4475666"/>
                  <a:ext cx="85320" cy="95760"/>
                </p14:xfrm>
              </p:contentPart>
            </mc:Choice>
            <mc:Fallback xmlns="">
              <p:pic>
                <p:nvPicPr>
                  <p:cNvPr id="5122" name="Ink 5121">
                    <a:extLst>
                      <a:ext uri="{FF2B5EF4-FFF2-40B4-BE49-F238E27FC236}">
                        <a16:creationId xmlns:a16="http://schemas.microsoft.com/office/drawing/2014/main" id="{E659F617-0F84-5A94-42B5-73F9A4117537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85537" y="4438598"/>
                    <a:ext cx="153576" cy="1698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39">
                <p14:nvContentPartPr>
                  <p14:cNvPr id="5123" name="Ink 5122">
                    <a:extLst>
                      <a:ext uri="{FF2B5EF4-FFF2-40B4-BE49-F238E27FC236}">
                        <a16:creationId xmlns:a16="http://schemas.microsoft.com/office/drawing/2014/main" id="{FE2F8CBF-7982-AF16-229D-57DDF4D4B1EC}"/>
                      </a:ext>
                    </a:extLst>
                  </p14:cNvPr>
                  <p14:cNvContentPartPr/>
                  <p14:nvPr/>
                </p14:nvContentPartPr>
                <p14:xfrm>
                  <a:off x="6307665" y="4464866"/>
                  <a:ext cx="112680" cy="72000"/>
                </p14:xfrm>
              </p:contentPart>
            </mc:Choice>
            <mc:Fallback xmlns="">
              <p:pic>
                <p:nvPicPr>
                  <p:cNvPr id="5123" name="Ink 5122">
                    <a:extLst>
                      <a:ext uri="{FF2B5EF4-FFF2-40B4-BE49-F238E27FC236}">
                        <a16:creationId xmlns:a16="http://schemas.microsoft.com/office/drawing/2014/main" id="{FE2F8CBF-7982-AF16-229D-57DDF4D4B1EC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272994" y="4428866"/>
                    <a:ext cx="182022" cy="144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0">
                <p14:nvContentPartPr>
                  <p14:cNvPr id="5124" name="Ink 5123">
                    <a:extLst>
                      <a:ext uri="{FF2B5EF4-FFF2-40B4-BE49-F238E27FC236}">
                        <a16:creationId xmlns:a16="http://schemas.microsoft.com/office/drawing/2014/main" id="{3A00B35F-29D9-F438-D7DB-F7B8776F4494}"/>
                      </a:ext>
                    </a:extLst>
                  </p14:cNvPr>
                  <p14:cNvContentPartPr/>
                  <p14:nvPr/>
                </p14:nvContentPartPr>
                <p14:xfrm>
                  <a:off x="6468945" y="4392506"/>
                  <a:ext cx="97560" cy="66960"/>
                </p14:xfrm>
              </p:contentPart>
            </mc:Choice>
            <mc:Fallback xmlns="">
              <p:pic>
                <p:nvPicPr>
                  <p:cNvPr id="5124" name="Ink 5123">
                    <a:extLst>
                      <a:ext uri="{FF2B5EF4-FFF2-40B4-BE49-F238E27FC236}">
                        <a16:creationId xmlns:a16="http://schemas.microsoft.com/office/drawing/2014/main" id="{3A00B35F-29D9-F438-D7DB-F7B8776F4494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6434512" y="4355982"/>
                    <a:ext cx="166426" cy="1400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1">
                <p14:nvContentPartPr>
                  <p14:cNvPr id="5125" name="Ink 5124">
                    <a:extLst>
                      <a:ext uri="{FF2B5EF4-FFF2-40B4-BE49-F238E27FC236}">
                        <a16:creationId xmlns:a16="http://schemas.microsoft.com/office/drawing/2014/main" id="{1B95A8A4-BD1A-6553-9409-115966999F1E}"/>
                      </a:ext>
                    </a:extLst>
                  </p14:cNvPr>
                  <p14:cNvContentPartPr/>
                  <p14:nvPr/>
                </p14:nvContentPartPr>
                <p14:xfrm>
                  <a:off x="5061705" y="4439306"/>
                  <a:ext cx="123840" cy="85320"/>
                </p14:xfrm>
              </p:contentPart>
            </mc:Choice>
            <mc:Fallback xmlns="">
              <p:pic>
                <p:nvPicPr>
                  <p:cNvPr id="5125" name="Ink 5124">
                    <a:extLst>
                      <a:ext uri="{FF2B5EF4-FFF2-40B4-BE49-F238E27FC236}">
                        <a16:creationId xmlns:a16="http://schemas.microsoft.com/office/drawing/2014/main" id="{1B95A8A4-BD1A-6553-9409-115966999F1E}"/>
                      </a:ext>
                    </a:extLst>
                  </p:cNvPr>
                  <p:cNvPicPr/>
                  <p:nvPr/>
                </p:nvPicPr>
                <p:blipFill>
                  <a:blip r:embed="rId973"/>
                  <a:stretch>
                    <a:fillRect/>
                  </a:stretch>
                </p:blipFill>
                <p:spPr>
                  <a:xfrm>
                    <a:off x="5027145" y="4402740"/>
                    <a:ext cx="192960" cy="15845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2">
                <p14:nvContentPartPr>
                  <p14:cNvPr id="5126" name="Ink 5125">
                    <a:extLst>
                      <a:ext uri="{FF2B5EF4-FFF2-40B4-BE49-F238E27FC236}">
                        <a16:creationId xmlns:a16="http://schemas.microsoft.com/office/drawing/2014/main" id="{C6C65E4B-9AAC-995E-55E5-03F0652AE3EB}"/>
                      </a:ext>
                    </a:extLst>
                  </p14:cNvPr>
                  <p14:cNvContentPartPr/>
                  <p14:nvPr/>
                </p14:nvContentPartPr>
                <p14:xfrm>
                  <a:off x="5010225" y="4567466"/>
                  <a:ext cx="31680" cy="21240"/>
                </p14:xfrm>
              </p:contentPart>
            </mc:Choice>
            <mc:Fallback xmlns="">
              <p:pic>
                <p:nvPicPr>
                  <p:cNvPr id="5126" name="Ink 5125">
                    <a:extLst>
                      <a:ext uri="{FF2B5EF4-FFF2-40B4-BE49-F238E27FC236}">
                        <a16:creationId xmlns:a16="http://schemas.microsoft.com/office/drawing/2014/main" id="{C6C65E4B-9AAC-995E-55E5-03F0652AE3EB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978545" y="4535606"/>
                    <a:ext cx="95040" cy="849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3">
                <p14:nvContentPartPr>
                  <p14:cNvPr id="5127" name="Ink 5126">
                    <a:extLst>
                      <a:ext uri="{FF2B5EF4-FFF2-40B4-BE49-F238E27FC236}">
                        <a16:creationId xmlns:a16="http://schemas.microsoft.com/office/drawing/2014/main" id="{3FA14BD5-EE43-D996-2B09-DE68A8503406}"/>
                      </a:ext>
                    </a:extLst>
                  </p14:cNvPr>
                  <p14:cNvContentPartPr/>
                  <p14:nvPr/>
                </p14:nvContentPartPr>
                <p14:xfrm>
                  <a:off x="4908705" y="4653506"/>
                  <a:ext cx="37080" cy="41040"/>
                </p14:xfrm>
              </p:contentPart>
            </mc:Choice>
            <mc:Fallback xmlns="">
              <p:pic>
                <p:nvPicPr>
                  <p:cNvPr id="5127" name="Ink 5126">
                    <a:extLst>
                      <a:ext uri="{FF2B5EF4-FFF2-40B4-BE49-F238E27FC236}">
                        <a16:creationId xmlns:a16="http://schemas.microsoft.com/office/drawing/2014/main" id="{3FA14BD5-EE43-D996-2B09-DE68A8503406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4874477" y="4618329"/>
                    <a:ext cx="105535" cy="1113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4">
                <p14:nvContentPartPr>
                  <p14:cNvPr id="5128" name="Ink 5127">
                    <a:extLst>
                      <a:ext uri="{FF2B5EF4-FFF2-40B4-BE49-F238E27FC236}">
                        <a16:creationId xmlns:a16="http://schemas.microsoft.com/office/drawing/2014/main" id="{9451B528-F998-A535-F5FB-14C3A7058B89}"/>
                      </a:ext>
                    </a:extLst>
                  </p14:cNvPr>
                  <p14:cNvContentPartPr/>
                  <p14:nvPr/>
                </p14:nvContentPartPr>
                <p14:xfrm>
                  <a:off x="5249265" y="4509866"/>
                  <a:ext cx="160200" cy="79200"/>
                </p14:xfrm>
              </p:contentPart>
            </mc:Choice>
            <mc:Fallback xmlns="">
              <p:pic>
                <p:nvPicPr>
                  <p:cNvPr id="5128" name="Ink 5127">
                    <a:extLst>
                      <a:ext uri="{FF2B5EF4-FFF2-40B4-BE49-F238E27FC236}">
                        <a16:creationId xmlns:a16="http://schemas.microsoft.com/office/drawing/2014/main" id="{9451B528-F998-A535-F5FB-14C3A7058B89}"/>
                      </a:ext>
                    </a:extLst>
                  </p:cNvPr>
                  <p:cNvPicPr/>
                  <p:nvPr/>
                </p:nvPicPr>
                <p:blipFill>
                  <a:blip r:embed="rId977"/>
                  <a:stretch>
                    <a:fillRect/>
                  </a:stretch>
                </p:blipFill>
                <p:spPr>
                  <a:xfrm>
                    <a:off x="5214312" y="4473312"/>
                    <a:ext cx="230105" cy="1523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5">
                <p14:nvContentPartPr>
                  <p14:cNvPr id="5129" name="Ink 5128">
                    <a:extLst>
                      <a:ext uri="{FF2B5EF4-FFF2-40B4-BE49-F238E27FC236}">
                        <a16:creationId xmlns:a16="http://schemas.microsoft.com/office/drawing/2014/main" id="{701F0BD6-34B7-C674-90C1-7FB814BCEA2F}"/>
                      </a:ext>
                    </a:extLst>
                  </p14:cNvPr>
                  <p14:cNvContentPartPr/>
                  <p14:nvPr/>
                </p14:nvContentPartPr>
                <p14:xfrm>
                  <a:off x="5185185" y="4641986"/>
                  <a:ext cx="31320" cy="41400"/>
                </p14:xfrm>
              </p:contentPart>
            </mc:Choice>
            <mc:Fallback xmlns="">
              <p:pic>
                <p:nvPicPr>
                  <p:cNvPr id="5129" name="Ink 5128">
                    <a:extLst>
                      <a:ext uri="{FF2B5EF4-FFF2-40B4-BE49-F238E27FC236}">
                        <a16:creationId xmlns:a16="http://schemas.microsoft.com/office/drawing/2014/main" id="{701F0BD6-34B7-C674-90C1-7FB814BCEA2F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5153865" y="4606500"/>
                    <a:ext cx="93960" cy="1123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6">
                <p14:nvContentPartPr>
                  <p14:cNvPr id="5130" name="Ink 5129">
                    <a:extLst>
                      <a:ext uri="{FF2B5EF4-FFF2-40B4-BE49-F238E27FC236}">
                        <a16:creationId xmlns:a16="http://schemas.microsoft.com/office/drawing/2014/main" id="{26317168-0121-121D-9CD2-58BA68D51579}"/>
                      </a:ext>
                    </a:extLst>
                  </p14:cNvPr>
                  <p14:cNvContentPartPr/>
                  <p14:nvPr/>
                </p14:nvContentPartPr>
                <p14:xfrm>
                  <a:off x="5099145" y="4769426"/>
                  <a:ext cx="14040" cy="23040"/>
                </p14:xfrm>
              </p:contentPart>
            </mc:Choice>
            <mc:Fallback xmlns="">
              <p:pic>
                <p:nvPicPr>
                  <p:cNvPr id="5130" name="Ink 5129">
                    <a:extLst>
                      <a:ext uri="{FF2B5EF4-FFF2-40B4-BE49-F238E27FC236}">
                        <a16:creationId xmlns:a16="http://schemas.microsoft.com/office/drawing/2014/main" id="{26317168-0121-121D-9CD2-58BA68D51579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071065" y="4734866"/>
                    <a:ext cx="7020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7">
                <p14:nvContentPartPr>
                  <p14:cNvPr id="5131" name="Ink 5130">
                    <a:extLst>
                      <a:ext uri="{FF2B5EF4-FFF2-40B4-BE49-F238E27FC236}">
                        <a16:creationId xmlns:a16="http://schemas.microsoft.com/office/drawing/2014/main" id="{41C7AAEF-6155-9B9B-FAC8-04F38481CA41}"/>
                      </a:ext>
                    </a:extLst>
                  </p14:cNvPr>
                  <p14:cNvContentPartPr/>
                  <p14:nvPr/>
                </p14:nvContentPartPr>
                <p14:xfrm>
                  <a:off x="5408025" y="4578266"/>
                  <a:ext cx="276840" cy="140040"/>
                </p14:xfrm>
              </p:contentPart>
            </mc:Choice>
            <mc:Fallback xmlns="">
              <p:pic>
                <p:nvPicPr>
                  <p:cNvPr id="5131" name="Ink 5130">
                    <a:extLst>
                      <a:ext uri="{FF2B5EF4-FFF2-40B4-BE49-F238E27FC236}">
                        <a16:creationId xmlns:a16="http://schemas.microsoft.com/office/drawing/2014/main" id="{41C7AAEF-6155-9B9B-FAC8-04F38481CA41}"/>
                      </a:ext>
                    </a:extLst>
                  </p:cNvPr>
                  <p:cNvPicPr/>
                  <p:nvPr/>
                </p:nvPicPr>
                <p:blipFill>
                  <a:blip r:embed="rId981"/>
                  <a:stretch>
                    <a:fillRect/>
                  </a:stretch>
                </p:blipFill>
                <p:spPr>
                  <a:xfrm>
                    <a:off x="5373056" y="4540922"/>
                    <a:ext cx="346779" cy="21472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8">
                <p14:nvContentPartPr>
                  <p14:cNvPr id="5132" name="Ink 5131">
                    <a:extLst>
                      <a:ext uri="{FF2B5EF4-FFF2-40B4-BE49-F238E27FC236}">
                        <a16:creationId xmlns:a16="http://schemas.microsoft.com/office/drawing/2014/main" id="{FCB1857A-F7C4-E15E-41C7-F1DFFBC6C2EF}"/>
                      </a:ext>
                    </a:extLst>
                  </p14:cNvPr>
                  <p14:cNvContentPartPr/>
                  <p14:nvPr/>
                </p14:nvContentPartPr>
                <p14:xfrm>
                  <a:off x="5300745" y="4751426"/>
                  <a:ext cx="74520" cy="60120"/>
                </p14:xfrm>
              </p:contentPart>
            </mc:Choice>
            <mc:Fallback xmlns="">
              <p:pic>
                <p:nvPicPr>
                  <p:cNvPr id="5132" name="Ink 5131">
                    <a:extLst>
                      <a:ext uri="{FF2B5EF4-FFF2-40B4-BE49-F238E27FC236}">
                        <a16:creationId xmlns:a16="http://schemas.microsoft.com/office/drawing/2014/main" id="{FCB1857A-F7C4-E15E-41C7-F1DFFBC6C2EF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5266351" y="4715354"/>
                    <a:ext cx="143308" cy="1322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49">
                <p14:nvContentPartPr>
                  <p14:cNvPr id="5133" name="Ink 5132">
                    <a:extLst>
                      <a:ext uri="{FF2B5EF4-FFF2-40B4-BE49-F238E27FC236}">
                        <a16:creationId xmlns:a16="http://schemas.microsoft.com/office/drawing/2014/main" id="{AF0F1B6D-D74D-7A52-C261-8E08D6C5D430}"/>
                      </a:ext>
                    </a:extLst>
                  </p14:cNvPr>
                  <p14:cNvContentPartPr/>
                  <p14:nvPr/>
                </p14:nvContentPartPr>
                <p14:xfrm>
                  <a:off x="5251065" y="4841066"/>
                  <a:ext cx="14760" cy="29520"/>
                </p14:xfrm>
              </p:contentPart>
            </mc:Choice>
            <mc:Fallback xmlns="">
              <p:pic>
                <p:nvPicPr>
                  <p:cNvPr id="5133" name="Ink 5132">
                    <a:extLst>
                      <a:ext uri="{FF2B5EF4-FFF2-40B4-BE49-F238E27FC236}">
                        <a16:creationId xmlns:a16="http://schemas.microsoft.com/office/drawing/2014/main" id="{AF0F1B6D-D74D-7A52-C261-8E08D6C5D430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221545" y="4805642"/>
                    <a:ext cx="73800" cy="100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0">
                <p14:nvContentPartPr>
                  <p14:cNvPr id="5134" name="Ink 5133">
                    <a:extLst>
                      <a:ext uri="{FF2B5EF4-FFF2-40B4-BE49-F238E27FC236}">
                        <a16:creationId xmlns:a16="http://schemas.microsoft.com/office/drawing/2014/main" id="{5BE4F128-45F2-094F-BA9C-C1E5E5B0BEAC}"/>
                      </a:ext>
                    </a:extLst>
                  </p14:cNvPr>
                  <p14:cNvContentPartPr/>
                  <p14:nvPr/>
                </p14:nvContentPartPr>
                <p14:xfrm>
                  <a:off x="5661465" y="4627946"/>
                  <a:ext cx="203400" cy="146160"/>
                </p14:xfrm>
              </p:contentPart>
            </mc:Choice>
            <mc:Fallback xmlns="">
              <p:pic>
                <p:nvPicPr>
                  <p:cNvPr id="5134" name="Ink 5133">
                    <a:extLst>
                      <a:ext uri="{FF2B5EF4-FFF2-40B4-BE49-F238E27FC236}">
                        <a16:creationId xmlns:a16="http://schemas.microsoft.com/office/drawing/2014/main" id="{5BE4F128-45F2-094F-BA9C-C1E5E5B0BEAC}"/>
                      </a:ext>
                    </a:extLst>
                  </p:cNvPr>
                  <p:cNvPicPr/>
                  <p:nvPr/>
                </p:nvPicPr>
                <p:blipFill>
                  <a:blip r:embed="rId985"/>
                  <a:stretch>
                    <a:fillRect/>
                  </a:stretch>
                </p:blipFill>
                <p:spPr>
                  <a:xfrm>
                    <a:off x="5626596" y="4590629"/>
                    <a:ext cx="273137" cy="22079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1">
                <p14:nvContentPartPr>
                  <p14:cNvPr id="5135" name="Ink 5134">
                    <a:extLst>
                      <a:ext uri="{FF2B5EF4-FFF2-40B4-BE49-F238E27FC236}">
                        <a16:creationId xmlns:a16="http://schemas.microsoft.com/office/drawing/2014/main" id="{20825BCF-EE62-0793-EF83-5BE087DA740D}"/>
                      </a:ext>
                    </a:extLst>
                  </p14:cNvPr>
                  <p14:cNvContentPartPr/>
                  <p14:nvPr/>
                </p14:nvContentPartPr>
                <p14:xfrm>
                  <a:off x="5619345" y="4815866"/>
                  <a:ext cx="22680" cy="24480"/>
                </p14:xfrm>
              </p:contentPart>
            </mc:Choice>
            <mc:Fallback xmlns="">
              <p:pic>
                <p:nvPicPr>
                  <p:cNvPr id="5135" name="Ink 5134">
                    <a:extLst>
                      <a:ext uri="{FF2B5EF4-FFF2-40B4-BE49-F238E27FC236}">
                        <a16:creationId xmlns:a16="http://schemas.microsoft.com/office/drawing/2014/main" id="{20825BCF-EE62-0793-EF83-5BE087DA740D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589105" y="4783226"/>
                    <a:ext cx="83160" cy="897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2">
                <p14:nvContentPartPr>
                  <p14:cNvPr id="5136" name="Ink 5135">
                    <a:extLst>
                      <a:ext uri="{FF2B5EF4-FFF2-40B4-BE49-F238E27FC236}">
                        <a16:creationId xmlns:a16="http://schemas.microsoft.com/office/drawing/2014/main" id="{35C8BA75-E315-C766-8A11-2DAEB61AEF20}"/>
                      </a:ext>
                    </a:extLst>
                  </p14:cNvPr>
                  <p14:cNvContentPartPr/>
                  <p14:nvPr/>
                </p14:nvContentPartPr>
                <p14:xfrm>
                  <a:off x="5469585" y="4919906"/>
                  <a:ext cx="42840" cy="60840"/>
                </p14:xfrm>
              </p:contentPart>
            </mc:Choice>
            <mc:Fallback xmlns="">
              <p:pic>
                <p:nvPicPr>
                  <p:cNvPr id="5136" name="Ink 5135">
                    <a:extLst>
                      <a:ext uri="{FF2B5EF4-FFF2-40B4-BE49-F238E27FC236}">
                        <a16:creationId xmlns:a16="http://schemas.microsoft.com/office/drawing/2014/main" id="{35C8BA75-E315-C766-8A11-2DAEB61AEF20}"/>
                      </a:ext>
                    </a:extLst>
                  </p:cNvPr>
                  <p:cNvPicPr/>
                  <p:nvPr/>
                </p:nvPicPr>
                <p:blipFill>
                  <a:blip r:embed="rId988"/>
                  <a:stretch>
                    <a:fillRect/>
                  </a:stretch>
                </p:blipFill>
                <p:spPr>
                  <a:xfrm>
                    <a:off x="5435313" y="4883402"/>
                    <a:ext cx="111384" cy="1338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3">
                <p14:nvContentPartPr>
                  <p14:cNvPr id="5137" name="Ink 5136">
                    <a:extLst>
                      <a:ext uri="{FF2B5EF4-FFF2-40B4-BE49-F238E27FC236}">
                        <a16:creationId xmlns:a16="http://schemas.microsoft.com/office/drawing/2014/main" id="{24648C52-52C7-59BE-DFDC-C06AD1AFA703}"/>
                      </a:ext>
                    </a:extLst>
                  </p14:cNvPr>
                  <p14:cNvContentPartPr/>
                  <p14:nvPr/>
                </p14:nvContentPartPr>
                <p14:xfrm>
                  <a:off x="5811945" y="4673666"/>
                  <a:ext cx="272160" cy="249120"/>
                </p14:xfrm>
              </p:contentPart>
            </mc:Choice>
            <mc:Fallback xmlns="">
              <p:pic>
                <p:nvPicPr>
                  <p:cNvPr id="5137" name="Ink 5136">
                    <a:extLst>
                      <a:ext uri="{FF2B5EF4-FFF2-40B4-BE49-F238E27FC236}">
                        <a16:creationId xmlns:a16="http://schemas.microsoft.com/office/drawing/2014/main" id="{24648C52-52C7-59BE-DFDC-C06AD1AFA703}"/>
                      </a:ext>
                    </a:extLst>
                  </p:cNvPr>
                  <p:cNvPicPr/>
                  <p:nvPr/>
                </p:nvPicPr>
                <p:blipFill>
                  <a:blip r:embed="rId990"/>
                  <a:stretch>
                    <a:fillRect/>
                  </a:stretch>
                </p:blipFill>
                <p:spPr>
                  <a:xfrm>
                    <a:off x="5776828" y="4635825"/>
                    <a:ext cx="342395" cy="3248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4">
                <p14:nvContentPartPr>
                  <p14:cNvPr id="5138" name="Ink 5137">
                    <a:extLst>
                      <a:ext uri="{FF2B5EF4-FFF2-40B4-BE49-F238E27FC236}">
                        <a16:creationId xmlns:a16="http://schemas.microsoft.com/office/drawing/2014/main" id="{F420C800-6A78-0643-85C4-99C70002E9BD}"/>
                      </a:ext>
                    </a:extLst>
                  </p14:cNvPr>
                  <p14:cNvContentPartPr/>
                  <p14:nvPr/>
                </p14:nvContentPartPr>
                <p14:xfrm>
                  <a:off x="5709345" y="4937906"/>
                  <a:ext cx="56160" cy="26640"/>
                </p14:xfrm>
              </p:contentPart>
            </mc:Choice>
            <mc:Fallback xmlns="">
              <p:pic>
                <p:nvPicPr>
                  <p:cNvPr id="5138" name="Ink 5137">
                    <a:extLst>
                      <a:ext uri="{FF2B5EF4-FFF2-40B4-BE49-F238E27FC236}">
                        <a16:creationId xmlns:a16="http://schemas.microsoft.com/office/drawing/2014/main" id="{F420C800-6A78-0643-85C4-99C70002E9BD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5675649" y="4902386"/>
                    <a:ext cx="123552" cy="97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5">
                <p14:nvContentPartPr>
                  <p14:cNvPr id="5139" name="Ink 5138">
                    <a:extLst>
                      <a:ext uri="{FF2B5EF4-FFF2-40B4-BE49-F238E27FC236}">
                        <a16:creationId xmlns:a16="http://schemas.microsoft.com/office/drawing/2014/main" id="{E135DFBB-4036-F8B9-AAC1-0C74827FEE10}"/>
                      </a:ext>
                    </a:extLst>
                  </p14:cNvPr>
                  <p14:cNvContentPartPr/>
                  <p14:nvPr/>
                </p14:nvContentPartPr>
                <p14:xfrm>
                  <a:off x="5700345" y="4973186"/>
                  <a:ext cx="9360" cy="23040"/>
                </p14:xfrm>
              </p:contentPart>
            </mc:Choice>
            <mc:Fallback xmlns="">
              <p:pic>
                <p:nvPicPr>
                  <p:cNvPr id="5139" name="Ink 5138">
                    <a:extLst>
                      <a:ext uri="{FF2B5EF4-FFF2-40B4-BE49-F238E27FC236}">
                        <a16:creationId xmlns:a16="http://schemas.microsoft.com/office/drawing/2014/main" id="{E135DFBB-4036-F8B9-AAC1-0C74827FEE10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672265" y="4938626"/>
                    <a:ext cx="65520" cy="921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6">
                <p14:nvContentPartPr>
                  <p14:cNvPr id="5140" name="Ink 5139">
                    <a:extLst>
                      <a:ext uri="{FF2B5EF4-FFF2-40B4-BE49-F238E27FC236}">
                        <a16:creationId xmlns:a16="http://schemas.microsoft.com/office/drawing/2014/main" id="{B1DF3571-A29D-A13D-3C69-58502F740F2E}"/>
                      </a:ext>
                    </a:extLst>
                  </p14:cNvPr>
                  <p14:cNvContentPartPr/>
                  <p14:nvPr/>
                </p14:nvContentPartPr>
                <p14:xfrm>
                  <a:off x="6200025" y="4609226"/>
                  <a:ext cx="149040" cy="194400"/>
                </p14:xfrm>
              </p:contentPart>
            </mc:Choice>
            <mc:Fallback xmlns="">
              <p:pic>
                <p:nvPicPr>
                  <p:cNvPr id="5140" name="Ink 5139">
                    <a:extLst>
                      <a:ext uri="{FF2B5EF4-FFF2-40B4-BE49-F238E27FC236}">
                        <a16:creationId xmlns:a16="http://schemas.microsoft.com/office/drawing/2014/main" id="{B1DF3571-A29D-A13D-3C69-58502F740F2E}"/>
                      </a:ext>
                    </a:extLst>
                  </p:cNvPr>
                  <p:cNvPicPr/>
                  <p:nvPr/>
                </p:nvPicPr>
                <p:blipFill>
                  <a:blip r:embed="rId995"/>
                  <a:stretch>
                    <a:fillRect/>
                  </a:stretch>
                </p:blipFill>
                <p:spPr>
                  <a:xfrm>
                    <a:off x="6164957" y="4571600"/>
                    <a:ext cx="219176" cy="2696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7">
                <p14:nvContentPartPr>
                  <p14:cNvPr id="5141" name="Ink 5140">
                    <a:extLst>
                      <a:ext uri="{FF2B5EF4-FFF2-40B4-BE49-F238E27FC236}">
                        <a16:creationId xmlns:a16="http://schemas.microsoft.com/office/drawing/2014/main" id="{40D466A3-EFB4-903F-A363-4B7FDAC8F673}"/>
                      </a:ext>
                    </a:extLst>
                  </p14:cNvPr>
                  <p14:cNvContentPartPr/>
                  <p14:nvPr/>
                </p14:nvContentPartPr>
                <p14:xfrm>
                  <a:off x="6180225" y="4812266"/>
                  <a:ext cx="15840" cy="30600"/>
                </p14:xfrm>
              </p:contentPart>
            </mc:Choice>
            <mc:Fallback xmlns="">
              <p:pic>
                <p:nvPicPr>
                  <p:cNvPr id="5141" name="Ink 5140">
                    <a:extLst>
                      <a:ext uri="{FF2B5EF4-FFF2-40B4-BE49-F238E27FC236}">
                        <a16:creationId xmlns:a16="http://schemas.microsoft.com/office/drawing/2014/main" id="{40D466A3-EFB4-903F-A363-4B7FDAC8F673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148545" y="4778884"/>
                    <a:ext cx="79200" cy="973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8">
                <p14:nvContentPartPr>
                  <p14:cNvPr id="5142" name="Ink 5141">
                    <a:extLst>
                      <a:ext uri="{FF2B5EF4-FFF2-40B4-BE49-F238E27FC236}">
                        <a16:creationId xmlns:a16="http://schemas.microsoft.com/office/drawing/2014/main" id="{983B9F11-4294-0BEF-631A-7BDC2392624D}"/>
                      </a:ext>
                    </a:extLst>
                  </p14:cNvPr>
                  <p14:cNvContentPartPr/>
                  <p14:nvPr/>
                </p14:nvContentPartPr>
                <p14:xfrm>
                  <a:off x="6076905" y="4944746"/>
                  <a:ext cx="15120" cy="20880"/>
                </p14:xfrm>
              </p:contentPart>
            </mc:Choice>
            <mc:Fallback xmlns="">
              <p:pic>
                <p:nvPicPr>
                  <p:cNvPr id="5142" name="Ink 5141">
                    <a:extLst>
                      <a:ext uri="{FF2B5EF4-FFF2-40B4-BE49-F238E27FC236}">
                        <a16:creationId xmlns:a16="http://schemas.microsoft.com/office/drawing/2014/main" id="{983B9F11-4294-0BEF-631A-7BDC2392624D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046665" y="4908952"/>
                    <a:ext cx="75600" cy="924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59">
                <p14:nvContentPartPr>
                  <p14:cNvPr id="5143" name="Ink 5142">
                    <a:extLst>
                      <a:ext uri="{FF2B5EF4-FFF2-40B4-BE49-F238E27FC236}">
                        <a16:creationId xmlns:a16="http://schemas.microsoft.com/office/drawing/2014/main" id="{E4B356A3-E4CA-9C1B-8CCB-C63D4BDAEBDC}"/>
                      </a:ext>
                    </a:extLst>
                  </p14:cNvPr>
                  <p14:cNvContentPartPr/>
                  <p14:nvPr/>
                </p14:nvContentPartPr>
                <p14:xfrm>
                  <a:off x="5958465" y="5034386"/>
                  <a:ext cx="55080" cy="86040"/>
                </p14:xfrm>
              </p:contentPart>
            </mc:Choice>
            <mc:Fallback xmlns="">
              <p:pic>
                <p:nvPicPr>
                  <p:cNvPr id="5143" name="Ink 5142">
                    <a:extLst>
                      <a:ext uri="{FF2B5EF4-FFF2-40B4-BE49-F238E27FC236}">
                        <a16:creationId xmlns:a16="http://schemas.microsoft.com/office/drawing/2014/main" id="{E4B356A3-E4CA-9C1B-8CCB-C63D4BDAEBDC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925417" y="4997512"/>
                    <a:ext cx="121176" cy="1597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0">
                <p14:nvContentPartPr>
                  <p14:cNvPr id="5144" name="Ink 5143">
                    <a:extLst>
                      <a:ext uri="{FF2B5EF4-FFF2-40B4-BE49-F238E27FC236}">
                        <a16:creationId xmlns:a16="http://schemas.microsoft.com/office/drawing/2014/main" id="{F4129B70-725C-6600-E72C-93EEFAF6331D}"/>
                      </a:ext>
                    </a:extLst>
                  </p14:cNvPr>
                  <p14:cNvContentPartPr/>
                  <p14:nvPr/>
                </p14:nvContentPartPr>
                <p14:xfrm>
                  <a:off x="6495225" y="4582226"/>
                  <a:ext cx="61560" cy="108000"/>
                </p14:xfrm>
              </p:contentPart>
            </mc:Choice>
            <mc:Fallback xmlns="">
              <p:pic>
                <p:nvPicPr>
                  <p:cNvPr id="5144" name="Ink 5143">
                    <a:extLst>
                      <a:ext uri="{FF2B5EF4-FFF2-40B4-BE49-F238E27FC236}">
                        <a16:creationId xmlns:a16="http://schemas.microsoft.com/office/drawing/2014/main" id="{F4129B70-725C-6600-E72C-93EEFAF6331D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6461647" y="4545197"/>
                    <a:ext cx="128716" cy="1820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1">
                <p14:nvContentPartPr>
                  <p14:cNvPr id="5145" name="Ink 5144">
                    <a:extLst>
                      <a:ext uri="{FF2B5EF4-FFF2-40B4-BE49-F238E27FC236}">
                        <a16:creationId xmlns:a16="http://schemas.microsoft.com/office/drawing/2014/main" id="{DBBF4D88-00D4-314B-C1BE-869771D8A690}"/>
                      </a:ext>
                    </a:extLst>
                  </p14:cNvPr>
                  <p14:cNvContentPartPr/>
                  <p14:nvPr/>
                </p14:nvContentPartPr>
                <p14:xfrm>
                  <a:off x="6395505" y="4831706"/>
                  <a:ext cx="22680" cy="40320"/>
                </p14:xfrm>
              </p:contentPart>
            </mc:Choice>
            <mc:Fallback xmlns="">
              <p:pic>
                <p:nvPicPr>
                  <p:cNvPr id="5145" name="Ink 5144">
                    <a:extLst>
                      <a:ext uri="{FF2B5EF4-FFF2-40B4-BE49-F238E27FC236}">
                        <a16:creationId xmlns:a16="http://schemas.microsoft.com/office/drawing/2014/main" id="{DBBF4D88-00D4-314B-C1BE-869771D8A690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65265" y="4797146"/>
                    <a:ext cx="83160" cy="109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2">
                <p14:nvContentPartPr>
                  <p14:cNvPr id="5146" name="Ink 5145">
                    <a:extLst>
                      <a:ext uri="{FF2B5EF4-FFF2-40B4-BE49-F238E27FC236}">
                        <a16:creationId xmlns:a16="http://schemas.microsoft.com/office/drawing/2014/main" id="{65400F66-1977-DF0B-672D-B41887C93255}"/>
                      </a:ext>
                    </a:extLst>
                  </p14:cNvPr>
                  <p14:cNvContentPartPr/>
                  <p14:nvPr/>
                </p14:nvContentPartPr>
                <p14:xfrm>
                  <a:off x="6336825" y="4977506"/>
                  <a:ext cx="5400" cy="9000"/>
                </p14:xfrm>
              </p:contentPart>
            </mc:Choice>
            <mc:Fallback xmlns="">
              <p:pic>
                <p:nvPicPr>
                  <p:cNvPr id="5146" name="Ink 5145">
                    <a:extLst>
                      <a:ext uri="{FF2B5EF4-FFF2-40B4-BE49-F238E27FC236}">
                        <a16:creationId xmlns:a16="http://schemas.microsoft.com/office/drawing/2014/main" id="{65400F66-1977-DF0B-672D-B41887C93255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15225" y="4950506"/>
                    <a:ext cx="48600" cy="630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3">
                <p14:nvContentPartPr>
                  <p14:cNvPr id="5147" name="Ink 5146">
                    <a:extLst>
                      <a:ext uri="{FF2B5EF4-FFF2-40B4-BE49-F238E27FC236}">
                        <a16:creationId xmlns:a16="http://schemas.microsoft.com/office/drawing/2014/main" id="{B3D85B2F-EF5F-1B63-335F-E54D154C0376}"/>
                      </a:ext>
                    </a:extLst>
                  </p14:cNvPr>
                  <p14:cNvContentPartPr/>
                  <p14:nvPr/>
                </p14:nvContentPartPr>
                <p14:xfrm>
                  <a:off x="6244665" y="5037626"/>
                  <a:ext cx="25920" cy="31320"/>
                </p14:xfrm>
              </p:contentPart>
            </mc:Choice>
            <mc:Fallback xmlns="">
              <p:pic>
                <p:nvPicPr>
                  <p:cNvPr id="5147" name="Ink 5146">
                    <a:extLst>
                      <a:ext uri="{FF2B5EF4-FFF2-40B4-BE49-F238E27FC236}">
                        <a16:creationId xmlns:a16="http://schemas.microsoft.com/office/drawing/2014/main" id="{B3D85B2F-EF5F-1B63-335F-E54D154C0376}"/>
                      </a:ext>
                    </a:extLst>
                  </p:cNvPr>
                  <p:cNvPicPr/>
                  <p:nvPr/>
                </p:nvPicPr>
                <p:blipFill>
                  <a:blip r:embed="rId955"/>
                  <a:stretch>
                    <a:fillRect/>
                  </a:stretch>
                </p:blipFill>
                <p:spPr>
                  <a:xfrm>
                    <a:off x="6213561" y="5003459"/>
                    <a:ext cx="88128" cy="996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4">
                <p14:nvContentPartPr>
                  <p14:cNvPr id="5148" name="Ink 5147">
                    <a:extLst>
                      <a:ext uri="{FF2B5EF4-FFF2-40B4-BE49-F238E27FC236}">
                        <a16:creationId xmlns:a16="http://schemas.microsoft.com/office/drawing/2014/main" id="{FED4092F-0829-9B5D-2952-2A7FEDD9E828}"/>
                      </a:ext>
                    </a:extLst>
                  </p14:cNvPr>
                  <p14:cNvContentPartPr/>
                  <p14:nvPr/>
                </p14:nvContentPartPr>
                <p14:xfrm>
                  <a:off x="5276985" y="4051226"/>
                  <a:ext cx="212760" cy="185040"/>
                </p14:xfrm>
              </p:contentPart>
            </mc:Choice>
            <mc:Fallback xmlns="">
              <p:pic>
                <p:nvPicPr>
                  <p:cNvPr id="5148" name="Ink 5147">
                    <a:extLst>
                      <a:ext uri="{FF2B5EF4-FFF2-40B4-BE49-F238E27FC236}">
                        <a16:creationId xmlns:a16="http://schemas.microsoft.com/office/drawing/2014/main" id="{FED4092F-0829-9B5D-2952-2A7FEDD9E828}"/>
                      </a:ext>
                    </a:extLst>
                  </p:cNvPr>
                  <p:cNvPicPr/>
                  <p:nvPr/>
                </p:nvPicPr>
                <p:blipFill>
                  <a:blip r:embed="rId1004"/>
                  <a:stretch>
                    <a:fillRect/>
                  </a:stretch>
                </p:blipFill>
                <p:spPr>
                  <a:xfrm>
                    <a:off x="5242011" y="4013591"/>
                    <a:ext cx="282708" cy="2603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5">
                <p14:nvContentPartPr>
                  <p14:cNvPr id="5149" name="Ink 5148">
                    <a:extLst>
                      <a:ext uri="{FF2B5EF4-FFF2-40B4-BE49-F238E27FC236}">
                        <a16:creationId xmlns:a16="http://schemas.microsoft.com/office/drawing/2014/main" id="{1924876F-B183-2BE7-60AD-64F0C7BF489E}"/>
                      </a:ext>
                    </a:extLst>
                  </p14:cNvPr>
                  <p14:cNvContentPartPr/>
                  <p14:nvPr/>
                </p14:nvContentPartPr>
                <p14:xfrm>
                  <a:off x="5364105" y="4115306"/>
                  <a:ext cx="202680" cy="165240"/>
                </p14:xfrm>
              </p:contentPart>
            </mc:Choice>
            <mc:Fallback xmlns="">
              <p:pic>
                <p:nvPicPr>
                  <p:cNvPr id="5149" name="Ink 5148">
                    <a:extLst>
                      <a:ext uri="{FF2B5EF4-FFF2-40B4-BE49-F238E27FC236}">
                        <a16:creationId xmlns:a16="http://schemas.microsoft.com/office/drawing/2014/main" id="{1924876F-B183-2BE7-60AD-64F0C7BF489E}"/>
                      </a:ext>
                    </a:extLst>
                  </p:cNvPr>
                  <p:cNvPicPr/>
                  <p:nvPr/>
                </p:nvPicPr>
                <p:blipFill>
                  <a:blip r:embed="rId1006"/>
                  <a:stretch>
                    <a:fillRect/>
                  </a:stretch>
                </p:blipFill>
                <p:spPr>
                  <a:xfrm>
                    <a:off x="5329360" y="4077893"/>
                    <a:ext cx="272170" cy="24006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6">
                <p14:nvContentPartPr>
                  <p14:cNvPr id="5150" name="Ink 5149">
                    <a:extLst>
                      <a:ext uri="{FF2B5EF4-FFF2-40B4-BE49-F238E27FC236}">
                        <a16:creationId xmlns:a16="http://schemas.microsoft.com/office/drawing/2014/main" id="{98606F4B-40A0-4AFD-F8CE-3E72E93675B4}"/>
                      </a:ext>
                    </a:extLst>
                  </p14:cNvPr>
                  <p14:cNvContentPartPr/>
                  <p14:nvPr/>
                </p14:nvContentPartPr>
                <p14:xfrm>
                  <a:off x="5516025" y="4152746"/>
                  <a:ext cx="180360" cy="168840"/>
                </p14:xfrm>
              </p:contentPart>
            </mc:Choice>
            <mc:Fallback xmlns="">
              <p:pic>
                <p:nvPicPr>
                  <p:cNvPr id="5150" name="Ink 5149">
                    <a:extLst>
                      <a:ext uri="{FF2B5EF4-FFF2-40B4-BE49-F238E27FC236}">
                        <a16:creationId xmlns:a16="http://schemas.microsoft.com/office/drawing/2014/main" id="{98606F4B-40A0-4AFD-F8CE-3E72E93675B4}"/>
                      </a:ext>
                    </a:extLst>
                  </p:cNvPr>
                  <p:cNvPicPr/>
                  <p:nvPr/>
                </p:nvPicPr>
                <p:blipFill>
                  <a:blip r:embed="rId1008"/>
                  <a:stretch>
                    <a:fillRect/>
                  </a:stretch>
                </p:blipFill>
                <p:spPr>
                  <a:xfrm>
                    <a:off x="5481117" y="4115226"/>
                    <a:ext cx="250177" cy="2438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7">
                <p14:nvContentPartPr>
                  <p14:cNvPr id="5151" name="Ink 5150">
                    <a:extLst>
                      <a:ext uri="{FF2B5EF4-FFF2-40B4-BE49-F238E27FC236}">
                        <a16:creationId xmlns:a16="http://schemas.microsoft.com/office/drawing/2014/main" id="{AE3D3F27-4E68-6DC9-81FE-6BD7C44F7F78}"/>
                      </a:ext>
                    </a:extLst>
                  </p14:cNvPr>
                  <p14:cNvContentPartPr/>
                  <p14:nvPr/>
                </p14:nvContentPartPr>
                <p14:xfrm>
                  <a:off x="5672625" y="4161386"/>
                  <a:ext cx="205560" cy="205920"/>
                </p14:xfrm>
              </p:contentPart>
            </mc:Choice>
            <mc:Fallback xmlns="">
              <p:pic>
                <p:nvPicPr>
                  <p:cNvPr id="5151" name="Ink 5150">
                    <a:extLst>
                      <a:ext uri="{FF2B5EF4-FFF2-40B4-BE49-F238E27FC236}">
                        <a16:creationId xmlns:a16="http://schemas.microsoft.com/office/drawing/2014/main" id="{AE3D3F27-4E68-6DC9-81FE-6BD7C44F7F78}"/>
                      </a:ext>
                    </a:extLst>
                  </p:cNvPr>
                  <p:cNvPicPr/>
                  <p:nvPr/>
                </p:nvPicPr>
                <p:blipFill>
                  <a:blip r:embed="rId1010"/>
                  <a:stretch>
                    <a:fillRect/>
                  </a:stretch>
                </p:blipFill>
                <p:spPr>
                  <a:xfrm>
                    <a:off x="5637882" y="4123946"/>
                    <a:ext cx="275045" cy="280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8">
                <p14:nvContentPartPr>
                  <p14:cNvPr id="5152" name="Ink 5151">
                    <a:extLst>
                      <a:ext uri="{FF2B5EF4-FFF2-40B4-BE49-F238E27FC236}">
                        <a16:creationId xmlns:a16="http://schemas.microsoft.com/office/drawing/2014/main" id="{2C1CD8EA-B0DE-D457-211C-4014B833076D}"/>
                      </a:ext>
                    </a:extLst>
                  </p14:cNvPr>
                  <p14:cNvContentPartPr/>
                  <p14:nvPr/>
                </p14:nvContentPartPr>
                <p14:xfrm>
                  <a:off x="5811585" y="4196306"/>
                  <a:ext cx="182520" cy="221400"/>
                </p14:xfrm>
              </p:contentPart>
            </mc:Choice>
            <mc:Fallback xmlns="">
              <p:pic>
                <p:nvPicPr>
                  <p:cNvPr id="5152" name="Ink 5151">
                    <a:extLst>
                      <a:ext uri="{FF2B5EF4-FFF2-40B4-BE49-F238E27FC236}">
                        <a16:creationId xmlns:a16="http://schemas.microsoft.com/office/drawing/2014/main" id="{2C1CD8EA-B0DE-D457-211C-4014B833076D}"/>
                      </a:ext>
                    </a:extLst>
                  </p:cNvPr>
                  <p:cNvPicPr/>
                  <p:nvPr/>
                </p:nvPicPr>
                <p:blipFill>
                  <a:blip r:embed="rId1012"/>
                  <a:stretch>
                    <a:fillRect/>
                  </a:stretch>
                </p:blipFill>
                <p:spPr>
                  <a:xfrm>
                    <a:off x="5776819" y="4158886"/>
                    <a:ext cx="252051" cy="29623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69">
                <p14:nvContentPartPr>
                  <p14:cNvPr id="5153" name="Ink 5152">
                    <a:extLst>
                      <a:ext uri="{FF2B5EF4-FFF2-40B4-BE49-F238E27FC236}">
                        <a16:creationId xmlns:a16="http://schemas.microsoft.com/office/drawing/2014/main" id="{3AADFFC6-B9DF-B1E7-5E64-5C98EAB378EF}"/>
                      </a:ext>
                    </a:extLst>
                  </p14:cNvPr>
                  <p14:cNvContentPartPr/>
                  <p14:nvPr/>
                </p14:nvContentPartPr>
                <p14:xfrm>
                  <a:off x="6022185" y="4235546"/>
                  <a:ext cx="117000" cy="229680"/>
                </p14:xfrm>
              </p:contentPart>
            </mc:Choice>
            <mc:Fallback xmlns="">
              <p:pic>
                <p:nvPicPr>
                  <p:cNvPr id="5153" name="Ink 5152">
                    <a:extLst>
                      <a:ext uri="{FF2B5EF4-FFF2-40B4-BE49-F238E27FC236}">
                        <a16:creationId xmlns:a16="http://schemas.microsoft.com/office/drawing/2014/main" id="{3AADFFC6-B9DF-B1E7-5E64-5C98EAB378EF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5987941" y="4197790"/>
                    <a:ext cx="185488" cy="30519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0">
                <p14:nvContentPartPr>
                  <p14:cNvPr id="5154" name="Ink 5153">
                    <a:extLst>
                      <a:ext uri="{FF2B5EF4-FFF2-40B4-BE49-F238E27FC236}">
                        <a16:creationId xmlns:a16="http://schemas.microsoft.com/office/drawing/2014/main" id="{8631F7DC-6A90-A4AB-821A-A8782E8281E5}"/>
                      </a:ext>
                    </a:extLst>
                  </p14:cNvPr>
                  <p14:cNvContentPartPr/>
                  <p14:nvPr/>
                </p14:nvContentPartPr>
                <p14:xfrm>
                  <a:off x="6196065" y="4250666"/>
                  <a:ext cx="126000" cy="207360"/>
                </p14:xfrm>
              </p:contentPart>
            </mc:Choice>
            <mc:Fallback xmlns="">
              <p:pic>
                <p:nvPicPr>
                  <p:cNvPr id="5154" name="Ink 5153">
                    <a:extLst>
                      <a:ext uri="{FF2B5EF4-FFF2-40B4-BE49-F238E27FC236}">
                        <a16:creationId xmlns:a16="http://schemas.microsoft.com/office/drawing/2014/main" id="{8631F7DC-6A90-A4AB-821A-A8782E8281E5}"/>
                      </a:ext>
                    </a:extLst>
                  </p:cNvPr>
                  <p:cNvPicPr/>
                  <p:nvPr/>
                </p:nvPicPr>
                <p:blipFill>
                  <a:blip r:embed="rId1014"/>
                  <a:stretch>
                    <a:fillRect/>
                  </a:stretch>
                </p:blipFill>
                <p:spPr>
                  <a:xfrm>
                    <a:off x="6161701" y="4212964"/>
                    <a:ext cx="194727" cy="2827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1">
                <p14:nvContentPartPr>
                  <p14:cNvPr id="5155" name="Ink 5154">
                    <a:extLst>
                      <a:ext uri="{FF2B5EF4-FFF2-40B4-BE49-F238E27FC236}">
                        <a16:creationId xmlns:a16="http://schemas.microsoft.com/office/drawing/2014/main" id="{28F34B74-2350-C1D1-5CB7-88CBBE439723}"/>
                      </a:ext>
                    </a:extLst>
                  </p14:cNvPr>
                  <p14:cNvContentPartPr/>
                  <p14:nvPr/>
                </p14:nvContentPartPr>
                <p14:xfrm>
                  <a:off x="6376785" y="4231946"/>
                  <a:ext cx="65880" cy="183240"/>
                </p14:xfrm>
              </p:contentPart>
            </mc:Choice>
            <mc:Fallback xmlns="">
              <p:pic>
                <p:nvPicPr>
                  <p:cNvPr id="5155" name="Ink 5154">
                    <a:extLst>
                      <a:ext uri="{FF2B5EF4-FFF2-40B4-BE49-F238E27FC236}">
                        <a16:creationId xmlns:a16="http://schemas.microsoft.com/office/drawing/2014/main" id="{28F34B74-2350-C1D1-5CB7-88CBBE439723}"/>
                      </a:ext>
                    </a:extLst>
                  </p:cNvPr>
                  <p:cNvPicPr/>
                  <p:nvPr/>
                </p:nvPicPr>
                <p:blipFill>
                  <a:blip r:embed="rId1017"/>
                  <a:stretch>
                    <a:fillRect/>
                  </a:stretch>
                </p:blipFill>
                <p:spPr>
                  <a:xfrm>
                    <a:off x="6342413" y="4194677"/>
                    <a:ext cx="134624" cy="257778"/>
                  </a:xfrm>
                  <a:prstGeom prst="rect">
                    <a:avLst/>
                  </a:prstGeom>
                </p:spPr>
              </p:pic>
            </mc:Fallback>
          </mc:AlternateContent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1272">
              <p14:nvContentPartPr>
                <p14:cNvPr id="5086" name="Ink 5085">
                  <a:extLst>
                    <a:ext uri="{FF2B5EF4-FFF2-40B4-BE49-F238E27FC236}">
                      <a16:creationId xmlns:a16="http://schemas.microsoft.com/office/drawing/2014/main" id="{C4E526FD-4D21-712B-9C7B-0290926BD4D7}"/>
                    </a:ext>
                  </a:extLst>
                </p14:cNvPr>
                <p14:cNvContentPartPr/>
                <p14:nvPr/>
              </p14:nvContentPartPr>
              <p14:xfrm>
                <a:off x="9022348" y="3486121"/>
                <a:ext cx="589680" cy="189720"/>
              </p14:xfrm>
            </p:contentPart>
          </mc:Choice>
          <mc:Fallback xmlns="">
            <p:pic>
              <p:nvPicPr>
                <p:cNvPr id="5086" name="Ink 5085">
                  <a:extLst>
                    <a:ext uri="{FF2B5EF4-FFF2-40B4-BE49-F238E27FC236}">
                      <a16:creationId xmlns:a16="http://schemas.microsoft.com/office/drawing/2014/main" id="{C4E526FD-4D21-712B-9C7B-0290926BD4D7}"/>
                    </a:ext>
                  </a:extLst>
                </p:cNvPr>
                <p:cNvPicPr/>
                <p:nvPr/>
              </p:nvPicPr>
              <p:blipFill>
                <a:blip r:embed="rId1019"/>
                <a:stretch>
                  <a:fillRect/>
                </a:stretch>
              </p:blipFill>
              <p:spPr>
                <a:xfrm>
                  <a:off x="8987143" y="3448799"/>
                  <a:ext cx="660090" cy="264364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5087" name="Freeform 5086">
              <a:extLst>
                <a:ext uri="{FF2B5EF4-FFF2-40B4-BE49-F238E27FC236}">
                  <a16:creationId xmlns:a16="http://schemas.microsoft.com/office/drawing/2014/main" id="{C550F26D-2E67-8E48-F1C8-FB9C428620B9}"/>
                </a:ext>
              </a:extLst>
            </p:cNvPr>
            <p:cNvSpPr/>
            <p:nvPr/>
          </p:nvSpPr>
          <p:spPr>
            <a:xfrm>
              <a:off x="9165567" y="3318142"/>
              <a:ext cx="438615" cy="193288"/>
            </a:xfrm>
            <a:custGeom>
              <a:avLst/>
              <a:gdLst>
                <a:gd name="connsiteX0" fmla="*/ 0 w 438615"/>
                <a:gd name="connsiteY0" fmla="*/ 111512 h 193288"/>
                <a:gd name="connsiteX1" fmla="*/ 163551 w 438615"/>
                <a:gd name="connsiteY1" fmla="*/ 118946 h 193288"/>
                <a:gd name="connsiteX2" fmla="*/ 438615 w 438615"/>
                <a:gd name="connsiteY2" fmla="*/ 193288 h 193288"/>
                <a:gd name="connsiteX3" fmla="*/ 423746 w 438615"/>
                <a:gd name="connsiteY3" fmla="*/ 81775 h 193288"/>
                <a:gd name="connsiteX4" fmla="*/ 349405 w 438615"/>
                <a:gd name="connsiteY4" fmla="*/ 14868 h 193288"/>
                <a:gd name="connsiteX5" fmla="*/ 230458 w 438615"/>
                <a:gd name="connsiteY5" fmla="*/ 0 h 193288"/>
                <a:gd name="connsiteX6" fmla="*/ 156117 w 438615"/>
                <a:gd name="connsiteY6" fmla="*/ 22302 h 193288"/>
                <a:gd name="connsiteX7" fmla="*/ 96644 w 438615"/>
                <a:gd name="connsiteY7" fmla="*/ 66907 h 193288"/>
                <a:gd name="connsiteX8" fmla="*/ 0 w 438615"/>
                <a:gd name="connsiteY8" fmla="*/ 111512 h 19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15" h="193288">
                  <a:moveTo>
                    <a:pt x="0" y="111512"/>
                  </a:moveTo>
                  <a:lnTo>
                    <a:pt x="163551" y="118946"/>
                  </a:lnTo>
                  <a:lnTo>
                    <a:pt x="438615" y="193288"/>
                  </a:lnTo>
                  <a:lnTo>
                    <a:pt x="423746" y="81775"/>
                  </a:lnTo>
                  <a:lnTo>
                    <a:pt x="349405" y="14868"/>
                  </a:lnTo>
                  <a:lnTo>
                    <a:pt x="230458" y="0"/>
                  </a:lnTo>
                  <a:lnTo>
                    <a:pt x="156117" y="22302"/>
                  </a:lnTo>
                  <a:lnTo>
                    <a:pt x="96644" y="66907"/>
                  </a:lnTo>
                  <a:lnTo>
                    <a:pt x="0" y="1115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73">
              <p14:nvContentPartPr>
                <p14:cNvPr id="5088" name="Ink 5087">
                  <a:extLst>
                    <a:ext uri="{FF2B5EF4-FFF2-40B4-BE49-F238E27FC236}">
                      <a16:creationId xmlns:a16="http://schemas.microsoft.com/office/drawing/2014/main" id="{234BC0A5-C58B-4869-DCD0-10E3F3013908}"/>
                    </a:ext>
                  </a:extLst>
                </p14:cNvPr>
                <p14:cNvContentPartPr/>
                <p14:nvPr/>
              </p14:nvContentPartPr>
              <p14:xfrm>
                <a:off x="8711308" y="3656041"/>
                <a:ext cx="1109520" cy="206280"/>
              </p14:xfrm>
            </p:contentPart>
          </mc:Choice>
          <mc:Fallback xmlns="">
            <p:pic>
              <p:nvPicPr>
                <p:cNvPr id="5088" name="Ink 5087">
                  <a:extLst>
                    <a:ext uri="{FF2B5EF4-FFF2-40B4-BE49-F238E27FC236}">
                      <a16:creationId xmlns:a16="http://schemas.microsoft.com/office/drawing/2014/main" id="{234BC0A5-C58B-4869-DCD0-10E3F3013908}"/>
                    </a:ext>
                  </a:extLst>
                </p:cNvPr>
                <p:cNvPicPr/>
                <p:nvPr/>
              </p:nvPicPr>
              <p:blipFill>
                <a:blip r:embed="rId1021"/>
                <a:stretch>
                  <a:fillRect/>
                </a:stretch>
              </p:blipFill>
              <p:spPr>
                <a:xfrm>
                  <a:off x="8676085" y="3618536"/>
                  <a:ext cx="1179966" cy="2812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4">
              <p14:nvContentPartPr>
                <p14:cNvPr id="5089" name="Ink 5088">
                  <a:extLst>
                    <a:ext uri="{FF2B5EF4-FFF2-40B4-BE49-F238E27FC236}">
                      <a16:creationId xmlns:a16="http://schemas.microsoft.com/office/drawing/2014/main" id="{5FC80C13-B58E-2463-FCD4-E7797D600DD4}"/>
                    </a:ext>
                  </a:extLst>
                </p14:cNvPr>
                <p14:cNvContentPartPr/>
                <p14:nvPr/>
              </p14:nvContentPartPr>
              <p14:xfrm>
                <a:off x="9121348" y="3428521"/>
                <a:ext cx="492120" cy="99720"/>
              </p14:xfrm>
            </p:contentPart>
          </mc:Choice>
          <mc:Fallback xmlns="">
            <p:pic>
              <p:nvPicPr>
                <p:cNvPr id="5089" name="Ink 5088">
                  <a:extLst>
                    <a:ext uri="{FF2B5EF4-FFF2-40B4-BE49-F238E27FC236}">
                      <a16:creationId xmlns:a16="http://schemas.microsoft.com/office/drawing/2014/main" id="{5FC80C13-B58E-2463-FCD4-E7797D600DD4}"/>
                    </a:ext>
                  </a:extLst>
                </p:cNvPr>
                <p:cNvPicPr/>
                <p:nvPr/>
              </p:nvPicPr>
              <p:blipFill>
                <a:blip r:embed="rId1023"/>
                <a:stretch>
                  <a:fillRect/>
                </a:stretch>
              </p:blipFill>
              <p:spPr>
                <a:xfrm>
                  <a:off x="9086197" y="3391126"/>
                  <a:ext cx="562423" cy="174510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5090" name="Group 5089">
              <a:extLst>
                <a:ext uri="{FF2B5EF4-FFF2-40B4-BE49-F238E27FC236}">
                  <a16:creationId xmlns:a16="http://schemas.microsoft.com/office/drawing/2014/main" id="{7D9BE413-CD48-65EE-76BA-70DAF9506DAE}"/>
                </a:ext>
              </a:extLst>
            </p:cNvPr>
            <p:cNvGrpSpPr/>
            <p:nvPr/>
          </p:nvGrpSpPr>
          <p:grpSpPr>
            <a:xfrm>
              <a:off x="8165188" y="4017481"/>
              <a:ext cx="1711080" cy="846720"/>
              <a:chOff x="4887465" y="4297466"/>
              <a:chExt cx="1711080" cy="8467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275">
                <p14:nvContentPartPr>
                  <p14:cNvPr id="5099" name="Ink 5098">
                    <a:extLst>
                      <a:ext uri="{FF2B5EF4-FFF2-40B4-BE49-F238E27FC236}">
                        <a16:creationId xmlns:a16="http://schemas.microsoft.com/office/drawing/2014/main" id="{E56A0F1E-C524-2E62-D866-E6C529A78F34}"/>
                      </a:ext>
                    </a:extLst>
                  </p14:cNvPr>
                  <p14:cNvContentPartPr/>
                  <p14:nvPr/>
                </p14:nvContentPartPr>
                <p14:xfrm>
                  <a:off x="6330705" y="4458746"/>
                  <a:ext cx="29160" cy="65520"/>
                </p14:xfrm>
              </p:contentPart>
            </mc:Choice>
            <mc:Fallback xmlns="">
              <p:pic>
                <p:nvPicPr>
                  <p:cNvPr id="5099" name="Ink 5098">
                    <a:extLst>
                      <a:ext uri="{FF2B5EF4-FFF2-40B4-BE49-F238E27FC236}">
                        <a16:creationId xmlns:a16="http://schemas.microsoft.com/office/drawing/2014/main" id="{E56A0F1E-C524-2E62-D866-E6C529A78F34}"/>
                      </a:ext>
                    </a:extLst>
                  </p:cNvPr>
                  <p:cNvPicPr/>
                  <p:nvPr/>
                </p:nvPicPr>
                <p:blipFill>
                  <a:blip r:embed="rId1025"/>
                  <a:stretch>
                    <a:fillRect/>
                  </a:stretch>
                </p:blipFill>
                <p:spPr>
                  <a:xfrm>
                    <a:off x="6298894" y="4423008"/>
                    <a:ext cx="92782" cy="1369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6">
                <p14:nvContentPartPr>
                  <p14:cNvPr id="5100" name="Ink 5099">
                    <a:extLst>
                      <a:ext uri="{FF2B5EF4-FFF2-40B4-BE49-F238E27FC236}">
                        <a16:creationId xmlns:a16="http://schemas.microsoft.com/office/drawing/2014/main" id="{B39689AF-1AA4-84C5-08FE-61FD5FB4A856}"/>
                      </a:ext>
                    </a:extLst>
                  </p14:cNvPr>
                  <p14:cNvContentPartPr/>
                  <p14:nvPr/>
                </p14:nvContentPartPr>
                <p14:xfrm>
                  <a:off x="6072225" y="4495106"/>
                  <a:ext cx="33120" cy="74160"/>
                </p14:xfrm>
              </p:contentPart>
            </mc:Choice>
            <mc:Fallback xmlns="">
              <p:pic>
                <p:nvPicPr>
                  <p:cNvPr id="5100" name="Ink 5099">
                    <a:extLst>
                      <a:ext uri="{FF2B5EF4-FFF2-40B4-BE49-F238E27FC236}">
                        <a16:creationId xmlns:a16="http://schemas.microsoft.com/office/drawing/2014/main" id="{B39689AF-1AA4-84C5-08FE-61FD5FB4A856}"/>
                      </a:ext>
                    </a:extLst>
                  </p:cNvPr>
                  <p:cNvPicPr/>
                  <p:nvPr/>
                </p:nvPicPr>
                <p:blipFill>
                  <a:blip r:embed="rId1027"/>
                  <a:stretch>
                    <a:fillRect/>
                  </a:stretch>
                </p:blipFill>
                <p:spPr>
                  <a:xfrm>
                    <a:off x="6039105" y="4458026"/>
                    <a:ext cx="99360" cy="1483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7">
                <p14:nvContentPartPr>
                  <p14:cNvPr id="5101" name="Ink 5100">
                    <a:extLst>
                      <a:ext uri="{FF2B5EF4-FFF2-40B4-BE49-F238E27FC236}">
                        <a16:creationId xmlns:a16="http://schemas.microsoft.com/office/drawing/2014/main" id="{4913642F-A627-A4C0-84A2-E873A29BE02E}"/>
                      </a:ext>
                    </a:extLst>
                  </p14:cNvPr>
                  <p14:cNvContentPartPr/>
                  <p14:nvPr/>
                </p14:nvContentPartPr>
                <p14:xfrm>
                  <a:off x="5708265" y="4477466"/>
                  <a:ext cx="93960" cy="60120"/>
                </p14:xfrm>
              </p:contentPart>
            </mc:Choice>
            <mc:Fallback xmlns="">
              <p:pic>
                <p:nvPicPr>
                  <p:cNvPr id="5101" name="Ink 5100">
                    <a:extLst>
                      <a:ext uri="{FF2B5EF4-FFF2-40B4-BE49-F238E27FC236}">
                        <a16:creationId xmlns:a16="http://schemas.microsoft.com/office/drawing/2014/main" id="{4913642F-A627-A4C0-84A2-E873A29BE02E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674098" y="4441394"/>
                    <a:ext cx="162295" cy="13226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8">
                <p14:nvContentPartPr>
                  <p14:cNvPr id="5102" name="Ink 5101">
                    <a:extLst>
                      <a:ext uri="{FF2B5EF4-FFF2-40B4-BE49-F238E27FC236}">
                        <a16:creationId xmlns:a16="http://schemas.microsoft.com/office/drawing/2014/main" id="{2FBD37A9-817A-DC41-0ACB-5177AAC16CF7}"/>
                      </a:ext>
                    </a:extLst>
                  </p14:cNvPr>
                  <p14:cNvContentPartPr/>
                  <p14:nvPr/>
                </p14:nvContentPartPr>
                <p14:xfrm>
                  <a:off x="5422785" y="4382426"/>
                  <a:ext cx="93960" cy="64080"/>
                </p14:xfrm>
              </p:contentPart>
            </mc:Choice>
            <mc:Fallback xmlns="">
              <p:pic>
                <p:nvPicPr>
                  <p:cNvPr id="5102" name="Ink 5101">
                    <a:extLst>
                      <a:ext uri="{FF2B5EF4-FFF2-40B4-BE49-F238E27FC236}">
                        <a16:creationId xmlns:a16="http://schemas.microsoft.com/office/drawing/2014/main" id="{2FBD37A9-817A-DC41-0ACB-5177AAC16CF7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388618" y="4345809"/>
                    <a:ext cx="162295" cy="1373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79">
                <p14:nvContentPartPr>
                  <p14:cNvPr id="5103" name="Ink 5102">
                    <a:extLst>
                      <a:ext uri="{FF2B5EF4-FFF2-40B4-BE49-F238E27FC236}">
                        <a16:creationId xmlns:a16="http://schemas.microsoft.com/office/drawing/2014/main" id="{7910AC2A-201B-FE88-0F29-7BECDAB53EDD}"/>
                      </a:ext>
                    </a:extLst>
                  </p14:cNvPr>
                  <p14:cNvContentPartPr/>
                  <p14:nvPr/>
                </p14:nvContentPartPr>
                <p14:xfrm>
                  <a:off x="5157825" y="4297466"/>
                  <a:ext cx="68040" cy="55440"/>
                </p14:xfrm>
              </p:contentPart>
            </mc:Choice>
            <mc:Fallback xmlns="">
              <p:pic>
                <p:nvPicPr>
                  <p:cNvPr id="5103" name="Ink 5102">
                    <a:extLst>
                      <a:ext uri="{FF2B5EF4-FFF2-40B4-BE49-F238E27FC236}">
                        <a16:creationId xmlns:a16="http://schemas.microsoft.com/office/drawing/2014/main" id="{7910AC2A-201B-FE88-0F29-7BECDAB53EDD}"/>
                      </a:ext>
                    </a:extLst>
                  </p:cNvPr>
                  <p:cNvPicPr/>
                  <p:nvPr/>
                </p:nvPicPr>
                <p:blipFill>
                  <a:blip r:embed="rId1032"/>
                  <a:stretch>
                    <a:fillRect/>
                  </a:stretch>
                </p:blipFill>
                <p:spPr>
                  <a:xfrm>
                    <a:off x="5123805" y="4260506"/>
                    <a:ext cx="136080" cy="1293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0">
                <p14:nvContentPartPr>
                  <p14:cNvPr id="5104" name="Ink 5103">
                    <a:extLst>
                      <a:ext uri="{FF2B5EF4-FFF2-40B4-BE49-F238E27FC236}">
                        <a16:creationId xmlns:a16="http://schemas.microsoft.com/office/drawing/2014/main" id="{8C5204FB-C009-CB9B-2146-526EFD5E596B}"/>
                      </a:ext>
                    </a:extLst>
                  </p14:cNvPr>
                  <p14:cNvContentPartPr/>
                  <p14:nvPr/>
                </p14:nvContentPartPr>
                <p14:xfrm>
                  <a:off x="4887465" y="4472786"/>
                  <a:ext cx="260640" cy="249840"/>
                </p14:xfrm>
              </p:contentPart>
            </mc:Choice>
            <mc:Fallback xmlns="">
              <p:pic>
                <p:nvPicPr>
                  <p:cNvPr id="5104" name="Ink 5103">
                    <a:extLst>
                      <a:ext uri="{FF2B5EF4-FFF2-40B4-BE49-F238E27FC236}">
                        <a16:creationId xmlns:a16="http://schemas.microsoft.com/office/drawing/2014/main" id="{8C5204FB-C009-CB9B-2146-526EFD5E596B}"/>
                      </a:ext>
                    </a:extLst>
                  </p:cNvPr>
                  <p:cNvPicPr/>
                  <p:nvPr/>
                </p:nvPicPr>
                <p:blipFill>
                  <a:blip r:embed="rId1034"/>
                  <a:stretch>
                    <a:fillRect/>
                  </a:stretch>
                </p:blipFill>
                <p:spPr>
                  <a:xfrm>
                    <a:off x="4852323" y="4435310"/>
                    <a:ext cx="330925" cy="32479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1">
                <p14:nvContentPartPr>
                  <p14:cNvPr id="5105" name="Ink 5104">
                    <a:extLst>
                      <a:ext uri="{FF2B5EF4-FFF2-40B4-BE49-F238E27FC236}">
                        <a16:creationId xmlns:a16="http://schemas.microsoft.com/office/drawing/2014/main" id="{E10BE994-7776-BE33-0E51-0D92D07A5BE1}"/>
                      </a:ext>
                    </a:extLst>
                  </p14:cNvPr>
                  <p14:cNvContentPartPr/>
                  <p14:nvPr/>
                </p14:nvContentPartPr>
                <p14:xfrm>
                  <a:off x="4961625" y="4596266"/>
                  <a:ext cx="471240" cy="237240"/>
                </p14:xfrm>
              </p:contentPart>
            </mc:Choice>
            <mc:Fallback xmlns="">
              <p:pic>
                <p:nvPicPr>
                  <p:cNvPr id="5105" name="Ink 5104">
                    <a:extLst>
                      <a:ext uri="{FF2B5EF4-FFF2-40B4-BE49-F238E27FC236}">
                        <a16:creationId xmlns:a16="http://schemas.microsoft.com/office/drawing/2014/main" id="{E10BE994-7776-BE33-0E51-0D92D07A5BE1}"/>
                      </a:ext>
                    </a:extLst>
                  </p:cNvPr>
                  <p:cNvPicPr/>
                  <p:nvPr/>
                </p:nvPicPr>
                <p:blipFill>
                  <a:blip r:embed="rId1036"/>
                  <a:stretch>
                    <a:fillRect/>
                  </a:stretch>
                </p:blipFill>
                <p:spPr>
                  <a:xfrm>
                    <a:off x="4926502" y="4558807"/>
                    <a:ext cx="541487" cy="3121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2">
                <p14:nvContentPartPr>
                  <p14:cNvPr id="5106" name="Ink 5105">
                    <a:extLst>
                      <a:ext uri="{FF2B5EF4-FFF2-40B4-BE49-F238E27FC236}">
                        <a16:creationId xmlns:a16="http://schemas.microsoft.com/office/drawing/2014/main" id="{789B236C-00D6-42ED-C5DC-627AFEB06617}"/>
                      </a:ext>
                    </a:extLst>
                  </p14:cNvPr>
                  <p14:cNvContentPartPr/>
                  <p14:nvPr/>
                </p14:nvContentPartPr>
                <p14:xfrm>
                  <a:off x="5293905" y="4627946"/>
                  <a:ext cx="369720" cy="278640"/>
                </p14:xfrm>
              </p:contentPart>
            </mc:Choice>
            <mc:Fallback xmlns="">
              <p:pic>
                <p:nvPicPr>
                  <p:cNvPr id="5106" name="Ink 5105">
                    <a:extLst>
                      <a:ext uri="{FF2B5EF4-FFF2-40B4-BE49-F238E27FC236}">
                        <a16:creationId xmlns:a16="http://schemas.microsoft.com/office/drawing/2014/main" id="{789B236C-00D6-42ED-C5DC-627AFEB06617}"/>
                      </a:ext>
                    </a:extLst>
                  </p:cNvPr>
                  <p:cNvPicPr/>
                  <p:nvPr/>
                </p:nvPicPr>
                <p:blipFill>
                  <a:blip r:embed="rId1038"/>
                  <a:stretch>
                    <a:fillRect/>
                  </a:stretch>
                </p:blipFill>
                <p:spPr>
                  <a:xfrm>
                    <a:off x="5258694" y="4590377"/>
                    <a:ext cx="440143" cy="35377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3">
                <p14:nvContentPartPr>
                  <p14:cNvPr id="5107" name="Ink 5106">
                    <a:extLst>
                      <a:ext uri="{FF2B5EF4-FFF2-40B4-BE49-F238E27FC236}">
                        <a16:creationId xmlns:a16="http://schemas.microsoft.com/office/drawing/2014/main" id="{A8C1B3D6-4AB9-698C-67A7-95BEF7B83BA3}"/>
                      </a:ext>
                    </a:extLst>
                  </p14:cNvPr>
                  <p14:cNvContentPartPr/>
                  <p14:nvPr/>
                </p14:nvContentPartPr>
                <p14:xfrm>
                  <a:off x="5582625" y="4640906"/>
                  <a:ext cx="240840" cy="320760"/>
                </p14:xfrm>
              </p:contentPart>
            </mc:Choice>
            <mc:Fallback xmlns="">
              <p:pic>
                <p:nvPicPr>
                  <p:cNvPr id="5107" name="Ink 5106">
                    <a:extLst>
                      <a:ext uri="{FF2B5EF4-FFF2-40B4-BE49-F238E27FC236}">
                        <a16:creationId xmlns:a16="http://schemas.microsoft.com/office/drawing/2014/main" id="{A8C1B3D6-4AB9-698C-67A7-95BEF7B83BA3}"/>
                      </a:ext>
                    </a:extLst>
                  </p:cNvPr>
                  <p:cNvPicPr/>
                  <p:nvPr/>
                </p:nvPicPr>
                <p:blipFill>
                  <a:blip r:embed="rId1040"/>
                  <a:stretch>
                    <a:fillRect/>
                  </a:stretch>
                </p:blipFill>
                <p:spPr>
                  <a:xfrm>
                    <a:off x="5547805" y="4603170"/>
                    <a:ext cx="310480" cy="39623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4">
                <p14:nvContentPartPr>
                  <p14:cNvPr id="5108" name="Ink 5107">
                    <a:extLst>
                      <a:ext uri="{FF2B5EF4-FFF2-40B4-BE49-F238E27FC236}">
                        <a16:creationId xmlns:a16="http://schemas.microsoft.com/office/drawing/2014/main" id="{4C9D2FBA-C1EB-387C-3ED7-F896DF5D5196}"/>
                      </a:ext>
                    </a:extLst>
                  </p14:cNvPr>
                  <p14:cNvContentPartPr/>
                  <p14:nvPr/>
                </p14:nvContentPartPr>
                <p14:xfrm>
                  <a:off x="5799345" y="4688426"/>
                  <a:ext cx="301680" cy="399960"/>
                </p14:xfrm>
              </p:contentPart>
            </mc:Choice>
            <mc:Fallback xmlns="">
              <p:pic>
                <p:nvPicPr>
                  <p:cNvPr id="5108" name="Ink 5107">
                    <a:extLst>
                      <a:ext uri="{FF2B5EF4-FFF2-40B4-BE49-F238E27FC236}">
                        <a16:creationId xmlns:a16="http://schemas.microsoft.com/office/drawing/2014/main" id="{4C9D2FBA-C1EB-387C-3ED7-F896DF5D5196}"/>
                      </a:ext>
                    </a:extLst>
                  </p:cNvPr>
                  <p:cNvPicPr/>
                  <p:nvPr/>
                </p:nvPicPr>
                <p:blipFill>
                  <a:blip r:embed="rId1042"/>
                  <a:stretch>
                    <a:fillRect/>
                  </a:stretch>
                </p:blipFill>
                <p:spPr>
                  <a:xfrm>
                    <a:off x="5764198" y="4650635"/>
                    <a:ext cx="371974" cy="47554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5">
                <p14:nvContentPartPr>
                  <p14:cNvPr id="5109" name="Ink 5108">
                    <a:extLst>
                      <a:ext uri="{FF2B5EF4-FFF2-40B4-BE49-F238E27FC236}">
                        <a16:creationId xmlns:a16="http://schemas.microsoft.com/office/drawing/2014/main" id="{4E0155B4-2361-F1E3-ECCF-97F745D9D3EC}"/>
                      </a:ext>
                    </a:extLst>
                  </p14:cNvPr>
                  <p14:cNvContentPartPr/>
                  <p14:nvPr/>
                </p14:nvContentPartPr>
                <p14:xfrm>
                  <a:off x="6068985" y="4648826"/>
                  <a:ext cx="302400" cy="495360"/>
                </p14:xfrm>
              </p:contentPart>
            </mc:Choice>
            <mc:Fallback xmlns="">
              <p:pic>
                <p:nvPicPr>
                  <p:cNvPr id="5109" name="Ink 5108">
                    <a:extLst>
                      <a:ext uri="{FF2B5EF4-FFF2-40B4-BE49-F238E27FC236}">
                        <a16:creationId xmlns:a16="http://schemas.microsoft.com/office/drawing/2014/main" id="{4E0155B4-2361-F1E3-ECCF-97F745D9D3EC}"/>
                      </a:ext>
                    </a:extLst>
                  </p:cNvPr>
                  <p:cNvPicPr/>
                  <p:nvPr/>
                </p:nvPicPr>
                <p:blipFill>
                  <a:blip r:embed="rId1044"/>
                  <a:stretch>
                    <a:fillRect/>
                  </a:stretch>
                </p:blipFill>
                <p:spPr>
                  <a:xfrm>
                    <a:off x="6034093" y="4610964"/>
                    <a:ext cx="372185" cy="5710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6">
                <p14:nvContentPartPr>
                  <p14:cNvPr id="5110" name="Ink 5109">
                    <a:extLst>
                      <a:ext uri="{FF2B5EF4-FFF2-40B4-BE49-F238E27FC236}">
                        <a16:creationId xmlns:a16="http://schemas.microsoft.com/office/drawing/2014/main" id="{DB5C7E6D-DA88-D293-865E-3FC2F1CDD66D}"/>
                      </a:ext>
                    </a:extLst>
                  </p14:cNvPr>
                  <p14:cNvContentPartPr/>
                  <p14:nvPr/>
                </p14:nvContentPartPr>
                <p14:xfrm>
                  <a:off x="6396945" y="4647746"/>
                  <a:ext cx="201600" cy="428760"/>
                </p14:xfrm>
              </p:contentPart>
            </mc:Choice>
            <mc:Fallback xmlns="">
              <p:pic>
                <p:nvPicPr>
                  <p:cNvPr id="5110" name="Ink 5109">
                    <a:extLst>
                      <a:ext uri="{FF2B5EF4-FFF2-40B4-BE49-F238E27FC236}">
                        <a16:creationId xmlns:a16="http://schemas.microsoft.com/office/drawing/2014/main" id="{DB5C7E6D-DA88-D293-865E-3FC2F1CDD66D}"/>
                      </a:ext>
                    </a:extLst>
                  </p:cNvPr>
                  <p:cNvPicPr/>
                  <p:nvPr/>
                </p:nvPicPr>
                <p:blipFill>
                  <a:blip r:embed="rId1046"/>
                  <a:stretch>
                    <a:fillRect/>
                  </a:stretch>
                </p:blipFill>
                <p:spPr>
                  <a:xfrm>
                    <a:off x="6361884" y="4609914"/>
                    <a:ext cx="271722" cy="504424"/>
                  </a:xfrm>
                  <a:prstGeom prst="rect">
                    <a:avLst/>
                  </a:prstGeom>
                </p:spPr>
              </p:pic>
            </mc:Fallback>
          </mc:AlternateContent>
        </p:grpSp>
        <p:grpSp>
          <p:nvGrpSpPr>
            <p:cNvPr id="5091" name="Group 5090">
              <a:extLst>
                <a:ext uri="{FF2B5EF4-FFF2-40B4-BE49-F238E27FC236}">
                  <a16:creationId xmlns:a16="http://schemas.microsoft.com/office/drawing/2014/main" id="{EB95FF54-8A31-668B-B024-41D6A1CF12FE}"/>
                </a:ext>
              </a:extLst>
            </p:cNvPr>
            <p:cNvGrpSpPr/>
            <p:nvPr/>
          </p:nvGrpSpPr>
          <p:grpSpPr>
            <a:xfrm>
              <a:off x="8581348" y="3811561"/>
              <a:ext cx="1094760" cy="452160"/>
              <a:chOff x="5303625" y="4091546"/>
              <a:chExt cx="1094760" cy="4521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287">
                <p14:nvContentPartPr>
                  <p14:cNvPr id="5092" name="Ink 5091">
                    <a:extLst>
                      <a:ext uri="{FF2B5EF4-FFF2-40B4-BE49-F238E27FC236}">
                        <a16:creationId xmlns:a16="http://schemas.microsoft.com/office/drawing/2014/main" id="{9297EC27-33D2-604B-C78B-3CC7CD3BF0E0}"/>
                      </a:ext>
                    </a:extLst>
                  </p14:cNvPr>
                  <p14:cNvContentPartPr/>
                  <p14:nvPr/>
                </p14:nvContentPartPr>
                <p14:xfrm>
                  <a:off x="5303625" y="4091546"/>
                  <a:ext cx="190440" cy="145800"/>
                </p14:xfrm>
              </p:contentPart>
            </mc:Choice>
            <mc:Fallback xmlns="">
              <p:pic>
                <p:nvPicPr>
                  <p:cNvPr id="5092" name="Ink 5091">
                    <a:extLst>
                      <a:ext uri="{FF2B5EF4-FFF2-40B4-BE49-F238E27FC236}">
                        <a16:creationId xmlns:a16="http://schemas.microsoft.com/office/drawing/2014/main" id="{9297EC27-33D2-604B-C78B-3CC7CD3BF0E0}"/>
                      </a:ext>
                    </a:extLst>
                  </p:cNvPr>
                  <p:cNvPicPr/>
                  <p:nvPr/>
                </p:nvPicPr>
                <p:blipFill>
                  <a:blip r:embed="rId1048"/>
                  <a:stretch>
                    <a:fillRect/>
                  </a:stretch>
                </p:blipFill>
                <p:spPr>
                  <a:xfrm>
                    <a:off x="5269000" y="4054320"/>
                    <a:ext cx="259691" cy="22025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8">
                <p14:nvContentPartPr>
                  <p14:cNvPr id="5093" name="Ink 5092">
                    <a:extLst>
                      <a:ext uri="{FF2B5EF4-FFF2-40B4-BE49-F238E27FC236}">
                        <a16:creationId xmlns:a16="http://schemas.microsoft.com/office/drawing/2014/main" id="{2F6F0F6B-4B7E-620A-2083-EB7491A9A325}"/>
                      </a:ext>
                    </a:extLst>
                  </p14:cNvPr>
                  <p14:cNvContentPartPr/>
                  <p14:nvPr/>
                </p14:nvContentPartPr>
                <p14:xfrm>
                  <a:off x="5431425" y="4140506"/>
                  <a:ext cx="155160" cy="177120"/>
                </p14:xfrm>
              </p:contentPart>
            </mc:Choice>
            <mc:Fallback xmlns="">
              <p:pic>
                <p:nvPicPr>
                  <p:cNvPr id="5093" name="Ink 5092">
                    <a:extLst>
                      <a:ext uri="{FF2B5EF4-FFF2-40B4-BE49-F238E27FC236}">
                        <a16:creationId xmlns:a16="http://schemas.microsoft.com/office/drawing/2014/main" id="{2F6F0F6B-4B7E-620A-2083-EB7491A9A325}"/>
                      </a:ext>
                    </a:extLst>
                  </p:cNvPr>
                  <p:cNvPicPr/>
                  <p:nvPr/>
                </p:nvPicPr>
                <p:blipFill>
                  <a:blip r:embed="rId1050"/>
                  <a:stretch>
                    <a:fillRect/>
                  </a:stretch>
                </p:blipFill>
                <p:spPr>
                  <a:xfrm>
                    <a:off x="5396945" y="4103218"/>
                    <a:ext cx="224120" cy="251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89">
                <p14:nvContentPartPr>
                  <p14:cNvPr id="5094" name="Ink 5093">
                    <a:extLst>
                      <a:ext uri="{FF2B5EF4-FFF2-40B4-BE49-F238E27FC236}">
                        <a16:creationId xmlns:a16="http://schemas.microsoft.com/office/drawing/2014/main" id="{947AFEFD-809B-8AA7-4B3F-6C60AD7E89D0}"/>
                      </a:ext>
                    </a:extLst>
                  </p14:cNvPr>
                  <p14:cNvContentPartPr/>
                  <p14:nvPr/>
                </p14:nvContentPartPr>
                <p14:xfrm>
                  <a:off x="5606025" y="4181906"/>
                  <a:ext cx="146160" cy="170280"/>
                </p14:xfrm>
              </p:contentPart>
            </mc:Choice>
            <mc:Fallback xmlns="">
              <p:pic>
                <p:nvPicPr>
                  <p:cNvPr id="5094" name="Ink 5093">
                    <a:extLst>
                      <a:ext uri="{FF2B5EF4-FFF2-40B4-BE49-F238E27FC236}">
                        <a16:creationId xmlns:a16="http://schemas.microsoft.com/office/drawing/2014/main" id="{947AFEFD-809B-8AA7-4B3F-6C60AD7E89D0}"/>
                      </a:ext>
                    </a:extLst>
                  </p:cNvPr>
                  <p:cNvPicPr/>
                  <p:nvPr/>
                </p:nvPicPr>
                <p:blipFill>
                  <a:blip r:embed="rId1052"/>
                  <a:stretch>
                    <a:fillRect/>
                  </a:stretch>
                </p:blipFill>
                <p:spPr>
                  <a:xfrm>
                    <a:off x="5571634" y="4144754"/>
                    <a:ext cx="214941" cy="244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90">
                <p14:nvContentPartPr>
                  <p14:cNvPr id="5095" name="Ink 5094">
                    <a:extLst>
                      <a:ext uri="{FF2B5EF4-FFF2-40B4-BE49-F238E27FC236}">
                        <a16:creationId xmlns:a16="http://schemas.microsoft.com/office/drawing/2014/main" id="{2A260EDB-BABF-7D4C-E8D6-21C3EDA8BF78}"/>
                      </a:ext>
                    </a:extLst>
                  </p14:cNvPr>
                  <p14:cNvContentPartPr/>
                  <p14:nvPr/>
                </p14:nvContentPartPr>
                <p14:xfrm>
                  <a:off x="5762265" y="4209626"/>
                  <a:ext cx="155520" cy="236880"/>
                </p14:xfrm>
              </p:contentPart>
            </mc:Choice>
            <mc:Fallback xmlns="">
              <p:pic>
                <p:nvPicPr>
                  <p:cNvPr id="5095" name="Ink 5094">
                    <a:extLst>
                      <a:ext uri="{FF2B5EF4-FFF2-40B4-BE49-F238E27FC236}">
                        <a16:creationId xmlns:a16="http://schemas.microsoft.com/office/drawing/2014/main" id="{2A260EDB-BABF-7D4C-E8D6-21C3EDA8BF78}"/>
                      </a:ext>
                    </a:extLst>
                  </p:cNvPr>
                  <p:cNvPicPr/>
                  <p:nvPr/>
                </p:nvPicPr>
                <p:blipFill>
                  <a:blip r:embed="rId1054"/>
                  <a:stretch>
                    <a:fillRect/>
                  </a:stretch>
                </p:blipFill>
                <p:spPr>
                  <a:xfrm>
                    <a:off x="5727705" y="4172224"/>
                    <a:ext cx="224640" cy="3116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91">
                <p14:nvContentPartPr>
                  <p14:cNvPr id="5096" name="Ink 5095">
                    <a:extLst>
                      <a:ext uri="{FF2B5EF4-FFF2-40B4-BE49-F238E27FC236}">
                        <a16:creationId xmlns:a16="http://schemas.microsoft.com/office/drawing/2014/main" id="{2AA4D845-5D13-7158-3B52-86C1822F02CB}"/>
                      </a:ext>
                    </a:extLst>
                  </p14:cNvPr>
                  <p14:cNvContentPartPr/>
                  <p14:nvPr/>
                </p14:nvContentPartPr>
                <p14:xfrm>
                  <a:off x="5967825" y="4247786"/>
                  <a:ext cx="133560" cy="233280"/>
                </p14:xfrm>
              </p:contentPart>
            </mc:Choice>
            <mc:Fallback xmlns="">
              <p:pic>
                <p:nvPicPr>
                  <p:cNvPr id="5096" name="Ink 5095">
                    <a:extLst>
                      <a:ext uri="{FF2B5EF4-FFF2-40B4-BE49-F238E27FC236}">
                        <a16:creationId xmlns:a16="http://schemas.microsoft.com/office/drawing/2014/main" id="{2AA4D845-5D13-7158-3B52-86C1822F02CB}"/>
                      </a:ext>
                    </a:extLst>
                  </p:cNvPr>
                  <p:cNvPicPr/>
                  <p:nvPr/>
                </p:nvPicPr>
                <p:blipFill>
                  <a:blip r:embed="rId1056"/>
                  <a:stretch>
                    <a:fillRect/>
                  </a:stretch>
                </p:blipFill>
                <p:spPr>
                  <a:xfrm>
                    <a:off x="5932983" y="4209957"/>
                    <a:ext cx="203243" cy="30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92">
                <p14:nvContentPartPr>
                  <p14:cNvPr id="5097" name="Ink 5096">
                    <a:extLst>
                      <a:ext uri="{FF2B5EF4-FFF2-40B4-BE49-F238E27FC236}">
                        <a16:creationId xmlns:a16="http://schemas.microsoft.com/office/drawing/2014/main" id="{EC99CC7E-9FD9-2E27-2D9E-1F2DB107709E}"/>
                      </a:ext>
                    </a:extLst>
                  </p14:cNvPr>
                  <p14:cNvContentPartPr/>
                  <p14:nvPr/>
                </p14:nvContentPartPr>
                <p14:xfrm>
                  <a:off x="6131985" y="4262186"/>
                  <a:ext cx="132120" cy="222480"/>
                </p14:xfrm>
              </p:contentPart>
            </mc:Choice>
            <mc:Fallback xmlns="">
              <p:pic>
                <p:nvPicPr>
                  <p:cNvPr id="5097" name="Ink 5096">
                    <a:extLst>
                      <a:ext uri="{FF2B5EF4-FFF2-40B4-BE49-F238E27FC236}">
                        <a16:creationId xmlns:a16="http://schemas.microsoft.com/office/drawing/2014/main" id="{EC99CC7E-9FD9-2E27-2D9E-1F2DB107709E}"/>
                      </a:ext>
                    </a:extLst>
                  </p:cNvPr>
                  <p:cNvPicPr/>
                  <p:nvPr/>
                </p:nvPicPr>
                <p:blipFill>
                  <a:blip r:embed="rId1293"/>
                  <a:stretch>
                    <a:fillRect/>
                  </a:stretch>
                </p:blipFill>
                <p:spPr>
                  <a:xfrm>
                    <a:off x="6097519" y="4224584"/>
                    <a:ext cx="201052" cy="2976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294">
                <p14:nvContentPartPr>
                  <p14:cNvPr id="5098" name="Ink 5097">
                    <a:extLst>
                      <a:ext uri="{FF2B5EF4-FFF2-40B4-BE49-F238E27FC236}">
                        <a16:creationId xmlns:a16="http://schemas.microsoft.com/office/drawing/2014/main" id="{27870130-1C26-5AAC-3643-667D53FA8204}"/>
                      </a:ext>
                    </a:extLst>
                  </p14:cNvPr>
                  <p14:cNvContentPartPr/>
                  <p14:nvPr/>
                </p14:nvContentPartPr>
                <p14:xfrm>
                  <a:off x="6359145" y="4255346"/>
                  <a:ext cx="39240" cy="288360"/>
                </p14:xfrm>
              </p:contentPart>
            </mc:Choice>
            <mc:Fallback xmlns="">
              <p:pic>
                <p:nvPicPr>
                  <p:cNvPr id="5098" name="Ink 5097">
                    <a:extLst>
                      <a:ext uri="{FF2B5EF4-FFF2-40B4-BE49-F238E27FC236}">
                        <a16:creationId xmlns:a16="http://schemas.microsoft.com/office/drawing/2014/main" id="{27870130-1C26-5AAC-3643-667D53FA8204}"/>
                      </a:ext>
                    </a:extLst>
                  </p:cNvPr>
                  <p:cNvPicPr/>
                  <p:nvPr/>
                </p:nvPicPr>
                <p:blipFill>
                  <a:blip r:embed="rId1060"/>
                  <a:stretch>
                    <a:fillRect/>
                  </a:stretch>
                </p:blipFill>
                <p:spPr>
                  <a:xfrm>
                    <a:off x="6325511" y="4217734"/>
                    <a:ext cx="106509" cy="36358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6001" name="Group 6000">
            <a:extLst>
              <a:ext uri="{FF2B5EF4-FFF2-40B4-BE49-F238E27FC236}">
                <a16:creationId xmlns:a16="http://schemas.microsoft.com/office/drawing/2014/main" id="{3A053A98-DCF3-B8E5-9987-B7988AE875A2}"/>
              </a:ext>
            </a:extLst>
          </p:cNvPr>
          <p:cNvGrpSpPr/>
          <p:nvPr/>
        </p:nvGrpSpPr>
        <p:grpSpPr>
          <a:xfrm>
            <a:off x="4016032" y="4240077"/>
            <a:ext cx="363537" cy="371707"/>
            <a:chOff x="3694771" y="1918010"/>
            <a:chExt cx="4088780" cy="4475356"/>
          </a:xfrm>
        </p:grpSpPr>
        <p:sp>
          <p:nvSpPr>
            <p:cNvPr id="6002" name="Freeform 6001">
              <a:extLst>
                <a:ext uri="{FF2B5EF4-FFF2-40B4-BE49-F238E27FC236}">
                  <a16:creationId xmlns:a16="http://schemas.microsoft.com/office/drawing/2014/main" id="{2959BCB3-566B-EBF2-D419-F614259BF5FC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95">
              <p14:nvContentPartPr>
                <p14:cNvPr id="6003" name="Ink 6002">
                  <a:extLst>
                    <a:ext uri="{FF2B5EF4-FFF2-40B4-BE49-F238E27FC236}">
                      <a16:creationId xmlns:a16="http://schemas.microsoft.com/office/drawing/2014/main" id="{8701C462-982E-B41E-962B-1189684AEA6B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6003" name="Ink 6002">
                  <a:extLst>
                    <a:ext uri="{FF2B5EF4-FFF2-40B4-BE49-F238E27FC236}">
                      <a16:creationId xmlns:a16="http://schemas.microsoft.com/office/drawing/2014/main" id="{8701C462-982E-B41E-962B-1189684AEA6B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6004" name="Freeform 6003">
              <a:extLst>
                <a:ext uri="{FF2B5EF4-FFF2-40B4-BE49-F238E27FC236}">
                  <a16:creationId xmlns:a16="http://schemas.microsoft.com/office/drawing/2014/main" id="{6198A5A3-49BA-19F9-2479-A735A2CB2221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05" name="Freeform 6004">
              <a:extLst>
                <a:ext uri="{FF2B5EF4-FFF2-40B4-BE49-F238E27FC236}">
                  <a16:creationId xmlns:a16="http://schemas.microsoft.com/office/drawing/2014/main" id="{7CBC757A-EB89-F4FE-8C9C-EE6EE922585B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06" name="Freeform 6005">
              <a:extLst>
                <a:ext uri="{FF2B5EF4-FFF2-40B4-BE49-F238E27FC236}">
                  <a16:creationId xmlns:a16="http://schemas.microsoft.com/office/drawing/2014/main" id="{490138B1-EC48-1054-5DD8-3EF12157B7CA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07" name="Freeform 6006">
              <a:extLst>
                <a:ext uri="{FF2B5EF4-FFF2-40B4-BE49-F238E27FC236}">
                  <a16:creationId xmlns:a16="http://schemas.microsoft.com/office/drawing/2014/main" id="{E305937A-BE3D-A12A-B0A5-D5F1F73A521A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08" name="Freeform 6007">
              <a:extLst>
                <a:ext uri="{FF2B5EF4-FFF2-40B4-BE49-F238E27FC236}">
                  <a16:creationId xmlns:a16="http://schemas.microsoft.com/office/drawing/2014/main" id="{F587C7BC-FD81-6CF1-1B12-55409934EACE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09" name="Freeform 6008">
              <a:extLst>
                <a:ext uri="{FF2B5EF4-FFF2-40B4-BE49-F238E27FC236}">
                  <a16:creationId xmlns:a16="http://schemas.microsoft.com/office/drawing/2014/main" id="{FBFD0408-7538-C6A9-37A8-BA0F7BBAD8BC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0" name="Freeform 6009">
              <a:extLst>
                <a:ext uri="{FF2B5EF4-FFF2-40B4-BE49-F238E27FC236}">
                  <a16:creationId xmlns:a16="http://schemas.microsoft.com/office/drawing/2014/main" id="{F72B8339-36F4-9386-33B0-CE73D1E33F58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1" name="Freeform 6010">
              <a:extLst>
                <a:ext uri="{FF2B5EF4-FFF2-40B4-BE49-F238E27FC236}">
                  <a16:creationId xmlns:a16="http://schemas.microsoft.com/office/drawing/2014/main" id="{F7E067DD-CA8A-98CD-9E57-270CCC78A486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2" name="Freeform 6011">
              <a:extLst>
                <a:ext uri="{FF2B5EF4-FFF2-40B4-BE49-F238E27FC236}">
                  <a16:creationId xmlns:a16="http://schemas.microsoft.com/office/drawing/2014/main" id="{309E28AB-6A02-4C53-4AC2-EE647CB7AAE8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3" name="Freeform 6012">
              <a:extLst>
                <a:ext uri="{FF2B5EF4-FFF2-40B4-BE49-F238E27FC236}">
                  <a16:creationId xmlns:a16="http://schemas.microsoft.com/office/drawing/2014/main" id="{2D448E94-A7FD-1EDF-D104-CBE23DA731E7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4" name="Freeform 6013">
              <a:extLst>
                <a:ext uri="{FF2B5EF4-FFF2-40B4-BE49-F238E27FC236}">
                  <a16:creationId xmlns:a16="http://schemas.microsoft.com/office/drawing/2014/main" id="{F84A3C82-B2CF-8288-2C7B-2B05299800D1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5" name="Freeform 6014">
              <a:extLst>
                <a:ext uri="{FF2B5EF4-FFF2-40B4-BE49-F238E27FC236}">
                  <a16:creationId xmlns:a16="http://schemas.microsoft.com/office/drawing/2014/main" id="{45F7D016-A4B7-56D7-A09E-01973EA9D301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6" name="Freeform 6015">
              <a:extLst>
                <a:ext uri="{FF2B5EF4-FFF2-40B4-BE49-F238E27FC236}">
                  <a16:creationId xmlns:a16="http://schemas.microsoft.com/office/drawing/2014/main" id="{52AB1DDF-1AF1-7D9A-B97B-E67DA0758F5F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7" name="Freeform 6016">
              <a:extLst>
                <a:ext uri="{FF2B5EF4-FFF2-40B4-BE49-F238E27FC236}">
                  <a16:creationId xmlns:a16="http://schemas.microsoft.com/office/drawing/2014/main" id="{80A26104-FD46-100F-D699-C8E96BB2C6B5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8" name="Freeform 6017">
              <a:extLst>
                <a:ext uri="{FF2B5EF4-FFF2-40B4-BE49-F238E27FC236}">
                  <a16:creationId xmlns:a16="http://schemas.microsoft.com/office/drawing/2014/main" id="{08A62418-20A1-49B1-06FC-C4998E034A2C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19" name="Freeform 6018">
              <a:extLst>
                <a:ext uri="{FF2B5EF4-FFF2-40B4-BE49-F238E27FC236}">
                  <a16:creationId xmlns:a16="http://schemas.microsoft.com/office/drawing/2014/main" id="{2FDB49FD-66F4-799C-343D-A3176D3C6834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0" name="Freeform 6019">
              <a:extLst>
                <a:ext uri="{FF2B5EF4-FFF2-40B4-BE49-F238E27FC236}">
                  <a16:creationId xmlns:a16="http://schemas.microsoft.com/office/drawing/2014/main" id="{4AE84FB5-5681-8274-6D30-E8691EE11A2C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1" name="Freeform 6020">
              <a:extLst>
                <a:ext uri="{FF2B5EF4-FFF2-40B4-BE49-F238E27FC236}">
                  <a16:creationId xmlns:a16="http://schemas.microsoft.com/office/drawing/2014/main" id="{557F5125-F2E3-4C78-4CB5-F74A6D64EEDF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2" name="Freeform 6021">
              <a:extLst>
                <a:ext uri="{FF2B5EF4-FFF2-40B4-BE49-F238E27FC236}">
                  <a16:creationId xmlns:a16="http://schemas.microsoft.com/office/drawing/2014/main" id="{CFF617F8-F5AF-99B5-DD56-68BA5D1132BF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3" name="Freeform 6022">
              <a:extLst>
                <a:ext uri="{FF2B5EF4-FFF2-40B4-BE49-F238E27FC236}">
                  <a16:creationId xmlns:a16="http://schemas.microsoft.com/office/drawing/2014/main" id="{7635CB17-3C65-9E63-218D-6CBF84E71B39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4" name="Freeform 6023">
              <a:extLst>
                <a:ext uri="{FF2B5EF4-FFF2-40B4-BE49-F238E27FC236}">
                  <a16:creationId xmlns:a16="http://schemas.microsoft.com/office/drawing/2014/main" id="{4DB7B5BC-0473-E120-430C-146BCB4D2C7B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5" name="Freeform 6024">
              <a:extLst>
                <a:ext uri="{FF2B5EF4-FFF2-40B4-BE49-F238E27FC236}">
                  <a16:creationId xmlns:a16="http://schemas.microsoft.com/office/drawing/2014/main" id="{AFB104AE-7ED6-C14C-E56E-B238C46FEB0B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6" name="Freeform 6025">
              <a:extLst>
                <a:ext uri="{FF2B5EF4-FFF2-40B4-BE49-F238E27FC236}">
                  <a16:creationId xmlns:a16="http://schemas.microsoft.com/office/drawing/2014/main" id="{9DE48226-F833-2B42-D8E2-0196C022D63F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7" name="Freeform 6026">
              <a:extLst>
                <a:ext uri="{FF2B5EF4-FFF2-40B4-BE49-F238E27FC236}">
                  <a16:creationId xmlns:a16="http://schemas.microsoft.com/office/drawing/2014/main" id="{BB9C5ED4-6AE3-2D8E-F73E-E8000B36A0E7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8" name="Freeform 6027">
              <a:extLst>
                <a:ext uri="{FF2B5EF4-FFF2-40B4-BE49-F238E27FC236}">
                  <a16:creationId xmlns:a16="http://schemas.microsoft.com/office/drawing/2014/main" id="{697FD8DE-35D4-A891-7444-3A66E899F520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29" name="Freeform 6028">
              <a:extLst>
                <a:ext uri="{FF2B5EF4-FFF2-40B4-BE49-F238E27FC236}">
                  <a16:creationId xmlns:a16="http://schemas.microsoft.com/office/drawing/2014/main" id="{8E47DA72-77EE-340B-07A2-6C64EE084D03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0" name="Freeform 6029">
              <a:extLst>
                <a:ext uri="{FF2B5EF4-FFF2-40B4-BE49-F238E27FC236}">
                  <a16:creationId xmlns:a16="http://schemas.microsoft.com/office/drawing/2014/main" id="{DD750DE3-A884-CE59-B318-D1C3AC152198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1" name="Freeform 6030">
              <a:extLst>
                <a:ext uri="{FF2B5EF4-FFF2-40B4-BE49-F238E27FC236}">
                  <a16:creationId xmlns:a16="http://schemas.microsoft.com/office/drawing/2014/main" id="{225FE945-6DD9-C789-6102-33D7190D19DA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2" name="Freeform 6031">
              <a:extLst>
                <a:ext uri="{FF2B5EF4-FFF2-40B4-BE49-F238E27FC236}">
                  <a16:creationId xmlns:a16="http://schemas.microsoft.com/office/drawing/2014/main" id="{D5BA987A-5284-0AE3-0628-6AB89D5C8FBD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3" name="Freeform 6032">
              <a:extLst>
                <a:ext uri="{FF2B5EF4-FFF2-40B4-BE49-F238E27FC236}">
                  <a16:creationId xmlns:a16="http://schemas.microsoft.com/office/drawing/2014/main" id="{47003AE2-656E-467B-FA3D-73B4DD5CF44B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4" name="Freeform 6033">
              <a:extLst>
                <a:ext uri="{FF2B5EF4-FFF2-40B4-BE49-F238E27FC236}">
                  <a16:creationId xmlns:a16="http://schemas.microsoft.com/office/drawing/2014/main" id="{15B5A9EC-3D28-0F44-E6F4-9AC1FED26694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5" name="Freeform 6034">
              <a:extLst>
                <a:ext uri="{FF2B5EF4-FFF2-40B4-BE49-F238E27FC236}">
                  <a16:creationId xmlns:a16="http://schemas.microsoft.com/office/drawing/2014/main" id="{4EC8E394-A403-65B3-ECCA-5138924D8183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6" name="Freeform 6035">
              <a:extLst>
                <a:ext uri="{FF2B5EF4-FFF2-40B4-BE49-F238E27FC236}">
                  <a16:creationId xmlns:a16="http://schemas.microsoft.com/office/drawing/2014/main" id="{5743AC68-5E61-E930-A727-4D06E5BE65EC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7" name="Freeform 6036">
              <a:extLst>
                <a:ext uri="{FF2B5EF4-FFF2-40B4-BE49-F238E27FC236}">
                  <a16:creationId xmlns:a16="http://schemas.microsoft.com/office/drawing/2014/main" id="{5C0F0A1C-6A99-7EFF-FB1E-0ECD117E2FF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8" name="Freeform 6037">
              <a:extLst>
                <a:ext uri="{FF2B5EF4-FFF2-40B4-BE49-F238E27FC236}">
                  <a16:creationId xmlns:a16="http://schemas.microsoft.com/office/drawing/2014/main" id="{2B8832B7-D077-F0D7-7F82-5FB655CB8632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39" name="Freeform 6038">
              <a:extLst>
                <a:ext uri="{FF2B5EF4-FFF2-40B4-BE49-F238E27FC236}">
                  <a16:creationId xmlns:a16="http://schemas.microsoft.com/office/drawing/2014/main" id="{B4D17F3E-3B0F-D2AC-B59E-BF3A7755806B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0" name="Freeform 6039">
              <a:extLst>
                <a:ext uri="{FF2B5EF4-FFF2-40B4-BE49-F238E27FC236}">
                  <a16:creationId xmlns:a16="http://schemas.microsoft.com/office/drawing/2014/main" id="{DC9B3920-E498-47EF-C938-F49F092C9671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1" name="Freeform 6040">
              <a:extLst>
                <a:ext uri="{FF2B5EF4-FFF2-40B4-BE49-F238E27FC236}">
                  <a16:creationId xmlns:a16="http://schemas.microsoft.com/office/drawing/2014/main" id="{1AA42829-97DB-D416-4109-075C77D2DD8B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2" name="Freeform 6041">
              <a:extLst>
                <a:ext uri="{FF2B5EF4-FFF2-40B4-BE49-F238E27FC236}">
                  <a16:creationId xmlns:a16="http://schemas.microsoft.com/office/drawing/2014/main" id="{4DE3B9F8-E464-1EE5-316F-2E9C80DA8264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3" name="Freeform 6042">
              <a:extLst>
                <a:ext uri="{FF2B5EF4-FFF2-40B4-BE49-F238E27FC236}">
                  <a16:creationId xmlns:a16="http://schemas.microsoft.com/office/drawing/2014/main" id="{4A29D59C-D14F-21A3-9ACF-D82C740C6811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4" name="Freeform 6043">
              <a:extLst>
                <a:ext uri="{FF2B5EF4-FFF2-40B4-BE49-F238E27FC236}">
                  <a16:creationId xmlns:a16="http://schemas.microsoft.com/office/drawing/2014/main" id="{863223AD-6955-EE9E-5F60-2359046447E0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5" name="Freeform 6044">
              <a:extLst>
                <a:ext uri="{FF2B5EF4-FFF2-40B4-BE49-F238E27FC236}">
                  <a16:creationId xmlns:a16="http://schemas.microsoft.com/office/drawing/2014/main" id="{81A1B44A-EEDE-0C35-624E-29C7E3089A1E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6" name="Freeform 6045">
              <a:extLst>
                <a:ext uri="{FF2B5EF4-FFF2-40B4-BE49-F238E27FC236}">
                  <a16:creationId xmlns:a16="http://schemas.microsoft.com/office/drawing/2014/main" id="{10EBB66B-29D9-6811-7FAF-985181E23494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7" name="Freeform 6046">
              <a:extLst>
                <a:ext uri="{FF2B5EF4-FFF2-40B4-BE49-F238E27FC236}">
                  <a16:creationId xmlns:a16="http://schemas.microsoft.com/office/drawing/2014/main" id="{E70B8B05-CCF3-C872-70D2-91C59415107E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8" name="Freeform 6047">
              <a:extLst>
                <a:ext uri="{FF2B5EF4-FFF2-40B4-BE49-F238E27FC236}">
                  <a16:creationId xmlns:a16="http://schemas.microsoft.com/office/drawing/2014/main" id="{E4E2BF9C-2908-6CB4-157A-7F23750D787C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49" name="Freeform 6048">
              <a:extLst>
                <a:ext uri="{FF2B5EF4-FFF2-40B4-BE49-F238E27FC236}">
                  <a16:creationId xmlns:a16="http://schemas.microsoft.com/office/drawing/2014/main" id="{FA0E73F4-1AC3-F7C1-1E30-CAC33D71933D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0" name="Freeform 6049">
              <a:extLst>
                <a:ext uri="{FF2B5EF4-FFF2-40B4-BE49-F238E27FC236}">
                  <a16:creationId xmlns:a16="http://schemas.microsoft.com/office/drawing/2014/main" id="{EFA7624A-D010-0E29-5E2A-FB5DC3BF36EB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1" name="Freeform 6050">
              <a:extLst>
                <a:ext uri="{FF2B5EF4-FFF2-40B4-BE49-F238E27FC236}">
                  <a16:creationId xmlns:a16="http://schemas.microsoft.com/office/drawing/2014/main" id="{C72B681B-BE54-A469-0D78-1C88AA1C34A6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2" name="Freeform 6051">
              <a:extLst>
                <a:ext uri="{FF2B5EF4-FFF2-40B4-BE49-F238E27FC236}">
                  <a16:creationId xmlns:a16="http://schemas.microsoft.com/office/drawing/2014/main" id="{64338381-91A9-B88F-7184-4D5FF89B84E5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3" name="Freeform 6052">
              <a:extLst>
                <a:ext uri="{FF2B5EF4-FFF2-40B4-BE49-F238E27FC236}">
                  <a16:creationId xmlns:a16="http://schemas.microsoft.com/office/drawing/2014/main" id="{9C706530-8346-F14A-749D-2D0BA44E9D00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4" name="Freeform 6053">
              <a:extLst>
                <a:ext uri="{FF2B5EF4-FFF2-40B4-BE49-F238E27FC236}">
                  <a16:creationId xmlns:a16="http://schemas.microsoft.com/office/drawing/2014/main" id="{FB6CCB9E-8723-D4FB-0CD2-EFFC9CE5E0FC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5" name="Freeform 6054">
              <a:extLst>
                <a:ext uri="{FF2B5EF4-FFF2-40B4-BE49-F238E27FC236}">
                  <a16:creationId xmlns:a16="http://schemas.microsoft.com/office/drawing/2014/main" id="{AF70A95B-A83E-FD88-28D0-81EF800D55A8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6" name="Freeform 6055">
              <a:extLst>
                <a:ext uri="{FF2B5EF4-FFF2-40B4-BE49-F238E27FC236}">
                  <a16:creationId xmlns:a16="http://schemas.microsoft.com/office/drawing/2014/main" id="{C393F997-53A3-C27B-8CB4-FA8DAA26D539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7" name="Freeform 6056">
              <a:extLst>
                <a:ext uri="{FF2B5EF4-FFF2-40B4-BE49-F238E27FC236}">
                  <a16:creationId xmlns:a16="http://schemas.microsoft.com/office/drawing/2014/main" id="{7E1EFE63-DD5F-5A5F-C754-81C0A543C611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8" name="Freeform 6057">
              <a:extLst>
                <a:ext uri="{FF2B5EF4-FFF2-40B4-BE49-F238E27FC236}">
                  <a16:creationId xmlns:a16="http://schemas.microsoft.com/office/drawing/2014/main" id="{18B583B0-691F-50D7-3BCC-465E832FFC78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59" name="Freeform 6058">
              <a:extLst>
                <a:ext uri="{FF2B5EF4-FFF2-40B4-BE49-F238E27FC236}">
                  <a16:creationId xmlns:a16="http://schemas.microsoft.com/office/drawing/2014/main" id="{A85780D1-98DA-BAB1-D317-1CD232A3A943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0" name="Freeform 6059">
              <a:extLst>
                <a:ext uri="{FF2B5EF4-FFF2-40B4-BE49-F238E27FC236}">
                  <a16:creationId xmlns:a16="http://schemas.microsoft.com/office/drawing/2014/main" id="{2BA333F8-4986-E365-8DF1-11FE3083FCC6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1" name="Freeform 6060">
              <a:extLst>
                <a:ext uri="{FF2B5EF4-FFF2-40B4-BE49-F238E27FC236}">
                  <a16:creationId xmlns:a16="http://schemas.microsoft.com/office/drawing/2014/main" id="{45C5ADBE-ECDA-A916-EBFC-43358CEB39F8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2" name="Freeform 6061">
              <a:extLst>
                <a:ext uri="{FF2B5EF4-FFF2-40B4-BE49-F238E27FC236}">
                  <a16:creationId xmlns:a16="http://schemas.microsoft.com/office/drawing/2014/main" id="{EEDA9216-0B62-A713-1412-7A0E0AFBB7A7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3" name="Freeform 6062">
              <a:extLst>
                <a:ext uri="{FF2B5EF4-FFF2-40B4-BE49-F238E27FC236}">
                  <a16:creationId xmlns:a16="http://schemas.microsoft.com/office/drawing/2014/main" id="{E7809879-0012-5B4F-4AD2-D8DBAD9D45ED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4" name="Freeform 6063">
              <a:extLst>
                <a:ext uri="{FF2B5EF4-FFF2-40B4-BE49-F238E27FC236}">
                  <a16:creationId xmlns:a16="http://schemas.microsoft.com/office/drawing/2014/main" id="{84A46CBF-DE58-F9F3-9242-6083A9737F23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5" name="Freeform 6064">
              <a:extLst>
                <a:ext uri="{FF2B5EF4-FFF2-40B4-BE49-F238E27FC236}">
                  <a16:creationId xmlns:a16="http://schemas.microsoft.com/office/drawing/2014/main" id="{92440B80-1FF8-FA7C-FEC0-EB21950242C6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6" name="Freeform 6065">
              <a:extLst>
                <a:ext uri="{FF2B5EF4-FFF2-40B4-BE49-F238E27FC236}">
                  <a16:creationId xmlns:a16="http://schemas.microsoft.com/office/drawing/2014/main" id="{E3083874-7A3C-FE90-9451-49E2F74320CF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7" name="Freeform 6066">
              <a:extLst>
                <a:ext uri="{FF2B5EF4-FFF2-40B4-BE49-F238E27FC236}">
                  <a16:creationId xmlns:a16="http://schemas.microsoft.com/office/drawing/2014/main" id="{E185F4EB-B2F4-09B6-8385-EB126CEA9EA0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8" name="Freeform 6067">
              <a:extLst>
                <a:ext uri="{FF2B5EF4-FFF2-40B4-BE49-F238E27FC236}">
                  <a16:creationId xmlns:a16="http://schemas.microsoft.com/office/drawing/2014/main" id="{92A66C0C-98BE-D5DA-B5C8-9DEA20BEE1F6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69" name="Freeform 6068">
              <a:extLst>
                <a:ext uri="{FF2B5EF4-FFF2-40B4-BE49-F238E27FC236}">
                  <a16:creationId xmlns:a16="http://schemas.microsoft.com/office/drawing/2014/main" id="{AF9F34D7-7AF1-0604-F8F5-C3BE629B8378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0" name="Freeform 6069">
              <a:extLst>
                <a:ext uri="{FF2B5EF4-FFF2-40B4-BE49-F238E27FC236}">
                  <a16:creationId xmlns:a16="http://schemas.microsoft.com/office/drawing/2014/main" id="{CAE6D1EB-25C4-6172-A318-755D37C41F03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1" name="Freeform 6070">
              <a:extLst>
                <a:ext uri="{FF2B5EF4-FFF2-40B4-BE49-F238E27FC236}">
                  <a16:creationId xmlns:a16="http://schemas.microsoft.com/office/drawing/2014/main" id="{AD8D66AC-23B4-D898-3E0D-79CBAF8F3166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2" name="Freeform 6071">
              <a:extLst>
                <a:ext uri="{FF2B5EF4-FFF2-40B4-BE49-F238E27FC236}">
                  <a16:creationId xmlns:a16="http://schemas.microsoft.com/office/drawing/2014/main" id="{25388353-7C33-D5E8-9035-EE833F680DD4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3" name="Freeform 6072">
              <a:extLst>
                <a:ext uri="{FF2B5EF4-FFF2-40B4-BE49-F238E27FC236}">
                  <a16:creationId xmlns:a16="http://schemas.microsoft.com/office/drawing/2014/main" id="{433C502B-0D2D-DBA6-BCA3-BE7F5DAE1D9A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4" name="Freeform 6073">
              <a:extLst>
                <a:ext uri="{FF2B5EF4-FFF2-40B4-BE49-F238E27FC236}">
                  <a16:creationId xmlns:a16="http://schemas.microsoft.com/office/drawing/2014/main" id="{10AB3781-ACC2-DD3D-EE4D-B3E8267FF5DD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5" name="Freeform 6074">
              <a:extLst>
                <a:ext uri="{FF2B5EF4-FFF2-40B4-BE49-F238E27FC236}">
                  <a16:creationId xmlns:a16="http://schemas.microsoft.com/office/drawing/2014/main" id="{1731FF83-BE38-7ADD-B07C-4E327DAF677A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6" name="Freeform 6075">
              <a:extLst>
                <a:ext uri="{FF2B5EF4-FFF2-40B4-BE49-F238E27FC236}">
                  <a16:creationId xmlns:a16="http://schemas.microsoft.com/office/drawing/2014/main" id="{4139DAE4-709D-DFD7-5747-3CBF2E2DC665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7" name="Freeform 6076">
              <a:extLst>
                <a:ext uri="{FF2B5EF4-FFF2-40B4-BE49-F238E27FC236}">
                  <a16:creationId xmlns:a16="http://schemas.microsoft.com/office/drawing/2014/main" id="{0ACF945E-1C52-C64F-A9FF-D65456BD17D8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8" name="Freeform 6077">
              <a:extLst>
                <a:ext uri="{FF2B5EF4-FFF2-40B4-BE49-F238E27FC236}">
                  <a16:creationId xmlns:a16="http://schemas.microsoft.com/office/drawing/2014/main" id="{EA00E3B8-44B5-CC4C-4011-F7EF1D715FB4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79" name="Freeform 6078">
              <a:extLst>
                <a:ext uri="{FF2B5EF4-FFF2-40B4-BE49-F238E27FC236}">
                  <a16:creationId xmlns:a16="http://schemas.microsoft.com/office/drawing/2014/main" id="{1361F76D-6069-F4C1-5175-3632E88422A7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0" name="Freeform 6079">
              <a:extLst>
                <a:ext uri="{FF2B5EF4-FFF2-40B4-BE49-F238E27FC236}">
                  <a16:creationId xmlns:a16="http://schemas.microsoft.com/office/drawing/2014/main" id="{93A90C90-38EB-4451-9ED6-58528E22D37C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1" name="Freeform 6080">
              <a:extLst>
                <a:ext uri="{FF2B5EF4-FFF2-40B4-BE49-F238E27FC236}">
                  <a16:creationId xmlns:a16="http://schemas.microsoft.com/office/drawing/2014/main" id="{F8A510F2-6C49-BDF4-E8F4-614CF0B34079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2" name="Freeform 6081">
              <a:extLst>
                <a:ext uri="{FF2B5EF4-FFF2-40B4-BE49-F238E27FC236}">
                  <a16:creationId xmlns:a16="http://schemas.microsoft.com/office/drawing/2014/main" id="{033E0831-4C43-526A-3D69-DEB08722EE38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3" name="Freeform 6082">
              <a:extLst>
                <a:ext uri="{FF2B5EF4-FFF2-40B4-BE49-F238E27FC236}">
                  <a16:creationId xmlns:a16="http://schemas.microsoft.com/office/drawing/2014/main" id="{39369C26-201B-01E1-BA59-CE806FED864E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4" name="Freeform 6083">
              <a:extLst>
                <a:ext uri="{FF2B5EF4-FFF2-40B4-BE49-F238E27FC236}">
                  <a16:creationId xmlns:a16="http://schemas.microsoft.com/office/drawing/2014/main" id="{12FB1E0F-D066-CD18-FDB5-F04226BAE2F0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85" name="Freeform 6084">
              <a:extLst>
                <a:ext uri="{FF2B5EF4-FFF2-40B4-BE49-F238E27FC236}">
                  <a16:creationId xmlns:a16="http://schemas.microsoft.com/office/drawing/2014/main" id="{61507E9B-09A6-D475-D477-B3CEF5366F53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171" name="Group 6170">
            <a:extLst>
              <a:ext uri="{FF2B5EF4-FFF2-40B4-BE49-F238E27FC236}">
                <a16:creationId xmlns:a16="http://schemas.microsoft.com/office/drawing/2014/main" id="{577EE9DD-0769-8182-573A-61121A90FF2A}"/>
              </a:ext>
            </a:extLst>
          </p:cNvPr>
          <p:cNvGrpSpPr/>
          <p:nvPr/>
        </p:nvGrpSpPr>
        <p:grpSpPr>
          <a:xfrm>
            <a:off x="3672806" y="4321404"/>
            <a:ext cx="363537" cy="371707"/>
            <a:chOff x="3694771" y="1918010"/>
            <a:chExt cx="4088780" cy="4475356"/>
          </a:xfrm>
        </p:grpSpPr>
        <p:sp>
          <p:nvSpPr>
            <p:cNvPr id="6172" name="Freeform 6171">
              <a:extLst>
                <a:ext uri="{FF2B5EF4-FFF2-40B4-BE49-F238E27FC236}">
                  <a16:creationId xmlns:a16="http://schemas.microsoft.com/office/drawing/2014/main" id="{2D23BBA5-FD71-228E-995C-8E0891F05609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97">
              <p14:nvContentPartPr>
                <p14:cNvPr id="6173" name="Ink 6172">
                  <a:extLst>
                    <a:ext uri="{FF2B5EF4-FFF2-40B4-BE49-F238E27FC236}">
                      <a16:creationId xmlns:a16="http://schemas.microsoft.com/office/drawing/2014/main" id="{46BD506D-1D46-5456-6EEE-78415BCF864A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6173" name="Ink 6172">
                  <a:extLst>
                    <a:ext uri="{FF2B5EF4-FFF2-40B4-BE49-F238E27FC236}">
                      <a16:creationId xmlns:a16="http://schemas.microsoft.com/office/drawing/2014/main" id="{46BD506D-1D46-5456-6EEE-78415BCF864A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6174" name="Freeform 6173">
              <a:extLst>
                <a:ext uri="{FF2B5EF4-FFF2-40B4-BE49-F238E27FC236}">
                  <a16:creationId xmlns:a16="http://schemas.microsoft.com/office/drawing/2014/main" id="{01B7689C-0157-FE7C-0B8C-C5ACA48546D3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5" name="Freeform 6174">
              <a:extLst>
                <a:ext uri="{FF2B5EF4-FFF2-40B4-BE49-F238E27FC236}">
                  <a16:creationId xmlns:a16="http://schemas.microsoft.com/office/drawing/2014/main" id="{C971DEE9-BBD0-0A50-2FCE-D27C620FE567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6" name="Freeform 6175">
              <a:extLst>
                <a:ext uri="{FF2B5EF4-FFF2-40B4-BE49-F238E27FC236}">
                  <a16:creationId xmlns:a16="http://schemas.microsoft.com/office/drawing/2014/main" id="{20689A67-5600-D7F4-A84D-D011D2223415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7" name="Freeform 6176">
              <a:extLst>
                <a:ext uri="{FF2B5EF4-FFF2-40B4-BE49-F238E27FC236}">
                  <a16:creationId xmlns:a16="http://schemas.microsoft.com/office/drawing/2014/main" id="{CBB55BBF-6E09-EB84-7557-3721B048AD58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8" name="Freeform 6177">
              <a:extLst>
                <a:ext uri="{FF2B5EF4-FFF2-40B4-BE49-F238E27FC236}">
                  <a16:creationId xmlns:a16="http://schemas.microsoft.com/office/drawing/2014/main" id="{511E2231-74F5-F8F3-6A51-B40AAAA2E267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9" name="Freeform 6178">
              <a:extLst>
                <a:ext uri="{FF2B5EF4-FFF2-40B4-BE49-F238E27FC236}">
                  <a16:creationId xmlns:a16="http://schemas.microsoft.com/office/drawing/2014/main" id="{6360AAE6-38F8-8BAD-1045-2FAA05AA9D4D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0" name="Freeform 6179">
              <a:extLst>
                <a:ext uri="{FF2B5EF4-FFF2-40B4-BE49-F238E27FC236}">
                  <a16:creationId xmlns:a16="http://schemas.microsoft.com/office/drawing/2014/main" id="{1004B124-E6E1-94B4-10AF-C766BAB2CB00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1" name="Freeform 6180">
              <a:extLst>
                <a:ext uri="{FF2B5EF4-FFF2-40B4-BE49-F238E27FC236}">
                  <a16:creationId xmlns:a16="http://schemas.microsoft.com/office/drawing/2014/main" id="{507F92AB-89DF-0EAF-F76C-B24CCBAC71B4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2" name="Freeform 6181">
              <a:extLst>
                <a:ext uri="{FF2B5EF4-FFF2-40B4-BE49-F238E27FC236}">
                  <a16:creationId xmlns:a16="http://schemas.microsoft.com/office/drawing/2014/main" id="{0B0A070B-3B38-E970-F135-9155B4AD472F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3" name="Freeform 6182">
              <a:extLst>
                <a:ext uri="{FF2B5EF4-FFF2-40B4-BE49-F238E27FC236}">
                  <a16:creationId xmlns:a16="http://schemas.microsoft.com/office/drawing/2014/main" id="{FE80FF25-9EE1-6F41-96F4-072DC5738746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4" name="Freeform 6183">
              <a:extLst>
                <a:ext uri="{FF2B5EF4-FFF2-40B4-BE49-F238E27FC236}">
                  <a16:creationId xmlns:a16="http://schemas.microsoft.com/office/drawing/2014/main" id="{F4DE2F5A-7DC0-42C6-3D90-C1DF2C05B9A0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5" name="Freeform 6184">
              <a:extLst>
                <a:ext uri="{FF2B5EF4-FFF2-40B4-BE49-F238E27FC236}">
                  <a16:creationId xmlns:a16="http://schemas.microsoft.com/office/drawing/2014/main" id="{CA870F0A-52EF-8908-4479-7AA03F7DD64F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6" name="Freeform 6185">
              <a:extLst>
                <a:ext uri="{FF2B5EF4-FFF2-40B4-BE49-F238E27FC236}">
                  <a16:creationId xmlns:a16="http://schemas.microsoft.com/office/drawing/2014/main" id="{BFA22063-482B-12A3-D16A-40FFB5F80AFF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7" name="Freeform 6186">
              <a:extLst>
                <a:ext uri="{FF2B5EF4-FFF2-40B4-BE49-F238E27FC236}">
                  <a16:creationId xmlns:a16="http://schemas.microsoft.com/office/drawing/2014/main" id="{F787632B-5CDF-DE60-5040-4AD9BD4A4CCA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8" name="Freeform 6187">
              <a:extLst>
                <a:ext uri="{FF2B5EF4-FFF2-40B4-BE49-F238E27FC236}">
                  <a16:creationId xmlns:a16="http://schemas.microsoft.com/office/drawing/2014/main" id="{06270326-2B89-955C-40B5-984191D37506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9" name="Freeform 6188">
              <a:extLst>
                <a:ext uri="{FF2B5EF4-FFF2-40B4-BE49-F238E27FC236}">
                  <a16:creationId xmlns:a16="http://schemas.microsoft.com/office/drawing/2014/main" id="{6A3B820C-24F5-BAD5-7BD8-092751BE83CA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0" name="Freeform 6189">
              <a:extLst>
                <a:ext uri="{FF2B5EF4-FFF2-40B4-BE49-F238E27FC236}">
                  <a16:creationId xmlns:a16="http://schemas.microsoft.com/office/drawing/2014/main" id="{1E4077DD-D02F-80A8-A341-EED515F84F7A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1" name="Freeform 6190">
              <a:extLst>
                <a:ext uri="{FF2B5EF4-FFF2-40B4-BE49-F238E27FC236}">
                  <a16:creationId xmlns:a16="http://schemas.microsoft.com/office/drawing/2014/main" id="{0645617F-A65B-B8C9-04F7-110B93E7EC11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2" name="Freeform 6191">
              <a:extLst>
                <a:ext uri="{FF2B5EF4-FFF2-40B4-BE49-F238E27FC236}">
                  <a16:creationId xmlns:a16="http://schemas.microsoft.com/office/drawing/2014/main" id="{2750645A-55DB-CF7E-0C91-9635D8A41BC5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3" name="Freeform 6192">
              <a:extLst>
                <a:ext uri="{FF2B5EF4-FFF2-40B4-BE49-F238E27FC236}">
                  <a16:creationId xmlns:a16="http://schemas.microsoft.com/office/drawing/2014/main" id="{CC18D37B-9739-FA46-5447-6C5D4CC7BD8C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4" name="Freeform 6193">
              <a:extLst>
                <a:ext uri="{FF2B5EF4-FFF2-40B4-BE49-F238E27FC236}">
                  <a16:creationId xmlns:a16="http://schemas.microsoft.com/office/drawing/2014/main" id="{50E820E9-D404-77B7-E188-C4912F6D7D4F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5" name="Freeform 6194">
              <a:extLst>
                <a:ext uri="{FF2B5EF4-FFF2-40B4-BE49-F238E27FC236}">
                  <a16:creationId xmlns:a16="http://schemas.microsoft.com/office/drawing/2014/main" id="{5485BF00-DA5D-ABD8-7D85-1D8BD559E315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6" name="Freeform 6195">
              <a:extLst>
                <a:ext uri="{FF2B5EF4-FFF2-40B4-BE49-F238E27FC236}">
                  <a16:creationId xmlns:a16="http://schemas.microsoft.com/office/drawing/2014/main" id="{8F7BACFD-FD27-1DA7-B1D3-812ED67CCC8B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7" name="Freeform 6196">
              <a:extLst>
                <a:ext uri="{FF2B5EF4-FFF2-40B4-BE49-F238E27FC236}">
                  <a16:creationId xmlns:a16="http://schemas.microsoft.com/office/drawing/2014/main" id="{894570AD-845E-505C-4A10-D8AEB5F607D2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8" name="Freeform 6197">
              <a:extLst>
                <a:ext uri="{FF2B5EF4-FFF2-40B4-BE49-F238E27FC236}">
                  <a16:creationId xmlns:a16="http://schemas.microsoft.com/office/drawing/2014/main" id="{78CB9F99-00D9-F415-302A-C2143DC8527F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9" name="Freeform 6198">
              <a:extLst>
                <a:ext uri="{FF2B5EF4-FFF2-40B4-BE49-F238E27FC236}">
                  <a16:creationId xmlns:a16="http://schemas.microsoft.com/office/drawing/2014/main" id="{7CFB2680-E485-F179-FDFA-D8B4DD3C4407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0" name="Freeform 6199">
              <a:extLst>
                <a:ext uri="{FF2B5EF4-FFF2-40B4-BE49-F238E27FC236}">
                  <a16:creationId xmlns:a16="http://schemas.microsoft.com/office/drawing/2014/main" id="{2CCE9F79-224B-7FF3-9DB9-8E9A72079A4D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1" name="Freeform 6200">
              <a:extLst>
                <a:ext uri="{FF2B5EF4-FFF2-40B4-BE49-F238E27FC236}">
                  <a16:creationId xmlns:a16="http://schemas.microsoft.com/office/drawing/2014/main" id="{F35EDD99-D23C-5317-8461-A039BBB2A95E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2" name="Freeform 6201">
              <a:extLst>
                <a:ext uri="{FF2B5EF4-FFF2-40B4-BE49-F238E27FC236}">
                  <a16:creationId xmlns:a16="http://schemas.microsoft.com/office/drawing/2014/main" id="{6AEAE81A-5FF5-D555-349E-99139DB0CCCA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3" name="Freeform 6202">
              <a:extLst>
                <a:ext uri="{FF2B5EF4-FFF2-40B4-BE49-F238E27FC236}">
                  <a16:creationId xmlns:a16="http://schemas.microsoft.com/office/drawing/2014/main" id="{A42E94C6-A3AF-F8A2-8A23-A7F8571F2E4F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4" name="Freeform 6203">
              <a:extLst>
                <a:ext uri="{FF2B5EF4-FFF2-40B4-BE49-F238E27FC236}">
                  <a16:creationId xmlns:a16="http://schemas.microsoft.com/office/drawing/2014/main" id="{83BB1265-B1D4-F297-36D9-CBB61540E50C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5" name="Freeform 6204">
              <a:extLst>
                <a:ext uri="{FF2B5EF4-FFF2-40B4-BE49-F238E27FC236}">
                  <a16:creationId xmlns:a16="http://schemas.microsoft.com/office/drawing/2014/main" id="{E10F079E-79C8-12F3-AADB-3DB0666695FD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6" name="Freeform 6205">
              <a:extLst>
                <a:ext uri="{FF2B5EF4-FFF2-40B4-BE49-F238E27FC236}">
                  <a16:creationId xmlns:a16="http://schemas.microsoft.com/office/drawing/2014/main" id="{5A7FF476-D60E-F6D2-B7AA-F9814505D4E0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7" name="Freeform 6206">
              <a:extLst>
                <a:ext uri="{FF2B5EF4-FFF2-40B4-BE49-F238E27FC236}">
                  <a16:creationId xmlns:a16="http://schemas.microsoft.com/office/drawing/2014/main" id="{6C30E54C-7DC0-8C43-3D6E-31C6C4686DFA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8" name="Freeform 6207">
              <a:extLst>
                <a:ext uri="{FF2B5EF4-FFF2-40B4-BE49-F238E27FC236}">
                  <a16:creationId xmlns:a16="http://schemas.microsoft.com/office/drawing/2014/main" id="{EFA0A350-6655-CC85-AAFA-854276599D18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9" name="Freeform 6208">
              <a:extLst>
                <a:ext uri="{FF2B5EF4-FFF2-40B4-BE49-F238E27FC236}">
                  <a16:creationId xmlns:a16="http://schemas.microsoft.com/office/drawing/2014/main" id="{D5876F15-AE92-9D11-5C17-A82EDE43CA10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0" name="Freeform 6209">
              <a:extLst>
                <a:ext uri="{FF2B5EF4-FFF2-40B4-BE49-F238E27FC236}">
                  <a16:creationId xmlns:a16="http://schemas.microsoft.com/office/drawing/2014/main" id="{82A72350-A5B1-D686-1C63-18C415F4BF54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1" name="Freeform 6210">
              <a:extLst>
                <a:ext uri="{FF2B5EF4-FFF2-40B4-BE49-F238E27FC236}">
                  <a16:creationId xmlns:a16="http://schemas.microsoft.com/office/drawing/2014/main" id="{BA2A9A4A-6E31-18CD-8B8C-633A1DD78725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2" name="Freeform 6211">
              <a:extLst>
                <a:ext uri="{FF2B5EF4-FFF2-40B4-BE49-F238E27FC236}">
                  <a16:creationId xmlns:a16="http://schemas.microsoft.com/office/drawing/2014/main" id="{15AC59D8-55AD-65AD-7231-ABE12D25AC10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3" name="Freeform 6212">
              <a:extLst>
                <a:ext uri="{FF2B5EF4-FFF2-40B4-BE49-F238E27FC236}">
                  <a16:creationId xmlns:a16="http://schemas.microsoft.com/office/drawing/2014/main" id="{D1715207-B639-4C6F-8B29-A2BE19C57AD5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4" name="Freeform 6213">
              <a:extLst>
                <a:ext uri="{FF2B5EF4-FFF2-40B4-BE49-F238E27FC236}">
                  <a16:creationId xmlns:a16="http://schemas.microsoft.com/office/drawing/2014/main" id="{83AD176B-AD2A-D9B7-B43F-FCEDCD099A6E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5" name="Freeform 6214">
              <a:extLst>
                <a:ext uri="{FF2B5EF4-FFF2-40B4-BE49-F238E27FC236}">
                  <a16:creationId xmlns:a16="http://schemas.microsoft.com/office/drawing/2014/main" id="{35BCFE7C-70D8-63BB-1068-6A9316A2ADA6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6" name="Freeform 6215">
              <a:extLst>
                <a:ext uri="{FF2B5EF4-FFF2-40B4-BE49-F238E27FC236}">
                  <a16:creationId xmlns:a16="http://schemas.microsoft.com/office/drawing/2014/main" id="{4066688A-5074-6036-CFB2-4BA5F9AE4C87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7" name="Freeform 6216">
              <a:extLst>
                <a:ext uri="{FF2B5EF4-FFF2-40B4-BE49-F238E27FC236}">
                  <a16:creationId xmlns:a16="http://schemas.microsoft.com/office/drawing/2014/main" id="{46FB3CD8-91C0-DC2E-B8CE-341CF0D18722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8" name="Freeform 6217">
              <a:extLst>
                <a:ext uri="{FF2B5EF4-FFF2-40B4-BE49-F238E27FC236}">
                  <a16:creationId xmlns:a16="http://schemas.microsoft.com/office/drawing/2014/main" id="{7F6B4124-3F37-7778-6BDA-8334ECA88656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19" name="Freeform 6218">
              <a:extLst>
                <a:ext uri="{FF2B5EF4-FFF2-40B4-BE49-F238E27FC236}">
                  <a16:creationId xmlns:a16="http://schemas.microsoft.com/office/drawing/2014/main" id="{C588FE89-CC81-E3C4-E1FB-C34A4AF3D877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0" name="Freeform 6219">
              <a:extLst>
                <a:ext uri="{FF2B5EF4-FFF2-40B4-BE49-F238E27FC236}">
                  <a16:creationId xmlns:a16="http://schemas.microsoft.com/office/drawing/2014/main" id="{64848E0B-1329-9ED6-3D36-03F4BC71EEAE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1" name="Freeform 6220">
              <a:extLst>
                <a:ext uri="{FF2B5EF4-FFF2-40B4-BE49-F238E27FC236}">
                  <a16:creationId xmlns:a16="http://schemas.microsoft.com/office/drawing/2014/main" id="{814DB5DC-F626-B2D1-ABA7-4DA0BAF2EEF6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2" name="Freeform 6221">
              <a:extLst>
                <a:ext uri="{FF2B5EF4-FFF2-40B4-BE49-F238E27FC236}">
                  <a16:creationId xmlns:a16="http://schemas.microsoft.com/office/drawing/2014/main" id="{2BE4EB28-EEBD-B274-AC51-75ABFA9F59CE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3" name="Freeform 6222">
              <a:extLst>
                <a:ext uri="{FF2B5EF4-FFF2-40B4-BE49-F238E27FC236}">
                  <a16:creationId xmlns:a16="http://schemas.microsoft.com/office/drawing/2014/main" id="{29B75C13-587B-08CB-3731-E19B1699EAE2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4" name="Freeform 6223">
              <a:extLst>
                <a:ext uri="{FF2B5EF4-FFF2-40B4-BE49-F238E27FC236}">
                  <a16:creationId xmlns:a16="http://schemas.microsoft.com/office/drawing/2014/main" id="{6CECA7DA-81BF-8474-6D02-4A1FA8ACA338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5" name="Freeform 6224">
              <a:extLst>
                <a:ext uri="{FF2B5EF4-FFF2-40B4-BE49-F238E27FC236}">
                  <a16:creationId xmlns:a16="http://schemas.microsoft.com/office/drawing/2014/main" id="{9C316E24-01D6-EDD1-7ACB-0644F6020408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6" name="Freeform 6225">
              <a:extLst>
                <a:ext uri="{FF2B5EF4-FFF2-40B4-BE49-F238E27FC236}">
                  <a16:creationId xmlns:a16="http://schemas.microsoft.com/office/drawing/2014/main" id="{70F86E7B-79BE-36D7-8856-AAD48E859D1B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7" name="Freeform 6226">
              <a:extLst>
                <a:ext uri="{FF2B5EF4-FFF2-40B4-BE49-F238E27FC236}">
                  <a16:creationId xmlns:a16="http://schemas.microsoft.com/office/drawing/2014/main" id="{88DD5D14-6D18-15AF-B1F6-E4E3F6CE2637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8" name="Freeform 6227">
              <a:extLst>
                <a:ext uri="{FF2B5EF4-FFF2-40B4-BE49-F238E27FC236}">
                  <a16:creationId xmlns:a16="http://schemas.microsoft.com/office/drawing/2014/main" id="{BE273CB3-4A8F-F5DF-FB8E-836FBB1BBCCB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29" name="Freeform 6228">
              <a:extLst>
                <a:ext uri="{FF2B5EF4-FFF2-40B4-BE49-F238E27FC236}">
                  <a16:creationId xmlns:a16="http://schemas.microsoft.com/office/drawing/2014/main" id="{697BD1AA-E8AA-45FC-770B-2D954D39A801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0" name="Freeform 6229">
              <a:extLst>
                <a:ext uri="{FF2B5EF4-FFF2-40B4-BE49-F238E27FC236}">
                  <a16:creationId xmlns:a16="http://schemas.microsoft.com/office/drawing/2014/main" id="{B7B542BD-2E0F-97E0-E714-EDE9EF7DFA09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1" name="Freeform 6230">
              <a:extLst>
                <a:ext uri="{FF2B5EF4-FFF2-40B4-BE49-F238E27FC236}">
                  <a16:creationId xmlns:a16="http://schemas.microsoft.com/office/drawing/2014/main" id="{D7118A13-7FFA-05E6-A005-7E24C3B4B5B8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2" name="Freeform 6231">
              <a:extLst>
                <a:ext uri="{FF2B5EF4-FFF2-40B4-BE49-F238E27FC236}">
                  <a16:creationId xmlns:a16="http://schemas.microsoft.com/office/drawing/2014/main" id="{397ECC3B-7DBF-5327-30B8-80032612F457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3" name="Freeform 6232">
              <a:extLst>
                <a:ext uri="{FF2B5EF4-FFF2-40B4-BE49-F238E27FC236}">
                  <a16:creationId xmlns:a16="http://schemas.microsoft.com/office/drawing/2014/main" id="{A8FDD6DB-79AC-2C55-4FCA-0258E1311C5F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4" name="Freeform 6233">
              <a:extLst>
                <a:ext uri="{FF2B5EF4-FFF2-40B4-BE49-F238E27FC236}">
                  <a16:creationId xmlns:a16="http://schemas.microsoft.com/office/drawing/2014/main" id="{9C4F1921-CFAF-AF59-5714-5E0549888120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5" name="Freeform 6234">
              <a:extLst>
                <a:ext uri="{FF2B5EF4-FFF2-40B4-BE49-F238E27FC236}">
                  <a16:creationId xmlns:a16="http://schemas.microsoft.com/office/drawing/2014/main" id="{E4DB95FF-9FB3-D319-7B65-34B36146BD01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6" name="Freeform 6235">
              <a:extLst>
                <a:ext uri="{FF2B5EF4-FFF2-40B4-BE49-F238E27FC236}">
                  <a16:creationId xmlns:a16="http://schemas.microsoft.com/office/drawing/2014/main" id="{17F388BF-03B1-2971-3617-215F94C57CB3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7" name="Freeform 6236">
              <a:extLst>
                <a:ext uri="{FF2B5EF4-FFF2-40B4-BE49-F238E27FC236}">
                  <a16:creationId xmlns:a16="http://schemas.microsoft.com/office/drawing/2014/main" id="{8F40F5D2-B6D9-BE79-BA3B-34DECE65A839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8" name="Freeform 6237">
              <a:extLst>
                <a:ext uri="{FF2B5EF4-FFF2-40B4-BE49-F238E27FC236}">
                  <a16:creationId xmlns:a16="http://schemas.microsoft.com/office/drawing/2014/main" id="{489ED09E-3084-75B0-2918-14BEC42A338A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39" name="Freeform 6238">
              <a:extLst>
                <a:ext uri="{FF2B5EF4-FFF2-40B4-BE49-F238E27FC236}">
                  <a16:creationId xmlns:a16="http://schemas.microsoft.com/office/drawing/2014/main" id="{9A083D39-5D65-A9F7-15AB-1022708D2771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0" name="Freeform 6239">
              <a:extLst>
                <a:ext uri="{FF2B5EF4-FFF2-40B4-BE49-F238E27FC236}">
                  <a16:creationId xmlns:a16="http://schemas.microsoft.com/office/drawing/2014/main" id="{831CBE5C-49CA-9C76-D2B8-C1171C8D9BAE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1" name="Freeform 6240">
              <a:extLst>
                <a:ext uri="{FF2B5EF4-FFF2-40B4-BE49-F238E27FC236}">
                  <a16:creationId xmlns:a16="http://schemas.microsoft.com/office/drawing/2014/main" id="{8D141199-2174-793F-F8B6-68CF11D53BC5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2" name="Freeform 6241">
              <a:extLst>
                <a:ext uri="{FF2B5EF4-FFF2-40B4-BE49-F238E27FC236}">
                  <a16:creationId xmlns:a16="http://schemas.microsoft.com/office/drawing/2014/main" id="{074D28AE-3176-375A-BA8B-61C4D7E4526C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3" name="Freeform 6242">
              <a:extLst>
                <a:ext uri="{FF2B5EF4-FFF2-40B4-BE49-F238E27FC236}">
                  <a16:creationId xmlns:a16="http://schemas.microsoft.com/office/drawing/2014/main" id="{50C153FA-F1EC-FB12-DCD7-22D326D43E29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4" name="Freeform 6243">
              <a:extLst>
                <a:ext uri="{FF2B5EF4-FFF2-40B4-BE49-F238E27FC236}">
                  <a16:creationId xmlns:a16="http://schemas.microsoft.com/office/drawing/2014/main" id="{410DAE11-DE8C-EBB5-CBA8-FDD2B522D090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5" name="Freeform 6244">
              <a:extLst>
                <a:ext uri="{FF2B5EF4-FFF2-40B4-BE49-F238E27FC236}">
                  <a16:creationId xmlns:a16="http://schemas.microsoft.com/office/drawing/2014/main" id="{C1D1F4D3-7F7B-B8CA-1A45-92DA2963547A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6" name="Freeform 6245">
              <a:extLst>
                <a:ext uri="{FF2B5EF4-FFF2-40B4-BE49-F238E27FC236}">
                  <a16:creationId xmlns:a16="http://schemas.microsoft.com/office/drawing/2014/main" id="{F38E271F-EE59-1EF3-D387-C9D8F1CEA6D1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7" name="Freeform 6246">
              <a:extLst>
                <a:ext uri="{FF2B5EF4-FFF2-40B4-BE49-F238E27FC236}">
                  <a16:creationId xmlns:a16="http://schemas.microsoft.com/office/drawing/2014/main" id="{7D4A6C3D-9D0E-17C7-ED60-D08CEFFDA720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8" name="Freeform 6247">
              <a:extLst>
                <a:ext uri="{FF2B5EF4-FFF2-40B4-BE49-F238E27FC236}">
                  <a16:creationId xmlns:a16="http://schemas.microsoft.com/office/drawing/2014/main" id="{8F252F43-2E27-75E6-37A9-D0B719A3162E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49" name="Freeform 6248">
              <a:extLst>
                <a:ext uri="{FF2B5EF4-FFF2-40B4-BE49-F238E27FC236}">
                  <a16:creationId xmlns:a16="http://schemas.microsoft.com/office/drawing/2014/main" id="{20AED09B-C6DE-2372-B400-A4FE80B123FF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0" name="Freeform 6249">
              <a:extLst>
                <a:ext uri="{FF2B5EF4-FFF2-40B4-BE49-F238E27FC236}">
                  <a16:creationId xmlns:a16="http://schemas.microsoft.com/office/drawing/2014/main" id="{E1B90442-315A-CAB6-14B8-85C1D022D10D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1" name="Freeform 6250">
              <a:extLst>
                <a:ext uri="{FF2B5EF4-FFF2-40B4-BE49-F238E27FC236}">
                  <a16:creationId xmlns:a16="http://schemas.microsoft.com/office/drawing/2014/main" id="{21480B84-458E-EA16-4566-E2A94F5C2F1A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2" name="Freeform 6251">
              <a:extLst>
                <a:ext uri="{FF2B5EF4-FFF2-40B4-BE49-F238E27FC236}">
                  <a16:creationId xmlns:a16="http://schemas.microsoft.com/office/drawing/2014/main" id="{53A4C74C-271A-2841-6707-9BC06B423A21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3" name="Freeform 6252">
              <a:extLst>
                <a:ext uri="{FF2B5EF4-FFF2-40B4-BE49-F238E27FC236}">
                  <a16:creationId xmlns:a16="http://schemas.microsoft.com/office/drawing/2014/main" id="{380BA639-559B-4644-1856-F226E8650620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4" name="Freeform 6253">
              <a:extLst>
                <a:ext uri="{FF2B5EF4-FFF2-40B4-BE49-F238E27FC236}">
                  <a16:creationId xmlns:a16="http://schemas.microsoft.com/office/drawing/2014/main" id="{0A821D84-B4BD-9C3C-51D1-E32347E74C71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55" name="Freeform 6254">
              <a:extLst>
                <a:ext uri="{FF2B5EF4-FFF2-40B4-BE49-F238E27FC236}">
                  <a16:creationId xmlns:a16="http://schemas.microsoft.com/office/drawing/2014/main" id="{084DC7A6-67FE-ADAE-91C8-8FE1FC29BE6A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426" name="Group 6425">
            <a:extLst>
              <a:ext uri="{FF2B5EF4-FFF2-40B4-BE49-F238E27FC236}">
                <a16:creationId xmlns:a16="http://schemas.microsoft.com/office/drawing/2014/main" id="{44664E74-AA11-995E-EC9C-6173FA024C23}"/>
              </a:ext>
            </a:extLst>
          </p:cNvPr>
          <p:cNvGrpSpPr/>
          <p:nvPr/>
        </p:nvGrpSpPr>
        <p:grpSpPr>
          <a:xfrm>
            <a:off x="5906058" y="4818292"/>
            <a:ext cx="363537" cy="371707"/>
            <a:chOff x="3694771" y="1918010"/>
            <a:chExt cx="4088780" cy="4475356"/>
          </a:xfrm>
        </p:grpSpPr>
        <p:sp>
          <p:nvSpPr>
            <p:cNvPr id="6427" name="Freeform 6426">
              <a:extLst>
                <a:ext uri="{FF2B5EF4-FFF2-40B4-BE49-F238E27FC236}">
                  <a16:creationId xmlns:a16="http://schemas.microsoft.com/office/drawing/2014/main" id="{36C7D728-1C4A-E4D5-7CD5-D30AF86AA6C2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98">
              <p14:nvContentPartPr>
                <p14:cNvPr id="6428" name="Ink 6427">
                  <a:extLst>
                    <a:ext uri="{FF2B5EF4-FFF2-40B4-BE49-F238E27FC236}">
                      <a16:creationId xmlns:a16="http://schemas.microsoft.com/office/drawing/2014/main" id="{19AA3895-24BA-4A9B-C72A-6BECB660EE8F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6428" name="Ink 6427">
                  <a:extLst>
                    <a:ext uri="{FF2B5EF4-FFF2-40B4-BE49-F238E27FC236}">
                      <a16:creationId xmlns:a16="http://schemas.microsoft.com/office/drawing/2014/main" id="{19AA3895-24BA-4A9B-C72A-6BECB660EE8F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6429" name="Freeform 6428">
              <a:extLst>
                <a:ext uri="{FF2B5EF4-FFF2-40B4-BE49-F238E27FC236}">
                  <a16:creationId xmlns:a16="http://schemas.microsoft.com/office/drawing/2014/main" id="{1876040E-3C49-822E-9D81-43F4F0522F27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0" name="Freeform 6429">
              <a:extLst>
                <a:ext uri="{FF2B5EF4-FFF2-40B4-BE49-F238E27FC236}">
                  <a16:creationId xmlns:a16="http://schemas.microsoft.com/office/drawing/2014/main" id="{5A677225-5D1F-D952-553B-752DB591D180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1" name="Freeform 6430">
              <a:extLst>
                <a:ext uri="{FF2B5EF4-FFF2-40B4-BE49-F238E27FC236}">
                  <a16:creationId xmlns:a16="http://schemas.microsoft.com/office/drawing/2014/main" id="{F022C9D3-AFC7-3E08-3461-6155643263FB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2" name="Freeform 6431">
              <a:extLst>
                <a:ext uri="{FF2B5EF4-FFF2-40B4-BE49-F238E27FC236}">
                  <a16:creationId xmlns:a16="http://schemas.microsoft.com/office/drawing/2014/main" id="{4272A103-3BFE-1A6C-F0D0-128CBFA805DF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3" name="Freeform 6432">
              <a:extLst>
                <a:ext uri="{FF2B5EF4-FFF2-40B4-BE49-F238E27FC236}">
                  <a16:creationId xmlns:a16="http://schemas.microsoft.com/office/drawing/2014/main" id="{BDD0798F-8817-75FC-1BEA-F1178B28CD56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4" name="Freeform 6433">
              <a:extLst>
                <a:ext uri="{FF2B5EF4-FFF2-40B4-BE49-F238E27FC236}">
                  <a16:creationId xmlns:a16="http://schemas.microsoft.com/office/drawing/2014/main" id="{7D223A6E-67BA-126C-8868-3EBEACAD8DFF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5" name="Freeform 6434">
              <a:extLst>
                <a:ext uri="{FF2B5EF4-FFF2-40B4-BE49-F238E27FC236}">
                  <a16:creationId xmlns:a16="http://schemas.microsoft.com/office/drawing/2014/main" id="{DBE5FABA-5024-61D0-62FD-9C47AC4C8560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6" name="Freeform 6435">
              <a:extLst>
                <a:ext uri="{FF2B5EF4-FFF2-40B4-BE49-F238E27FC236}">
                  <a16:creationId xmlns:a16="http://schemas.microsoft.com/office/drawing/2014/main" id="{64F45A8B-BB6C-0D46-03CF-23EAFD9C887D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7" name="Freeform 6436">
              <a:extLst>
                <a:ext uri="{FF2B5EF4-FFF2-40B4-BE49-F238E27FC236}">
                  <a16:creationId xmlns:a16="http://schemas.microsoft.com/office/drawing/2014/main" id="{714D23E6-8B0D-33DE-4DC0-23153F20F7D1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8" name="Freeform 6437">
              <a:extLst>
                <a:ext uri="{FF2B5EF4-FFF2-40B4-BE49-F238E27FC236}">
                  <a16:creationId xmlns:a16="http://schemas.microsoft.com/office/drawing/2014/main" id="{57AE8069-8643-6282-0A66-B0468770B557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39" name="Freeform 6438">
              <a:extLst>
                <a:ext uri="{FF2B5EF4-FFF2-40B4-BE49-F238E27FC236}">
                  <a16:creationId xmlns:a16="http://schemas.microsoft.com/office/drawing/2014/main" id="{35F7039A-79F2-6979-95BA-93EA4BF03AC1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0" name="Freeform 6439">
              <a:extLst>
                <a:ext uri="{FF2B5EF4-FFF2-40B4-BE49-F238E27FC236}">
                  <a16:creationId xmlns:a16="http://schemas.microsoft.com/office/drawing/2014/main" id="{D958C976-CFB9-A4FC-4AE9-F4CD3AD09F49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1" name="Freeform 6440">
              <a:extLst>
                <a:ext uri="{FF2B5EF4-FFF2-40B4-BE49-F238E27FC236}">
                  <a16:creationId xmlns:a16="http://schemas.microsoft.com/office/drawing/2014/main" id="{55E17ECF-3652-B381-2B4A-E88F21E61926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2" name="Freeform 6441">
              <a:extLst>
                <a:ext uri="{FF2B5EF4-FFF2-40B4-BE49-F238E27FC236}">
                  <a16:creationId xmlns:a16="http://schemas.microsoft.com/office/drawing/2014/main" id="{49E50320-8DB3-49DF-D40A-B6EACCC8838B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3" name="Freeform 6442">
              <a:extLst>
                <a:ext uri="{FF2B5EF4-FFF2-40B4-BE49-F238E27FC236}">
                  <a16:creationId xmlns:a16="http://schemas.microsoft.com/office/drawing/2014/main" id="{427FAFC8-8584-7F9E-43D9-C8DBA0520671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4" name="Freeform 6443">
              <a:extLst>
                <a:ext uri="{FF2B5EF4-FFF2-40B4-BE49-F238E27FC236}">
                  <a16:creationId xmlns:a16="http://schemas.microsoft.com/office/drawing/2014/main" id="{D5916D93-4769-EFCB-A6B2-2BC16FBFF893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5" name="Freeform 6444">
              <a:extLst>
                <a:ext uri="{FF2B5EF4-FFF2-40B4-BE49-F238E27FC236}">
                  <a16:creationId xmlns:a16="http://schemas.microsoft.com/office/drawing/2014/main" id="{7ECEBF1F-BCEA-C85C-A66D-09AD77CCBBC0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6" name="Freeform 6445">
              <a:extLst>
                <a:ext uri="{FF2B5EF4-FFF2-40B4-BE49-F238E27FC236}">
                  <a16:creationId xmlns:a16="http://schemas.microsoft.com/office/drawing/2014/main" id="{85613F2B-A652-2AC4-E097-1B247AE784AF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7" name="Freeform 6446">
              <a:extLst>
                <a:ext uri="{FF2B5EF4-FFF2-40B4-BE49-F238E27FC236}">
                  <a16:creationId xmlns:a16="http://schemas.microsoft.com/office/drawing/2014/main" id="{2132949C-573F-0A68-126D-118E737D16DF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8" name="Freeform 6447">
              <a:extLst>
                <a:ext uri="{FF2B5EF4-FFF2-40B4-BE49-F238E27FC236}">
                  <a16:creationId xmlns:a16="http://schemas.microsoft.com/office/drawing/2014/main" id="{24E60E27-4B3C-13E5-01FD-866DBA898C7A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49" name="Freeform 6448">
              <a:extLst>
                <a:ext uri="{FF2B5EF4-FFF2-40B4-BE49-F238E27FC236}">
                  <a16:creationId xmlns:a16="http://schemas.microsoft.com/office/drawing/2014/main" id="{9669D87B-CE99-AF01-0C25-7000666261F7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0" name="Freeform 6449">
              <a:extLst>
                <a:ext uri="{FF2B5EF4-FFF2-40B4-BE49-F238E27FC236}">
                  <a16:creationId xmlns:a16="http://schemas.microsoft.com/office/drawing/2014/main" id="{D28D3335-0857-8647-8137-F7B4E762E06A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1" name="Freeform 6450">
              <a:extLst>
                <a:ext uri="{FF2B5EF4-FFF2-40B4-BE49-F238E27FC236}">
                  <a16:creationId xmlns:a16="http://schemas.microsoft.com/office/drawing/2014/main" id="{8E4F9BDB-665F-3EE1-DE03-06F6773F999C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2" name="Freeform 6451">
              <a:extLst>
                <a:ext uri="{FF2B5EF4-FFF2-40B4-BE49-F238E27FC236}">
                  <a16:creationId xmlns:a16="http://schemas.microsoft.com/office/drawing/2014/main" id="{17D1A767-684D-C165-3273-7E89D0E60FD5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3" name="Freeform 6452">
              <a:extLst>
                <a:ext uri="{FF2B5EF4-FFF2-40B4-BE49-F238E27FC236}">
                  <a16:creationId xmlns:a16="http://schemas.microsoft.com/office/drawing/2014/main" id="{ABA50456-B35A-1B88-1685-660C7A20557A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4" name="Freeform 6453">
              <a:extLst>
                <a:ext uri="{FF2B5EF4-FFF2-40B4-BE49-F238E27FC236}">
                  <a16:creationId xmlns:a16="http://schemas.microsoft.com/office/drawing/2014/main" id="{78A60019-6307-EB45-6FD1-FB30E727A2EA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5" name="Freeform 6454">
              <a:extLst>
                <a:ext uri="{FF2B5EF4-FFF2-40B4-BE49-F238E27FC236}">
                  <a16:creationId xmlns:a16="http://schemas.microsoft.com/office/drawing/2014/main" id="{D92AC9A3-2A7C-87BA-0576-801D64663703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6" name="Freeform 6455">
              <a:extLst>
                <a:ext uri="{FF2B5EF4-FFF2-40B4-BE49-F238E27FC236}">
                  <a16:creationId xmlns:a16="http://schemas.microsoft.com/office/drawing/2014/main" id="{3AF55A23-2E30-36AD-102B-8C910CA7797D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7" name="Freeform 6456">
              <a:extLst>
                <a:ext uri="{FF2B5EF4-FFF2-40B4-BE49-F238E27FC236}">
                  <a16:creationId xmlns:a16="http://schemas.microsoft.com/office/drawing/2014/main" id="{D88AD005-CE3A-9FAA-10B9-6299E21DE779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8" name="Freeform 6457">
              <a:extLst>
                <a:ext uri="{FF2B5EF4-FFF2-40B4-BE49-F238E27FC236}">
                  <a16:creationId xmlns:a16="http://schemas.microsoft.com/office/drawing/2014/main" id="{8E30D666-BB16-4500-265C-18B25AA3D7ED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59" name="Freeform 6458">
              <a:extLst>
                <a:ext uri="{FF2B5EF4-FFF2-40B4-BE49-F238E27FC236}">
                  <a16:creationId xmlns:a16="http://schemas.microsoft.com/office/drawing/2014/main" id="{95EF4441-6995-89B4-299A-CA9B38ED8777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0" name="Freeform 6459">
              <a:extLst>
                <a:ext uri="{FF2B5EF4-FFF2-40B4-BE49-F238E27FC236}">
                  <a16:creationId xmlns:a16="http://schemas.microsoft.com/office/drawing/2014/main" id="{103D4DF0-CE31-2845-2259-74FA3928967D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1" name="Freeform 6460">
              <a:extLst>
                <a:ext uri="{FF2B5EF4-FFF2-40B4-BE49-F238E27FC236}">
                  <a16:creationId xmlns:a16="http://schemas.microsoft.com/office/drawing/2014/main" id="{EEE3546F-F4CC-01EA-9123-4D1AE158A18D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2" name="Freeform 6461">
              <a:extLst>
                <a:ext uri="{FF2B5EF4-FFF2-40B4-BE49-F238E27FC236}">
                  <a16:creationId xmlns:a16="http://schemas.microsoft.com/office/drawing/2014/main" id="{22F7B442-E8DA-4756-96CD-95E4D8345DE9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3" name="Freeform 6462">
              <a:extLst>
                <a:ext uri="{FF2B5EF4-FFF2-40B4-BE49-F238E27FC236}">
                  <a16:creationId xmlns:a16="http://schemas.microsoft.com/office/drawing/2014/main" id="{E3A82CE7-E406-F6DE-E8D7-D564422025A4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4" name="Freeform 6463">
              <a:extLst>
                <a:ext uri="{FF2B5EF4-FFF2-40B4-BE49-F238E27FC236}">
                  <a16:creationId xmlns:a16="http://schemas.microsoft.com/office/drawing/2014/main" id="{8379C66E-9FC7-DDCF-8C11-DA45ACA8941F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5" name="Freeform 6464">
              <a:extLst>
                <a:ext uri="{FF2B5EF4-FFF2-40B4-BE49-F238E27FC236}">
                  <a16:creationId xmlns:a16="http://schemas.microsoft.com/office/drawing/2014/main" id="{2D5D23DB-8C47-8FD3-BD7C-0EA9ACC4C88D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6" name="Freeform 6465">
              <a:extLst>
                <a:ext uri="{FF2B5EF4-FFF2-40B4-BE49-F238E27FC236}">
                  <a16:creationId xmlns:a16="http://schemas.microsoft.com/office/drawing/2014/main" id="{2C9380EE-30A7-7B6A-A84B-013CBA6CC8B7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7" name="Freeform 6466">
              <a:extLst>
                <a:ext uri="{FF2B5EF4-FFF2-40B4-BE49-F238E27FC236}">
                  <a16:creationId xmlns:a16="http://schemas.microsoft.com/office/drawing/2014/main" id="{32F73322-2DC0-E325-E5D4-50DA193F20E2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8" name="Freeform 6467">
              <a:extLst>
                <a:ext uri="{FF2B5EF4-FFF2-40B4-BE49-F238E27FC236}">
                  <a16:creationId xmlns:a16="http://schemas.microsoft.com/office/drawing/2014/main" id="{41C7870D-DBF2-E0F2-29DA-12F7940BD1D3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69" name="Freeform 6468">
              <a:extLst>
                <a:ext uri="{FF2B5EF4-FFF2-40B4-BE49-F238E27FC236}">
                  <a16:creationId xmlns:a16="http://schemas.microsoft.com/office/drawing/2014/main" id="{34160AB8-88D1-C0CA-2108-2216BD51995A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0" name="Freeform 6469">
              <a:extLst>
                <a:ext uri="{FF2B5EF4-FFF2-40B4-BE49-F238E27FC236}">
                  <a16:creationId xmlns:a16="http://schemas.microsoft.com/office/drawing/2014/main" id="{6CE7D5C8-2C52-23E6-6CD4-F049C7C5487C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1" name="Freeform 6470">
              <a:extLst>
                <a:ext uri="{FF2B5EF4-FFF2-40B4-BE49-F238E27FC236}">
                  <a16:creationId xmlns:a16="http://schemas.microsoft.com/office/drawing/2014/main" id="{381F2B7E-4BA3-E513-EBFD-19615394DC71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2" name="Freeform 6471">
              <a:extLst>
                <a:ext uri="{FF2B5EF4-FFF2-40B4-BE49-F238E27FC236}">
                  <a16:creationId xmlns:a16="http://schemas.microsoft.com/office/drawing/2014/main" id="{57D173E1-6404-58F2-B83D-FA21D482588D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3" name="Freeform 6472">
              <a:extLst>
                <a:ext uri="{FF2B5EF4-FFF2-40B4-BE49-F238E27FC236}">
                  <a16:creationId xmlns:a16="http://schemas.microsoft.com/office/drawing/2014/main" id="{412B0F7A-ACF5-A2F5-559C-3E9C114E24E8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4" name="Freeform 6473">
              <a:extLst>
                <a:ext uri="{FF2B5EF4-FFF2-40B4-BE49-F238E27FC236}">
                  <a16:creationId xmlns:a16="http://schemas.microsoft.com/office/drawing/2014/main" id="{F0747705-37D6-E786-B470-53798FCE9CA1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5" name="Freeform 6474">
              <a:extLst>
                <a:ext uri="{FF2B5EF4-FFF2-40B4-BE49-F238E27FC236}">
                  <a16:creationId xmlns:a16="http://schemas.microsoft.com/office/drawing/2014/main" id="{6CB8A45B-52E0-71E7-3447-CD7BFE847AA4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6" name="Freeform 6475">
              <a:extLst>
                <a:ext uri="{FF2B5EF4-FFF2-40B4-BE49-F238E27FC236}">
                  <a16:creationId xmlns:a16="http://schemas.microsoft.com/office/drawing/2014/main" id="{727FDFDD-A9AF-EC18-8156-BF61DF8AD58F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7" name="Freeform 6476">
              <a:extLst>
                <a:ext uri="{FF2B5EF4-FFF2-40B4-BE49-F238E27FC236}">
                  <a16:creationId xmlns:a16="http://schemas.microsoft.com/office/drawing/2014/main" id="{5B2C0D8A-2B92-7FAF-E273-64AA96450E69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8" name="Freeform 6477">
              <a:extLst>
                <a:ext uri="{FF2B5EF4-FFF2-40B4-BE49-F238E27FC236}">
                  <a16:creationId xmlns:a16="http://schemas.microsoft.com/office/drawing/2014/main" id="{90D3358E-012B-363D-83C3-F2A848EEEA0B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79" name="Freeform 6478">
              <a:extLst>
                <a:ext uri="{FF2B5EF4-FFF2-40B4-BE49-F238E27FC236}">
                  <a16:creationId xmlns:a16="http://schemas.microsoft.com/office/drawing/2014/main" id="{A69BCBEB-6C62-C52B-4914-99608AF57D86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0" name="Freeform 6479">
              <a:extLst>
                <a:ext uri="{FF2B5EF4-FFF2-40B4-BE49-F238E27FC236}">
                  <a16:creationId xmlns:a16="http://schemas.microsoft.com/office/drawing/2014/main" id="{82628DBF-7CE5-8403-E723-CB0697757444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1" name="Freeform 6480">
              <a:extLst>
                <a:ext uri="{FF2B5EF4-FFF2-40B4-BE49-F238E27FC236}">
                  <a16:creationId xmlns:a16="http://schemas.microsoft.com/office/drawing/2014/main" id="{1CB8A356-32A3-BEF3-1006-60B9F27F3ACD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2" name="Freeform 6481">
              <a:extLst>
                <a:ext uri="{FF2B5EF4-FFF2-40B4-BE49-F238E27FC236}">
                  <a16:creationId xmlns:a16="http://schemas.microsoft.com/office/drawing/2014/main" id="{794EC39F-BD96-5A02-FAB2-6809246138A2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3" name="Freeform 6482">
              <a:extLst>
                <a:ext uri="{FF2B5EF4-FFF2-40B4-BE49-F238E27FC236}">
                  <a16:creationId xmlns:a16="http://schemas.microsoft.com/office/drawing/2014/main" id="{D1521891-5EDC-91A6-F196-AF8DBF7285C9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4" name="Freeform 6483">
              <a:extLst>
                <a:ext uri="{FF2B5EF4-FFF2-40B4-BE49-F238E27FC236}">
                  <a16:creationId xmlns:a16="http://schemas.microsoft.com/office/drawing/2014/main" id="{EA5D9107-23D5-3682-F8C4-F781DDE4224E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5" name="Freeform 6484">
              <a:extLst>
                <a:ext uri="{FF2B5EF4-FFF2-40B4-BE49-F238E27FC236}">
                  <a16:creationId xmlns:a16="http://schemas.microsoft.com/office/drawing/2014/main" id="{FBDFA550-19D4-18C3-D989-A1DE915F7A45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6" name="Freeform 6485">
              <a:extLst>
                <a:ext uri="{FF2B5EF4-FFF2-40B4-BE49-F238E27FC236}">
                  <a16:creationId xmlns:a16="http://schemas.microsoft.com/office/drawing/2014/main" id="{ABA8CE75-298A-0557-8DD3-5CC0D211FC49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7" name="Freeform 6486">
              <a:extLst>
                <a:ext uri="{FF2B5EF4-FFF2-40B4-BE49-F238E27FC236}">
                  <a16:creationId xmlns:a16="http://schemas.microsoft.com/office/drawing/2014/main" id="{D4D5EB4C-6D57-724F-2E8D-A549BF49A99F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8" name="Freeform 6487">
              <a:extLst>
                <a:ext uri="{FF2B5EF4-FFF2-40B4-BE49-F238E27FC236}">
                  <a16:creationId xmlns:a16="http://schemas.microsoft.com/office/drawing/2014/main" id="{C08959CC-4FE9-9DD6-5E81-29B8B944515F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89" name="Freeform 6488">
              <a:extLst>
                <a:ext uri="{FF2B5EF4-FFF2-40B4-BE49-F238E27FC236}">
                  <a16:creationId xmlns:a16="http://schemas.microsoft.com/office/drawing/2014/main" id="{AC5C1542-4AE1-1294-ACDB-FB579E4C8C89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0" name="Freeform 6489">
              <a:extLst>
                <a:ext uri="{FF2B5EF4-FFF2-40B4-BE49-F238E27FC236}">
                  <a16:creationId xmlns:a16="http://schemas.microsoft.com/office/drawing/2014/main" id="{82F7C62E-FBC4-5658-FAAD-A363596CAE76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1" name="Freeform 6490">
              <a:extLst>
                <a:ext uri="{FF2B5EF4-FFF2-40B4-BE49-F238E27FC236}">
                  <a16:creationId xmlns:a16="http://schemas.microsoft.com/office/drawing/2014/main" id="{98F0A138-3DC3-58EE-683E-50181EB199A6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2" name="Freeform 6491">
              <a:extLst>
                <a:ext uri="{FF2B5EF4-FFF2-40B4-BE49-F238E27FC236}">
                  <a16:creationId xmlns:a16="http://schemas.microsoft.com/office/drawing/2014/main" id="{B29CE1F8-EC10-23A7-8826-B2E63C1A0F14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3" name="Freeform 6492">
              <a:extLst>
                <a:ext uri="{FF2B5EF4-FFF2-40B4-BE49-F238E27FC236}">
                  <a16:creationId xmlns:a16="http://schemas.microsoft.com/office/drawing/2014/main" id="{1237784D-D3D2-20D3-191B-6528B5EBBEA1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4" name="Freeform 6493">
              <a:extLst>
                <a:ext uri="{FF2B5EF4-FFF2-40B4-BE49-F238E27FC236}">
                  <a16:creationId xmlns:a16="http://schemas.microsoft.com/office/drawing/2014/main" id="{E521B142-B59A-2AF0-6832-332CBE9C3B02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5" name="Freeform 6494">
              <a:extLst>
                <a:ext uri="{FF2B5EF4-FFF2-40B4-BE49-F238E27FC236}">
                  <a16:creationId xmlns:a16="http://schemas.microsoft.com/office/drawing/2014/main" id="{08559816-C263-2E5C-DEE1-7C557FD1028E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6" name="Freeform 6495">
              <a:extLst>
                <a:ext uri="{FF2B5EF4-FFF2-40B4-BE49-F238E27FC236}">
                  <a16:creationId xmlns:a16="http://schemas.microsoft.com/office/drawing/2014/main" id="{041973B8-38AC-B156-879C-DB957D25683A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7" name="Freeform 6496">
              <a:extLst>
                <a:ext uri="{FF2B5EF4-FFF2-40B4-BE49-F238E27FC236}">
                  <a16:creationId xmlns:a16="http://schemas.microsoft.com/office/drawing/2014/main" id="{3C12AB7F-391F-7103-CB13-07EDFEBA4A09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8" name="Freeform 6497">
              <a:extLst>
                <a:ext uri="{FF2B5EF4-FFF2-40B4-BE49-F238E27FC236}">
                  <a16:creationId xmlns:a16="http://schemas.microsoft.com/office/drawing/2014/main" id="{8A363FFC-2DEE-C239-83A3-51C47BEC27EC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99" name="Freeform 6498">
              <a:extLst>
                <a:ext uri="{FF2B5EF4-FFF2-40B4-BE49-F238E27FC236}">
                  <a16:creationId xmlns:a16="http://schemas.microsoft.com/office/drawing/2014/main" id="{B6150A73-8EF2-0CDD-B890-6E6C435999A5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0" name="Freeform 6499">
              <a:extLst>
                <a:ext uri="{FF2B5EF4-FFF2-40B4-BE49-F238E27FC236}">
                  <a16:creationId xmlns:a16="http://schemas.microsoft.com/office/drawing/2014/main" id="{C4989005-F33B-AB06-E4BC-EE4437227949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1" name="Freeform 6500">
              <a:extLst>
                <a:ext uri="{FF2B5EF4-FFF2-40B4-BE49-F238E27FC236}">
                  <a16:creationId xmlns:a16="http://schemas.microsoft.com/office/drawing/2014/main" id="{EC888B7A-BD32-69AF-0D6F-95EC64F17E29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2" name="Freeform 6501">
              <a:extLst>
                <a:ext uri="{FF2B5EF4-FFF2-40B4-BE49-F238E27FC236}">
                  <a16:creationId xmlns:a16="http://schemas.microsoft.com/office/drawing/2014/main" id="{27823574-69E6-17AB-EFD6-2FD5C6BB1977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3" name="Freeform 6502">
              <a:extLst>
                <a:ext uri="{FF2B5EF4-FFF2-40B4-BE49-F238E27FC236}">
                  <a16:creationId xmlns:a16="http://schemas.microsoft.com/office/drawing/2014/main" id="{A67283FD-9964-2ABA-084F-83D876216D39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4" name="Freeform 6503">
              <a:extLst>
                <a:ext uri="{FF2B5EF4-FFF2-40B4-BE49-F238E27FC236}">
                  <a16:creationId xmlns:a16="http://schemas.microsoft.com/office/drawing/2014/main" id="{12537346-E814-E6C0-DF94-BD282F626821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5" name="Freeform 6504">
              <a:extLst>
                <a:ext uri="{FF2B5EF4-FFF2-40B4-BE49-F238E27FC236}">
                  <a16:creationId xmlns:a16="http://schemas.microsoft.com/office/drawing/2014/main" id="{6654BC6D-3F10-4A61-0B0C-F239EE8D91B6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6" name="Freeform 6505">
              <a:extLst>
                <a:ext uri="{FF2B5EF4-FFF2-40B4-BE49-F238E27FC236}">
                  <a16:creationId xmlns:a16="http://schemas.microsoft.com/office/drawing/2014/main" id="{49887981-DA62-0F05-9C1A-81FA34949465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7" name="Freeform 6506">
              <a:extLst>
                <a:ext uri="{FF2B5EF4-FFF2-40B4-BE49-F238E27FC236}">
                  <a16:creationId xmlns:a16="http://schemas.microsoft.com/office/drawing/2014/main" id="{745D7F94-4E7A-E44A-1843-22A83CD70E1C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8" name="Freeform 6507">
              <a:extLst>
                <a:ext uri="{FF2B5EF4-FFF2-40B4-BE49-F238E27FC236}">
                  <a16:creationId xmlns:a16="http://schemas.microsoft.com/office/drawing/2014/main" id="{76249F5D-89C0-5BA1-0C31-B4A57A704D67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09" name="Freeform 6508">
              <a:extLst>
                <a:ext uri="{FF2B5EF4-FFF2-40B4-BE49-F238E27FC236}">
                  <a16:creationId xmlns:a16="http://schemas.microsoft.com/office/drawing/2014/main" id="{FB97EFD0-102E-1C73-77EE-2E4667FE2FF1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0" name="Freeform 6509">
              <a:extLst>
                <a:ext uri="{FF2B5EF4-FFF2-40B4-BE49-F238E27FC236}">
                  <a16:creationId xmlns:a16="http://schemas.microsoft.com/office/drawing/2014/main" id="{1598F78F-B185-DF90-B5FA-C62C3DB74BCC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511" name="Group 6510">
            <a:extLst>
              <a:ext uri="{FF2B5EF4-FFF2-40B4-BE49-F238E27FC236}">
                <a16:creationId xmlns:a16="http://schemas.microsoft.com/office/drawing/2014/main" id="{4BE98ABD-3552-EA4E-2DDB-3A275EB93D7D}"/>
              </a:ext>
            </a:extLst>
          </p:cNvPr>
          <p:cNvGrpSpPr/>
          <p:nvPr/>
        </p:nvGrpSpPr>
        <p:grpSpPr>
          <a:xfrm>
            <a:off x="6335338" y="4818292"/>
            <a:ext cx="363537" cy="371707"/>
            <a:chOff x="3694771" y="1918010"/>
            <a:chExt cx="4088780" cy="4475356"/>
          </a:xfrm>
        </p:grpSpPr>
        <p:sp>
          <p:nvSpPr>
            <p:cNvPr id="6512" name="Freeform 6511">
              <a:extLst>
                <a:ext uri="{FF2B5EF4-FFF2-40B4-BE49-F238E27FC236}">
                  <a16:creationId xmlns:a16="http://schemas.microsoft.com/office/drawing/2014/main" id="{7B18BEB4-8270-5F24-E424-5B4A6E42B49F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299">
              <p14:nvContentPartPr>
                <p14:cNvPr id="6513" name="Ink 6512">
                  <a:extLst>
                    <a:ext uri="{FF2B5EF4-FFF2-40B4-BE49-F238E27FC236}">
                      <a16:creationId xmlns:a16="http://schemas.microsoft.com/office/drawing/2014/main" id="{342A0107-8BAA-9E04-9CBA-B7AE1D0BE5CA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6513" name="Ink 6512">
                  <a:extLst>
                    <a:ext uri="{FF2B5EF4-FFF2-40B4-BE49-F238E27FC236}">
                      <a16:creationId xmlns:a16="http://schemas.microsoft.com/office/drawing/2014/main" id="{342A0107-8BAA-9E04-9CBA-B7AE1D0BE5CA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6514" name="Freeform 6513">
              <a:extLst>
                <a:ext uri="{FF2B5EF4-FFF2-40B4-BE49-F238E27FC236}">
                  <a16:creationId xmlns:a16="http://schemas.microsoft.com/office/drawing/2014/main" id="{C470F902-5C86-5281-0E0F-EB412669B978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5" name="Freeform 6514">
              <a:extLst>
                <a:ext uri="{FF2B5EF4-FFF2-40B4-BE49-F238E27FC236}">
                  <a16:creationId xmlns:a16="http://schemas.microsoft.com/office/drawing/2014/main" id="{C1A38AEB-8774-E715-800D-553DC158F4E3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6" name="Freeform 6515">
              <a:extLst>
                <a:ext uri="{FF2B5EF4-FFF2-40B4-BE49-F238E27FC236}">
                  <a16:creationId xmlns:a16="http://schemas.microsoft.com/office/drawing/2014/main" id="{F2F8B88C-9334-29D4-6D21-C336127D24C6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7" name="Freeform 6516">
              <a:extLst>
                <a:ext uri="{FF2B5EF4-FFF2-40B4-BE49-F238E27FC236}">
                  <a16:creationId xmlns:a16="http://schemas.microsoft.com/office/drawing/2014/main" id="{7E66066D-4808-74E9-DC36-5ACCFB807121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8" name="Freeform 6517">
              <a:extLst>
                <a:ext uri="{FF2B5EF4-FFF2-40B4-BE49-F238E27FC236}">
                  <a16:creationId xmlns:a16="http://schemas.microsoft.com/office/drawing/2014/main" id="{08594CA2-20C8-AD8B-4A07-53F346EFEA33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19" name="Freeform 6518">
              <a:extLst>
                <a:ext uri="{FF2B5EF4-FFF2-40B4-BE49-F238E27FC236}">
                  <a16:creationId xmlns:a16="http://schemas.microsoft.com/office/drawing/2014/main" id="{632480C2-AC10-6D62-B6A2-DE9858F9B1A7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0" name="Freeform 6519">
              <a:extLst>
                <a:ext uri="{FF2B5EF4-FFF2-40B4-BE49-F238E27FC236}">
                  <a16:creationId xmlns:a16="http://schemas.microsoft.com/office/drawing/2014/main" id="{0BC4931F-B291-4C52-99E8-19BC161379D1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1" name="Freeform 6520">
              <a:extLst>
                <a:ext uri="{FF2B5EF4-FFF2-40B4-BE49-F238E27FC236}">
                  <a16:creationId xmlns:a16="http://schemas.microsoft.com/office/drawing/2014/main" id="{EC8840E0-C8D4-5746-FF3D-F18F7E4AE3AC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2" name="Freeform 6521">
              <a:extLst>
                <a:ext uri="{FF2B5EF4-FFF2-40B4-BE49-F238E27FC236}">
                  <a16:creationId xmlns:a16="http://schemas.microsoft.com/office/drawing/2014/main" id="{0E65DD40-DAB2-5EC4-2E27-A2A396531484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3" name="Freeform 6522">
              <a:extLst>
                <a:ext uri="{FF2B5EF4-FFF2-40B4-BE49-F238E27FC236}">
                  <a16:creationId xmlns:a16="http://schemas.microsoft.com/office/drawing/2014/main" id="{0449FDA3-EBE9-E066-F20C-D0BD998C9E77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4" name="Freeform 6523">
              <a:extLst>
                <a:ext uri="{FF2B5EF4-FFF2-40B4-BE49-F238E27FC236}">
                  <a16:creationId xmlns:a16="http://schemas.microsoft.com/office/drawing/2014/main" id="{261DCCE4-3E88-D4A5-CDA4-98B84FB45311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5" name="Freeform 6524">
              <a:extLst>
                <a:ext uri="{FF2B5EF4-FFF2-40B4-BE49-F238E27FC236}">
                  <a16:creationId xmlns:a16="http://schemas.microsoft.com/office/drawing/2014/main" id="{6D5AC5B7-2DC3-1EC8-C0D8-541393CB0401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6" name="Freeform 6525">
              <a:extLst>
                <a:ext uri="{FF2B5EF4-FFF2-40B4-BE49-F238E27FC236}">
                  <a16:creationId xmlns:a16="http://schemas.microsoft.com/office/drawing/2014/main" id="{F1468E60-8A94-A1DE-549F-3DA71CF5800B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7" name="Freeform 6526">
              <a:extLst>
                <a:ext uri="{FF2B5EF4-FFF2-40B4-BE49-F238E27FC236}">
                  <a16:creationId xmlns:a16="http://schemas.microsoft.com/office/drawing/2014/main" id="{ED9795C0-78F6-DA6A-E99C-54C08B6A7456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8" name="Freeform 6527">
              <a:extLst>
                <a:ext uri="{FF2B5EF4-FFF2-40B4-BE49-F238E27FC236}">
                  <a16:creationId xmlns:a16="http://schemas.microsoft.com/office/drawing/2014/main" id="{A5420348-6CCA-6B69-7AC8-881D8D2872A1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29" name="Freeform 6528">
              <a:extLst>
                <a:ext uri="{FF2B5EF4-FFF2-40B4-BE49-F238E27FC236}">
                  <a16:creationId xmlns:a16="http://schemas.microsoft.com/office/drawing/2014/main" id="{47037BA6-F6E0-6A23-14A6-8537B2102369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0" name="Freeform 6529">
              <a:extLst>
                <a:ext uri="{FF2B5EF4-FFF2-40B4-BE49-F238E27FC236}">
                  <a16:creationId xmlns:a16="http://schemas.microsoft.com/office/drawing/2014/main" id="{8F0CF8C6-2497-05A7-A911-A08973850371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1" name="Freeform 6530">
              <a:extLst>
                <a:ext uri="{FF2B5EF4-FFF2-40B4-BE49-F238E27FC236}">
                  <a16:creationId xmlns:a16="http://schemas.microsoft.com/office/drawing/2014/main" id="{84FA0F6B-D13A-6BAC-712C-2A168C2FD314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2" name="Freeform 6531">
              <a:extLst>
                <a:ext uri="{FF2B5EF4-FFF2-40B4-BE49-F238E27FC236}">
                  <a16:creationId xmlns:a16="http://schemas.microsoft.com/office/drawing/2014/main" id="{D2EADA7A-D62F-6111-20F7-6CC86A786C1E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3" name="Freeform 6532">
              <a:extLst>
                <a:ext uri="{FF2B5EF4-FFF2-40B4-BE49-F238E27FC236}">
                  <a16:creationId xmlns:a16="http://schemas.microsoft.com/office/drawing/2014/main" id="{DC50969D-3227-BF16-F0A4-0D32655D532D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4" name="Freeform 6533">
              <a:extLst>
                <a:ext uri="{FF2B5EF4-FFF2-40B4-BE49-F238E27FC236}">
                  <a16:creationId xmlns:a16="http://schemas.microsoft.com/office/drawing/2014/main" id="{A626D4FE-1080-1F59-7A11-F7962580F999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5" name="Freeform 6534">
              <a:extLst>
                <a:ext uri="{FF2B5EF4-FFF2-40B4-BE49-F238E27FC236}">
                  <a16:creationId xmlns:a16="http://schemas.microsoft.com/office/drawing/2014/main" id="{973C1975-43A2-2484-C7D3-C400A8DAA3B6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6" name="Freeform 6535">
              <a:extLst>
                <a:ext uri="{FF2B5EF4-FFF2-40B4-BE49-F238E27FC236}">
                  <a16:creationId xmlns:a16="http://schemas.microsoft.com/office/drawing/2014/main" id="{3A716CC4-15E1-F8D4-A684-0D57D01BB2B2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7" name="Freeform 6536">
              <a:extLst>
                <a:ext uri="{FF2B5EF4-FFF2-40B4-BE49-F238E27FC236}">
                  <a16:creationId xmlns:a16="http://schemas.microsoft.com/office/drawing/2014/main" id="{D3401385-65C8-FFE7-96D9-39E336066095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8" name="Freeform 6537">
              <a:extLst>
                <a:ext uri="{FF2B5EF4-FFF2-40B4-BE49-F238E27FC236}">
                  <a16:creationId xmlns:a16="http://schemas.microsoft.com/office/drawing/2014/main" id="{5D688A1E-07CD-91D3-73C9-C33C0A37A3F9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9" name="Freeform 6538">
              <a:extLst>
                <a:ext uri="{FF2B5EF4-FFF2-40B4-BE49-F238E27FC236}">
                  <a16:creationId xmlns:a16="http://schemas.microsoft.com/office/drawing/2014/main" id="{6CCB1979-85ED-32C4-40F0-08D514AD6BD9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0" name="Freeform 6539">
              <a:extLst>
                <a:ext uri="{FF2B5EF4-FFF2-40B4-BE49-F238E27FC236}">
                  <a16:creationId xmlns:a16="http://schemas.microsoft.com/office/drawing/2014/main" id="{EE197F6B-81FD-DC35-6532-F57222C2C3A4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1" name="Freeform 6540">
              <a:extLst>
                <a:ext uri="{FF2B5EF4-FFF2-40B4-BE49-F238E27FC236}">
                  <a16:creationId xmlns:a16="http://schemas.microsoft.com/office/drawing/2014/main" id="{42862E21-C621-AB17-7583-AA505936384A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2" name="Freeform 6541">
              <a:extLst>
                <a:ext uri="{FF2B5EF4-FFF2-40B4-BE49-F238E27FC236}">
                  <a16:creationId xmlns:a16="http://schemas.microsoft.com/office/drawing/2014/main" id="{CD5EFD46-2AD1-C4FB-3F9F-C38B480B535A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3" name="Freeform 6542">
              <a:extLst>
                <a:ext uri="{FF2B5EF4-FFF2-40B4-BE49-F238E27FC236}">
                  <a16:creationId xmlns:a16="http://schemas.microsoft.com/office/drawing/2014/main" id="{067426B3-8D3D-4997-1F61-41544F6B49F7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4" name="Freeform 6543">
              <a:extLst>
                <a:ext uri="{FF2B5EF4-FFF2-40B4-BE49-F238E27FC236}">
                  <a16:creationId xmlns:a16="http://schemas.microsoft.com/office/drawing/2014/main" id="{1FE6BC65-465F-E215-610B-175542568305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5" name="Freeform 6544">
              <a:extLst>
                <a:ext uri="{FF2B5EF4-FFF2-40B4-BE49-F238E27FC236}">
                  <a16:creationId xmlns:a16="http://schemas.microsoft.com/office/drawing/2014/main" id="{0A28C111-5315-44F4-6754-B60230C6230B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6" name="Freeform 6545">
              <a:extLst>
                <a:ext uri="{FF2B5EF4-FFF2-40B4-BE49-F238E27FC236}">
                  <a16:creationId xmlns:a16="http://schemas.microsoft.com/office/drawing/2014/main" id="{5F21F591-DA40-234C-3D00-3F5BA3EB50B6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7" name="Freeform 6546">
              <a:extLst>
                <a:ext uri="{FF2B5EF4-FFF2-40B4-BE49-F238E27FC236}">
                  <a16:creationId xmlns:a16="http://schemas.microsoft.com/office/drawing/2014/main" id="{3AB5D6A9-A886-488D-3B00-798C8890FBC0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8" name="Freeform 6547">
              <a:extLst>
                <a:ext uri="{FF2B5EF4-FFF2-40B4-BE49-F238E27FC236}">
                  <a16:creationId xmlns:a16="http://schemas.microsoft.com/office/drawing/2014/main" id="{1B2DE76B-8503-8FDF-16CD-586F1CE6B18A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49" name="Freeform 6548">
              <a:extLst>
                <a:ext uri="{FF2B5EF4-FFF2-40B4-BE49-F238E27FC236}">
                  <a16:creationId xmlns:a16="http://schemas.microsoft.com/office/drawing/2014/main" id="{FA747857-6E53-D596-8742-35BC03376C2A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0" name="Freeform 6549">
              <a:extLst>
                <a:ext uri="{FF2B5EF4-FFF2-40B4-BE49-F238E27FC236}">
                  <a16:creationId xmlns:a16="http://schemas.microsoft.com/office/drawing/2014/main" id="{07C2761D-3A0E-44D0-443B-B778E6660CBF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1" name="Freeform 6550">
              <a:extLst>
                <a:ext uri="{FF2B5EF4-FFF2-40B4-BE49-F238E27FC236}">
                  <a16:creationId xmlns:a16="http://schemas.microsoft.com/office/drawing/2014/main" id="{BCC7B785-321D-1AAA-6466-DAE1312BB510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2" name="Freeform 6551">
              <a:extLst>
                <a:ext uri="{FF2B5EF4-FFF2-40B4-BE49-F238E27FC236}">
                  <a16:creationId xmlns:a16="http://schemas.microsoft.com/office/drawing/2014/main" id="{03800F2A-2499-95B9-6C20-3F5A3AA5DA30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3" name="Freeform 6552">
              <a:extLst>
                <a:ext uri="{FF2B5EF4-FFF2-40B4-BE49-F238E27FC236}">
                  <a16:creationId xmlns:a16="http://schemas.microsoft.com/office/drawing/2014/main" id="{81EE742C-0B71-6E2C-9106-302F78A5ECF7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4" name="Freeform 6553">
              <a:extLst>
                <a:ext uri="{FF2B5EF4-FFF2-40B4-BE49-F238E27FC236}">
                  <a16:creationId xmlns:a16="http://schemas.microsoft.com/office/drawing/2014/main" id="{BD744806-A87B-37E4-A3D2-5DF3DCCB213C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5" name="Freeform 6554">
              <a:extLst>
                <a:ext uri="{FF2B5EF4-FFF2-40B4-BE49-F238E27FC236}">
                  <a16:creationId xmlns:a16="http://schemas.microsoft.com/office/drawing/2014/main" id="{6B1E828E-0654-9AF4-713F-4326CE53BFCE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6" name="Freeform 6555">
              <a:extLst>
                <a:ext uri="{FF2B5EF4-FFF2-40B4-BE49-F238E27FC236}">
                  <a16:creationId xmlns:a16="http://schemas.microsoft.com/office/drawing/2014/main" id="{2B9B50D7-8AEB-2362-643C-314957BD043B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7" name="Freeform 6556">
              <a:extLst>
                <a:ext uri="{FF2B5EF4-FFF2-40B4-BE49-F238E27FC236}">
                  <a16:creationId xmlns:a16="http://schemas.microsoft.com/office/drawing/2014/main" id="{030AEAC4-C7D1-BBA2-1F67-E5B3BB5CAF0D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8" name="Freeform 6557">
              <a:extLst>
                <a:ext uri="{FF2B5EF4-FFF2-40B4-BE49-F238E27FC236}">
                  <a16:creationId xmlns:a16="http://schemas.microsoft.com/office/drawing/2014/main" id="{01C6B2A3-D335-6B5C-8737-AD4A0F480DFD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59" name="Freeform 6558">
              <a:extLst>
                <a:ext uri="{FF2B5EF4-FFF2-40B4-BE49-F238E27FC236}">
                  <a16:creationId xmlns:a16="http://schemas.microsoft.com/office/drawing/2014/main" id="{29579E81-EC37-FCA1-89FC-A560F0EE96EE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0" name="Freeform 6559">
              <a:extLst>
                <a:ext uri="{FF2B5EF4-FFF2-40B4-BE49-F238E27FC236}">
                  <a16:creationId xmlns:a16="http://schemas.microsoft.com/office/drawing/2014/main" id="{0387E9C8-604D-EAF2-8B81-008929DB7799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1" name="Freeform 6560">
              <a:extLst>
                <a:ext uri="{FF2B5EF4-FFF2-40B4-BE49-F238E27FC236}">
                  <a16:creationId xmlns:a16="http://schemas.microsoft.com/office/drawing/2014/main" id="{14210150-B0AD-3A19-34DA-DCB7AD51941F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2" name="Freeform 6561">
              <a:extLst>
                <a:ext uri="{FF2B5EF4-FFF2-40B4-BE49-F238E27FC236}">
                  <a16:creationId xmlns:a16="http://schemas.microsoft.com/office/drawing/2014/main" id="{BCDCBED8-78EC-CB4D-6A20-C8C5BAD161DD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3" name="Freeform 6562">
              <a:extLst>
                <a:ext uri="{FF2B5EF4-FFF2-40B4-BE49-F238E27FC236}">
                  <a16:creationId xmlns:a16="http://schemas.microsoft.com/office/drawing/2014/main" id="{45E1DB99-4FFA-097B-C8D1-723F50AD8B6F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4" name="Freeform 6563">
              <a:extLst>
                <a:ext uri="{FF2B5EF4-FFF2-40B4-BE49-F238E27FC236}">
                  <a16:creationId xmlns:a16="http://schemas.microsoft.com/office/drawing/2014/main" id="{E2E4876A-D7BD-EBCF-23A2-2006B17E326A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5" name="Freeform 6564">
              <a:extLst>
                <a:ext uri="{FF2B5EF4-FFF2-40B4-BE49-F238E27FC236}">
                  <a16:creationId xmlns:a16="http://schemas.microsoft.com/office/drawing/2014/main" id="{9C60BF42-596D-F182-4F3D-03E645E30E25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6" name="Freeform 6565">
              <a:extLst>
                <a:ext uri="{FF2B5EF4-FFF2-40B4-BE49-F238E27FC236}">
                  <a16:creationId xmlns:a16="http://schemas.microsoft.com/office/drawing/2014/main" id="{7AA8666E-498A-58D2-FA56-6F7E8B18958F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7" name="Freeform 6566">
              <a:extLst>
                <a:ext uri="{FF2B5EF4-FFF2-40B4-BE49-F238E27FC236}">
                  <a16:creationId xmlns:a16="http://schemas.microsoft.com/office/drawing/2014/main" id="{0F39EEB0-21E0-7AE9-B9EF-FE6717607AC3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8" name="Freeform 6567">
              <a:extLst>
                <a:ext uri="{FF2B5EF4-FFF2-40B4-BE49-F238E27FC236}">
                  <a16:creationId xmlns:a16="http://schemas.microsoft.com/office/drawing/2014/main" id="{2F2B559E-E66E-A0EE-E2F2-140A04633681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69" name="Freeform 6568">
              <a:extLst>
                <a:ext uri="{FF2B5EF4-FFF2-40B4-BE49-F238E27FC236}">
                  <a16:creationId xmlns:a16="http://schemas.microsoft.com/office/drawing/2014/main" id="{E771AF8D-DD5F-2C7A-83AD-D6ABA58F1734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0" name="Freeform 6569">
              <a:extLst>
                <a:ext uri="{FF2B5EF4-FFF2-40B4-BE49-F238E27FC236}">
                  <a16:creationId xmlns:a16="http://schemas.microsoft.com/office/drawing/2014/main" id="{996E1BC1-C33D-38DC-944F-B0E30D248ADF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1" name="Freeform 6570">
              <a:extLst>
                <a:ext uri="{FF2B5EF4-FFF2-40B4-BE49-F238E27FC236}">
                  <a16:creationId xmlns:a16="http://schemas.microsoft.com/office/drawing/2014/main" id="{22534C3F-FD39-DB65-2EB7-D4356FC304F2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2" name="Freeform 6571">
              <a:extLst>
                <a:ext uri="{FF2B5EF4-FFF2-40B4-BE49-F238E27FC236}">
                  <a16:creationId xmlns:a16="http://schemas.microsoft.com/office/drawing/2014/main" id="{FCEBEA41-5BD3-EA7B-9086-CF2D46525100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3" name="Freeform 6572">
              <a:extLst>
                <a:ext uri="{FF2B5EF4-FFF2-40B4-BE49-F238E27FC236}">
                  <a16:creationId xmlns:a16="http://schemas.microsoft.com/office/drawing/2014/main" id="{9D2441AD-49C4-78D6-70D2-7EA9680E6511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4" name="Freeform 6573">
              <a:extLst>
                <a:ext uri="{FF2B5EF4-FFF2-40B4-BE49-F238E27FC236}">
                  <a16:creationId xmlns:a16="http://schemas.microsoft.com/office/drawing/2014/main" id="{18DD7A53-60ED-BB0D-F20F-CF3CDFAF7B99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5" name="Freeform 6574">
              <a:extLst>
                <a:ext uri="{FF2B5EF4-FFF2-40B4-BE49-F238E27FC236}">
                  <a16:creationId xmlns:a16="http://schemas.microsoft.com/office/drawing/2014/main" id="{EE2DF5A1-052A-E667-6FAB-602D41452641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6" name="Freeform 6575">
              <a:extLst>
                <a:ext uri="{FF2B5EF4-FFF2-40B4-BE49-F238E27FC236}">
                  <a16:creationId xmlns:a16="http://schemas.microsoft.com/office/drawing/2014/main" id="{8A3173C7-AE68-2F2B-74DC-961BED024EC1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7" name="Freeform 6576">
              <a:extLst>
                <a:ext uri="{FF2B5EF4-FFF2-40B4-BE49-F238E27FC236}">
                  <a16:creationId xmlns:a16="http://schemas.microsoft.com/office/drawing/2014/main" id="{4D1BDB5D-5A83-820F-2FF4-6FD8C5DCD309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8" name="Freeform 6577">
              <a:extLst>
                <a:ext uri="{FF2B5EF4-FFF2-40B4-BE49-F238E27FC236}">
                  <a16:creationId xmlns:a16="http://schemas.microsoft.com/office/drawing/2014/main" id="{A425485C-E069-03C0-FD12-D6F3E59EACE5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79" name="Freeform 6578">
              <a:extLst>
                <a:ext uri="{FF2B5EF4-FFF2-40B4-BE49-F238E27FC236}">
                  <a16:creationId xmlns:a16="http://schemas.microsoft.com/office/drawing/2014/main" id="{E421C4B0-61CC-162E-4C57-6319DBD68197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0" name="Freeform 6579">
              <a:extLst>
                <a:ext uri="{FF2B5EF4-FFF2-40B4-BE49-F238E27FC236}">
                  <a16:creationId xmlns:a16="http://schemas.microsoft.com/office/drawing/2014/main" id="{1D2A7BCE-7DFD-C3B7-FD57-8622319302BA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1" name="Freeform 6580">
              <a:extLst>
                <a:ext uri="{FF2B5EF4-FFF2-40B4-BE49-F238E27FC236}">
                  <a16:creationId xmlns:a16="http://schemas.microsoft.com/office/drawing/2014/main" id="{0E3AD13A-5552-A5AF-3C66-F982B73104B9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2" name="Freeform 6581">
              <a:extLst>
                <a:ext uri="{FF2B5EF4-FFF2-40B4-BE49-F238E27FC236}">
                  <a16:creationId xmlns:a16="http://schemas.microsoft.com/office/drawing/2014/main" id="{F61FEFBE-559B-983E-8C32-FFD692C1AB04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3" name="Freeform 6582">
              <a:extLst>
                <a:ext uri="{FF2B5EF4-FFF2-40B4-BE49-F238E27FC236}">
                  <a16:creationId xmlns:a16="http://schemas.microsoft.com/office/drawing/2014/main" id="{2A5EE9BE-996D-3D75-D659-6A35B5EEFBD1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4" name="Freeform 6583">
              <a:extLst>
                <a:ext uri="{FF2B5EF4-FFF2-40B4-BE49-F238E27FC236}">
                  <a16:creationId xmlns:a16="http://schemas.microsoft.com/office/drawing/2014/main" id="{7923662F-0E99-A9C3-1038-38BD5BD73BBB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5" name="Freeform 6584">
              <a:extLst>
                <a:ext uri="{FF2B5EF4-FFF2-40B4-BE49-F238E27FC236}">
                  <a16:creationId xmlns:a16="http://schemas.microsoft.com/office/drawing/2014/main" id="{4FAC51C1-E2DC-420D-FB89-F6A2AAA0F1F5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6" name="Freeform 6585">
              <a:extLst>
                <a:ext uri="{FF2B5EF4-FFF2-40B4-BE49-F238E27FC236}">
                  <a16:creationId xmlns:a16="http://schemas.microsoft.com/office/drawing/2014/main" id="{698A085A-9E18-67DA-0C95-D25E3F203109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7" name="Freeform 6586">
              <a:extLst>
                <a:ext uri="{FF2B5EF4-FFF2-40B4-BE49-F238E27FC236}">
                  <a16:creationId xmlns:a16="http://schemas.microsoft.com/office/drawing/2014/main" id="{061B7A52-4143-4B3A-17F3-9503C3903724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8" name="Freeform 6587">
              <a:extLst>
                <a:ext uri="{FF2B5EF4-FFF2-40B4-BE49-F238E27FC236}">
                  <a16:creationId xmlns:a16="http://schemas.microsoft.com/office/drawing/2014/main" id="{C34538D0-BD13-508C-1598-C521F21206E2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9" name="Freeform 6588">
              <a:extLst>
                <a:ext uri="{FF2B5EF4-FFF2-40B4-BE49-F238E27FC236}">
                  <a16:creationId xmlns:a16="http://schemas.microsoft.com/office/drawing/2014/main" id="{7820AD75-0232-AF63-8147-A184FFAECA65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0" name="Freeform 6589">
              <a:extLst>
                <a:ext uri="{FF2B5EF4-FFF2-40B4-BE49-F238E27FC236}">
                  <a16:creationId xmlns:a16="http://schemas.microsoft.com/office/drawing/2014/main" id="{2CD04857-1D91-9A60-3493-CD1529995CBF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1" name="Freeform 6590">
              <a:extLst>
                <a:ext uri="{FF2B5EF4-FFF2-40B4-BE49-F238E27FC236}">
                  <a16:creationId xmlns:a16="http://schemas.microsoft.com/office/drawing/2014/main" id="{80757D67-9667-0C10-350A-35C66F06AC97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2" name="Freeform 6591">
              <a:extLst>
                <a:ext uri="{FF2B5EF4-FFF2-40B4-BE49-F238E27FC236}">
                  <a16:creationId xmlns:a16="http://schemas.microsoft.com/office/drawing/2014/main" id="{724C2B87-7BFE-A3D3-4213-23B92D19EE8B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3" name="Freeform 6592">
              <a:extLst>
                <a:ext uri="{FF2B5EF4-FFF2-40B4-BE49-F238E27FC236}">
                  <a16:creationId xmlns:a16="http://schemas.microsoft.com/office/drawing/2014/main" id="{7CBB0830-0CD7-B6A8-F6A9-F0DDF55C90ED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4" name="Freeform 6593">
              <a:extLst>
                <a:ext uri="{FF2B5EF4-FFF2-40B4-BE49-F238E27FC236}">
                  <a16:creationId xmlns:a16="http://schemas.microsoft.com/office/drawing/2014/main" id="{28407543-D44D-BC59-1C9D-DA85C7E38F55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95" name="Freeform 6594">
              <a:extLst>
                <a:ext uri="{FF2B5EF4-FFF2-40B4-BE49-F238E27FC236}">
                  <a16:creationId xmlns:a16="http://schemas.microsoft.com/office/drawing/2014/main" id="{63F02B01-DA63-4C3E-55FE-21AC9FB0DEBA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8001" name="Freeform 8000">
            <a:extLst>
              <a:ext uri="{FF2B5EF4-FFF2-40B4-BE49-F238E27FC236}">
                <a16:creationId xmlns:a16="http://schemas.microsoft.com/office/drawing/2014/main" id="{4D4BAC1F-4AD3-2EDA-8526-5154589AB715}"/>
              </a:ext>
            </a:extLst>
          </p:cNvPr>
          <p:cNvSpPr/>
          <p:nvPr/>
        </p:nvSpPr>
        <p:spPr>
          <a:xfrm>
            <a:off x="2004429" y="3910766"/>
            <a:ext cx="489007" cy="629830"/>
          </a:xfrm>
          <a:custGeom>
            <a:avLst/>
            <a:gdLst>
              <a:gd name="connsiteX0" fmla="*/ 1493514 w 2809864"/>
              <a:gd name="connsiteY0" fmla="*/ 3230880 h 3619364"/>
              <a:gd name="connsiteX1" fmla="*/ 1484805 w 2809864"/>
              <a:gd name="connsiteY1" fmla="*/ 3021874 h 3619364"/>
              <a:gd name="connsiteX2" fmla="*/ 1476097 w 2809864"/>
              <a:gd name="connsiteY2" fmla="*/ 2995748 h 3619364"/>
              <a:gd name="connsiteX3" fmla="*/ 1458680 w 2809864"/>
              <a:gd name="connsiteY3" fmla="*/ 2908663 h 3619364"/>
              <a:gd name="connsiteX4" fmla="*/ 1449971 w 2809864"/>
              <a:gd name="connsiteY4" fmla="*/ 2830285 h 3619364"/>
              <a:gd name="connsiteX5" fmla="*/ 1432554 w 2809864"/>
              <a:gd name="connsiteY5" fmla="*/ 2629988 h 3619364"/>
              <a:gd name="connsiteX6" fmla="*/ 1415137 w 2809864"/>
              <a:gd name="connsiteY6" fmla="*/ 2281645 h 3619364"/>
              <a:gd name="connsiteX7" fmla="*/ 1389011 w 2809864"/>
              <a:gd name="connsiteY7" fmla="*/ 2072640 h 3619364"/>
              <a:gd name="connsiteX8" fmla="*/ 1380303 w 2809864"/>
              <a:gd name="connsiteY8" fmla="*/ 2002971 h 3619364"/>
              <a:gd name="connsiteX9" fmla="*/ 1371594 w 2809864"/>
              <a:gd name="connsiteY9" fmla="*/ 1802674 h 3619364"/>
              <a:gd name="connsiteX10" fmla="*/ 1380303 w 2809864"/>
              <a:gd name="connsiteY10" fmla="*/ 1828800 h 3619364"/>
              <a:gd name="connsiteX11" fmla="*/ 1406428 w 2809864"/>
              <a:gd name="connsiteY11" fmla="*/ 1837508 h 3619364"/>
              <a:gd name="connsiteX12" fmla="*/ 1476097 w 2809864"/>
              <a:gd name="connsiteY12" fmla="*/ 1820091 h 3619364"/>
              <a:gd name="connsiteX13" fmla="*/ 1502223 w 2809864"/>
              <a:gd name="connsiteY13" fmla="*/ 1793965 h 3619364"/>
              <a:gd name="connsiteX14" fmla="*/ 1537057 w 2809864"/>
              <a:gd name="connsiteY14" fmla="*/ 1776548 h 3619364"/>
              <a:gd name="connsiteX15" fmla="*/ 1563183 w 2809864"/>
              <a:gd name="connsiteY15" fmla="*/ 1741714 h 3619364"/>
              <a:gd name="connsiteX16" fmla="*/ 1589308 w 2809864"/>
              <a:gd name="connsiteY16" fmla="*/ 1724297 h 3619364"/>
              <a:gd name="connsiteX17" fmla="*/ 1624143 w 2809864"/>
              <a:gd name="connsiteY17" fmla="*/ 1672045 h 3619364"/>
              <a:gd name="connsiteX18" fmla="*/ 1650268 w 2809864"/>
              <a:gd name="connsiteY18" fmla="*/ 1619794 h 3619364"/>
              <a:gd name="connsiteX19" fmla="*/ 1676394 w 2809864"/>
              <a:gd name="connsiteY19" fmla="*/ 1532708 h 3619364"/>
              <a:gd name="connsiteX20" fmla="*/ 1667685 w 2809864"/>
              <a:gd name="connsiteY20" fmla="*/ 1288868 h 3619364"/>
              <a:gd name="connsiteX21" fmla="*/ 1685103 w 2809864"/>
              <a:gd name="connsiteY21" fmla="*/ 1210491 h 3619364"/>
              <a:gd name="connsiteX22" fmla="*/ 1711228 w 2809864"/>
              <a:gd name="connsiteY22" fmla="*/ 1158240 h 3619364"/>
              <a:gd name="connsiteX23" fmla="*/ 1772188 w 2809864"/>
              <a:gd name="connsiteY23" fmla="*/ 1132114 h 3619364"/>
              <a:gd name="connsiteX24" fmla="*/ 1841857 w 2809864"/>
              <a:gd name="connsiteY24" fmla="*/ 1105988 h 3619364"/>
              <a:gd name="connsiteX25" fmla="*/ 1867983 w 2809864"/>
              <a:gd name="connsiteY25" fmla="*/ 1088571 h 3619364"/>
              <a:gd name="connsiteX26" fmla="*/ 1928943 w 2809864"/>
              <a:gd name="connsiteY26" fmla="*/ 1071154 h 3619364"/>
              <a:gd name="connsiteX27" fmla="*/ 1981194 w 2809864"/>
              <a:gd name="connsiteY27" fmla="*/ 1053737 h 3619364"/>
              <a:gd name="connsiteX28" fmla="*/ 2007320 w 2809864"/>
              <a:gd name="connsiteY28" fmla="*/ 1045028 h 3619364"/>
              <a:gd name="connsiteX29" fmla="*/ 2059571 w 2809864"/>
              <a:gd name="connsiteY29" fmla="*/ 992777 h 3619364"/>
              <a:gd name="connsiteX30" fmla="*/ 2094405 w 2809864"/>
              <a:gd name="connsiteY30" fmla="*/ 914400 h 3619364"/>
              <a:gd name="connsiteX31" fmla="*/ 2111823 w 2809864"/>
              <a:gd name="connsiteY31" fmla="*/ 879565 h 3619364"/>
              <a:gd name="connsiteX32" fmla="*/ 2120531 w 2809864"/>
              <a:gd name="connsiteY32" fmla="*/ 844731 h 3619364"/>
              <a:gd name="connsiteX33" fmla="*/ 2137948 w 2809864"/>
              <a:gd name="connsiteY33" fmla="*/ 792480 h 3619364"/>
              <a:gd name="connsiteX34" fmla="*/ 2146657 w 2809864"/>
              <a:gd name="connsiteY34" fmla="*/ 757645 h 3619364"/>
              <a:gd name="connsiteX35" fmla="*/ 2190200 w 2809864"/>
              <a:gd name="connsiteY35" fmla="*/ 687977 h 3619364"/>
              <a:gd name="connsiteX36" fmla="*/ 2225034 w 2809864"/>
              <a:gd name="connsiteY36" fmla="*/ 635725 h 3619364"/>
              <a:gd name="connsiteX37" fmla="*/ 2285994 w 2809864"/>
              <a:gd name="connsiteY37" fmla="*/ 566057 h 3619364"/>
              <a:gd name="connsiteX38" fmla="*/ 2312120 w 2809864"/>
              <a:gd name="connsiteY38" fmla="*/ 548640 h 3619364"/>
              <a:gd name="connsiteX39" fmla="*/ 2381788 w 2809864"/>
              <a:gd name="connsiteY39" fmla="*/ 487680 h 3619364"/>
              <a:gd name="connsiteX40" fmla="*/ 2416623 w 2809864"/>
              <a:gd name="connsiteY40" fmla="*/ 478971 h 3619364"/>
              <a:gd name="connsiteX41" fmla="*/ 2468874 w 2809864"/>
              <a:gd name="connsiteY41" fmla="*/ 461554 h 3619364"/>
              <a:gd name="connsiteX42" fmla="*/ 2512417 w 2809864"/>
              <a:gd name="connsiteY42" fmla="*/ 452845 h 3619364"/>
              <a:gd name="connsiteX43" fmla="*/ 2538543 w 2809864"/>
              <a:gd name="connsiteY43" fmla="*/ 444137 h 3619364"/>
              <a:gd name="connsiteX44" fmla="*/ 2573377 w 2809864"/>
              <a:gd name="connsiteY44" fmla="*/ 435428 h 3619364"/>
              <a:gd name="connsiteX45" fmla="*/ 2616920 w 2809864"/>
              <a:gd name="connsiteY45" fmla="*/ 391885 h 3619364"/>
              <a:gd name="connsiteX46" fmla="*/ 2651754 w 2809864"/>
              <a:gd name="connsiteY46" fmla="*/ 339634 h 3619364"/>
              <a:gd name="connsiteX47" fmla="*/ 2669171 w 2809864"/>
              <a:gd name="connsiteY47" fmla="*/ 304800 h 3619364"/>
              <a:gd name="connsiteX48" fmla="*/ 2712714 w 2809864"/>
              <a:gd name="connsiteY48" fmla="*/ 226423 h 3619364"/>
              <a:gd name="connsiteX49" fmla="*/ 2677880 w 2809864"/>
              <a:gd name="connsiteY49" fmla="*/ 182880 h 3619364"/>
              <a:gd name="connsiteX50" fmla="*/ 2721423 w 2809864"/>
              <a:gd name="connsiteY50" fmla="*/ 156754 h 3619364"/>
              <a:gd name="connsiteX51" fmla="*/ 2782383 w 2809864"/>
              <a:gd name="connsiteY51" fmla="*/ 139337 h 3619364"/>
              <a:gd name="connsiteX52" fmla="*/ 2808508 w 2809864"/>
              <a:gd name="connsiteY52" fmla="*/ 121920 h 3619364"/>
              <a:gd name="connsiteX53" fmla="*/ 2773674 w 2809864"/>
              <a:gd name="connsiteY53" fmla="*/ 78377 h 3619364"/>
              <a:gd name="connsiteX54" fmla="*/ 2747548 w 2809864"/>
              <a:gd name="connsiteY54" fmla="*/ 69668 h 3619364"/>
              <a:gd name="connsiteX55" fmla="*/ 2712714 w 2809864"/>
              <a:gd name="connsiteY55" fmla="*/ 52251 h 3619364"/>
              <a:gd name="connsiteX56" fmla="*/ 2651754 w 2809864"/>
              <a:gd name="connsiteY56" fmla="*/ 34834 h 3619364"/>
              <a:gd name="connsiteX57" fmla="*/ 2495000 w 2809864"/>
              <a:gd name="connsiteY57" fmla="*/ 43543 h 3619364"/>
              <a:gd name="connsiteX58" fmla="*/ 2468874 w 2809864"/>
              <a:gd name="connsiteY58" fmla="*/ 52251 h 3619364"/>
              <a:gd name="connsiteX59" fmla="*/ 2460165 w 2809864"/>
              <a:gd name="connsiteY59" fmla="*/ 78377 h 3619364"/>
              <a:gd name="connsiteX60" fmla="*/ 2434040 w 2809864"/>
              <a:gd name="connsiteY60" fmla="*/ 104503 h 3619364"/>
              <a:gd name="connsiteX61" fmla="*/ 2416623 w 2809864"/>
              <a:gd name="connsiteY61" fmla="*/ 139337 h 3619364"/>
              <a:gd name="connsiteX62" fmla="*/ 2373080 w 2809864"/>
              <a:gd name="connsiteY62" fmla="*/ 191588 h 3619364"/>
              <a:gd name="connsiteX63" fmla="*/ 2346954 w 2809864"/>
              <a:gd name="connsiteY63" fmla="*/ 209005 h 3619364"/>
              <a:gd name="connsiteX64" fmla="*/ 2320828 w 2809864"/>
              <a:gd name="connsiteY64" fmla="*/ 217714 h 3619364"/>
              <a:gd name="connsiteX65" fmla="*/ 2285994 w 2809864"/>
              <a:gd name="connsiteY65" fmla="*/ 243840 h 3619364"/>
              <a:gd name="connsiteX66" fmla="*/ 2259868 w 2809864"/>
              <a:gd name="connsiteY66" fmla="*/ 252548 h 3619364"/>
              <a:gd name="connsiteX67" fmla="*/ 2216325 w 2809864"/>
              <a:gd name="connsiteY67" fmla="*/ 269965 h 3619364"/>
              <a:gd name="connsiteX68" fmla="*/ 2120531 w 2809864"/>
              <a:gd name="connsiteY68" fmla="*/ 287383 h 3619364"/>
              <a:gd name="connsiteX69" fmla="*/ 2085697 w 2809864"/>
              <a:gd name="connsiteY69" fmla="*/ 296091 h 3619364"/>
              <a:gd name="connsiteX70" fmla="*/ 2024737 w 2809864"/>
              <a:gd name="connsiteY70" fmla="*/ 348343 h 3619364"/>
              <a:gd name="connsiteX71" fmla="*/ 1972485 w 2809864"/>
              <a:gd name="connsiteY71" fmla="*/ 400594 h 3619364"/>
              <a:gd name="connsiteX72" fmla="*/ 1946360 w 2809864"/>
              <a:gd name="connsiteY72" fmla="*/ 426720 h 3619364"/>
              <a:gd name="connsiteX73" fmla="*/ 1894108 w 2809864"/>
              <a:gd name="connsiteY73" fmla="*/ 496388 h 3619364"/>
              <a:gd name="connsiteX74" fmla="*/ 1841857 w 2809864"/>
              <a:gd name="connsiteY74" fmla="*/ 583474 h 3619364"/>
              <a:gd name="connsiteX75" fmla="*/ 1815731 w 2809864"/>
              <a:gd name="connsiteY75" fmla="*/ 618308 h 3619364"/>
              <a:gd name="connsiteX76" fmla="*/ 1789605 w 2809864"/>
              <a:gd name="connsiteY76" fmla="*/ 696685 h 3619364"/>
              <a:gd name="connsiteX77" fmla="*/ 1780897 w 2809864"/>
              <a:gd name="connsiteY77" fmla="*/ 722811 h 3619364"/>
              <a:gd name="connsiteX78" fmla="*/ 1763480 w 2809864"/>
              <a:gd name="connsiteY78" fmla="*/ 766354 h 3619364"/>
              <a:gd name="connsiteX79" fmla="*/ 1746063 w 2809864"/>
              <a:gd name="connsiteY79" fmla="*/ 801188 h 3619364"/>
              <a:gd name="connsiteX80" fmla="*/ 1737354 w 2809864"/>
              <a:gd name="connsiteY80" fmla="*/ 836023 h 3619364"/>
              <a:gd name="connsiteX81" fmla="*/ 1711228 w 2809864"/>
              <a:gd name="connsiteY81" fmla="*/ 862148 h 3619364"/>
              <a:gd name="connsiteX82" fmla="*/ 1685103 w 2809864"/>
              <a:gd name="connsiteY82" fmla="*/ 896983 h 3619364"/>
              <a:gd name="connsiteX83" fmla="*/ 1632851 w 2809864"/>
              <a:gd name="connsiteY83" fmla="*/ 931817 h 3619364"/>
              <a:gd name="connsiteX84" fmla="*/ 1606725 w 2809864"/>
              <a:gd name="connsiteY84" fmla="*/ 949234 h 3619364"/>
              <a:gd name="connsiteX85" fmla="*/ 1580600 w 2809864"/>
              <a:gd name="connsiteY85" fmla="*/ 966651 h 3619364"/>
              <a:gd name="connsiteX86" fmla="*/ 1510931 w 2809864"/>
              <a:gd name="connsiteY86" fmla="*/ 1001485 h 3619364"/>
              <a:gd name="connsiteX87" fmla="*/ 1449971 w 2809864"/>
              <a:gd name="connsiteY87" fmla="*/ 1045028 h 3619364"/>
              <a:gd name="connsiteX88" fmla="*/ 1432554 w 2809864"/>
              <a:gd name="connsiteY88" fmla="*/ 1071154 h 3619364"/>
              <a:gd name="connsiteX89" fmla="*/ 1423845 w 2809864"/>
              <a:gd name="connsiteY89" fmla="*/ 1105988 h 3619364"/>
              <a:gd name="connsiteX90" fmla="*/ 1406428 w 2809864"/>
              <a:gd name="connsiteY90" fmla="*/ 1280160 h 3619364"/>
              <a:gd name="connsiteX91" fmla="*/ 1397720 w 2809864"/>
              <a:gd name="connsiteY91" fmla="*/ 1341120 h 3619364"/>
              <a:gd name="connsiteX92" fmla="*/ 1380303 w 2809864"/>
              <a:gd name="connsiteY92" fmla="*/ 1393371 h 3619364"/>
              <a:gd name="connsiteX93" fmla="*/ 1362885 w 2809864"/>
              <a:gd name="connsiteY93" fmla="*/ 1445623 h 3619364"/>
              <a:gd name="connsiteX94" fmla="*/ 1354177 w 2809864"/>
              <a:gd name="connsiteY94" fmla="*/ 1471748 h 3619364"/>
              <a:gd name="connsiteX95" fmla="*/ 1336760 w 2809864"/>
              <a:gd name="connsiteY95" fmla="*/ 1576251 h 3619364"/>
              <a:gd name="connsiteX96" fmla="*/ 1336760 w 2809864"/>
              <a:gd name="connsiteY96" fmla="*/ 1672045 h 3619364"/>
              <a:gd name="connsiteX97" fmla="*/ 1328051 w 2809864"/>
              <a:gd name="connsiteY97" fmla="*/ 1715588 h 3619364"/>
              <a:gd name="connsiteX98" fmla="*/ 1397720 w 2809864"/>
              <a:gd name="connsiteY98" fmla="*/ 1698171 h 3619364"/>
              <a:gd name="connsiteX99" fmla="*/ 1423845 w 2809864"/>
              <a:gd name="connsiteY99" fmla="*/ 1680754 h 3619364"/>
              <a:gd name="connsiteX100" fmla="*/ 1449971 w 2809864"/>
              <a:gd name="connsiteY100" fmla="*/ 1654628 h 3619364"/>
              <a:gd name="connsiteX101" fmla="*/ 1502223 w 2809864"/>
              <a:gd name="connsiteY101" fmla="*/ 1619794 h 3619364"/>
              <a:gd name="connsiteX102" fmla="*/ 1537057 w 2809864"/>
              <a:gd name="connsiteY102" fmla="*/ 1567543 h 3619364"/>
              <a:gd name="connsiteX103" fmla="*/ 1554474 w 2809864"/>
              <a:gd name="connsiteY103" fmla="*/ 1471748 h 3619364"/>
              <a:gd name="connsiteX104" fmla="*/ 1571891 w 2809864"/>
              <a:gd name="connsiteY104" fmla="*/ 1436914 h 3619364"/>
              <a:gd name="connsiteX105" fmla="*/ 1589308 w 2809864"/>
              <a:gd name="connsiteY105" fmla="*/ 1367245 h 3619364"/>
              <a:gd name="connsiteX106" fmla="*/ 1606725 w 2809864"/>
              <a:gd name="connsiteY106" fmla="*/ 1306285 h 3619364"/>
              <a:gd name="connsiteX107" fmla="*/ 1615434 w 2809864"/>
              <a:gd name="connsiteY107" fmla="*/ 1280160 h 3619364"/>
              <a:gd name="connsiteX108" fmla="*/ 1589308 w 2809864"/>
              <a:gd name="connsiteY108" fmla="*/ 1341120 h 3619364"/>
              <a:gd name="connsiteX109" fmla="*/ 1571891 w 2809864"/>
              <a:gd name="connsiteY109" fmla="*/ 1375954 h 3619364"/>
              <a:gd name="connsiteX110" fmla="*/ 1554474 w 2809864"/>
              <a:gd name="connsiteY110" fmla="*/ 1428205 h 3619364"/>
              <a:gd name="connsiteX111" fmla="*/ 1537057 w 2809864"/>
              <a:gd name="connsiteY111" fmla="*/ 1471748 h 3619364"/>
              <a:gd name="connsiteX112" fmla="*/ 1528348 w 2809864"/>
              <a:gd name="connsiteY112" fmla="*/ 1497874 h 3619364"/>
              <a:gd name="connsiteX113" fmla="*/ 1510931 w 2809864"/>
              <a:gd name="connsiteY113" fmla="*/ 1532708 h 3619364"/>
              <a:gd name="connsiteX114" fmla="*/ 1493514 w 2809864"/>
              <a:gd name="connsiteY114" fmla="*/ 1619794 h 3619364"/>
              <a:gd name="connsiteX115" fmla="*/ 1484805 w 2809864"/>
              <a:gd name="connsiteY115" fmla="*/ 1645920 h 3619364"/>
              <a:gd name="connsiteX116" fmla="*/ 1458680 w 2809864"/>
              <a:gd name="connsiteY116" fmla="*/ 1672045 h 3619364"/>
              <a:gd name="connsiteX117" fmla="*/ 1432554 w 2809864"/>
              <a:gd name="connsiteY117" fmla="*/ 1680754 h 3619364"/>
              <a:gd name="connsiteX118" fmla="*/ 1371594 w 2809864"/>
              <a:gd name="connsiteY118" fmla="*/ 1698171 h 3619364"/>
              <a:gd name="connsiteX119" fmla="*/ 1362885 w 2809864"/>
              <a:gd name="connsiteY119" fmla="*/ 1663337 h 3619364"/>
              <a:gd name="connsiteX120" fmla="*/ 1345468 w 2809864"/>
              <a:gd name="connsiteY120" fmla="*/ 1584960 h 3619364"/>
              <a:gd name="connsiteX121" fmla="*/ 1328051 w 2809864"/>
              <a:gd name="connsiteY121" fmla="*/ 1532708 h 3619364"/>
              <a:gd name="connsiteX122" fmla="*/ 1319343 w 2809864"/>
              <a:gd name="connsiteY122" fmla="*/ 1506583 h 3619364"/>
              <a:gd name="connsiteX123" fmla="*/ 1267091 w 2809864"/>
              <a:gd name="connsiteY123" fmla="*/ 1471748 h 3619364"/>
              <a:gd name="connsiteX124" fmla="*/ 1258383 w 2809864"/>
              <a:gd name="connsiteY124" fmla="*/ 1445623 h 3619364"/>
              <a:gd name="connsiteX125" fmla="*/ 1240965 w 2809864"/>
              <a:gd name="connsiteY125" fmla="*/ 1410788 h 3619364"/>
              <a:gd name="connsiteX126" fmla="*/ 1232257 w 2809864"/>
              <a:gd name="connsiteY126" fmla="*/ 1367245 h 3619364"/>
              <a:gd name="connsiteX127" fmla="*/ 1249674 w 2809864"/>
              <a:gd name="connsiteY127" fmla="*/ 1297577 h 3619364"/>
              <a:gd name="connsiteX128" fmla="*/ 1301925 w 2809864"/>
              <a:gd name="connsiteY128" fmla="*/ 1245325 h 3619364"/>
              <a:gd name="connsiteX129" fmla="*/ 1319343 w 2809864"/>
              <a:gd name="connsiteY129" fmla="*/ 1227908 h 3619364"/>
              <a:gd name="connsiteX130" fmla="*/ 1336760 w 2809864"/>
              <a:gd name="connsiteY130" fmla="*/ 1201783 h 3619364"/>
              <a:gd name="connsiteX131" fmla="*/ 1328051 w 2809864"/>
              <a:gd name="connsiteY131" fmla="*/ 1123405 h 3619364"/>
              <a:gd name="connsiteX132" fmla="*/ 1319343 w 2809864"/>
              <a:gd name="connsiteY132" fmla="*/ 1097280 h 3619364"/>
              <a:gd name="connsiteX133" fmla="*/ 1293217 w 2809864"/>
              <a:gd name="connsiteY133" fmla="*/ 1088571 h 3619364"/>
              <a:gd name="connsiteX134" fmla="*/ 1284508 w 2809864"/>
              <a:gd name="connsiteY134" fmla="*/ 914400 h 3619364"/>
              <a:gd name="connsiteX135" fmla="*/ 1293217 w 2809864"/>
              <a:gd name="connsiteY135" fmla="*/ 879565 h 3619364"/>
              <a:gd name="connsiteX136" fmla="*/ 1319343 w 2809864"/>
              <a:gd name="connsiteY136" fmla="*/ 827314 h 3619364"/>
              <a:gd name="connsiteX137" fmla="*/ 1328051 w 2809864"/>
              <a:gd name="connsiteY137" fmla="*/ 783771 h 3619364"/>
              <a:gd name="connsiteX138" fmla="*/ 1336760 w 2809864"/>
              <a:gd name="connsiteY138" fmla="*/ 748937 h 3619364"/>
              <a:gd name="connsiteX139" fmla="*/ 1328051 w 2809864"/>
              <a:gd name="connsiteY139" fmla="*/ 661851 h 3619364"/>
              <a:gd name="connsiteX140" fmla="*/ 1275800 w 2809864"/>
              <a:gd name="connsiteY140" fmla="*/ 627017 h 3619364"/>
              <a:gd name="connsiteX141" fmla="*/ 1258383 w 2809864"/>
              <a:gd name="connsiteY141" fmla="*/ 574765 h 3619364"/>
              <a:gd name="connsiteX142" fmla="*/ 1249674 w 2809864"/>
              <a:gd name="connsiteY142" fmla="*/ 548640 h 3619364"/>
              <a:gd name="connsiteX143" fmla="*/ 1171297 w 2809864"/>
              <a:gd name="connsiteY143" fmla="*/ 609600 h 3619364"/>
              <a:gd name="connsiteX144" fmla="*/ 1145171 w 2809864"/>
              <a:gd name="connsiteY144" fmla="*/ 644434 h 3619364"/>
              <a:gd name="connsiteX145" fmla="*/ 1066794 w 2809864"/>
              <a:gd name="connsiteY145" fmla="*/ 705394 h 3619364"/>
              <a:gd name="connsiteX146" fmla="*/ 1031960 w 2809864"/>
              <a:gd name="connsiteY146" fmla="*/ 740228 h 3619364"/>
              <a:gd name="connsiteX147" fmla="*/ 971000 w 2809864"/>
              <a:gd name="connsiteY147" fmla="*/ 775063 h 3619364"/>
              <a:gd name="connsiteX148" fmla="*/ 918748 w 2809864"/>
              <a:gd name="connsiteY148" fmla="*/ 818605 h 3619364"/>
              <a:gd name="connsiteX149" fmla="*/ 892623 w 2809864"/>
              <a:gd name="connsiteY149" fmla="*/ 896983 h 3619364"/>
              <a:gd name="connsiteX150" fmla="*/ 927457 w 2809864"/>
              <a:gd name="connsiteY150" fmla="*/ 1053737 h 3619364"/>
              <a:gd name="connsiteX151" fmla="*/ 962291 w 2809864"/>
              <a:gd name="connsiteY151" fmla="*/ 1097280 h 3619364"/>
              <a:gd name="connsiteX152" fmla="*/ 997125 w 2809864"/>
              <a:gd name="connsiteY152" fmla="*/ 1149531 h 3619364"/>
              <a:gd name="connsiteX153" fmla="*/ 1049377 w 2809864"/>
              <a:gd name="connsiteY153" fmla="*/ 1201783 h 3619364"/>
              <a:gd name="connsiteX154" fmla="*/ 1075503 w 2809864"/>
              <a:gd name="connsiteY154" fmla="*/ 1227908 h 3619364"/>
              <a:gd name="connsiteX155" fmla="*/ 1119045 w 2809864"/>
              <a:gd name="connsiteY155" fmla="*/ 1280160 h 3619364"/>
              <a:gd name="connsiteX156" fmla="*/ 1145171 w 2809864"/>
              <a:gd name="connsiteY156" fmla="*/ 1341120 h 3619364"/>
              <a:gd name="connsiteX157" fmla="*/ 1162588 w 2809864"/>
              <a:gd name="connsiteY157" fmla="*/ 1393371 h 3619364"/>
              <a:gd name="connsiteX158" fmla="*/ 1171297 w 2809864"/>
              <a:gd name="connsiteY158" fmla="*/ 1419497 h 3619364"/>
              <a:gd name="connsiteX159" fmla="*/ 1180005 w 2809864"/>
              <a:gd name="connsiteY159" fmla="*/ 1445623 h 3619364"/>
              <a:gd name="connsiteX160" fmla="*/ 1171297 w 2809864"/>
              <a:gd name="connsiteY160" fmla="*/ 1576251 h 3619364"/>
              <a:gd name="connsiteX161" fmla="*/ 1153880 w 2809864"/>
              <a:gd name="connsiteY161" fmla="*/ 1550125 h 3619364"/>
              <a:gd name="connsiteX162" fmla="*/ 1145171 w 2809864"/>
              <a:gd name="connsiteY162" fmla="*/ 1506583 h 3619364"/>
              <a:gd name="connsiteX163" fmla="*/ 1127754 w 2809864"/>
              <a:gd name="connsiteY163" fmla="*/ 1471748 h 3619364"/>
              <a:gd name="connsiteX164" fmla="*/ 1092920 w 2809864"/>
              <a:gd name="connsiteY164" fmla="*/ 1428205 h 3619364"/>
              <a:gd name="connsiteX165" fmla="*/ 1066794 w 2809864"/>
              <a:gd name="connsiteY165" fmla="*/ 1410788 h 3619364"/>
              <a:gd name="connsiteX166" fmla="*/ 1040668 w 2809864"/>
              <a:gd name="connsiteY166" fmla="*/ 1375954 h 3619364"/>
              <a:gd name="connsiteX167" fmla="*/ 1031960 w 2809864"/>
              <a:gd name="connsiteY167" fmla="*/ 1349828 h 3619364"/>
              <a:gd name="connsiteX168" fmla="*/ 1014543 w 2809864"/>
              <a:gd name="connsiteY168" fmla="*/ 1323703 h 3619364"/>
              <a:gd name="connsiteX169" fmla="*/ 1023251 w 2809864"/>
              <a:gd name="connsiteY169" fmla="*/ 1280160 h 3619364"/>
              <a:gd name="connsiteX170" fmla="*/ 1040668 w 2809864"/>
              <a:gd name="connsiteY170" fmla="*/ 1219200 h 3619364"/>
              <a:gd name="connsiteX171" fmla="*/ 1031960 w 2809864"/>
              <a:gd name="connsiteY171" fmla="*/ 1193074 h 3619364"/>
              <a:gd name="connsiteX172" fmla="*/ 1005834 w 2809864"/>
              <a:gd name="connsiteY172" fmla="*/ 1184365 h 3619364"/>
              <a:gd name="connsiteX173" fmla="*/ 979708 w 2809864"/>
              <a:gd name="connsiteY173" fmla="*/ 1166948 h 3619364"/>
              <a:gd name="connsiteX174" fmla="*/ 936165 w 2809864"/>
              <a:gd name="connsiteY174" fmla="*/ 1123405 h 3619364"/>
              <a:gd name="connsiteX175" fmla="*/ 918748 w 2809864"/>
              <a:gd name="connsiteY175" fmla="*/ 1062445 h 3619364"/>
              <a:gd name="connsiteX176" fmla="*/ 910040 w 2809864"/>
              <a:gd name="connsiteY176" fmla="*/ 1036320 h 3619364"/>
              <a:gd name="connsiteX177" fmla="*/ 918748 w 2809864"/>
              <a:gd name="connsiteY177" fmla="*/ 879565 h 3619364"/>
              <a:gd name="connsiteX178" fmla="*/ 927457 w 2809864"/>
              <a:gd name="connsiteY178" fmla="*/ 853440 h 3619364"/>
              <a:gd name="connsiteX179" fmla="*/ 979708 w 2809864"/>
              <a:gd name="connsiteY179" fmla="*/ 827314 h 3619364"/>
              <a:gd name="connsiteX180" fmla="*/ 997125 w 2809864"/>
              <a:gd name="connsiteY180" fmla="*/ 801188 h 3619364"/>
              <a:gd name="connsiteX181" fmla="*/ 988417 w 2809864"/>
              <a:gd name="connsiteY181" fmla="*/ 775063 h 3619364"/>
              <a:gd name="connsiteX182" fmla="*/ 944874 w 2809864"/>
              <a:gd name="connsiteY182" fmla="*/ 740228 h 3619364"/>
              <a:gd name="connsiteX183" fmla="*/ 910040 w 2809864"/>
              <a:gd name="connsiteY183" fmla="*/ 696685 h 3619364"/>
              <a:gd name="connsiteX184" fmla="*/ 892623 w 2809864"/>
              <a:gd name="connsiteY184" fmla="*/ 670560 h 3619364"/>
              <a:gd name="connsiteX185" fmla="*/ 910040 w 2809864"/>
              <a:gd name="connsiteY185" fmla="*/ 548640 h 3619364"/>
              <a:gd name="connsiteX186" fmla="*/ 944874 w 2809864"/>
              <a:gd name="connsiteY186" fmla="*/ 496388 h 3619364"/>
              <a:gd name="connsiteX187" fmla="*/ 979708 w 2809864"/>
              <a:gd name="connsiteY187" fmla="*/ 435428 h 3619364"/>
              <a:gd name="connsiteX188" fmla="*/ 988417 w 2809864"/>
              <a:gd name="connsiteY188" fmla="*/ 400594 h 3619364"/>
              <a:gd name="connsiteX189" fmla="*/ 971000 w 2809864"/>
              <a:gd name="connsiteY189" fmla="*/ 278674 h 3619364"/>
              <a:gd name="connsiteX190" fmla="*/ 953583 w 2809864"/>
              <a:gd name="connsiteY190" fmla="*/ 209005 h 3619364"/>
              <a:gd name="connsiteX191" fmla="*/ 927457 w 2809864"/>
              <a:gd name="connsiteY191" fmla="*/ 113211 h 3619364"/>
              <a:gd name="connsiteX192" fmla="*/ 901331 w 2809864"/>
              <a:gd name="connsiteY192" fmla="*/ 26125 h 3619364"/>
              <a:gd name="connsiteX193" fmla="*/ 892623 w 2809864"/>
              <a:gd name="connsiteY193" fmla="*/ 0 h 3619364"/>
              <a:gd name="connsiteX194" fmla="*/ 875205 w 2809864"/>
              <a:gd name="connsiteY194" fmla="*/ 95794 h 3619364"/>
              <a:gd name="connsiteX195" fmla="*/ 849080 w 2809864"/>
              <a:gd name="connsiteY195" fmla="*/ 182880 h 3619364"/>
              <a:gd name="connsiteX196" fmla="*/ 831663 w 2809864"/>
              <a:gd name="connsiteY196" fmla="*/ 269965 h 3619364"/>
              <a:gd name="connsiteX197" fmla="*/ 796828 w 2809864"/>
              <a:gd name="connsiteY197" fmla="*/ 330925 h 3619364"/>
              <a:gd name="connsiteX198" fmla="*/ 761994 w 2809864"/>
              <a:gd name="connsiteY198" fmla="*/ 374468 h 3619364"/>
              <a:gd name="connsiteX199" fmla="*/ 753285 w 2809864"/>
              <a:gd name="connsiteY199" fmla="*/ 400594 h 3619364"/>
              <a:gd name="connsiteX200" fmla="*/ 727160 w 2809864"/>
              <a:gd name="connsiteY200" fmla="*/ 435428 h 3619364"/>
              <a:gd name="connsiteX201" fmla="*/ 701034 w 2809864"/>
              <a:gd name="connsiteY201" fmla="*/ 505097 h 3619364"/>
              <a:gd name="connsiteX202" fmla="*/ 701034 w 2809864"/>
              <a:gd name="connsiteY202" fmla="*/ 1027611 h 3619364"/>
              <a:gd name="connsiteX203" fmla="*/ 709743 w 2809864"/>
              <a:gd name="connsiteY203" fmla="*/ 1132114 h 3619364"/>
              <a:gd name="connsiteX204" fmla="*/ 718451 w 2809864"/>
              <a:gd name="connsiteY204" fmla="*/ 1158240 h 3619364"/>
              <a:gd name="connsiteX205" fmla="*/ 788120 w 2809864"/>
              <a:gd name="connsiteY205" fmla="*/ 1227908 h 3619364"/>
              <a:gd name="connsiteX206" fmla="*/ 814245 w 2809864"/>
              <a:gd name="connsiteY206" fmla="*/ 1254034 h 3619364"/>
              <a:gd name="connsiteX207" fmla="*/ 831663 w 2809864"/>
              <a:gd name="connsiteY207" fmla="*/ 1271451 h 3619364"/>
              <a:gd name="connsiteX208" fmla="*/ 910040 w 2809864"/>
              <a:gd name="connsiteY208" fmla="*/ 1323703 h 3619364"/>
              <a:gd name="connsiteX209" fmla="*/ 944874 w 2809864"/>
              <a:gd name="connsiteY209" fmla="*/ 1393371 h 3619364"/>
              <a:gd name="connsiteX210" fmla="*/ 962291 w 2809864"/>
              <a:gd name="connsiteY210" fmla="*/ 1445623 h 3619364"/>
              <a:gd name="connsiteX211" fmla="*/ 953583 w 2809864"/>
              <a:gd name="connsiteY211" fmla="*/ 1471748 h 3619364"/>
              <a:gd name="connsiteX212" fmla="*/ 918748 w 2809864"/>
              <a:gd name="connsiteY212" fmla="*/ 1480457 h 3619364"/>
              <a:gd name="connsiteX213" fmla="*/ 788120 w 2809864"/>
              <a:gd name="connsiteY213" fmla="*/ 1463040 h 3619364"/>
              <a:gd name="connsiteX214" fmla="*/ 735868 w 2809864"/>
              <a:gd name="connsiteY214" fmla="*/ 1436914 h 3619364"/>
              <a:gd name="connsiteX215" fmla="*/ 666200 w 2809864"/>
              <a:gd name="connsiteY215" fmla="*/ 1402080 h 3619364"/>
              <a:gd name="connsiteX216" fmla="*/ 640074 w 2809864"/>
              <a:gd name="connsiteY216" fmla="*/ 1384663 h 3619364"/>
              <a:gd name="connsiteX217" fmla="*/ 622657 w 2809864"/>
              <a:gd name="connsiteY217" fmla="*/ 1367245 h 3619364"/>
              <a:gd name="connsiteX218" fmla="*/ 596531 w 2809864"/>
              <a:gd name="connsiteY218" fmla="*/ 1375954 h 3619364"/>
              <a:gd name="connsiteX219" fmla="*/ 535571 w 2809864"/>
              <a:gd name="connsiteY219" fmla="*/ 1445623 h 3619364"/>
              <a:gd name="connsiteX220" fmla="*/ 518154 w 2809864"/>
              <a:gd name="connsiteY220" fmla="*/ 1480457 h 3619364"/>
              <a:gd name="connsiteX221" fmla="*/ 500737 w 2809864"/>
              <a:gd name="connsiteY221" fmla="*/ 1506583 h 3619364"/>
              <a:gd name="connsiteX222" fmla="*/ 483320 w 2809864"/>
              <a:gd name="connsiteY222" fmla="*/ 1558834 h 3619364"/>
              <a:gd name="connsiteX223" fmla="*/ 474611 w 2809864"/>
              <a:gd name="connsiteY223" fmla="*/ 1584960 h 3619364"/>
              <a:gd name="connsiteX224" fmla="*/ 465903 w 2809864"/>
              <a:gd name="connsiteY224" fmla="*/ 1619794 h 3619364"/>
              <a:gd name="connsiteX225" fmla="*/ 448485 w 2809864"/>
              <a:gd name="connsiteY225" fmla="*/ 1654628 h 3619364"/>
              <a:gd name="connsiteX226" fmla="*/ 413651 w 2809864"/>
              <a:gd name="connsiteY226" fmla="*/ 1733005 h 3619364"/>
              <a:gd name="connsiteX227" fmla="*/ 396234 w 2809864"/>
              <a:gd name="connsiteY227" fmla="*/ 1759131 h 3619364"/>
              <a:gd name="connsiteX228" fmla="*/ 343983 w 2809864"/>
              <a:gd name="connsiteY228" fmla="*/ 1811383 h 3619364"/>
              <a:gd name="connsiteX229" fmla="*/ 291731 w 2809864"/>
              <a:gd name="connsiteY229" fmla="*/ 1863634 h 3619364"/>
              <a:gd name="connsiteX230" fmla="*/ 265605 w 2809864"/>
              <a:gd name="connsiteY230" fmla="*/ 1889760 h 3619364"/>
              <a:gd name="connsiteX231" fmla="*/ 239480 w 2809864"/>
              <a:gd name="connsiteY231" fmla="*/ 1907177 h 3619364"/>
              <a:gd name="connsiteX232" fmla="*/ 187228 w 2809864"/>
              <a:gd name="connsiteY232" fmla="*/ 1959428 h 3619364"/>
              <a:gd name="connsiteX233" fmla="*/ 169811 w 2809864"/>
              <a:gd name="connsiteY233" fmla="*/ 2011680 h 3619364"/>
              <a:gd name="connsiteX234" fmla="*/ 161103 w 2809864"/>
              <a:gd name="connsiteY234" fmla="*/ 2037805 h 3619364"/>
              <a:gd name="connsiteX235" fmla="*/ 152394 w 2809864"/>
              <a:gd name="connsiteY235" fmla="*/ 2142308 h 3619364"/>
              <a:gd name="connsiteX236" fmla="*/ 143685 w 2809864"/>
              <a:gd name="connsiteY236" fmla="*/ 2177143 h 3619364"/>
              <a:gd name="connsiteX237" fmla="*/ 108851 w 2809864"/>
              <a:gd name="connsiteY237" fmla="*/ 2255520 h 3619364"/>
              <a:gd name="connsiteX238" fmla="*/ 91434 w 2809864"/>
              <a:gd name="connsiteY238" fmla="*/ 2281645 h 3619364"/>
              <a:gd name="connsiteX239" fmla="*/ 74017 w 2809864"/>
              <a:gd name="connsiteY239" fmla="*/ 2316480 h 3619364"/>
              <a:gd name="connsiteX240" fmla="*/ 39183 w 2809864"/>
              <a:gd name="connsiteY240" fmla="*/ 2360023 h 3619364"/>
              <a:gd name="connsiteX241" fmla="*/ 4348 w 2809864"/>
              <a:gd name="connsiteY241" fmla="*/ 2412274 h 3619364"/>
              <a:gd name="connsiteX242" fmla="*/ 65308 w 2809864"/>
              <a:gd name="connsiteY242" fmla="*/ 2377440 h 3619364"/>
              <a:gd name="connsiteX243" fmla="*/ 117560 w 2809864"/>
              <a:gd name="connsiteY243" fmla="*/ 2342605 h 3619364"/>
              <a:gd name="connsiteX244" fmla="*/ 143685 w 2809864"/>
              <a:gd name="connsiteY244" fmla="*/ 2325188 h 3619364"/>
              <a:gd name="connsiteX245" fmla="*/ 178520 w 2809864"/>
              <a:gd name="connsiteY245" fmla="*/ 2299063 h 3619364"/>
              <a:gd name="connsiteX246" fmla="*/ 222063 w 2809864"/>
              <a:gd name="connsiteY246" fmla="*/ 2255520 h 3619364"/>
              <a:gd name="connsiteX247" fmla="*/ 239480 w 2809864"/>
              <a:gd name="connsiteY247" fmla="*/ 2220685 h 3619364"/>
              <a:gd name="connsiteX248" fmla="*/ 256897 w 2809864"/>
              <a:gd name="connsiteY248" fmla="*/ 2177143 h 3619364"/>
              <a:gd name="connsiteX249" fmla="*/ 274314 w 2809864"/>
              <a:gd name="connsiteY249" fmla="*/ 2151017 h 3619364"/>
              <a:gd name="connsiteX250" fmla="*/ 291731 w 2809864"/>
              <a:gd name="connsiteY250" fmla="*/ 2116183 h 3619364"/>
              <a:gd name="connsiteX251" fmla="*/ 309148 w 2809864"/>
              <a:gd name="connsiteY251" fmla="*/ 2072640 h 3619364"/>
              <a:gd name="connsiteX252" fmla="*/ 326565 w 2809864"/>
              <a:gd name="connsiteY252" fmla="*/ 2037805 h 3619364"/>
              <a:gd name="connsiteX253" fmla="*/ 335274 w 2809864"/>
              <a:gd name="connsiteY253" fmla="*/ 2011680 h 3619364"/>
              <a:gd name="connsiteX254" fmla="*/ 352691 w 2809864"/>
              <a:gd name="connsiteY254" fmla="*/ 1976845 h 3619364"/>
              <a:gd name="connsiteX255" fmla="*/ 387525 w 2809864"/>
              <a:gd name="connsiteY255" fmla="*/ 1924594 h 3619364"/>
              <a:gd name="connsiteX256" fmla="*/ 396234 w 2809864"/>
              <a:gd name="connsiteY256" fmla="*/ 1898468 h 3619364"/>
              <a:gd name="connsiteX257" fmla="*/ 422360 w 2809864"/>
              <a:gd name="connsiteY257" fmla="*/ 1863634 h 3619364"/>
              <a:gd name="connsiteX258" fmla="*/ 448485 w 2809864"/>
              <a:gd name="connsiteY258" fmla="*/ 1846217 h 3619364"/>
              <a:gd name="connsiteX259" fmla="*/ 526863 w 2809864"/>
              <a:gd name="connsiteY259" fmla="*/ 1811383 h 3619364"/>
              <a:gd name="connsiteX260" fmla="*/ 579114 w 2809864"/>
              <a:gd name="connsiteY260" fmla="*/ 1793965 h 3619364"/>
              <a:gd name="connsiteX261" fmla="*/ 613948 w 2809864"/>
              <a:gd name="connsiteY261" fmla="*/ 1767840 h 3619364"/>
              <a:gd name="connsiteX262" fmla="*/ 657491 w 2809864"/>
              <a:gd name="connsiteY262" fmla="*/ 1733005 h 3619364"/>
              <a:gd name="connsiteX263" fmla="*/ 674908 w 2809864"/>
              <a:gd name="connsiteY263" fmla="*/ 1706880 h 3619364"/>
              <a:gd name="connsiteX264" fmla="*/ 701034 w 2809864"/>
              <a:gd name="connsiteY264" fmla="*/ 1680754 h 3619364"/>
              <a:gd name="connsiteX265" fmla="*/ 718451 w 2809864"/>
              <a:gd name="connsiteY265" fmla="*/ 1654628 h 3619364"/>
              <a:gd name="connsiteX266" fmla="*/ 788120 w 2809864"/>
              <a:gd name="connsiteY266" fmla="*/ 1593668 h 3619364"/>
              <a:gd name="connsiteX267" fmla="*/ 1023251 w 2809864"/>
              <a:gd name="connsiteY267" fmla="*/ 1619794 h 3619364"/>
              <a:gd name="connsiteX268" fmla="*/ 1092920 w 2809864"/>
              <a:gd name="connsiteY268" fmla="*/ 1637211 h 3619364"/>
              <a:gd name="connsiteX269" fmla="*/ 1049377 w 2809864"/>
              <a:gd name="connsiteY269" fmla="*/ 1645920 h 3619364"/>
              <a:gd name="connsiteX270" fmla="*/ 1014543 w 2809864"/>
              <a:gd name="connsiteY270" fmla="*/ 1654628 h 3619364"/>
              <a:gd name="connsiteX271" fmla="*/ 857788 w 2809864"/>
              <a:gd name="connsiteY271" fmla="*/ 1689463 h 3619364"/>
              <a:gd name="connsiteX272" fmla="*/ 805537 w 2809864"/>
              <a:gd name="connsiteY272" fmla="*/ 1706880 h 3619364"/>
              <a:gd name="connsiteX273" fmla="*/ 779411 w 2809864"/>
              <a:gd name="connsiteY273" fmla="*/ 1715588 h 3619364"/>
              <a:gd name="connsiteX274" fmla="*/ 735868 w 2809864"/>
              <a:gd name="connsiteY274" fmla="*/ 1733005 h 3619364"/>
              <a:gd name="connsiteX275" fmla="*/ 718451 w 2809864"/>
              <a:gd name="connsiteY275" fmla="*/ 1750423 h 3619364"/>
              <a:gd name="connsiteX276" fmla="*/ 701034 w 2809864"/>
              <a:gd name="connsiteY276" fmla="*/ 1776548 h 3619364"/>
              <a:gd name="connsiteX277" fmla="*/ 674908 w 2809864"/>
              <a:gd name="connsiteY277" fmla="*/ 1811383 h 3619364"/>
              <a:gd name="connsiteX278" fmla="*/ 657491 w 2809864"/>
              <a:gd name="connsiteY278" fmla="*/ 1889760 h 3619364"/>
              <a:gd name="connsiteX279" fmla="*/ 648783 w 2809864"/>
              <a:gd name="connsiteY279" fmla="*/ 2124891 h 3619364"/>
              <a:gd name="connsiteX280" fmla="*/ 622657 w 2809864"/>
              <a:gd name="connsiteY280" fmla="*/ 2238103 h 3619364"/>
              <a:gd name="connsiteX281" fmla="*/ 605240 w 2809864"/>
              <a:gd name="connsiteY281" fmla="*/ 2281645 h 3619364"/>
              <a:gd name="connsiteX282" fmla="*/ 561697 w 2809864"/>
              <a:gd name="connsiteY282" fmla="*/ 2325188 h 3619364"/>
              <a:gd name="connsiteX283" fmla="*/ 526863 w 2809864"/>
              <a:gd name="connsiteY283" fmla="*/ 2360023 h 3619364"/>
              <a:gd name="connsiteX284" fmla="*/ 474611 w 2809864"/>
              <a:gd name="connsiteY284" fmla="*/ 2403565 h 3619364"/>
              <a:gd name="connsiteX285" fmla="*/ 448485 w 2809864"/>
              <a:gd name="connsiteY285" fmla="*/ 2473234 h 3619364"/>
              <a:gd name="connsiteX286" fmla="*/ 457194 w 2809864"/>
              <a:gd name="connsiteY286" fmla="*/ 2499360 h 3619364"/>
              <a:gd name="connsiteX287" fmla="*/ 561697 w 2809864"/>
              <a:gd name="connsiteY287" fmla="*/ 2542903 h 3619364"/>
              <a:gd name="connsiteX288" fmla="*/ 587823 w 2809864"/>
              <a:gd name="connsiteY288" fmla="*/ 2560320 h 3619364"/>
              <a:gd name="connsiteX289" fmla="*/ 613948 w 2809864"/>
              <a:gd name="connsiteY289" fmla="*/ 2534194 h 3619364"/>
              <a:gd name="connsiteX290" fmla="*/ 657491 w 2809864"/>
              <a:gd name="connsiteY290" fmla="*/ 2481943 h 3619364"/>
              <a:gd name="connsiteX291" fmla="*/ 744577 w 2809864"/>
              <a:gd name="connsiteY291" fmla="*/ 2447108 h 3619364"/>
              <a:gd name="connsiteX292" fmla="*/ 822954 w 2809864"/>
              <a:gd name="connsiteY292" fmla="*/ 2429691 h 3619364"/>
              <a:gd name="connsiteX293" fmla="*/ 857788 w 2809864"/>
              <a:gd name="connsiteY293" fmla="*/ 2420983 h 3619364"/>
              <a:gd name="connsiteX294" fmla="*/ 892623 w 2809864"/>
              <a:gd name="connsiteY294" fmla="*/ 2377440 h 3619364"/>
              <a:gd name="connsiteX295" fmla="*/ 875205 w 2809864"/>
              <a:gd name="connsiteY295" fmla="*/ 2177143 h 3619364"/>
              <a:gd name="connsiteX296" fmla="*/ 883914 w 2809864"/>
              <a:gd name="connsiteY296" fmla="*/ 1872343 h 3619364"/>
              <a:gd name="connsiteX297" fmla="*/ 901331 w 2809864"/>
              <a:gd name="connsiteY297" fmla="*/ 1767840 h 3619364"/>
              <a:gd name="connsiteX298" fmla="*/ 910040 w 2809864"/>
              <a:gd name="connsiteY298" fmla="*/ 1741714 h 3619364"/>
              <a:gd name="connsiteX299" fmla="*/ 936165 w 2809864"/>
              <a:gd name="connsiteY299" fmla="*/ 1715588 h 3619364"/>
              <a:gd name="connsiteX300" fmla="*/ 1092920 w 2809864"/>
              <a:gd name="connsiteY300" fmla="*/ 1724297 h 3619364"/>
              <a:gd name="connsiteX301" fmla="*/ 1180005 w 2809864"/>
              <a:gd name="connsiteY301" fmla="*/ 1741714 h 3619364"/>
              <a:gd name="connsiteX302" fmla="*/ 1206131 w 2809864"/>
              <a:gd name="connsiteY302" fmla="*/ 1750423 h 3619364"/>
              <a:gd name="connsiteX303" fmla="*/ 1214840 w 2809864"/>
              <a:gd name="connsiteY303" fmla="*/ 1776548 h 3619364"/>
              <a:gd name="connsiteX304" fmla="*/ 1197423 w 2809864"/>
              <a:gd name="connsiteY304" fmla="*/ 1854925 h 3619364"/>
              <a:gd name="connsiteX305" fmla="*/ 1180005 w 2809864"/>
              <a:gd name="connsiteY305" fmla="*/ 1942011 h 3619364"/>
              <a:gd name="connsiteX306" fmla="*/ 1197423 w 2809864"/>
              <a:gd name="connsiteY306" fmla="*/ 2272937 h 3619364"/>
              <a:gd name="connsiteX307" fmla="*/ 1206131 w 2809864"/>
              <a:gd name="connsiteY307" fmla="*/ 2325188 h 3619364"/>
              <a:gd name="connsiteX308" fmla="*/ 1214840 w 2809864"/>
              <a:gd name="connsiteY308" fmla="*/ 2386148 h 3619364"/>
              <a:gd name="connsiteX309" fmla="*/ 1223548 w 2809864"/>
              <a:gd name="connsiteY309" fmla="*/ 2438400 h 3619364"/>
              <a:gd name="connsiteX310" fmla="*/ 1232257 w 2809864"/>
              <a:gd name="connsiteY310" fmla="*/ 2499360 h 3619364"/>
              <a:gd name="connsiteX311" fmla="*/ 1249674 w 2809864"/>
              <a:gd name="connsiteY311" fmla="*/ 2603863 h 3619364"/>
              <a:gd name="connsiteX312" fmla="*/ 1258383 w 2809864"/>
              <a:gd name="connsiteY312" fmla="*/ 2656114 h 3619364"/>
              <a:gd name="connsiteX313" fmla="*/ 1267091 w 2809864"/>
              <a:gd name="connsiteY313" fmla="*/ 2717074 h 3619364"/>
              <a:gd name="connsiteX314" fmla="*/ 1284508 w 2809864"/>
              <a:gd name="connsiteY314" fmla="*/ 2812868 h 3619364"/>
              <a:gd name="connsiteX315" fmla="*/ 1301925 w 2809864"/>
              <a:gd name="connsiteY315" fmla="*/ 2969623 h 3619364"/>
              <a:gd name="connsiteX316" fmla="*/ 1319343 w 2809864"/>
              <a:gd name="connsiteY316" fmla="*/ 3143794 h 3619364"/>
              <a:gd name="connsiteX317" fmla="*/ 1284508 w 2809864"/>
              <a:gd name="connsiteY317" fmla="*/ 3257005 h 3619364"/>
              <a:gd name="connsiteX318" fmla="*/ 1232257 w 2809864"/>
              <a:gd name="connsiteY318" fmla="*/ 3291840 h 3619364"/>
              <a:gd name="connsiteX319" fmla="*/ 1180005 w 2809864"/>
              <a:gd name="connsiteY319" fmla="*/ 3309257 h 3619364"/>
              <a:gd name="connsiteX320" fmla="*/ 1153880 w 2809864"/>
              <a:gd name="connsiteY320" fmla="*/ 3335383 h 3619364"/>
              <a:gd name="connsiteX321" fmla="*/ 1127754 w 2809864"/>
              <a:gd name="connsiteY321" fmla="*/ 3352800 h 3619364"/>
              <a:gd name="connsiteX322" fmla="*/ 1119045 w 2809864"/>
              <a:gd name="connsiteY322" fmla="*/ 3378925 h 3619364"/>
              <a:gd name="connsiteX323" fmla="*/ 1110337 w 2809864"/>
              <a:gd name="connsiteY323" fmla="*/ 3431177 h 3619364"/>
              <a:gd name="connsiteX324" fmla="*/ 1101628 w 2809864"/>
              <a:gd name="connsiteY324" fmla="*/ 3466011 h 3619364"/>
              <a:gd name="connsiteX325" fmla="*/ 1162588 w 2809864"/>
              <a:gd name="connsiteY325" fmla="*/ 3405051 h 3619364"/>
              <a:gd name="connsiteX326" fmla="*/ 1197423 w 2809864"/>
              <a:gd name="connsiteY326" fmla="*/ 3378925 h 3619364"/>
              <a:gd name="connsiteX327" fmla="*/ 1240965 w 2809864"/>
              <a:gd name="connsiteY327" fmla="*/ 3352800 h 3619364"/>
              <a:gd name="connsiteX328" fmla="*/ 1258383 w 2809864"/>
              <a:gd name="connsiteY328" fmla="*/ 3335383 h 3619364"/>
              <a:gd name="connsiteX329" fmla="*/ 1293217 w 2809864"/>
              <a:gd name="connsiteY329" fmla="*/ 3326674 h 3619364"/>
              <a:gd name="connsiteX330" fmla="*/ 1319343 w 2809864"/>
              <a:gd name="connsiteY330" fmla="*/ 3309257 h 3619364"/>
              <a:gd name="connsiteX331" fmla="*/ 1336760 w 2809864"/>
              <a:gd name="connsiteY331" fmla="*/ 3326674 h 3619364"/>
              <a:gd name="connsiteX332" fmla="*/ 1275800 w 2809864"/>
              <a:gd name="connsiteY332" fmla="*/ 3378925 h 3619364"/>
              <a:gd name="connsiteX333" fmla="*/ 1240965 w 2809864"/>
              <a:gd name="connsiteY333" fmla="*/ 3439885 h 3619364"/>
              <a:gd name="connsiteX334" fmla="*/ 1223548 w 2809864"/>
              <a:gd name="connsiteY334" fmla="*/ 3500845 h 3619364"/>
              <a:gd name="connsiteX335" fmla="*/ 1214840 w 2809864"/>
              <a:gd name="connsiteY335" fmla="*/ 3526971 h 3619364"/>
              <a:gd name="connsiteX336" fmla="*/ 1240965 w 2809864"/>
              <a:gd name="connsiteY336" fmla="*/ 3509554 h 3619364"/>
              <a:gd name="connsiteX337" fmla="*/ 1258383 w 2809864"/>
              <a:gd name="connsiteY337" fmla="*/ 3483428 h 3619364"/>
              <a:gd name="connsiteX338" fmla="*/ 1284508 w 2809864"/>
              <a:gd name="connsiteY338" fmla="*/ 3448594 h 3619364"/>
              <a:gd name="connsiteX339" fmla="*/ 1362885 w 2809864"/>
              <a:gd name="connsiteY339" fmla="*/ 3326674 h 3619364"/>
              <a:gd name="connsiteX340" fmla="*/ 1380303 w 2809864"/>
              <a:gd name="connsiteY340" fmla="*/ 3309257 h 3619364"/>
              <a:gd name="connsiteX341" fmla="*/ 1389011 w 2809864"/>
              <a:gd name="connsiteY341" fmla="*/ 3283131 h 3619364"/>
              <a:gd name="connsiteX342" fmla="*/ 1406428 w 2809864"/>
              <a:gd name="connsiteY342" fmla="*/ 3326674 h 3619364"/>
              <a:gd name="connsiteX343" fmla="*/ 1415137 w 2809864"/>
              <a:gd name="connsiteY343" fmla="*/ 3378925 h 3619364"/>
              <a:gd name="connsiteX344" fmla="*/ 1432554 w 2809864"/>
              <a:gd name="connsiteY344" fmla="*/ 3492137 h 3619364"/>
              <a:gd name="connsiteX345" fmla="*/ 1449971 w 2809864"/>
              <a:gd name="connsiteY345" fmla="*/ 3544388 h 3619364"/>
              <a:gd name="connsiteX346" fmla="*/ 1458680 w 2809864"/>
              <a:gd name="connsiteY346" fmla="*/ 3492137 h 3619364"/>
              <a:gd name="connsiteX347" fmla="*/ 1476097 w 2809864"/>
              <a:gd name="connsiteY347" fmla="*/ 3274423 h 3619364"/>
              <a:gd name="connsiteX348" fmla="*/ 1502223 w 2809864"/>
              <a:gd name="connsiteY348" fmla="*/ 3291840 h 3619364"/>
              <a:gd name="connsiteX349" fmla="*/ 1528348 w 2809864"/>
              <a:gd name="connsiteY349" fmla="*/ 3335383 h 3619364"/>
              <a:gd name="connsiteX350" fmla="*/ 1563183 w 2809864"/>
              <a:gd name="connsiteY350" fmla="*/ 3448594 h 3619364"/>
              <a:gd name="connsiteX351" fmla="*/ 1571891 w 2809864"/>
              <a:gd name="connsiteY351" fmla="*/ 3483428 h 3619364"/>
              <a:gd name="connsiteX352" fmla="*/ 1580600 w 2809864"/>
              <a:gd name="connsiteY352" fmla="*/ 3509554 h 3619364"/>
              <a:gd name="connsiteX353" fmla="*/ 1589308 w 2809864"/>
              <a:gd name="connsiteY353" fmla="*/ 3570514 h 3619364"/>
              <a:gd name="connsiteX354" fmla="*/ 1571891 w 2809864"/>
              <a:gd name="connsiteY354" fmla="*/ 3509554 h 3619364"/>
              <a:gd name="connsiteX355" fmla="*/ 1563183 w 2809864"/>
              <a:gd name="connsiteY355" fmla="*/ 3448594 h 3619364"/>
              <a:gd name="connsiteX356" fmla="*/ 1545765 w 2809864"/>
              <a:gd name="connsiteY356" fmla="*/ 3361508 h 3619364"/>
              <a:gd name="connsiteX357" fmla="*/ 1537057 w 2809864"/>
              <a:gd name="connsiteY357" fmla="*/ 3283131 h 3619364"/>
              <a:gd name="connsiteX358" fmla="*/ 1519640 w 2809864"/>
              <a:gd name="connsiteY358" fmla="*/ 3230880 h 3619364"/>
              <a:gd name="connsiteX359" fmla="*/ 1528348 w 2809864"/>
              <a:gd name="connsiteY359" fmla="*/ 3196045 h 3619364"/>
              <a:gd name="connsiteX360" fmla="*/ 1563183 w 2809864"/>
              <a:gd name="connsiteY360" fmla="*/ 3230880 h 3619364"/>
              <a:gd name="connsiteX361" fmla="*/ 1606725 w 2809864"/>
              <a:gd name="connsiteY361" fmla="*/ 3274423 h 3619364"/>
              <a:gd name="connsiteX362" fmla="*/ 1658977 w 2809864"/>
              <a:gd name="connsiteY362" fmla="*/ 3361508 h 3619364"/>
              <a:gd name="connsiteX363" fmla="*/ 1685103 w 2809864"/>
              <a:gd name="connsiteY363" fmla="*/ 3448594 h 3619364"/>
              <a:gd name="connsiteX364" fmla="*/ 1702520 w 2809864"/>
              <a:gd name="connsiteY364" fmla="*/ 3500845 h 3619364"/>
              <a:gd name="connsiteX365" fmla="*/ 1711228 w 2809864"/>
              <a:gd name="connsiteY365" fmla="*/ 3535680 h 3619364"/>
              <a:gd name="connsiteX366" fmla="*/ 1719937 w 2809864"/>
              <a:gd name="connsiteY366" fmla="*/ 3614057 h 3619364"/>
              <a:gd name="connsiteX367" fmla="*/ 1702520 w 2809864"/>
              <a:gd name="connsiteY367" fmla="*/ 3466011 h 3619364"/>
              <a:gd name="connsiteX368" fmla="*/ 1685103 w 2809864"/>
              <a:gd name="connsiteY368" fmla="*/ 3344091 h 3619364"/>
              <a:gd name="connsiteX369" fmla="*/ 1658977 w 2809864"/>
              <a:gd name="connsiteY369" fmla="*/ 3291840 h 3619364"/>
              <a:gd name="connsiteX370" fmla="*/ 1615434 w 2809864"/>
              <a:gd name="connsiteY370" fmla="*/ 3257005 h 3619364"/>
              <a:gd name="connsiteX371" fmla="*/ 1598017 w 2809864"/>
              <a:gd name="connsiteY371" fmla="*/ 3230880 h 3619364"/>
              <a:gd name="connsiteX372" fmla="*/ 1571891 w 2809864"/>
              <a:gd name="connsiteY372" fmla="*/ 3222171 h 3619364"/>
              <a:gd name="connsiteX373" fmla="*/ 1493514 w 2809864"/>
              <a:gd name="connsiteY373" fmla="*/ 3230880 h 3619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2809864" h="3619364">
                <a:moveTo>
                  <a:pt x="1493514" y="3230880"/>
                </a:moveTo>
                <a:cubicBezTo>
                  <a:pt x="1479000" y="3197497"/>
                  <a:pt x="1489956" y="3091413"/>
                  <a:pt x="1484805" y="3021874"/>
                </a:cubicBezTo>
                <a:cubicBezTo>
                  <a:pt x="1484127" y="3012719"/>
                  <a:pt x="1478088" y="3004709"/>
                  <a:pt x="1476097" y="2995748"/>
                </a:cubicBezTo>
                <a:cubicBezTo>
                  <a:pt x="1433385" y="2803543"/>
                  <a:pt x="1493385" y="3047490"/>
                  <a:pt x="1458680" y="2908663"/>
                </a:cubicBezTo>
                <a:cubicBezTo>
                  <a:pt x="1455777" y="2882537"/>
                  <a:pt x="1452425" y="2856457"/>
                  <a:pt x="1449971" y="2830285"/>
                </a:cubicBezTo>
                <a:cubicBezTo>
                  <a:pt x="1443715" y="2763560"/>
                  <a:pt x="1432554" y="2629988"/>
                  <a:pt x="1432554" y="2629988"/>
                </a:cubicBezTo>
                <a:cubicBezTo>
                  <a:pt x="1429272" y="2547946"/>
                  <a:pt x="1424367" y="2377024"/>
                  <a:pt x="1415137" y="2281645"/>
                </a:cubicBezTo>
                <a:cubicBezTo>
                  <a:pt x="1415131" y="2281579"/>
                  <a:pt x="1393369" y="2107507"/>
                  <a:pt x="1389011" y="2072640"/>
                </a:cubicBezTo>
                <a:lnTo>
                  <a:pt x="1380303" y="2002971"/>
                </a:lnTo>
                <a:cubicBezTo>
                  <a:pt x="1377400" y="1936205"/>
                  <a:pt x="1371594" y="1869503"/>
                  <a:pt x="1371594" y="1802674"/>
                </a:cubicBezTo>
                <a:cubicBezTo>
                  <a:pt x="1371594" y="1793494"/>
                  <a:pt x="1373812" y="1822309"/>
                  <a:pt x="1380303" y="1828800"/>
                </a:cubicBezTo>
                <a:cubicBezTo>
                  <a:pt x="1386794" y="1835291"/>
                  <a:pt x="1397720" y="1834605"/>
                  <a:pt x="1406428" y="1837508"/>
                </a:cubicBezTo>
                <a:cubicBezTo>
                  <a:pt x="1412712" y="1836251"/>
                  <a:pt x="1464619" y="1827743"/>
                  <a:pt x="1476097" y="1820091"/>
                </a:cubicBezTo>
                <a:cubicBezTo>
                  <a:pt x="1486344" y="1813259"/>
                  <a:pt x="1492201" y="1801123"/>
                  <a:pt x="1502223" y="1793965"/>
                </a:cubicBezTo>
                <a:cubicBezTo>
                  <a:pt x="1512787" y="1786419"/>
                  <a:pt x="1525446" y="1782354"/>
                  <a:pt x="1537057" y="1776548"/>
                </a:cubicBezTo>
                <a:cubicBezTo>
                  <a:pt x="1545766" y="1764937"/>
                  <a:pt x="1552920" y="1751977"/>
                  <a:pt x="1563183" y="1741714"/>
                </a:cubicBezTo>
                <a:cubicBezTo>
                  <a:pt x="1570584" y="1734313"/>
                  <a:pt x="1582416" y="1732174"/>
                  <a:pt x="1589308" y="1724297"/>
                </a:cubicBezTo>
                <a:cubicBezTo>
                  <a:pt x="1603092" y="1708543"/>
                  <a:pt x="1624143" y="1672045"/>
                  <a:pt x="1624143" y="1672045"/>
                </a:cubicBezTo>
                <a:cubicBezTo>
                  <a:pt x="1655898" y="1576775"/>
                  <a:pt x="1605254" y="1721076"/>
                  <a:pt x="1650268" y="1619794"/>
                </a:cubicBezTo>
                <a:cubicBezTo>
                  <a:pt x="1662383" y="1592535"/>
                  <a:pt x="1669156" y="1561658"/>
                  <a:pt x="1676394" y="1532708"/>
                </a:cubicBezTo>
                <a:cubicBezTo>
                  <a:pt x="1673491" y="1451428"/>
                  <a:pt x="1667685" y="1370200"/>
                  <a:pt x="1667685" y="1288868"/>
                </a:cubicBezTo>
                <a:cubicBezTo>
                  <a:pt x="1667685" y="1279888"/>
                  <a:pt x="1681744" y="1222248"/>
                  <a:pt x="1685103" y="1210491"/>
                </a:cubicBezTo>
                <a:cubicBezTo>
                  <a:pt x="1690770" y="1190657"/>
                  <a:pt x="1695960" y="1173508"/>
                  <a:pt x="1711228" y="1158240"/>
                </a:cubicBezTo>
                <a:cubicBezTo>
                  <a:pt x="1735935" y="1133533"/>
                  <a:pt x="1740211" y="1144106"/>
                  <a:pt x="1772188" y="1132114"/>
                </a:cubicBezTo>
                <a:cubicBezTo>
                  <a:pt x="1863267" y="1097959"/>
                  <a:pt x="1752445" y="1128342"/>
                  <a:pt x="1841857" y="1105988"/>
                </a:cubicBezTo>
                <a:cubicBezTo>
                  <a:pt x="1850566" y="1100182"/>
                  <a:pt x="1858621" y="1093252"/>
                  <a:pt x="1867983" y="1088571"/>
                </a:cubicBezTo>
                <a:cubicBezTo>
                  <a:pt x="1882613" y="1081256"/>
                  <a:pt x="1914997" y="1075338"/>
                  <a:pt x="1928943" y="1071154"/>
                </a:cubicBezTo>
                <a:cubicBezTo>
                  <a:pt x="1946528" y="1065879"/>
                  <a:pt x="1963777" y="1059543"/>
                  <a:pt x="1981194" y="1053737"/>
                </a:cubicBezTo>
                <a:lnTo>
                  <a:pt x="2007320" y="1045028"/>
                </a:lnTo>
                <a:cubicBezTo>
                  <a:pt x="2024737" y="1027611"/>
                  <a:pt x="2048556" y="1014808"/>
                  <a:pt x="2059571" y="992777"/>
                </a:cubicBezTo>
                <a:cubicBezTo>
                  <a:pt x="2102452" y="907015"/>
                  <a:pt x="2049922" y="1014486"/>
                  <a:pt x="2094405" y="914400"/>
                </a:cubicBezTo>
                <a:cubicBezTo>
                  <a:pt x="2099678" y="902537"/>
                  <a:pt x="2106017" y="891177"/>
                  <a:pt x="2111823" y="879565"/>
                </a:cubicBezTo>
                <a:cubicBezTo>
                  <a:pt x="2114726" y="867954"/>
                  <a:pt x="2117092" y="856195"/>
                  <a:pt x="2120531" y="844731"/>
                </a:cubicBezTo>
                <a:cubicBezTo>
                  <a:pt x="2125806" y="827146"/>
                  <a:pt x="2133495" y="810291"/>
                  <a:pt x="2137948" y="792480"/>
                </a:cubicBezTo>
                <a:cubicBezTo>
                  <a:pt x="2140851" y="780868"/>
                  <a:pt x="2142454" y="768852"/>
                  <a:pt x="2146657" y="757645"/>
                </a:cubicBezTo>
                <a:cubicBezTo>
                  <a:pt x="2158611" y="725767"/>
                  <a:pt x="2169649" y="715377"/>
                  <a:pt x="2190200" y="687977"/>
                </a:cubicBezTo>
                <a:cubicBezTo>
                  <a:pt x="2205503" y="642064"/>
                  <a:pt x="2188794" y="679213"/>
                  <a:pt x="2225034" y="635725"/>
                </a:cubicBezTo>
                <a:cubicBezTo>
                  <a:pt x="2270433" y="581247"/>
                  <a:pt x="2202503" y="639111"/>
                  <a:pt x="2285994" y="566057"/>
                </a:cubicBezTo>
                <a:cubicBezTo>
                  <a:pt x="2293871" y="559165"/>
                  <a:pt x="2304173" y="555452"/>
                  <a:pt x="2312120" y="548640"/>
                </a:cubicBezTo>
                <a:cubicBezTo>
                  <a:pt x="2337268" y="527084"/>
                  <a:pt x="2351449" y="502849"/>
                  <a:pt x="2381788" y="487680"/>
                </a:cubicBezTo>
                <a:cubicBezTo>
                  <a:pt x="2392493" y="482327"/>
                  <a:pt x="2405159" y="482410"/>
                  <a:pt x="2416623" y="478971"/>
                </a:cubicBezTo>
                <a:cubicBezTo>
                  <a:pt x="2434208" y="473696"/>
                  <a:pt x="2450871" y="465155"/>
                  <a:pt x="2468874" y="461554"/>
                </a:cubicBezTo>
                <a:cubicBezTo>
                  <a:pt x="2483388" y="458651"/>
                  <a:pt x="2498057" y="456435"/>
                  <a:pt x="2512417" y="452845"/>
                </a:cubicBezTo>
                <a:cubicBezTo>
                  <a:pt x="2521323" y="450619"/>
                  <a:pt x="2529717" y="446659"/>
                  <a:pt x="2538543" y="444137"/>
                </a:cubicBezTo>
                <a:cubicBezTo>
                  <a:pt x="2550051" y="440849"/>
                  <a:pt x="2561766" y="438331"/>
                  <a:pt x="2573377" y="435428"/>
                </a:cubicBezTo>
                <a:cubicBezTo>
                  <a:pt x="2587891" y="420914"/>
                  <a:pt x="2605534" y="408964"/>
                  <a:pt x="2616920" y="391885"/>
                </a:cubicBezTo>
                <a:lnTo>
                  <a:pt x="2651754" y="339634"/>
                </a:lnTo>
                <a:cubicBezTo>
                  <a:pt x="2658955" y="328832"/>
                  <a:pt x="2662492" y="315932"/>
                  <a:pt x="2669171" y="304800"/>
                </a:cubicBezTo>
                <a:cubicBezTo>
                  <a:pt x="2714088" y="229937"/>
                  <a:pt x="2695196" y="278972"/>
                  <a:pt x="2712714" y="226423"/>
                </a:cubicBezTo>
                <a:cubicBezTo>
                  <a:pt x="2708005" y="221714"/>
                  <a:pt x="2674219" y="190202"/>
                  <a:pt x="2677880" y="182880"/>
                </a:cubicBezTo>
                <a:cubicBezTo>
                  <a:pt x="2685450" y="167741"/>
                  <a:pt x="2706284" y="164324"/>
                  <a:pt x="2721423" y="156754"/>
                </a:cubicBezTo>
                <a:cubicBezTo>
                  <a:pt x="2733921" y="150505"/>
                  <a:pt x="2771215" y="142129"/>
                  <a:pt x="2782383" y="139337"/>
                </a:cubicBezTo>
                <a:cubicBezTo>
                  <a:pt x="2791091" y="133531"/>
                  <a:pt x="2804621" y="131638"/>
                  <a:pt x="2808508" y="121920"/>
                </a:cubicBezTo>
                <a:cubicBezTo>
                  <a:pt x="2816878" y="100994"/>
                  <a:pt x="2784192" y="83636"/>
                  <a:pt x="2773674" y="78377"/>
                </a:cubicBezTo>
                <a:cubicBezTo>
                  <a:pt x="2765463" y="74272"/>
                  <a:pt x="2755986" y="73284"/>
                  <a:pt x="2747548" y="69668"/>
                </a:cubicBezTo>
                <a:cubicBezTo>
                  <a:pt x="2735616" y="64554"/>
                  <a:pt x="2724646" y="57365"/>
                  <a:pt x="2712714" y="52251"/>
                </a:cubicBezTo>
                <a:cubicBezTo>
                  <a:pt x="2695229" y="44758"/>
                  <a:pt x="2669423" y="39251"/>
                  <a:pt x="2651754" y="34834"/>
                </a:cubicBezTo>
                <a:cubicBezTo>
                  <a:pt x="2599503" y="37737"/>
                  <a:pt x="2547096" y="38581"/>
                  <a:pt x="2495000" y="43543"/>
                </a:cubicBezTo>
                <a:cubicBezTo>
                  <a:pt x="2485862" y="44413"/>
                  <a:pt x="2475365" y="45760"/>
                  <a:pt x="2468874" y="52251"/>
                </a:cubicBezTo>
                <a:cubicBezTo>
                  <a:pt x="2462383" y="58742"/>
                  <a:pt x="2465257" y="70739"/>
                  <a:pt x="2460165" y="78377"/>
                </a:cubicBezTo>
                <a:cubicBezTo>
                  <a:pt x="2453334" y="88624"/>
                  <a:pt x="2441198" y="94481"/>
                  <a:pt x="2434040" y="104503"/>
                </a:cubicBezTo>
                <a:cubicBezTo>
                  <a:pt x="2426495" y="115067"/>
                  <a:pt x="2423064" y="128066"/>
                  <a:pt x="2416623" y="139337"/>
                </a:cubicBezTo>
                <a:cubicBezTo>
                  <a:pt x="2404169" y="161132"/>
                  <a:pt x="2392727" y="175215"/>
                  <a:pt x="2373080" y="191588"/>
                </a:cubicBezTo>
                <a:cubicBezTo>
                  <a:pt x="2365039" y="198288"/>
                  <a:pt x="2356315" y="204324"/>
                  <a:pt x="2346954" y="209005"/>
                </a:cubicBezTo>
                <a:cubicBezTo>
                  <a:pt x="2338743" y="213110"/>
                  <a:pt x="2329537" y="214811"/>
                  <a:pt x="2320828" y="217714"/>
                </a:cubicBezTo>
                <a:cubicBezTo>
                  <a:pt x="2309217" y="226423"/>
                  <a:pt x="2298596" y="236639"/>
                  <a:pt x="2285994" y="243840"/>
                </a:cubicBezTo>
                <a:cubicBezTo>
                  <a:pt x="2278024" y="248394"/>
                  <a:pt x="2268463" y="249325"/>
                  <a:pt x="2259868" y="252548"/>
                </a:cubicBezTo>
                <a:cubicBezTo>
                  <a:pt x="2245231" y="258037"/>
                  <a:pt x="2231298" y="265473"/>
                  <a:pt x="2216325" y="269965"/>
                </a:cubicBezTo>
                <a:cubicBezTo>
                  <a:pt x="2197642" y="275570"/>
                  <a:pt x="2137071" y="284075"/>
                  <a:pt x="2120531" y="287383"/>
                </a:cubicBezTo>
                <a:cubicBezTo>
                  <a:pt x="2108795" y="289730"/>
                  <a:pt x="2097308" y="293188"/>
                  <a:pt x="2085697" y="296091"/>
                </a:cubicBezTo>
                <a:cubicBezTo>
                  <a:pt x="1992440" y="389348"/>
                  <a:pt x="2136442" y="247809"/>
                  <a:pt x="2024737" y="348343"/>
                </a:cubicBezTo>
                <a:cubicBezTo>
                  <a:pt x="2006428" y="364821"/>
                  <a:pt x="1989902" y="383177"/>
                  <a:pt x="1972485" y="400594"/>
                </a:cubicBezTo>
                <a:cubicBezTo>
                  <a:pt x="1963776" y="409303"/>
                  <a:pt x="1953749" y="416868"/>
                  <a:pt x="1946360" y="426720"/>
                </a:cubicBezTo>
                <a:cubicBezTo>
                  <a:pt x="1928943" y="449943"/>
                  <a:pt x="1909043" y="471496"/>
                  <a:pt x="1894108" y="496388"/>
                </a:cubicBezTo>
                <a:cubicBezTo>
                  <a:pt x="1876691" y="525417"/>
                  <a:pt x="1862169" y="556392"/>
                  <a:pt x="1841857" y="583474"/>
                </a:cubicBezTo>
                <a:cubicBezTo>
                  <a:pt x="1833148" y="595085"/>
                  <a:pt x="1822780" y="605620"/>
                  <a:pt x="1815731" y="618308"/>
                </a:cubicBezTo>
                <a:cubicBezTo>
                  <a:pt x="1798072" y="650094"/>
                  <a:pt x="1798888" y="664195"/>
                  <a:pt x="1789605" y="696685"/>
                </a:cubicBezTo>
                <a:cubicBezTo>
                  <a:pt x="1787083" y="705511"/>
                  <a:pt x="1784120" y="714216"/>
                  <a:pt x="1780897" y="722811"/>
                </a:cubicBezTo>
                <a:cubicBezTo>
                  <a:pt x="1775408" y="737448"/>
                  <a:pt x="1769829" y="752069"/>
                  <a:pt x="1763480" y="766354"/>
                </a:cubicBezTo>
                <a:cubicBezTo>
                  <a:pt x="1758208" y="778217"/>
                  <a:pt x="1750621" y="789033"/>
                  <a:pt x="1746063" y="801188"/>
                </a:cubicBezTo>
                <a:cubicBezTo>
                  <a:pt x="1741860" y="812395"/>
                  <a:pt x="1743292" y="825631"/>
                  <a:pt x="1737354" y="836023"/>
                </a:cubicBezTo>
                <a:cubicBezTo>
                  <a:pt x="1731244" y="846716"/>
                  <a:pt x="1719243" y="852797"/>
                  <a:pt x="1711228" y="862148"/>
                </a:cubicBezTo>
                <a:cubicBezTo>
                  <a:pt x="1701782" y="873168"/>
                  <a:pt x="1695951" y="887340"/>
                  <a:pt x="1685103" y="896983"/>
                </a:cubicBezTo>
                <a:cubicBezTo>
                  <a:pt x="1669458" y="910890"/>
                  <a:pt x="1650268" y="920206"/>
                  <a:pt x="1632851" y="931817"/>
                </a:cubicBezTo>
                <a:lnTo>
                  <a:pt x="1606725" y="949234"/>
                </a:lnTo>
                <a:cubicBezTo>
                  <a:pt x="1598017" y="955040"/>
                  <a:pt x="1589961" y="961970"/>
                  <a:pt x="1580600" y="966651"/>
                </a:cubicBezTo>
                <a:cubicBezTo>
                  <a:pt x="1557377" y="978262"/>
                  <a:pt x="1532534" y="987082"/>
                  <a:pt x="1510931" y="1001485"/>
                </a:cubicBezTo>
                <a:cubicBezTo>
                  <a:pt x="1472729" y="1026954"/>
                  <a:pt x="1493178" y="1012623"/>
                  <a:pt x="1449971" y="1045028"/>
                </a:cubicBezTo>
                <a:cubicBezTo>
                  <a:pt x="1444165" y="1053737"/>
                  <a:pt x="1436677" y="1061534"/>
                  <a:pt x="1432554" y="1071154"/>
                </a:cubicBezTo>
                <a:cubicBezTo>
                  <a:pt x="1427839" y="1082155"/>
                  <a:pt x="1425330" y="1094112"/>
                  <a:pt x="1423845" y="1105988"/>
                </a:cubicBezTo>
                <a:cubicBezTo>
                  <a:pt x="1416608" y="1163884"/>
                  <a:pt x="1414679" y="1222399"/>
                  <a:pt x="1406428" y="1280160"/>
                </a:cubicBezTo>
                <a:cubicBezTo>
                  <a:pt x="1403525" y="1300480"/>
                  <a:pt x="1402335" y="1321119"/>
                  <a:pt x="1397720" y="1341120"/>
                </a:cubicBezTo>
                <a:cubicBezTo>
                  <a:pt x="1393592" y="1359009"/>
                  <a:pt x="1386109" y="1375954"/>
                  <a:pt x="1380303" y="1393371"/>
                </a:cubicBezTo>
                <a:lnTo>
                  <a:pt x="1362885" y="1445623"/>
                </a:lnTo>
                <a:cubicBezTo>
                  <a:pt x="1359982" y="1454331"/>
                  <a:pt x="1355977" y="1462747"/>
                  <a:pt x="1354177" y="1471748"/>
                </a:cubicBezTo>
                <a:cubicBezTo>
                  <a:pt x="1341442" y="1535419"/>
                  <a:pt x="1347561" y="1500638"/>
                  <a:pt x="1336760" y="1576251"/>
                </a:cubicBezTo>
                <a:cubicBezTo>
                  <a:pt x="1352258" y="1622749"/>
                  <a:pt x="1348162" y="1597934"/>
                  <a:pt x="1336760" y="1672045"/>
                </a:cubicBezTo>
                <a:cubicBezTo>
                  <a:pt x="1334509" y="1686675"/>
                  <a:pt x="1314446" y="1709757"/>
                  <a:pt x="1328051" y="1715588"/>
                </a:cubicBezTo>
                <a:cubicBezTo>
                  <a:pt x="1350053" y="1725018"/>
                  <a:pt x="1374497" y="1703977"/>
                  <a:pt x="1397720" y="1698171"/>
                </a:cubicBezTo>
                <a:cubicBezTo>
                  <a:pt x="1406428" y="1692365"/>
                  <a:pt x="1415805" y="1687454"/>
                  <a:pt x="1423845" y="1680754"/>
                </a:cubicBezTo>
                <a:cubicBezTo>
                  <a:pt x="1433306" y="1672869"/>
                  <a:pt x="1439949" y="1661786"/>
                  <a:pt x="1449971" y="1654628"/>
                </a:cubicBezTo>
                <a:cubicBezTo>
                  <a:pt x="1484102" y="1630248"/>
                  <a:pt x="1480714" y="1648472"/>
                  <a:pt x="1502223" y="1619794"/>
                </a:cubicBezTo>
                <a:cubicBezTo>
                  <a:pt x="1514783" y="1603048"/>
                  <a:pt x="1537057" y="1567543"/>
                  <a:pt x="1537057" y="1567543"/>
                </a:cubicBezTo>
                <a:cubicBezTo>
                  <a:pt x="1540236" y="1545286"/>
                  <a:pt x="1544997" y="1497019"/>
                  <a:pt x="1554474" y="1471748"/>
                </a:cubicBezTo>
                <a:cubicBezTo>
                  <a:pt x="1559032" y="1459593"/>
                  <a:pt x="1567786" y="1449230"/>
                  <a:pt x="1571891" y="1436914"/>
                </a:cubicBezTo>
                <a:cubicBezTo>
                  <a:pt x="1579461" y="1414205"/>
                  <a:pt x="1581738" y="1389954"/>
                  <a:pt x="1589308" y="1367245"/>
                </a:cubicBezTo>
                <a:cubicBezTo>
                  <a:pt x="1610189" y="1304607"/>
                  <a:pt x="1584855" y="1382829"/>
                  <a:pt x="1606725" y="1306285"/>
                </a:cubicBezTo>
                <a:cubicBezTo>
                  <a:pt x="1609247" y="1297459"/>
                  <a:pt x="1621924" y="1273669"/>
                  <a:pt x="1615434" y="1280160"/>
                </a:cubicBezTo>
                <a:cubicBezTo>
                  <a:pt x="1600993" y="1294603"/>
                  <a:pt x="1597115" y="1322903"/>
                  <a:pt x="1589308" y="1341120"/>
                </a:cubicBezTo>
                <a:cubicBezTo>
                  <a:pt x="1584194" y="1353052"/>
                  <a:pt x="1576712" y="1363901"/>
                  <a:pt x="1571891" y="1375954"/>
                </a:cubicBezTo>
                <a:cubicBezTo>
                  <a:pt x="1565073" y="1393000"/>
                  <a:pt x="1561292" y="1411159"/>
                  <a:pt x="1554474" y="1428205"/>
                </a:cubicBezTo>
                <a:cubicBezTo>
                  <a:pt x="1548668" y="1442719"/>
                  <a:pt x="1542546" y="1457111"/>
                  <a:pt x="1537057" y="1471748"/>
                </a:cubicBezTo>
                <a:cubicBezTo>
                  <a:pt x="1533834" y="1480343"/>
                  <a:pt x="1531964" y="1489436"/>
                  <a:pt x="1528348" y="1497874"/>
                </a:cubicBezTo>
                <a:cubicBezTo>
                  <a:pt x="1523234" y="1509806"/>
                  <a:pt x="1516737" y="1521097"/>
                  <a:pt x="1510931" y="1532708"/>
                </a:cubicBezTo>
                <a:cubicBezTo>
                  <a:pt x="1504087" y="1573772"/>
                  <a:pt x="1503908" y="1583415"/>
                  <a:pt x="1493514" y="1619794"/>
                </a:cubicBezTo>
                <a:cubicBezTo>
                  <a:pt x="1490992" y="1628621"/>
                  <a:pt x="1489897" y="1638282"/>
                  <a:pt x="1484805" y="1645920"/>
                </a:cubicBezTo>
                <a:cubicBezTo>
                  <a:pt x="1477974" y="1656167"/>
                  <a:pt x="1468927" y="1665214"/>
                  <a:pt x="1458680" y="1672045"/>
                </a:cubicBezTo>
                <a:cubicBezTo>
                  <a:pt x="1451042" y="1677137"/>
                  <a:pt x="1441381" y="1678232"/>
                  <a:pt x="1432554" y="1680754"/>
                </a:cubicBezTo>
                <a:cubicBezTo>
                  <a:pt x="1355983" y="1702633"/>
                  <a:pt x="1434256" y="1677285"/>
                  <a:pt x="1371594" y="1698171"/>
                </a:cubicBezTo>
                <a:cubicBezTo>
                  <a:pt x="1368691" y="1686560"/>
                  <a:pt x="1365481" y="1675021"/>
                  <a:pt x="1362885" y="1663337"/>
                </a:cubicBezTo>
                <a:cubicBezTo>
                  <a:pt x="1355778" y="1631354"/>
                  <a:pt x="1354575" y="1615316"/>
                  <a:pt x="1345468" y="1584960"/>
                </a:cubicBezTo>
                <a:cubicBezTo>
                  <a:pt x="1340192" y="1567375"/>
                  <a:pt x="1333857" y="1550125"/>
                  <a:pt x="1328051" y="1532708"/>
                </a:cubicBezTo>
                <a:cubicBezTo>
                  <a:pt x="1325148" y="1524000"/>
                  <a:pt x="1326981" y="1511675"/>
                  <a:pt x="1319343" y="1506583"/>
                </a:cubicBezTo>
                <a:lnTo>
                  <a:pt x="1267091" y="1471748"/>
                </a:lnTo>
                <a:cubicBezTo>
                  <a:pt x="1264188" y="1463040"/>
                  <a:pt x="1261999" y="1454060"/>
                  <a:pt x="1258383" y="1445623"/>
                </a:cubicBezTo>
                <a:cubicBezTo>
                  <a:pt x="1253269" y="1433690"/>
                  <a:pt x="1245070" y="1423104"/>
                  <a:pt x="1240965" y="1410788"/>
                </a:cubicBezTo>
                <a:cubicBezTo>
                  <a:pt x="1236284" y="1396746"/>
                  <a:pt x="1235160" y="1381759"/>
                  <a:pt x="1232257" y="1367245"/>
                </a:cubicBezTo>
                <a:cubicBezTo>
                  <a:pt x="1232802" y="1364519"/>
                  <a:pt x="1242463" y="1306848"/>
                  <a:pt x="1249674" y="1297577"/>
                </a:cubicBezTo>
                <a:cubicBezTo>
                  <a:pt x="1264796" y="1278134"/>
                  <a:pt x="1284508" y="1262742"/>
                  <a:pt x="1301925" y="1245325"/>
                </a:cubicBezTo>
                <a:cubicBezTo>
                  <a:pt x="1307731" y="1239519"/>
                  <a:pt x="1314788" y="1234740"/>
                  <a:pt x="1319343" y="1227908"/>
                </a:cubicBezTo>
                <a:lnTo>
                  <a:pt x="1336760" y="1201783"/>
                </a:lnTo>
                <a:cubicBezTo>
                  <a:pt x="1333857" y="1175657"/>
                  <a:pt x="1332372" y="1149334"/>
                  <a:pt x="1328051" y="1123405"/>
                </a:cubicBezTo>
                <a:cubicBezTo>
                  <a:pt x="1326542" y="1114351"/>
                  <a:pt x="1325834" y="1103771"/>
                  <a:pt x="1319343" y="1097280"/>
                </a:cubicBezTo>
                <a:cubicBezTo>
                  <a:pt x="1312852" y="1090789"/>
                  <a:pt x="1301926" y="1091474"/>
                  <a:pt x="1293217" y="1088571"/>
                </a:cubicBezTo>
                <a:cubicBezTo>
                  <a:pt x="1249449" y="1022917"/>
                  <a:pt x="1270135" y="1065318"/>
                  <a:pt x="1284508" y="914400"/>
                </a:cubicBezTo>
                <a:cubicBezTo>
                  <a:pt x="1285643" y="902485"/>
                  <a:pt x="1288502" y="890566"/>
                  <a:pt x="1293217" y="879565"/>
                </a:cubicBezTo>
                <a:cubicBezTo>
                  <a:pt x="1318757" y="819972"/>
                  <a:pt x="1304666" y="886025"/>
                  <a:pt x="1319343" y="827314"/>
                </a:cubicBezTo>
                <a:cubicBezTo>
                  <a:pt x="1322933" y="812954"/>
                  <a:pt x="1324840" y="798220"/>
                  <a:pt x="1328051" y="783771"/>
                </a:cubicBezTo>
                <a:cubicBezTo>
                  <a:pt x="1330647" y="772087"/>
                  <a:pt x="1333857" y="760548"/>
                  <a:pt x="1336760" y="748937"/>
                </a:cubicBezTo>
                <a:cubicBezTo>
                  <a:pt x="1333857" y="719908"/>
                  <a:pt x="1341098" y="687945"/>
                  <a:pt x="1328051" y="661851"/>
                </a:cubicBezTo>
                <a:cubicBezTo>
                  <a:pt x="1318690" y="643128"/>
                  <a:pt x="1275800" y="627017"/>
                  <a:pt x="1275800" y="627017"/>
                </a:cubicBezTo>
                <a:lnTo>
                  <a:pt x="1258383" y="574765"/>
                </a:lnTo>
                <a:lnTo>
                  <a:pt x="1249674" y="548640"/>
                </a:lnTo>
                <a:cubicBezTo>
                  <a:pt x="1223548" y="568960"/>
                  <a:pt x="1191156" y="583122"/>
                  <a:pt x="1171297" y="609600"/>
                </a:cubicBezTo>
                <a:cubicBezTo>
                  <a:pt x="1162588" y="621211"/>
                  <a:pt x="1155870" y="634626"/>
                  <a:pt x="1145171" y="644434"/>
                </a:cubicBezTo>
                <a:cubicBezTo>
                  <a:pt x="1120773" y="666799"/>
                  <a:pt x="1090198" y="681990"/>
                  <a:pt x="1066794" y="705394"/>
                </a:cubicBezTo>
                <a:cubicBezTo>
                  <a:pt x="1055183" y="717005"/>
                  <a:pt x="1044428" y="729541"/>
                  <a:pt x="1031960" y="740228"/>
                </a:cubicBezTo>
                <a:cubicBezTo>
                  <a:pt x="1010747" y="758411"/>
                  <a:pt x="995704" y="760946"/>
                  <a:pt x="971000" y="775063"/>
                </a:cubicBezTo>
                <a:cubicBezTo>
                  <a:pt x="942709" y="791230"/>
                  <a:pt x="942765" y="794589"/>
                  <a:pt x="918748" y="818605"/>
                </a:cubicBezTo>
                <a:cubicBezTo>
                  <a:pt x="904582" y="846938"/>
                  <a:pt x="892623" y="863218"/>
                  <a:pt x="892623" y="896983"/>
                </a:cubicBezTo>
                <a:cubicBezTo>
                  <a:pt x="892623" y="930519"/>
                  <a:pt x="905327" y="1026074"/>
                  <a:pt x="927457" y="1053737"/>
                </a:cubicBezTo>
                <a:cubicBezTo>
                  <a:pt x="939068" y="1068251"/>
                  <a:pt x="951358" y="1082248"/>
                  <a:pt x="962291" y="1097280"/>
                </a:cubicBezTo>
                <a:cubicBezTo>
                  <a:pt x="974603" y="1114209"/>
                  <a:pt x="983724" y="1133450"/>
                  <a:pt x="997125" y="1149531"/>
                </a:cubicBezTo>
                <a:cubicBezTo>
                  <a:pt x="1012894" y="1168454"/>
                  <a:pt x="1031960" y="1184366"/>
                  <a:pt x="1049377" y="1201783"/>
                </a:cubicBezTo>
                <a:cubicBezTo>
                  <a:pt x="1058086" y="1210491"/>
                  <a:pt x="1068672" y="1217661"/>
                  <a:pt x="1075503" y="1227908"/>
                </a:cubicBezTo>
                <a:cubicBezTo>
                  <a:pt x="1099751" y="1264281"/>
                  <a:pt x="1085519" y="1246633"/>
                  <a:pt x="1119045" y="1280160"/>
                </a:cubicBezTo>
                <a:cubicBezTo>
                  <a:pt x="1147084" y="1364272"/>
                  <a:pt x="1102117" y="1233484"/>
                  <a:pt x="1145171" y="1341120"/>
                </a:cubicBezTo>
                <a:cubicBezTo>
                  <a:pt x="1151989" y="1358166"/>
                  <a:pt x="1156782" y="1375954"/>
                  <a:pt x="1162588" y="1393371"/>
                </a:cubicBezTo>
                <a:lnTo>
                  <a:pt x="1171297" y="1419497"/>
                </a:lnTo>
                <a:lnTo>
                  <a:pt x="1180005" y="1445623"/>
                </a:lnTo>
                <a:cubicBezTo>
                  <a:pt x="1177102" y="1489166"/>
                  <a:pt x="1181881" y="1533915"/>
                  <a:pt x="1171297" y="1576251"/>
                </a:cubicBezTo>
                <a:cubicBezTo>
                  <a:pt x="1168759" y="1586405"/>
                  <a:pt x="1157555" y="1559925"/>
                  <a:pt x="1153880" y="1550125"/>
                </a:cubicBezTo>
                <a:cubicBezTo>
                  <a:pt x="1148683" y="1536266"/>
                  <a:pt x="1149852" y="1520625"/>
                  <a:pt x="1145171" y="1506583"/>
                </a:cubicBezTo>
                <a:cubicBezTo>
                  <a:pt x="1141066" y="1494267"/>
                  <a:pt x="1134195" y="1483020"/>
                  <a:pt x="1127754" y="1471748"/>
                </a:cubicBezTo>
                <a:cubicBezTo>
                  <a:pt x="1118227" y="1455075"/>
                  <a:pt x="1107975" y="1440249"/>
                  <a:pt x="1092920" y="1428205"/>
                </a:cubicBezTo>
                <a:cubicBezTo>
                  <a:pt x="1084747" y="1421667"/>
                  <a:pt x="1074195" y="1418189"/>
                  <a:pt x="1066794" y="1410788"/>
                </a:cubicBezTo>
                <a:cubicBezTo>
                  <a:pt x="1056531" y="1400525"/>
                  <a:pt x="1049377" y="1387565"/>
                  <a:pt x="1040668" y="1375954"/>
                </a:cubicBezTo>
                <a:cubicBezTo>
                  <a:pt x="1037765" y="1367245"/>
                  <a:pt x="1036065" y="1358039"/>
                  <a:pt x="1031960" y="1349828"/>
                </a:cubicBezTo>
                <a:cubicBezTo>
                  <a:pt x="1027279" y="1340467"/>
                  <a:pt x="1015841" y="1334088"/>
                  <a:pt x="1014543" y="1323703"/>
                </a:cubicBezTo>
                <a:cubicBezTo>
                  <a:pt x="1012707" y="1309016"/>
                  <a:pt x="1020040" y="1294609"/>
                  <a:pt x="1023251" y="1280160"/>
                </a:cubicBezTo>
                <a:cubicBezTo>
                  <a:pt x="1030540" y="1247360"/>
                  <a:pt x="1030972" y="1248289"/>
                  <a:pt x="1040668" y="1219200"/>
                </a:cubicBezTo>
                <a:cubicBezTo>
                  <a:pt x="1037765" y="1210491"/>
                  <a:pt x="1038451" y="1199565"/>
                  <a:pt x="1031960" y="1193074"/>
                </a:cubicBezTo>
                <a:cubicBezTo>
                  <a:pt x="1025469" y="1186583"/>
                  <a:pt x="1014045" y="1188470"/>
                  <a:pt x="1005834" y="1184365"/>
                </a:cubicBezTo>
                <a:cubicBezTo>
                  <a:pt x="996473" y="1179684"/>
                  <a:pt x="987585" y="1173840"/>
                  <a:pt x="979708" y="1166948"/>
                </a:cubicBezTo>
                <a:cubicBezTo>
                  <a:pt x="964260" y="1153431"/>
                  <a:pt x="936165" y="1123405"/>
                  <a:pt x="936165" y="1123405"/>
                </a:cubicBezTo>
                <a:cubicBezTo>
                  <a:pt x="915287" y="1060767"/>
                  <a:pt x="940618" y="1138989"/>
                  <a:pt x="918748" y="1062445"/>
                </a:cubicBezTo>
                <a:cubicBezTo>
                  <a:pt x="916226" y="1053619"/>
                  <a:pt x="912943" y="1045028"/>
                  <a:pt x="910040" y="1036320"/>
                </a:cubicBezTo>
                <a:cubicBezTo>
                  <a:pt x="912943" y="984068"/>
                  <a:pt x="913786" y="931662"/>
                  <a:pt x="918748" y="879565"/>
                </a:cubicBezTo>
                <a:cubicBezTo>
                  <a:pt x="919618" y="870427"/>
                  <a:pt x="921722" y="860608"/>
                  <a:pt x="927457" y="853440"/>
                </a:cubicBezTo>
                <a:cubicBezTo>
                  <a:pt x="939734" y="838094"/>
                  <a:pt x="962498" y="833051"/>
                  <a:pt x="979708" y="827314"/>
                </a:cubicBezTo>
                <a:cubicBezTo>
                  <a:pt x="985514" y="818605"/>
                  <a:pt x="995404" y="811512"/>
                  <a:pt x="997125" y="801188"/>
                </a:cubicBezTo>
                <a:cubicBezTo>
                  <a:pt x="998634" y="792134"/>
                  <a:pt x="993140" y="782934"/>
                  <a:pt x="988417" y="775063"/>
                </a:cubicBezTo>
                <a:cubicBezTo>
                  <a:pt x="980143" y="761273"/>
                  <a:pt x="956743" y="748140"/>
                  <a:pt x="944874" y="740228"/>
                </a:cubicBezTo>
                <a:cubicBezTo>
                  <a:pt x="891268" y="659820"/>
                  <a:pt x="959675" y="758729"/>
                  <a:pt x="910040" y="696685"/>
                </a:cubicBezTo>
                <a:cubicBezTo>
                  <a:pt x="903502" y="688512"/>
                  <a:pt x="898429" y="679268"/>
                  <a:pt x="892623" y="670560"/>
                </a:cubicBezTo>
                <a:cubicBezTo>
                  <a:pt x="892824" y="668953"/>
                  <a:pt x="905554" y="559407"/>
                  <a:pt x="910040" y="548640"/>
                </a:cubicBezTo>
                <a:cubicBezTo>
                  <a:pt x="918091" y="529317"/>
                  <a:pt x="935513" y="515111"/>
                  <a:pt x="944874" y="496388"/>
                </a:cubicBezTo>
                <a:cubicBezTo>
                  <a:pt x="966972" y="452193"/>
                  <a:pt x="955090" y="472356"/>
                  <a:pt x="979708" y="435428"/>
                </a:cubicBezTo>
                <a:cubicBezTo>
                  <a:pt x="982611" y="423817"/>
                  <a:pt x="988417" y="412563"/>
                  <a:pt x="988417" y="400594"/>
                </a:cubicBezTo>
                <a:cubicBezTo>
                  <a:pt x="988417" y="286761"/>
                  <a:pt x="987115" y="337765"/>
                  <a:pt x="971000" y="278674"/>
                </a:cubicBezTo>
                <a:cubicBezTo>
                  <a:pt x="964702" y="255580"/>
                  <a:pt x="961153" y="231714"/>
                  <a:pt x="953583" y="209005"/>
                </a:cubicBezTo>
                <a:cubicBezTo>
                  <a:pt x="937303" y="160169"/>
                  <a:pt x="947102" y="191791"/>
                  <a:pt x="927457" y="113211"/>
                </a:cubicBezTo>
                <a:cubicBezTo>
                  <a:pt x="914297" y="60572"/>
                  <a:pt x="922529" y="89722"/>
                  <a:pt x="901331" y="26125"/>
                </a:cubicBezTo>
                <a:lnTo>
                  <a:pt x="892623" y="0"/>
                </a:lnTo>
                <a:cubicBezTo>
                  <a:pt x="886489" y="42939"/>
                  <a:pt x="886404" y="58463"/>
                  <a:pt x="875205" y="95794"/>
                </a:cubicBezTo>
                <a:cubicBezTo>
                  <a:pt x="858793" y="150500"/>
                  <a:pt x="859118" y="136036"/>
                  <a:pt x="849080" y="182880"/>
                </a:cubicBezTo>
                <a:cubicBezTo>
                  <a:pt x="842877" y="211826"/>
                  <a:pt x="844902" y="243487"/>
                  <a:pt x="831663" y="269965"/>
                </a:cubicBezTo>
                <a:cubicBezTo>
                  <a:pt x="819742" y="293805"/>
                  <a:pt x="813241" y="310409"/>
                  <a:pt x="796828" y="330925"/>
                </a:cubicBezTo>
                <a:cubicBezTo>
                  <a:pt x="775231" y="357922"/>
                  <a:pt x="779861" y="338735"/>
                  <a:pt x="761994" y="374468"/>
                </a:cubicBezTo>
                <a:cubicBezTo>
                  <a:pt x="757889" y="382679"/>
                  <a:pt x="757839" y="392624"/>
                  <a:pt x="753285" y="400594"/>
                </a:cubicBezTo>
                <a:cubicBezTo>
                  <a:pt x="746084" y="413196"/>
                  <a:pt x="734852" y="423120"/>
                  <a:pt x="727160" y="435428"/>
                </a:cubicBezTo>
                <a:cubicBezTo>
                  <a:pt x="708186" y="465787"/>
                  <a:pt x="709393" y="471664"/>
                  <a:pt x="701034" y="505097"/>
                </a:cubicBezTo>
                <a:cubicBezTo>
                  <a:pt x="720950" y="963148"/>
                  <a:pt x="701034" y="396766"/>
                  <a:pt x="701034" y="1027611"/>
                </a:cubicBezTo>
                <a:cubicBezTo>
                  <a:pt x="701034" y="1062566"/>
                  <a:pt x="705123" y="1097466"/>
                  <a:pt x="709743" y="1132114"/>
                </a:cubicBezTo>
                <a:cubicBezTo>
                  <a:pt x="710956" y="1141213"/>
                  <a:pt x="712943" y="1150896"/>
                  <a:pt x="718451" y="1158240"/>
                </a:cubicBezTo>
                <a:cubicBezTo>
                  <a:pt x="718459" y="1158250"/>
                  <a:pt x="778825" y="1218613"/>
                  <a:pt x="788120" y="1227908"/>
                </a:cubicBezTo>
                <a:lnTo>
                  <a:pt x="814245" y="1254034"/>
                </a:lnTo>
                <a:cubicBezTo>
                  <a:pt x="820051" y="1259840"/>
                  <a:pt x="824319" y="1267779"/>
                  <a:pt x="831663" y="1271451"/>
                </a:cubicBezTo>
                <a:cubicBezTo>
                  <a:pt x="859882" y="1285561"/>
                  <a:pt x="889734" y="1298321"/>
                  <a:pt x="910040" y="1323703"/>
                </a:cubicBezTo>
                <a:cubicBezTo>
                  <a:pt x="929404" y="1347908"/>
                  <a:pt x="933614" y="1362405"/>
                  <a:pt x="944874" y="1393371"/>
                </a:cubicBezTo>
                <a:cubicBezTo>
                  <a:pt x="951148" y="1410625"/>
                  <a:pt x="962291" y="1445623"/>
                  <a:pt x="962291" y="1445623"/>
                </a:cubicBezTo>
                <a:cubicBezTo>
                  <a:pt x="959388" y="1454331"/>
                  <a:pt x="960751" y="1466014"/>
                  <a:pt x="953583" y="1471748"/>
                </a:cubicBezTo>
                <a:cubicBezTo>
                  <a:pt x="944237" y="1479225"/>
                  <a:pt x="930717" y="1480457"/>
                  <a:pt x="918748" y="1480457"/>
                </a:cubicBezTo>
                <a:cubicBezTo>
                  <a:pt x="867848" y="1480457"/>
                  <a:pt x="834438" y="1472303"/>
                  <a:pt x="788120" y="1463040"/>
                </a:cubicBezTo>
                <a:cubicBezTo>
                  <a:pt x="770703" y="1454331"/>
                  <a:pt x="752963" y="1446239"/>
                  <a:pt x="735868" y="1436914"/>
                </a:cubicBezTo>
                <a:cubicBezTo>
                  <a:pt x="671233" y="1401659"/>
                  <a:pt x="715553" y="1418530"/>
                  <a:pt x="666200" y="1402080"/>
                </a:cubicBezTo>
                <a:cubicBezTo>
                  <a:pt x="657491" y="1396274"/>
                  <a:pt x="648247" y="1391201"/>
                  <a:pt x="640074" y="1384663"/>
                </a:cubicBezTo>
                <a:cubicBezTo>
                  <a:pt x="633663" y="1379534"/>
                  <a:pt x="630708" y="1368855"/>
                  <a:pt x="622657" y="1367245"/>
                </a:cubicBezTo>
                <a:cubicBezTo>
                  <a:pt x="613656" y="1365445"/>
                  <a:pt x="605240" y="1373051"/>
                  <a:pt x="596531" y="1375954"/>
                </a:cubicBezTo>
                <a:cubicBezTo>
                  <a:pt x="571351" y="1401134"/>
                  <a:pt x="556836" y="1413726"/>
                  <a:pt x="535571" y="1445623"/>
                </a:cubicBezTo>
                <a:cubicBezTo>
                  <a:pt x="528370" y="1456425"/>
                  <a:pt x="524595" y="1469186"/>
                  <a:pt x="518154" y="1480457"/>
                </a:cubicBezTo>
                <a:cubicBezTo>
                  <a:pt x="512961" y="1489544"/>
                  <a:pt x="504988" y="1497019"/>
                  <a:pt x="500737" y="1506583"/>
                </a:cubicBezTo>
                <a:cubicBezTo>
                  <a:pt x="493281" y="1523360"/>
                  <a:pt x="489126" y="1541417"/>
                  <a:pt x="483320" y="1558834"/>
                </a:cubicBezTo>
                <a:cubicBezTo>
                  <a:pt x="480417" y="1567543"/>
                  <a:pt x="476837" y="1576054"/>
                  <a:pt x="474611" y="1584960"/>
                </a:cubicBezTo>
                <a:cubicBezTo>
                  <a:pt x="471708" y="1596571"/>
                  <a:pt x="470106" y="1608587"/>
                  <a:pt x="465903" y="1619794"/>
                </a:cubicBezTo>
                <a:cubicBezTo>
                  <a:pt x="461345" y="1631949"/>
                  <a:pt x="453758" y="1642765"/>
                  <a:pt x="448485" y="1654628"/>
                </a:cubicBezTo>
                <a:cubicBezTo>
                  <a:pt x="429819" y="1696625"/>
                  <a:pt x="435092" y="1695483"/>
                  <a:pt x="413651" y="1733005"/>
                </a:cubicBezTo>
                <a:cubicBezTo>
                  <a:pt x="408458" y="1742092"/>
                  <a:pt x="403187" y="1751308"/>
                  <a:pt x="396234" y="1759131"/>
                </a:cubicBezTo>
                <a:cubicBezTo>
                  <a:pt x="379870" y="1777541"/>
                  <a:pt x="361400" y="1793966"/>
                  <a:pt x="343983" y="1811383"/>
                </a:cubicBezTo>
                <a:lnTo>
                  <a:pt x="291731" y="1863634"/>
                </a:lnTo>
                <a:cubicBezTo>
                  <a:pt x="283022" y="1872343"/>
                  <a:pt x="275852" y="1882928"/>
                  <a:pt x="265605" y="1889760"/>
                </a:cubicBezTo>
                <a:cubicBezTo>
                  <a:pt x="256897" y="1895566"/>
                  <a:pt x="247303" y="1900224"/>
                  <a:pt x="239480" y="1907177"/>
                </a:cubicBezTo>
                <a:cubicBezTo>
                  <a:pt x="221070" y="1923541"/>
                  <a:pt x="187228" y="1959428"/>
                  <a:pt x="187228" y="1959428"/>
                </a:cubicBezTo>
                <a:lnTo>
                  <a:pt x="169811" y="2011680"/>
                </a:lnTo>
                <a:lnTo>
                  <a:pt x="161103" y="2037805"/>
                </a:lnTo>
                <a:cubicBezTo>
                  <a:pt x="158200" y="2072639"/>
                  <a:pt x="156730" y="2107623"/>
                  <a:pt x="152394" y="2142308"/>
                </a:cubicBezTo>
                <a:cubicBezTo>
                  <a:pt x="150909" y="2154185"/>
                  <a:pt x="147470" y="2165788"/>
                  <a:pt x="143685" y="2177143"/>
                </a:cubicBezTo>
                <a:cubicBezTo>
                  <a:pt x="136221" y="2199534"/>
                  <a:pt x="120988" y="2234279"/>
                  <a:pt x="108851" y="2255520"/>
                </a:cubicBezTo>
                <a:cubicBezTo>
                  <a:pt x="103658" y="2264607"/>
                  <a:pt x="96627" y="2272558"/>
                  <a:pt x="91434" y="2281645"/>
                </a:cubicBezTo>
                <a:cubicBezTo>
                  <a:pt x="84993" y="2292917"/>
                  <a:pt x="80458" y="2305208"/>
                  <a:pt x="74017" y="2316480"/>
                </a:cubicBezTo>
                <a:cubicBezTo>
                  <a:pt x="39928" y="2376136"/>
                  <a:pt x="73506" y="2314259"/>
                  <a:pt x="39183" y="2360023"/>
                </a:cubicBezTo>
                <a:cubicBezTo>
                  <a:pt x="26623" y="2376769"/>
                  <a:pt x="-13069" y="2423885"/>
                  <a:pt x="4348" y="2412274"/>
                </a:cubicBezTo>
                <a:cubicBezTo>
                  <a:pt x="94740" y="2352014"/>
                  <a:pt x="-45201" y="2443746"/>
                  <a:pt x="65308" y="2377440"/>
                </a:cubicBezTo>
                <a:cubicBezTo>
                  <a:pt x="83258" y="2366670"/>
                  <a:pt x="100143" y="2354217"/>
                  <a:pt x="117560" y="2342605"/>
                </a:cubicBezTo>
                <a:cubicBezTo>
                  <a:pt x="126268" y="2336799"/>
                  <a:pt x="135312" y="2331468"/>
                  <a:pt x="143685" y="2325188"/>
                </a:cubicBezTo>
                <a:cubicBezTo>
                  <a:pt x="155297" y="2316480"/>
                  <a:pt x="167672" y="2308706"/>
                  <a:pt x="178520" y="2299063"/>
                </a:cubicBezTo>
                <a:cubicBezTo>
                  <a:pt x="193862" y="2285426"/>
                  <a:pt x="222063" y="2255520"/>
                  <a:pt x="222063" y="2255520"/>
                </a:cubicBezTo>
                <a:cubicBezTo>
                  <a:pt x="227869" y="2243908"/>
                  <a:pt x="234207" y="2232548"/>
                  <a:pt x="239480" y="2220685"/>
                </a:cubicBezTo>
                <a:cubicBezTo>
                  <a:pt x="245829" y="2206400"/>
                  <a:pt x="249906" y="2191125"/>
                  <a:pt x="256897" y="2177143"/>
                </a:cubicBezTo>
                <a:cubicBezTo>
                  <a:pt x="261578" y="2167782"/>
                  <a:pt x="269121" y="2160104"/>
                  <a:pt x="274314" y="2151017"/>
                </a:cubicBezTo>
                <a:cubicBezTo>
                  <a:pt x="280755" y="2139746"/>
                  <a:pt x="286459" y="2128046"/>
                  <a:pt x="291731" y="2116183"/>
                </a:cubicBezTo>
                <a:cubicBezTo>
                  <a:pt x="298080" y="2101898"/>
                  <a:pt x="302799" y="2086925"/>
                  <a:pt x="309148" y="2072640"/>
                </a:cubicBezTo>
                <a:cubicBezTo>
                  <a:pt x="314420" y="2060777"/>
                  <a:pt x="321451" y="2049737"/>
                  <a:pt x="326565" y="2037805"/>
                </a:cubicBezTo>
                <a:cubicBezTo>
                  <a:pt x="330181" y="2029368"/>
                  <a:pt x="331658" y="2020117"/>
                  <a:pt x="335274" y="2011680"/>
                </a:cubicBezTo>
                <a:cubicBezTo>
                  <a:pt x="340388" y="1999748"/>
                  <a:pt x="346012" y="1987977"/>
                  <a:pt x="352691" y="1976845"/>
                </a:cubicBezTo>
                <a:cubicBezTo>
                  <a:pt x="363461" y="1958895"/>
                  <a:pt x="380905" y="1944452"/>
                  <a:pt x="387525" y="1924594"/>
                </a:cubicBezTo>
                <a:cubicBezTo>
                  <a:pt x="390428" y="1915885"/>
                  <a:pt x="391679" y="1906438"/>
                  <a:pt x="396234" y="1898468"/>
                </a:cubicBezTo>
                <a:cubicBezTo>
                  <a:pt x="403435" y="1885866"/>
                  <a:pt x="412097" y="1873897"/>
                  <a:pt x="422360" y="1863634"/>
                </a:cubicBezTo>
                <a:cubicBezTo>
                  <a:pt x="429761" y="1856233"/>
                  <a:pt x="439398" y="1851410"/>
                  <a:pt x="448485" y="1846217"/>
                </a:cubicBezTo>
                <a:cubicBezTo>
                  <a:pt x="472440" y="1832528"/>
                  <a:pt x="501203" y="1820714"/>
                  <a:pt x="526863" y="1811383"/>
                </a:cubicBezTo>
                <a:cubicBezTo>
                  <a:pt x="544117" y="1805109"/>
                  <a:pt x="579114" y="1793965"/>
                  <a:pt x="579114" y="1793965"/>
                </a:cubicBezTo>
                <a:cubicBezTo>
                  <a:pt x="590725" y="1785257"/>
                  <a:pt x="602137" y="1776276"/>
                  <a:pt x="613948" y="1767840"/>
                </a:cubicBezTo>
                <a:cubicBezTo>
                  <a:pt x="635075" y="1752750"/>
                  <a:pt x="641954" y="1752426"/>
                  <a:pt x="657491" y="1733005"/>
                </a:cubicBezTo>
                <a:cubicBezTo>
                  <a:pt x="664029" y="1724832"/>
                  <a:pt x="668208" y="1714920"/>
                  <a:pt x="674908" y="1706880"/>
                </a:cubicBezTo>
                <a:cubicBezTo>
                  <a:pt x="682793" y="1697419"/>
                  <a:pt x="693150" y="1690215"/>
                  <a:pt x="701034" y="1680754"/>
                </a:cubicBezTo>
                <a:cubicBezTo>
                  <a:pt x="707734" y="1672713"/>
                  <a:pt x="711559" y="1662505"/>
                  <a:pt x="718451" y="1654628"/>
                </a:cubicBezTo>
                <a:cubicBezTo>
                  <a:pt x="754112" y="1613873"/>
                  <a:pt x="752708" y="1617276"/>
                  <a:pt x="788120" y="1593668"/>
                </a:cubicBezTo>
                <a:cubicBezTo>
                  <a:pt x="906514" y="1600633"/>
                  <a:pt x="923146" y="1594768"/>
                  <a:pt x="1023251" y="1619794"/>
                </a:cubicBezTo>
                <a:lnTo>
                  <a:pt x="1092920" y="1637211"/>
                </a:lnTo>
                <a:cubicBezTo>
                  <a:pt x="1078406" y="1640114"/>
                  <a:pt x="1063826" y="1642709"/>
                  <a:pt x="1049377" y="1645920"/>
                </a:cubicBezTo>
                <a:cubicBezTo>
                  <a:pt x="1037693" y="1648516"/>
                  <a:pt x="1026246" y="1652120"/>
                  <a:pt x="1014543" y="1654628"/>
                </a:cubicBezTo>
                <a:cubicBezTo>
                  <a:pt x="975879" y="1662913"/>
                  <a:pt x="898042" y="1676045"/>
                  <a:pt x="857788" y="1689463"/>
                </a:cubicBezTo>
                <a:lnTo>
                  <a:pt x="805537" y="1706880"/>
                </a:lnTo>
                <a:cubicBezTo>
                  <a:pt x="796828" y="1709783"/>
                  <a:pt x="787934" y="1712179"/>
                  <a:pt x="779411" y="1715588"/>
                </a:cubicBezTo>
                <a:lnTo>
                  <a:pt x="735868" y="1733005"/>
                </a:lnTo>
                <a:cubicBezTo>
                  <a:pt x="730062" y="1738811"/>
                  <a:pt x="723580" y="1744012"/>
                  <a:pt x="718451" y="1750423"/>
                </a:cubicBezTo>
                <a:cubicBezTo>
                  <a:pt x="711913" y="1758596"/>
                  <a:pt x="707117" y="1768031"/>
                  <a:pt x="701034" y="1776548"/>
                </a:cubicBezTo>
                <a:cubicBezTo>
                  <a:pt x="692598" y="1788359"/>
                  <a:pt x="683617" y="1799771"/>
                  <a:pt x="674908" y="1811383"/>
                </a:cubicBezTo>
                <a:cubicBezTo>
                  <a:pt x="670806" y="1827793"/>
                  <a:pt x="658412" y="1875025"/>
                  <a:pt x="657491" y="1889760"/>
                </a:cubicBezTo>
                <a:cubicBezTo>
                  <a:pt x="652599" y="1968038"/>
                  <a:pt x="653134" y="2046581"/>
                  <a:pt x="648783" y="2124891"/>
                </a:cubicBezTo>
                <a:cubicBezTo>
                  <a:pt x="643499" y="2220003"/>
                  <a:pt x="649430" y="2177864"/>
                  <a:pt x="622657" y="2238103"/>
                </a:cubicBezTo>
                <a:cubicBezTo>
                  <a:pt x="616308" y="2252388"/>
                  <a:pt x="614204" y="2268839"/>
                  <a:pt x="605240" y="2281645"/>
                </a:cubicBezTo>
                <a:cubicBezTo>
                  <a:pt x="593469" y="2298461"/>
                  <a:pt x="576211" y="2310674"/>
                  <a:pt x="561697" y="2325188"/>
                </a:cubicBezTo>
                <a:cubicBezTo>
                  <a:pt x="550086" y="2336800"/>
                  <a:pt x="540526" y="2350914"/>
                  <a:pt x="526863" y="2360023"/>
                </a:cubicBezTo>
                <a:cubicBezTo>
                  <a:pt x="490490" y="2384271"/>
                  <a:pt x="508138" y="2370039"/>
                  <a:pt x="474611" y="2403565"/>
                </a:cubicBezTo>
                <a:cubicBezTo>
                  <a:pt x="464703" y="2423381"/>
                  <a:pt x="448485" y="2449522"/>
                  <a:pt x="448485" y="2473234"/>
                </a:cubicBezTo>
                <a:cubicBezTo>
                  <a:pt x="448485" y="2482414"/>
                  <a:pt x="449948" y="2493724"/>
                  <a:pt x="457194" y="2499360"/>
                </a:cubicBezTo>
                <a:cubicBezTo>
                  <a:pt x="495264" y="2528970"/>
                  <a:pt x="521175" y="2532772"/>
                  <a:pt x="561697" y="2542903"/>
                </a:cubicBezTo>
                <a:cubicBezTo>
                  <a:pt x="570406" y="2548709"/>
                  <a:pt x="577499" y="2562041"/>
                  <a:pt x="587823" y="2560320"/>
                </a:cubicBezTo>
                <a:cubicBezTo>
                  <a:pt x="599971" y="2558295"/>
                  <a:pt x="606064" y="2543655"/>
                  <a:pt x="613948" y="2534194"/>
                </a:cubicBezTo>
                <a:cubicBezTo>
                  <a:pt x="629316" y="2515752"/>
                  <a:pt x="634414" y="2494369"/>
                  <a:pt x="657491" y="2481943"/>
                </a:cubicBezTo>
                <a:cubicBezTo>
                  <a:pt x="685019" y="2467120"/>
                  <a:pt x="714245" y="2454690"/>
                  <a:pt x="744577" y="2447108"/>
                </a:cubicBezTo>
                <a:cubicBezTo>
                  <a:pt x="829529" y="2425871"/>
                  <a:pt x="723452" y="2451802"/>
                  <a:pt x="822954" y="2429691"/>
                </a:cubicBezTo>
                <a:cubicBezTo>
                  <a:pt x="834638" y="2427095"/>
                  <a:pt x="846177" y="2423886"/>
                  <a:pt x="857788" y="2420983"/>
                </a:cubicBezTo>
                <a:cubicBezTo>
                  <a:pt x="865799" y="2412971"/>
                  <a:pt x="892074" y="2388972"/>
                  <a:pt x="892623" y="2377440"/>
                </a:cubicBezTo>
                <a:cubicBezTo>
                  <a:pt x="897388" y="2277377"/>
                  <a:pt x="890135" y="2251786"/>
                  <a:pt x="875205" y="2177143"/>
                </a:cubicBezTo>
                <a:cubicBezTo>
                  <a:pt x="878108" y="2075543"/>
                  <a:pt x="879191" y="1973875"/>
                  <a:pt x="883914" y="1872343"/>
                </a:cubicBezTo>
                <a:cubicBezTo>
                  <a:pt x="885681" y="1834361"/>
                  <a:pt x="891257" y="1803101"/>
                  <a:pt x="901331" y="1767840"/>
                </a:cubicBezTo>
                <a:cubicBezTo>
                  <a:pt x="903853" y="1759013"/>
                  <a:pt x="904948" y="1749352"/>
                  <a:pt x="910040" y="1741714"/>
                </a:cubicBezTo>
                <a:cubicBezTo>
                  <a:pt x="916871" y="1731467"/>
                  <a:pt x="927457" y="1724297"/>
                  <a:pt x="936165" y="1715588"/>
                </a:cubicBezTo>
                <a:cubicBezTo>
                  <a:pt x="988417" y="1718491"/>
                  <a:pt x="1040769" y="1719951"/>
                  <a:pt x="1092920" y="1724297"/>
                </a:cubicBezTo>
                <a:cubicBezTo>
                  <a:pt x="1117078" y="1726310"/>
                  <a:pt x="1155086" y="1734594"/>
                  <a:pt x="1180005" y="1741714"/>
                </a:cubicBezTo>
                <a:cubicBezTo>
                  <a:pt x="1188832" y="1744236"/>
                  <a:pt x="1197422" y="1747520"/>
                  <a:pt x="1206131" y="1750423"/>
                </a:cubicBezTo>
                <a:cubicBezTo>
                  <a:pt x="1209034" y="1759131"/>
                  <a:pt x="1214840" y="1767369"/>
                  <a:pt x="1214840" y="1776548"/>
                </a:cubicBezTo>
                <a:cubicBezTo>
                  <a:pt x="1214840" y="1790366"/>
                  <a:pt x="1200781" y="1839256"/>
                  <a:pt x="1197423" y="1854925"/>
                </a:cubicBezTo>
                <a:cubicBezTo>
                  <a:pt x="1191220" y="1883871"/>
                  <a:pt x="1180005" y="1942011"/>
                  <a:pt x="1180005" y="1942011"/>
                </a:cubicBezTo>
                <a:cubicBezTo>
                  <a:pt x="1184346" y="2054859"/>
                  <a:pt x="1185085" y="2161892"/>
                  <a:pt x="1197423" y="2272937"/>
                </a:cubicBezTo>
                <a:cubicBezTo>
                  <a:pt x="1199373" y="2290486"/>
                  <a:pt x="1203446" y="2307736"/>
                  <a:pt x="1206131" y="2325188"/>
                </a:cubicBezTo>
                <a:cubicBezTo>
                  <a:pt x="1209252" y="2345476"/>
                  <a:pt x="1211719" y="2365860"/>
                  <a:pt x="1214840" y="2386148"/>
                </a:cubicBezTo>
                <a:cubicBezTo>
                  <a:pt x="1217525" y="2403600"/>
                  <a:pt x="1220863" y="2420948"/>
                  <a:pt x="1223548" y="2438400"/>
                </a:cubicBezTo>
                <a:cubicBezTo>
                  <a:pt x="1226669" y="2458688"/>
                  <a:pt x="1229056" y="2479085"/>
                  <a:pt x="1232257" y="2499360"/>
                </a:cubicBezTo>
                <a:cubicBezTo>
                  <a:pt x="1237765" y="2534243"/>
                  <a:pt x="1243868" y="2569029"/>
                  <a:pt x="1249674" y="2603863"/>
                </a:cubicBezTo>
                <a:cubicBezTo>
                  <a:pt x="1252577" y="2621280"/>
                  <a:pt x="1255886" y="2638634"/>
                  <a:pt x="1258383" y="2656114"/>
                </a:cubicBezTo>
                <a:cubicBezTo>
                  <a:pt x="1261286" y="2676434"/>
                  <a:pt x="1263717" y="2696827"/>
                  <a:pt x="1267091" y="2717074"/>
                </a:cubicBezTo>
                <a:cubicBezTo>
                  <a:pt x="1276012" y="2770601"/>
                  <a:pt x="1277245" y="2754761"/>
                  <a:pt x="1284508" y="2812868"/>
                </a:cubicBezTo>
                <a:cubicBezTo>
                  <a:pt x="1291029" y="2865035"/>
                  <a:pt x="1295404" y="2917456"/>
                  <a:pt x="1301925" y="2969623"/>
                </a:cubicBezTo>
                <a:cubicBezTo>
                  <a:pt x="1314970" y="3073976"/>
                  <a:pt x="1308690" y="3015968"/>
                  <a:pt x="1319343" y="3143794"/>
                </a:cubicBezTo>
                <a:cubicBezTo>
                  <a:pt x="1313189" y="3199178"/>
                  <a:pt x="1324110" y="3221803"/>
                  <a:pt x="1284508" y="3257005"/>
                </a:cubicBezTo>
                <a:cubicBezTo>
                  <a:pt x="1268863" y="3270912"/>
                  <a:pt x="1252116" y="3285221"/>
                  <a:pt x="1232257" y="3291840"/>
                </a:cubicBezTo>
                <a:lnTo>
                  <a:pt x="1180005" y="3309257"/>
                </a:lnTo>
                <a:cubicBezTo>
                  <a:pt x="1171297" y="3317966"/>
                  <a:pt x="1163341" y="3327499"/>
                  <a:pt x="1153880" y="3335383"/>
                </a:cubicBezTo>
                <a:cubicBezTo>
                  <a:pt x="1145839" y="3342084"/>
                  <a:pt x="1134293" y="3344627"/>
                  <a:pt x="1127754" y="3352800"/>
                </a:cubicBezTo>
                <a:cubicBezTo>
                  <a:pt x="1122019" y="3359968"/>
                  <a:pt x="1121948" y="3370217"/>
                  <a:pt x="1119045" y="3378925"/>
                </a:cubicBezTo>
                <a:cubicBezTo>
                  <a:pt x="1116142" y="3396342"/>
                  <a:pt x="1113800" y="3413862"/>
                  <a:pt x="1110337" y="3431177"/>
                </a:cubicBezTo>
                <a:cubicBezTo>
                  <a:pt x="1107990" y="3442913"/>
                  <a:pt x="1090923" y="3471364"/>
                  <a:pt x="1101628" y="3466011"/>
                </a:cubicBezTo>
                <a:cubicBezTo>
                  <a:pt x="1127331" y="3453159"/>
                  <a:pt x="1139598" y="3422293"/>
                  <a:pt x="1162588" y="3405051"/>
                </a:cubicBezTo>
                <a:cubicBezTo>
                  <a:pt x="1174200" y="3396342"/>
                  <a:pt x="1185346" y="3386976"/>
                  <a:pt x="1197423" y="3378925"/>
                </a:cubicBezTo>
                <a:cubicBezTo>
                  <a:pt x="1211506" y="3369536"/>
                  <a:pt x="1227192" y="3362638"/>
                  <a:pt x="1240965" y="3352800"/>
                </a:cubicBezTo>
                <a:cubicBezTo>
                  <a:pt x="1247646" y="3348028"/>
                  <a:pt x="1251039" y="3339055"/>
                  <a:pt x="1258383" y="3335383"/>
                </a:cubicBezTo>
                <a:cubicBezTo>
                  <a:pt x="1269088" y="3330030"/>
                  <a:pt x="1281606" y="3329577"/>
                  <a:pt x="1293217" y="3326674"/>
                </a:cubicBezTo>
                <a:cubicBezTo>
                  <a:pt x="1301926" y="3320868"/>
                  <a:pt x="1309982" y="3313938"/>
                  <a:pt x="1319343" y="3309257"/>
                </a:cubicBezTo>
                <a:cubicBezTo>
                  <a:pt x="1339983" y="3298937"/>
                  <a:pt x="1362565" y="3290548"/>
                  <a:pt x="1336760" y="3326674"/>
                </a:cubicBezTo>
                <a:cubicBezTo>
                  <a:pt x="1317564" y="3353549"/>
                  <a:pt x="1300904" y="3362189"/>
                  <a:pt x="1275800" y="3378925"/>
                </a:cubicBezTo>
                <a:cubicBezTo>
                  <a:pt x="1258311" y="3405159"/>
                  <a:pt x="1254221" y="3408954"/>
                  <a:pt x="1240965" y="3439885"/>
                </a:cubicBezTo>
                <a:cubicBezTo>
                  <a:pt x="1232021" y="3460754"/>
                  <a:pt x="1229857" y="3478764"/>
                  <a:pt x="1223548" y="3500845"/>
                </a:cubicBezTo>
                <a:cubicBezTo>
                  <a:pt x="1221026" y="3509671"/>
                  <a:pt x="1206630" y="3522866"/>
                  <a:pt x="1214840" y="3526971"/>
                </a:cubicBezTo>
                <a:cubicBezTo>
                  <a:pt x="1224201" y="3531652"/>
                  <a:pt x="1232257" y="3515360"/>
                  <a:pt x="1240965" y="3509554"/>
                </a:cubicBezTo>
                <a:cubicBezTo>
                  <a:pt x="1246771" y="3500845"/>
                  <a:pt x="1252299" y="3491945"/>
                  <a:pt x="1258383" y="3483428"/>
                </a:cubicBezTo>
                <a:cubicBezTo>
                  <a:pt x="1266819" y="3471617"/>
                  <a:pt x="1276659" y="3460803"/>
                  <a:pt x="1284508" y="3448594"/>
                </a:cubicBezTo>
                <a:cubicBezTo>
                  <a:pt x="1322260" y="3389869"/>
                  <a:pt x="1325867" y="3371095"/>
                  <a:pt x="1362885" y="3326674"/>
                </a:cubicBezTo>
                <a:cubicBezTo>
                  <a:pt x="1368141" y="3320366"/>
                  <a:pt x="1374497" y="3315063"/>
                  <a:pt x="1380303" y="3309257"/>
                </a:cubicBezTo>
                <a:cubicBezTo>
                  <a:pt x="1383206" y="3300548"/>
                  <a:pt x="1381373" y="3278039"/>
                  <a:pt x="1389011" y="3283131"/>
                </a:cubicBezTo>
                <a:cubicBezTo>
                  <a:pt x="1402018" y="3291802"/>
                  <a:pt x="1402315" y="3311592"/>
                  <a:pt x="1406428" y="3326674"/>
                </a:cubicBezTo>
                <a:cubicBezTo>
                  <a:pt x="1411074" y="3343709"/>
                  <a:pt x="1412452" y="3361473"/>
                  <a:pt x="1415137" y="3378925"/>
                </a:cubicBezTo>
                <a:cubicBezTo>
                  <a:pt x="1417349" y="3393302"/>
                  <a:pt x="1428207" y="3474748"/>
                  <a:pt x="1432554" y="3492137"/>
                </a:cubicBezTo>
                <a:cubicBezTo>
                  <a:pt x="1437007" y="3509948"/>
                  <a:pt x="1449971" y="3544388"/>
                  <a:pt x="1449971" y="3544388"/>
                </a:cubicBezTo>
                <a:cubicBezTo>
                  <a:pt x="1452874" y="3526971"/>
                  <a:pt x="1456979" y="3509712"/>
                  <a:pt x="1458680" y="3492137"/>
                </a:cubicBezTo>
                <a:cubicBezTo>
                  <a:pt x="1465693" y="3419672"/>
                  <a:pt x="1476097" y="3274423"/>
                  <a:pt x="1476097" y="3274423"/>
                </a:cubicBezTo>
                <a:cubicBezTo>
                  <a:pt x="1484806" y="3280229"/>
                  <a:pt x="1495412" y="3283893"/>
                  <a:pt x="1502223" y="3291840"/>
                </a:cubicBezTo>
                <a:cubicBezTo>
                  <a:pt x="1513238" y="3304691"/>
                  <a:pt x="1520778" y="3320244"/>
                  <a:pt x="1528348" y="3335383"/>
                </a:cubicBezTo>
                <a:cubicBezTo>
                  <a:pt x="1548078" y="3374844"/>
                  <a:pt x="1552045" y="3404044"/>
                  <a:pt x="1563183" y="3448594"/>
                </a:cubicBezTo>
                <a:cubicBezTo>
                  <a:pt x="1566086" y="3460205"/>
                  <a:pt x="1568106" y="3472074"/>
                  <a:pt x="1571891" y="3483428"/>
                </a:cubicBezTo>
                <a:lnTo>
                  <a:pt x="1580600" y="3509554"/>
                </a:lnTo>
                <a:cubicBezTo>
                  <a:pt x="1583503" y="3529874"/>
                  <a:pt x="1609834" y="3570514"/>
                  <a:pt x="1589308" y="3570514"/>
                </a:cubicBezTo>
                <a:cubicBezTo>
                  <a:pt x="1568175" y="3570514"/>
                  <a:pt x="1576319" y="3530218"/>
                  <a:pt x="1571891" y="3509554"/>
                </a:cubicBezTo>
                <a:cubicBezTo>
                  <a:pt x="1567590" y="3489483"/>
                  <a:pt x="1566750" y="3468808"/>
                  <a:pt x="1563183" y="3448594"/>
                </a:cubicBezTo>
                <a:cubicBezTo>
                  <a:pt x="1558038" y="3419441"/>
                  <a:pt x="1550382" y="3390749"/>
                  <a:pt x="1545765" y="3361508"/>
                </a:cubicBezTo>
                <a:cubicBezTo>
                  <a:pt x="1541665" y="3335543"/>
                  <a:pt x="1542212" y="3308907"/>
                  <a:pt x="1537057" y="3283131"/>
                </a:cubicBezTo>
                <a:cubicBezTo>
                  <a:pt x="1533457" y="3265128"/>
                  <a:pt x="1525446" y="3248297"/>
                  <a:pt x="1519640" y="3230880"/>
                </a:cubicBezTo>
                <a:cubicBezTo>
                  <a:pt x="1522543" y="3219268"/>
                  <a:pt x="1516379" y="3196045"/>
                  <a:pt x="1528348" y="3196045"/>
                </a:cubicBezTo>
                <a:cubicBezTo>
                  <a:pt x="1544769" y="3196045"/>
                  <a:pt x="1551571" y="3219268"/>
                  <a:pt x="1563183" y="3230880"/>
                </a:cubicBezTo>
                <a:cubicBezTo>
                  <a:pt x="1577697" y="3245394"/>
                  <a:pt x="1595339" y="3257344"/>
                  <a:pt x="1606725" y="3274423"/>
                </a:cubicBezTo>
                <a:cubicBezTo>
                  <a:pt x="1634368" y="3315887"/>
                  <a:pt x="1641125" y="3321340"/>
                  <a:pt x="1658977" y="3361508"/>
                </a:cubicBezTo>
                <a:cubicBezTo>
                  <a:pt x="1689550" y="3430298"/>
                  <a:pt x="1666076" y="3378829"/>
                  <a:pt x="1685103" y="3448594"/>
                </a:cubicBezTo>
                <a:cubicBezTo>
                  <a:pt x="1689934" y="3466306"/>
                  <a:pt x="1698068" y="3483034"/>
                  <a:pt x="1702520" y="3500845"/>
                </a:cubicBezTo>
                <a:lnTo>
                  <a:pt x="1711228" y="3535680"/>
                </a:lnTo>
                <a:cubicBezTo>
                  <a:pt x="1714131" y="3561806"/>
                  <a:pt x="1719937" y="3640343"/>
                  <a:pt x="1719937" y="3614057"/>
                </a:cubicBezTo>
                <a:cubicBezTo>
                  <a:pt x="1719937" y="3532384"/>
                  <a:pt x="1710822" y="3532429"/>
                  <a:pt x="1702520" y="3466011"/>
                </a:cubicBezTo>
                <a:cubicBezTo>
                  <a:pt x="1692498" y="3385831"/>
                  <a:pt x="1700936" y="3399508"/>
                  <a:pt x="1685103" y="3344091"/>
                </a:cubicBezTo>
                <a:cubicBezTo>
                  <a:pt x="1679437" y="3324260"/>
                  <a:pt x="1674243" y="3307106"/>
                  <a:pt x="1658977" y="3291840"/>
                </a:cubicBezTo>
                <a:cubicBezTo>
                  <a:pt x="1613709" y="3246573"/>
                  <a:pt x="1649909" y="3300099"/>
                  <a:pt x="1615434" y="3257005"/>
                </a:cubicBezTo>
                <a:cubicBezTo>
                  <a:pt x="1608896" y="3248832"/>
                  <a:pt x="1606190" y="3237418"/>
                  <a:pt x="1598017" y="3230880"/>
                </a:cubicBezTo>
                <a:cubicBezTo>
                  <a:pt x="1590849" y="3225145"/>
                  <a:pt x="1580946" y="3223680"/>
                  <a:pt x="1571891" y="3222171"/>
                </a:cubicBezTo>
                <a:cubicBezTo>
                  <a:pt x="1510026" y="3211860"/>
                  <a:pt x="1508028" y="3264263"/>
                  <a:pt x="1493514" y="3230880"/>
                </a:cubicBezTo>
                <a:close/>
              </a:path>
            </a:pathLst>
          </a:custGeom>
          <a:gradFill flip="none" rotWithShape="1">
            <a:gsLst>
              <a:gs pos="53000">
                <a:srgbClr val="CFB64E"/>
              </a:gs>
              <a:gs pos="82000">
                <a:srgbClr val="AB913D"/>
              </a:gs>
              <a:gs pos="40000">
                <a:srgbClr val="B57F39"/>
              </a:gs>
              <a:gs pos="67000">
                <a:srgbClr val="191916"/>
              </a:gs>
              <a:gs pos="62000">
                <a:srgbClr val="F3DA5E"/>
              </a:gs>
              <a:gs pos="19000">
                <a:srgbClr val="8E3C15"/>
              </a:gs>
            </a:gsLst>
            <a:lin ang="3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02" name="Freeform 8001">
            <a:extLst>
              <a:ext uri="{FF2B5EF4-FFF2-40B4-BE49-F238E27FC236}">
                <a16:creationId xmlns:a16="http://schemas.microsoft.com/office/drawing/2014/main" id="{E63F820C-BC8B-3956-6F55-718E8A351867}"/>
              </a:ext>
            </a:extLst>
          </p:cNvPr>
          <p:cNvSpPr/>
          <p:nvPr/>
        </p:nvSpPr>
        <p:spPr>
          <a:xfrm>
            <a:off x="1846705" y="3582859"/>
            <a:ext cx="489007" cy="629830"/>
          </a:xfrm>
          <a:custGeom>
            <a:avLst/>
            <a:gdLst>
              <a:gd name="connsiteX0" fmla="*/ 1493514 w 2809864"/>
              <a:gd name="connsiteY0" fmla="*/ 3230880 h 3619364"/>
              <a:gd name="connsiteX1" fmla="*/ 1484805 w 2809864"/>
              <a:gd name="connsiteY1" fmla="*/ 3021874 h 3619364"/>
              <a:gd name="connsiteX2" fmla="*/ 1476097 w 2809864"/>
              <a:gd name="connsiteY2" fmla="*/ 2995748 h 3619364"/>
              <a:gd name="connsiteX3" fmla="*/ 1458680 w 2809864"/>
              <a:gd name="connsiteY3" fmla="*/ 2908663 h 3619364"/>
              <a:gd name="connsiteX4" fmla="*/ 1449971 w 2809864"/>
              <a:gd name="connsiteY4" fmla="*/ 2830285 h 3619364"/>
              <a:gd name="connsiteX5" fmla="*/ 1432554 w 2809864"/>
              <a:gd name="connsiteY5" fmla="*/ 2629988 h 3619364"/>
              <a:gd name="connsiteX6" fmla="*/ 1415137 w 2809864"/>
              <a:gd name="connsiteY6" fmla="*/ 2281645 h 3619364"/>
              <a:gd name="connsiteX7" fmla="*/ 1389011 w 2809864"/>
              <a:gd name="connsiteY7" fmla="*/ 2072640 h 3619364"/>
              <a:gd name="connsiteX8" fmla="*/ 1380303 w 2809864"/>
              <a:gd name="connsiteY8" fmla="*/ 2002971 h 3619364"/>
              <a:gd name="connsiteX9" fmla="*/ 1371594 w 2809864"/>
              <a:gd name="connsiteY9" fmla="*/ 1802674 h 3619364"/>
              <a:gd name="connsiteX10" fmla="*/ 1380303 w 2809864"/>
              <a:gd name="connsiteY10" fmla="*/ 1828800 h 3619364"/>
              <a:gd name="connsiteX11" fmla="*/ 1406428 w 2809864"/>
              <a:gd name="connsiteY11" fmla="*/ 1837508 h 3619364"/>
              <a:gd name="connsiteX12" fmla="*/ 1476097 w 2809864"/>
              <a:gd name="connsiteY12" fmla="*/ 1820091 h 3619364"/>
              <a:gd name="connsiteX13" fmla="*/ 1502223 w 2809864"/>
              <a:gd name="connsiteY13" fmla="*/ 1793965 h 3619364"/>
              <a:gd name="connsiteX14" fmla="*/ 1537057 w 2809864"/>
              <a:gd name="connsiteY14" fmla="*/ 1776548 h 3619364"/>
              <a:gd name="connsiteX15" fmla="*/ 1563183 w 2809864"/>
              <a:gd name="connsiteY15" fmla="*/ 1741714 h 3619364"/>
              <a:gd name="connsiteX16" fmla="*/ 1589308 w 2809864"/>
              <a:gd name="connsiteY16" fmla="*/ 1724297 h 3619364"/>
              <a:gd name="connsiteX17" fmla="*/ 1624143 w 2809864"/>
              <a:gd name="connsiteY17" fmla="*/ 1672045 h 3619364"/>
              <a:gd name="connsiteX18" fmla="*/ 1650268 w 2809864"/>
              <a:gd name="connsiteY18" fmla="*/ 1619794 h 3619364"/>
              <a:gd name="connsiteX19" fmla="*/ 1676394 w 2809864"/>
              <a:gd name="connsiteY19" fmla="*/ 1532708 h 3619364"/>
              <a:gd name="connsiteX20" fmla="*/ 1667685 w 2809864"/>
              <a:gd name="connsiteY20" fmla="*/ 1288868 h 3619364"/>
              <a:gd name="connsiteX21" fmla="*/ 1685103 w 2809864"/>
              <a:gd name="connsiteY21" fmla="*/ 1210491 h 3619364"/>
              <a:gd name="connsiteX22" fmla="*/ 1711228 w 2809864"/>
              <a:gd name="connsiteY22" fmla="*/ 1158240 h 3619364"/>
              <a:gd name="connsiteX23" fmla="*/ 1772188 w 2809864"/>
              <a:gd name="connsiteY23" fmla="*/ 1132114 h 3619364"/>
              <a:gd name="connsiteX24" fmla="*/ 1841857 w 2809864"/>
              <a:gd name="connsiteY24" fmla="*/ 1105988 h 3619364"/>
              <a:gd name="connsiteX25" fmla="*/ 1867983 w 2809864"/>
              <a:gd name="connsiteY25" fmla="*/ 1088571 h 3619364"/>
              <a:gd name="connsiteX26" fmla="*/ 1928943 w 2809864"/>
              <a:gd name="connsiteY26" fmla="*/ 1071154 h 3619364"/>
              <a:gd name="connsiteX27" fmla="*/ 1981194 w 2809864"/>
              <a:gd name="connsiteY27" fmla="*/ 1053737 h 3619364"/>
              <a:gd name="connsiteX28" fmla="*/ 2007320 w 2809864"/>
              <a:gd name="connsiteY28" fmla="*/ 1045028 h 3619364"/>
              <a:gd name="connsiteX29" fmla="*/ 2059571 w 2809864"/>
              <a:gd name="connsiteY29" fmla="*/ 992777 h 3619364"/>
              <a:gd name="connsiteX30" fmla="*/ 2094405 w 2809864"/>
              <a:gd name="connsiteY30" fmla="*/ 914400 h 3619364"/>
              <a:gd name="connsiteX31" fmla="*/ 2111823 w 2809864"/>
              <a:gd name="connsiteY31" fmla="*/ 879565 h 3619364"/>
              <a:gd name="connsiteX32" fmla="*/ 2120531 w 2809864"/>
              <a:gd name="connsiteY32" fmla="*/ 844731 h 3619364"/>
              <a:gd name="connsiteX33" fmla="*/ 2137948 w 2809864"/>
              <a:gd name="connsiteY33" fmla="*/ 792480 h 3619364"/>
              <a:gd name="connsiteX34" fmla="*/ 2146657 w 2809864"/>
              <a:gd name="connsiteY34" fmla="*/ 757645 h 3619364"/>
              <a:gd name="connsiteX35" fmla="*/ 2190200 w 2809864"/>
              <a:gd name="connsiteY35" fmla="*/ 687977 h 3619364"/>
              <a:gd name="connsiteX36" fmla="*/ 2225034 w 2809864"/>
              <a:gd name="connsiteY36" fmla="*/ 635725 h 3619364"/>
              <a:gd name="connsiteX37" fmla="*/ 2285994 w 2809864"/>
              <a:gd name="connsiteY37" fmla="*/ 566057 h 3619364"/>
              <a:gd name="connsiteX38" fmla="*/ 2312120 w 2809864"/>
              <a:gd name="connsiteY38" fmla="*/ 548640 h 3619364"/>
              <a:gd name="connsiteX39" fmla="*/ 2381788 w 2809864"/>
              <a:gd name="connsiteY39" fmla="*/ 487680 h 3619364"/>
              <a:gd name="connsiteX40" fmla="*/ 2416623 w 2809864"/>
              <a:gd name="connsiteY40" fmla="*/ 478971 h 3619364"/>
              <a:gd name="connsiteX41" fmla="*/ 2468874 w 2809864"/>
              <a:gd name="connsiteY41" fmla="*/ 461554 h 3619364"/>
              <a:gd name="connsiteX42" fmla="*/ 2512417 w 2809864"/>
              <a:gd name="connsiteY42" fmla="*/ 452845 h 3619364"/>
              <a:gd name="connsiteX43" fmla="*/ 2538543 w 2809864"/>
              <a:gd name="connsiteY43" fmla="*/ 444137 h 3619364"/>
              <a:gd name="connsiteX44" fmla="*/ 2573377 w 2809864"/>
              <a:gd name="connsiteY44" fmla="*/ 435428 h 3619364"/>
              <a:gd name="connsiteX45" fmla="*/ 2616920 w 2809864"/>
              <a:gd name="connsiteY45" fmla="*/ 391885 h 3619364"/>
              <a:gd name="connsiteX46" fmla="*/ 2651754 w 2809864"/>
              <a:gd name="connsiteY46" fmla="*/ 339634 h 3619364"/>
              <a:gd name="connsiteX47" fmla="*/ 2669171 w 2809864"/>
              <a:gd name="connsiteY47" fmla="*/ 304800 h 3619364"/>
              <a:gd name="connsiteX48" fmla="*/ 2712714 w 2809864"/>
              <a:gd name="connsiteY48" fmla="*/ 226423 h 3619364"/>
              <a:gd name="connsiteX49" fmla="*/ 2677880 w 2809864"/>
              <a:gd name="connsiteY49" fmla="*/ 182880 h 3619364"/>
              <a:gd name="connsiteX50" fmla="*/ 2721423 w 2809864"/>
              <a:gd name="connsiteY50" fmla="*/ 156754 h 3619364"/>
              <a:gd name="connsiteX51" fmla="*/ 2782383 w 2809864"/>
              <a:gd name="connsiteY51" fmla="*/ 139337 h 3619364"/>
              <a:gd name="connsiteX52" fmla="*/ 2808508 w 2809864"/>
              <a:gd name="connsiteY52" fmla="*/ 121920 h 3619364"/>
              <a:gd name="connsiteX53" fmla="*/ 2773674 w 2809864"/>
              <a:gd name="connsiteY53" fmla="*/ 78377 h 3619364"/>
              <a:gd name="connsiteX54" fmla="*/ 2747548 w 2809864"/>
              <a:gd name="connsiteY54" fmla="*/ 69668 h 3619364"/>
              <a:gd name="connsiteX55" fmla="*/ 2712714 w 2809864"/>
              <a:gd name="connsiteY55" fmla="*/ 52251 h 3619364"/>
              <a:gd name="connsiteX56" fmla="*/ 2651754 w 2809864"/>
              <a:gd name="connsiteY56" fmla="*/ 34834 h 3619364"/>
              <a:gd name="connsiteX57" fmla="*/ 2495000 w 2809864"/>
              <a:gd name="connsiteY57" fmla="*/ 43543 h 3619364"/>
              <a:gd name="connsiteX58" fmla="*/ 2468874 w 2809864"/>
              <a:gd name="connsiteY58" fmla="*/ 52251 h 3619364"/>
              <a:gd name="connsiteX59" fmla="*/ 2460165 w 2809864"/>
              <a:gd name="connsiteY59" fmla="*/ 78377 h 3619364"/>
              <a:gd name="connsiteX60" fmla="*/ 2434040 w 2809864"/>
              <a:gd name="connsiteY60" fmla="*/ 104503 h 3619364"/>
              <a:gd name="connsiteX61" fmla="*/ 2416623 w 2809864"/>
              <a:gd name="connsiteY61" fmla="*/ 139337 h 3619364"/>
              <a:gd name="connsiteX62" fmla="*/ 2373080 w 2809864"/>
              <a:gd name="connsiteY62" fmla="*/ 191588 h 3619364"/>
              <a:gd name="connsiteX63" fmla="*/ 2346954 w 2809864"/>
              <a:gd name="connsiteY63" fmla="*/ 209005 h 3619364"/>
              <a:gd name="connsiteX64" fmla="*/ 2320828 w 2809864"/>
              <a:gd name="connsiteY64" fmla="*/ 217714 h 3619364"/>
              <a:gd name="connsiteX65" fmla="*/ 2285994 w 2809864"/>
              <a:gd name="connsiteY65" fmla="*/ 243840 h 3619364"/>
              <a:gd name="connsiteX66" fmla="*/ 2259868 w 2809864"/>
              <a:gd name="connsiteY66" fmla="*/ 252548 h 3619364"/>
              <a:gd name="connsiteX67" fmla="*/ 2216325 w 2809864"/>
              <a:gd name="connsiteY67" fmla="*/ 269965 h 3619364"/>
              <a:gd name="connsiteX68" fmla="*/ 2120531 w 2809864"/>
              <a:gd name="connsiteY68" fmla="*/ 287383 h 3619364"/>
              <a:gd name="connsiteX69" fmla="*/ 2085697 w 2809864"/>
              <a:gd name="connsiteY69" fmla="*/ 296091 h 3619364"/>
              <a:gd name="connsiteX70" fmla="*/ 2024737 w 2809864"/>
              <a:gd name="connsiteY70" fmla="*/ 348343 h 3619364"/>
              <a:gd name="connsiteX71" fmla="*/ 1972485 w 2809864"/>
              <a:gd name="connsiteY71" fmla="*/ 400594 h 3619364"/>
              <a:gd name="connsiteX72" fmla="*/ 1946360 w 2809864"/>
              <a:gd name="connsiteY72" fmla="*/ 426720 h 3619364"/>
              <a:gd name="connsiteX73" fmla="*/ 1894108 w 2809864"/>
              <a:gd name="connsiteY73" fmla="*/ 496388 h 3619364"/>
              <a:gd name="connsiteX74" fmla="*/ 1841857 w 2809864"/>
              <a:gd name="connsiteY74" fmla="*/ 583474 h 3619364"/>
              <a:gd name="connsiteX75" fmla="*/ 1815731 w 2809864"/>
              <a:gd name="connsiteY75" fmla="*/ 618308 h 3619364"/>
              <a:gd name="connsiteX76" fmla="*/ 1789605 w 2809864"/>
              <a:gd name="connsiteY76" fmla="*/ 696685 h 3619364"/>
              <a:gd name="connsiteX77" fmla="*/ 1780897 w 2809864"/>
              <a:gd name="connsiteY77" fmla="*/ 722811 h 3619364"/>
              <a:gd name="connsiteX78" fmla="*/ 1763480 w 2809864"/>
              <a:gd name="connsiteY78" fmla="*/ 766354 h 3619364"/>
              <a:gd name="connsiteX79" fmla="*/ 1746063 w 2809864"/>
              <a:gd name="connsiteY79" fmla="*/ 801188 h 3619364"/>
              <a:gd name="connsiteX80" fmla="*/ 1737354 w 2809864"/>
              <a:gd name="connsiteY80" fmla="*/ 836023 h 3619364"/>
              <a:gd name="connsiteX81" fmla="*/ 1711228 w 2809864"/>
              <a:gd name="connsiteY81" fmla="*/ 862148 h 3619364"/>
              <a:gd name="connsiteX82" fmla="*/ 1685103 w 2809864"/>
              <a:gd name="connsiteY82" fmla="*/ 896983 h 3619364"/>
              <a:gd name="connsiteX83" fmla="*/ 1632851 w 2809864"/>
              <a:gd name="connsiteY83" fmla="*/ 931817 h 3619364"/>
              <a:gd name="connsiteX84" fmla="*/ 1606725 w 2809864"/>
              <a:gd name="connsiteY84" fmla="*/ 949234 h 3619364"/>
              <a:gd name="connsiteX85" fmla="*/ 1580600 w 2809864"/>
              <a:gd name="connsiteY85" fmla="*/ 966651 h 3619364"/>
              <a:gd name="connsiteX86" fmla="*/ 1510931 w 2809864"/>
              <a:gd name="connsiteY86" fmla="*/ 1001485 h 3619364"/>
              <a:gd name="connsiteX87" fmla="*/ 1449971 w 2809864"/>
              <a:gd name="connsiteY87" fmla="*/ 1045028 h 3619364"/>
              <a:gd name="connsiteX88" fmla="*/ 1432554 w 2809864"/>
              <a:gd name="connsiteY88" fmla="*/ 1071154 h 3619364"/>
              <a:gd name="connsiteX89" fmla="*/ 1423845 w 2809864"/>
              <a:gd name="connsiteY89" fmla="*/ 1105988 h 3619364"/>
              <a:gd name="connsiteX90" fmla="*/ 1406428 w 2809864"/>
              <a:gd name="connsiteY90" fmla="*/ 1280160 h 3619364"/>
              <a:gd name="connsiteX91" fmla="*/ 1397720 w 2809864"/>
              <a:gd name="connsiteY91" fmla="*/ 1341120 h 3619364"/>
              <a:gd name="connsiteX92" fmla="*/ 1380303 w 2809864"/>
              <a:gd name="connsiteY92" fmla="*/ 1393371 h 3619364"/>
              <a:gd name="connsiteX93" fmla="*/ 1362885 w 2809864"/>
              <a:gd name="connsiteY93" fmla="*/ 1445623 h 3619364"/>
              <a:gd name="connsiteX94" fmla="*/ 1354177 w 2809864"/>
              <a:gd name="connsiteY94" fmla="*/ 1471748 h 3619364"/>
              <a:gd name="connsiteX95" fmla="*/ 1336760 w 2809864"/>
              <a:gd name="connsiteY95" fmla="*/ 1576251 h 3619364"/>
              <a:gd name="connsiteX96" fmla="*/ 1336760 w 2809864"/>
              <a:gd name="connsiteY96" fmla="*/ 1672045 h 3619364"/>
              <a:gd name="connsiteX97" fmla="*/ 1328051 w 2809864"/>
              <a:gd name="connsiteY97" fmla="*/ 1715588 h 3619364"/>
              <a:gd name="connsiteX98" fmla="*/ 1397720 w 2809864"/>
              <a:gd name="connsiteY98" fmla="*/ 1698171 h 3619364"/>
              <a:gd name="connsiteX99" fmla="*/ 1423845 w 2809864"/>
              <a:gd name="connsiteY99" fmla="*/ 1680754 h 3619364"/>
              <a:gd name="connsiteX100" fmla="*/ 1449971 w 2809864"/>
              <a:gd name="connsiteY100" fmla="*/ 1654628 h 3619364"/>
              <a:gd name="connsiteX101" fmla="*/ 1502223 w 2809864"/>
              <a:gd name="connsiteY101" fmla="*/ 1619794 h 3619364"/>
              <a:gd name="connsiteX102" fmla="*/ 1537057 w 2809864"/>
              <a:gd name="connsiteY102" fmla="*/ 1567543 h 3619364"/>
              <a:gd name="connsiteX103" fmla="*/ 1554474 w 2809864"/>
              <a:gd name="connsiteY103" fmla="*/ 1471748 h 3619364"/>
              <a:gd name="connsiteX104" fmla="*/ 1571891 w 2809864"/>
              <a:gd name="connsiteY104" fmla="*/ 1436914 h 3619364"/>
              <a:gd name="connsiteX105" fmla="*/ 1589308 w 2809864"/>
              <a:gd name="connsiteY105" fmla="*/ 1367245 h 3619364"/>
              <a:gd name="connsiteX106" fmla="*/ 1606725 w 2809864"/>
              <a:gd name="connsiteY106" fmla="*/ 1306285 h 3619364"/>
              <a:gd name="connsiteX107" fmla="*/ 1615434 w 2809864"/>
              <a:gd name="connsiteY107" fmla="*/ 1280160 h 3619364"/>
              <a:gd name="connsiteX108" fmla="*/ 1589308 w 2809864"/>
              <a:gd name="connsiteY108" fmla="*/ 1341120 h 3619364"/>
              <a:gd name="connsiteX109" fmla="*/ 1571891 w 2809864"/>
              <a:gd name="connsiteY109" fmla="*/ 1375954 h 3619364"/>
              <a:gd name="connsiteX110" fmla="*/ 1554474 w 2809864"/>
              <a:gd name="connsiteY110" fmla="*/ 1428205 h 3619364"/>
              <a:gd name="connsiteX111" fmla="*/ 1537057 w 2809864"/>
              <a:gd name="connsiteY111" fmla="*/ 1471748 h 3619364"/>
              <a:gd name="connsiteX112" fmla="*/ 1528348 w 2809864"/>
              <a:gd name="connsiteY112" fmla="*/ 1497874 h 3619364"/>
              <a:gd name="connsiteX113" fmla="*/ 1510931 w 2809864"/>
              <a:gd name="connsiteY113" fmla="*/ 1532708 h 3619364"/>
              <a:gd name="connsiteX114" fmla="*/ 1493514 w 2809864"/>
              <a:gd name="connsiteY114" fmla="*/ 1619794 h 3619364"/>
              <a:gd name="connsiteX115" fmla="*/ 1484805 w 2809864"/>
              <a:gd name="connsiteY115" fmla="*/ 1645920 h 3619364"/>
              <a:gd name="connsiteX116" fmla="*/ 1458680 w 2809864"/>
              <a:gd name="connsiteY116" fmla="*/ 1672045 h 3619364"/>
              <a:gd name="connsiteX117" fmla="*/ 1432554 w 2809864"/>
              <a:gd name="connsiteY117" fmla="*/ 1680754 h 3619364"/>
              <a:gd name="connsiteX118" fmla="*/ 1371594 w 2809864"/>
              <a:gd name="connsiteY118" fmla="*/ 1698171 h 3619364"/>
              <a:gd name="connsiteX119" fmla="*/ 1362885 w 2809864"/>
              <a:gd name="connsiteY119" fmla="*/ 1663337 h 3619364"/>
              <a:gd name="connsiteX120" fmla="*/ 1345468 w 2809864"/>
              <a:gd name="connsiteY120" fmla="*/ 1584960 h 3619364"/>
              <a:gd name="connsiteX121" fmla="*/ 1328051 w 2809864"/>
              <a:gd name="connsiteY121" fmla="*/ 1532708 h 3619364"/>
              <a:gd name="connsiteX122" fmla="*/ 1319343 w 2809864"/>
              <a:gd name="connsiteY122" fmla="*/ 1506583 h 3619364"/>
              <a:gd name="connsiteX123" fmla="*/ 1267091 w 2809864"/>
              <a:gd name="connsiteY123" fmla="*/ 1471748 h 3619364"/>
              <a:gd name="connsiteX124" fmla="*/ 1258383 w 2809864"/>
              <a:gd name="connsiteY124" fmla="*/ 1445623 h 3619364"/>
              <a:gd name="connsiteX125" fmla="*/ 1240965 w 2809864"/>
              <a:gd name="connsiteY125" fmla="*/ 1410788 h 3619364"/>
              <a:gd name="connsiteX126" fmla="*/ 1232257 w 2809864"/>
              <a:gd name="connsiteY126" fmla="*/ 1367245 h 3619364"/>
              <a:gd name="connsiteX127" fmla="*/ 1249674 w 2809864"/>
              <a:gd name="connsiteY127" fmla="*/ 1297577 h 3619364"/>
              <a:gd name="connsiteX128" fmla="*/ 1301925 w 2809864"/>
              <a:gd name="connsiteY128" fmla="*/ 1245325 h 3619364"/>
              <a:gd name="connsiteX129" fmla="*/ 1319343 w 2809864"/>
              <a:gd name="connsiteY129" fmla="*/ 1227908 h 3619364"/>
              <a:gd name="connsiteX130" fmla="*/ 1336760 w 2809864"/>
              <a:gd name="connsiteY130" fmla="*/ 1201783 h 3619364"/>
              <a:gd name="connsiteX131" fmla="*/ 1328051 w 2809864"/>
              <a:gd name="connsiteY131" fmla="*/ 1123405 h 3619364"/>
              <a:gd name="connsiteX132" fmla="*/ 1319343 w 2809864"/>
              <a:gd name="connsiteY132" fmla="*/ 1097280 h 3619364"/>
              <a:gd name="connsiteX133" fmla="*/ 1293217 w 2809864"/>
              <a:gd name="connsiteY133" fmla="*/ 1088571 h 3619364"/>
              <a:gd name="connsiteX134" fmla="*/ 1284508 w 2809864"/>
              <a:gd name="connsiteY134" fmla="*/ 914400 h 3619364"/>
              <a:gd name="connsiteX135" fmla="*/ 1293217 w 2809864"/>
              <a:gd name="connsiteY135" fmla="*/ 879565 h 3619364"/>
              <a:gd name="connsiteX136" fmla="*/ 1319343 w 2809864"/>
              <a:gd name="connsiteY136" fmla="*/ 827314 h 3619364"/>
              <a:gd name="connsiteX137" fmla="*/ 1328051 w 2809864"/>
              <a:gd name="connsiteY137" fmla="*/ 783771 h 3619364"/>
              <a:gd name="connsiteX138" fmla="*/ 1336760 w 2809864"/>
              <a:gd name="connsiteY138" fmla="*/ 748937 h 3619364"/>
              <a:gd name="connsiteX139" fmla="*/ 1328051 w 2809864"/>
              <a:gd name="connsiteY139" fmla="*/ 661851 h 3619364"/>
              <a:gd name="connsiteX140" fmla="*/ 1275800 w 2809864"/>
              <a:gd name="connsiteY140" fmla="*/ 627017 h 3619364"/>
              <a:gd name="connsiteX141" fmla="*/ 1258383 w 2809864"/>
              <a:gd name="connsiteY141" fmla="*/ 574765 h 3619364"/>
              <a:gd name="connsiteX142" fmla="*/ 1249674 w 2809864"/>
              <a:gd name="connsiteY142" fmla="*/ 548640 h 3619364"/>
              <a:gd name="connsiteX143" fmla="*/ 1171297 w 2809864"/>
              <a:gd name="connsiteY143" fmla="*/ 609600 h 3619364"/>
              <a:gd name="connsiteX144" fmla="*/ 1145171 w 2809864"/>
              <a:gd name="connsiteY144" fmla="*/ 644434 h 3619364"/>
              <a:gd name="connsiteX145" fmla="*/ 1066794 w 2809864"/>
              <a:gd name="connsiteY145" fmla="*/ 705394 h 3619364"/>
              <a:gd name="connsiteX146" fmla="*/ 1031960 w 2809864"/>
              <a:gd name="connsiteY146" fmla="*/ 740228 h 3619364"/>
              <a:gd name="connsiteX147" fmla="*/ 971000 w 2809864"/>
              <a:gd name="connsiteY147" fmla="*/ 775063 h 3619364"/>
              <a:gd name="connsiteX148" fmla="*/ 918748 w 2809864"/>
              <a:gd name="connsiteY148" fmla="*/ 818605 h 3619364"/>
              <a:gd name="connsiteX149" fmla="*/ 892623 w 2809864"/>
              <a:gd name="connsiteY149" fmla="*/ 896983 h 3619364"/>
              <a:gd name="connsiteX150" fmla="*/ 927457 w 2809864"/>
              <a:gd name="connsiteY150" fmla="*/ 1053737 h 3619364"/>
              <a:gd name="connsiteX151" fmla="*/ 962291 w 2809864"/>
              <a:gd name="connsiteY151" fmla="*/ 1097280 h 3619364"/>
              <a:gd name="connsiteX152" fmla="*/ 997125 w 2809864"/>
              <a:gd name="connsiteY152" fmla="*/ 1149531 h 3619364"/>
              <a:gd name="connsiteX153" fmla="*/ 1049377 w 2809864"/>
              <a:gd name="connsiteY153" fmla="*/ 1201783 h 3619364"/>
              <a:gd name="connsiteX154" fmla="*/ 1075503 w 2809864"/>
              <a:gd name="connsiteY154" fmla="*/ 1227908 h 3619364"/>
              <a:gd name="connsiteX155" fmla="*/ 1119045 w 2809864"/>
              <a:gd name="connsiteY155" fmla="*/ 1280160 h 3619364"/>
              <a:gd name="connsiteX156" fmla="*/ 1145171 w 2809864"/>
              <a:gd name="connsiteY156" fmla="*/ 1341120 h 3619364"/>
              <a:gd name="connsiteX157" fmla="*/ 1162588 w 2809864"/>
              <a:gd name="connsiteY157" fmla="*/ 1393371 h 3619364"/>
              <a:gd name="connsiteX158" fmla="*/ 1171297 w 2809864"/>
              <a:gd name="connsiteY158" fmla="*/ 1419497 h 3619364"/>
              <a:gd name="connsiteX159" fmla="*/ 1180005 w 2809864"/>
              <a:gd name="connsiteY159" fmla="*/ 1445623 h 3619364"/>
              <a:gd name="connsiteX160" fmla="*/ 1171297 w 2809864"/>
              <a:gd name="connsiteY160" fmla="*/ 1576251 h 3619364"/>
              <a:gd name="connsiteX161" fmla="*/ 1153880 w 2809864"/>
              <a:gd name="connsiteY161" fmla="*/ 1550125 h 3619364"/>
              <a:gd name="connsiteX162" fmla="*/ 1145171 w 2809864"/>
              <a:gd name="connsiteY162" fmla="*/ 1506583 h 3619364"/>
              <a:gd name="connsiteX163" fmla="*/ 1127754 w 2809864"/>
              <a:gd name="connsiteY163" fmla="*/ 1471748 h 3619364"/>
              <a:gd name="connsiteX164" fmla="*/ 1092920 w 2809864"/>
              <a:gd name="connsiteY164" fmla="*/ 1428205 h 3619364"/>
              <a:gd name="connsiteX165" fmla="*/ 1066794 w 2809864"/>
              <a:gd name="connsiteY165" fmla="*/ 1410788 h 3619364"/>
              <a:gd name="connsiteX166" fmla="*/ 1040668 w 2809864"/>
              <a:gd name="connsiteY166" fmla="*/ 1375954 h 3619364"/>
              <a:gd name="connsiteX167" fmla="*/ 1031960 w 2809864"/>
              <a:gd name="connsiteY167" fmla="*/ 1349828 h 3619364"/>
              <a:gd name="connsiteX168" fmla="*/ 1014543 w 2809864"/>
              <a:gd name="connsiteY168" fmla="*/ 1323703 h 3619364"/>
              <a:gd name="connsiteX169" fmla="*/ 1023251 w 2809864"/>
              <a:gd name="connsiteY169" fmla="*/ 1280160 h 3619364"/>
              <a:gd name="connsiteX170" fmla="*/ 1040668 w 2809864"/>
              <a:gd name="connsiteY170" fmla="*/ 1219200 h 3619364"/>
              <a:gd name="connsiteX171" fmla="*/ 1031960 w 2809864"/>
              <a:gd name="connsiteY171" fmla="*/ 1193074 h 3619364"/>
              <a:gd name="connsiteX172" fmla="*/ 1005834 w 2809864"/>
              <a:gd name="connsiteY172" fmla="*/ 1184365 h 3619364"/>
              <a:gd name="connsiteX173" fmla="*/ 979708 w 2809864"/>
              <a:gd name="connsiteY173" fmla="*/ 1166948 h 3619364"/>
              <a:gd name="connsiteX174" fmla="*/ 936165 w 2809864"/>
              <a:gd name="connsiteY174" fmla="*/ 1123405 h 3619364"/>
              <a:gd name="connsiteX175" fmla="*/ 918748 w 2809864"/>
              <a:gd name="connsiteY175" fmla="*/ 1062445 h 3619364"/>
              <a:gd name="connsiteX176" fmla="*/ 910040 w 2809864"/>
              <a:gd name="connsiteY176" fmla="*/ 1036320 h 3619364"/>
              <a:gd name="connsiteX177" fmla="*/ 918748 w 2809864"/>
              <a:gd name="connsiteY177" fmla="*/ 879565 h 3619364"/>
              <a:gd name="connsiteX178" fmla="*/ 927457 w 2809864"/>
              <a:gd name="connsiteY178" fmla="*/ 853440 h 3619364"/>
              <a:gd name="connsiteX179" fmla="*/ 979708 w 2809864"/>
              <a:gd name="connsiteY179" fmla="*/ 827314 h 3619364"/>
              <a:gd name="connsiteX180" fmla="*/ 997125 w 2809864"/>
              <a:gd name="connsiteY180" fmla="*/ 801188 h 3619364"/>
              <a:gd name="connsiteX181" fmla="*/ 988417 w 2809864"/>
              <a:gd name="connsiteY181" fmla="*/ 775063 h 3619364"/>
              <a:gd name="connsiteX182" fmla="*/ 944874 w 2809864"/>
              <a:gd name="connsiteY182" fmla="*/ 740228 h 3619364"/>
              <a:gd name="connsiteX183" fmla="*/ 910040 w 2809864"/>
              <a:gd name="connsiteY183" fmla="*/ 696685 h 3619364"/>
              <a:gd name="connsiteX184" fmla="*/ 892623 w 2809864"/>
              <a:gd name="connsiteY184" fmla="*/ 670560 h 3619364"/>
              <a:gd name="connsiteX185" fmla="*/ 910040 w 2809864"/>
              <a:gd name="connsiteY185" fmla="*/ 548640 h 3619364"/>
              <a:gd name="connsiteX186" fmla="*/ 944874 w 2809864"/>
              <a:gd name="connsiteY186" fmla="*/ 496388 h 3619364"/>
              <a:gd name="connsiteX187" fmla="*/ 979708 w 2809864"/>
              <a:gd name="connsiteY187" fmla="*/ 435428 h 3619364"/>
              <a:gd name="connsiteX188" fmla="*/ 988417 w 2809864"/>
              <a:gd name="connsiteY188" fmla="*/ 400594 h 3619364"/>
              <a:gd name="connsiteX189" fmla="*/ 971000 w 2809864"/>
              <a:gd name="connsiteY189" fmla="*/ 278674 h 3619364"/>
              <a:gd name="connsiteX190" fmla="*/ 953583 w 2809864"/>
              <a:gd name="connsiteY190" fmla="*/ 209005 h 3619364"/>
              <a:gd name="connsiteX191" fmla="*/ 927457 w 2809864"/>
              <a:gd name="connsiteY191" fmla="*/ 113211 h 3619364"/>
              <a:gd name="connsiteX192" fmla="*/ 901331 w 2809864"/>
              <a:gd name="connsiteY192" fmla="*/ 26125 h 3619364"/>
              <a:gd name="connsiteX193" fmla="*/ 892623 w 2809864"/>
              <a:gd name="connsiteY193" fmla="*/ 0 h 3619364"/>
              <a:gd name="connsiteX194" fmla="*/ 875205 w 2809864"/>
              <a:gd name="connsiteY194" fmla="*/ 95794 h 3619364"/>
              <a:gd name="connsiteX195" fmla="*/ 849080 w 2809864"/>
              <a:gd name="connsiteY195" fmla="*/ 182880 h 3619364"/>
              <a:gd name="connsiteX196" fmla="*/ 831663 w 2809864"/>
              <a:gd name="connsiteY196" fmla="*/ 269965 h 3619364"/>
              <a:gd name="connsiteX197" fmla="*/ 796828 w 2809864"/>
              <a:gd name="connsiteY197" fmla="*/ 330925 h 3619364"/>
              <a:gd name="connsiteX198" fmla="*/ 761994 w 2809864"/>
              <a:gd name="connsiteY198" fmla="*/ 374468 h 3619364"/>
              <a:gd name="connsiteX199" fmla="*/ 753285 w 2809864"/>
              <a:gd name="connsiteY199" fmla="*/ 400594 h 3619364"/>
              <a:gd name="connsiteX200" fmla="*/ 727160 w 2809864"/>
              <a:gd name="connsiteY200" fmla="*/ 435428 h 3619364"/>
              <a:gd name="connsiteX201" fmla="*/ 701034 w 2809864"/>
              <a:gd name="connsiteY201" fmla="*/ 505097 h 3619364"/>
              <a:gd name="connsiteX202" fmla="*/ 701034 w 2809864"/>
              <a:gd name="connsiteY202" fmla="*/ 1027611 h 3619364"/>
              <a:gd name="connsiteX203" fmla="*/ 709743 w 2809864"/>
              <a:gd name="connsiteY203" fmla="*/ 1132114 h 3619364"/>
              <a:gd name="connsiteX204" fmla="*/ 718451 w 2809864"/>
              <a:gd name="connsiteY204" fmla="*/ 1158240 h 3619364"/>
              <a:gd name="connsiteX205" fmla="*/ 788120 w 2809864"/>
              <a:gd name="connsiteY205" fmla="*/ 1227908 h 3619364"/>
              <a:gd name="connsiteX206" fmla="*/ 814245 w 2809864"/>
              <a:gd name="connsiteY206" fmla="*/ 1254034 h 3619364"/>
              <a:gd name="connsiteX207" fmla="*/ 831663 w 2809864"/>
              <a:gd name="connsiteY207" fmla="*/ 1271451 h 3619364"/>
              <a:gd name="connsiteX208" fmla="*/ 910040 w 2809864"/>
              <a:gd name="connsiteY208" fmla="*/ 1323703 h 3619364"/>
              <a:gd name="connsiteX209" fmla="*/ 944874 w 2809864"/>
              <a:gd name="connsiteY209" fmla="*/ 1393371 h 3619364"/>
              <a:gd name="connsiteX210" fmla="*/ 962291 w 2809864"/>
              <a:gd name="connsiteY210" fmla="*/ 1445623 h 3619364"/>
              <a:gd name="connsiteX211" fmla="*/ 953583 w 2809864"/>
              <a:gd name="connsiteY211" fmla="*/ 1471748 h 3619364"/>
              <a:gd name="connsiteX212" fmla="*/ 918748 w 2809864"/>
              <a:gd name="connsiteY212" fmla="*/ 1480457 h 3619364"/>
              <a:gd name="connsiteX213" fmla="*/ 788120 w 2809864"/>
              <a:gd name="connsiteY213" fmla="*/ 1463040 h 3619364"/>
              <a:gd name="connsiteX214" fmla="*/ 735868 w 2809864"/>
              <a:gd name="connsiteY214" fmla="*/ 1436914 h 3619364"/>
              <a:gd name="connsiteX215" fmla="*/ 666200 w 2809864"/>
              <a:gd name="connsiteY215" fmla="*/ 1402080 h 3619364"/>
              <a:gd name="connsiteX216" fmla="*/ 640074 w 2809864"/>
              <a:gd name="connsiteY216" fmla="*/ 1384663 h 3619364"/>
              <a:gd name="connsiteX217" fmla="*/ 622657 w 2809864"/>
              <a:gd name="connsiteY217" fmla="*/ 1367245 h 3619364"/>
              <a:gd name="connsiteX218" fmla="*/ 596531 w 2809864"/>
              <a:gd name="connsiteY218" fmla="*/ 1375954 h 3619364"/>
              <a:gd name="connsiteX219" fmla="*/ 535571 w 2809864"/>
              <a:gd name="connsiteY219" fmla="*/ 1445623 h 3619364"/>
              <a:gd name="connsiteX220" fmla="*/ 518154 w 2809864"/>
              <a:gd name="connsiteY220" fmla="*/ 1480457 h 3619364"/>
              <a:gd name="connsiteX221" fmla="*/ 500737 w 2809864"/>
              <a:gd name="connsiteY221" fmla="*/ 1506583 h 3619364"/>
              <a:gd name="connsiteX222" fmla="*/ 483320 w 2809864"/>
              <a:gd name="connsiteY222" fmla="*/ 1558834 h 3619364"/>
              <a:gd name="connsiteX223" fmla="*/ 474611 w 2809864"/>
              <a:gd name="connsiteY223" fmla="*/ 1584960 h 3619364"/>
              <a:gd name="connsiteX224" fmla="*/ 465903 w 2809864"/>
              <a:gd name="connsiteY224" fmla="*/ 1619794 h 3619364"/>
              <a:gd name="connsiteX225" fmla="*/ 448485 w 2809864"/>
              <a:gd name="connsiteY225" fmla="*/ 1654628 h 3619364"/>
              <a:gd name="connsiteX226" fmla="*/ 413651 w 2809864"/>
              <a:gd name="connsiteY226" fmla="*/ 1733005 h 3619364"/>
              <a:gd name="connsiteX227" fmla="*/ 396234 w 2809864"/>
              <a:gd name="connsiteY227" fmla="*/ 1759131 h 3619364"/>
              <a:gd name="connsiteX228" fmla="*/ 343983 w 2809864"/>
              <a:gd name="connsiteY228" fmla="*/ 1811383 h 3619364"/>
              <a:gd name="connsiteX229" fmla="*/ 291731 w 2809864"/>
              <a:gd name="connsiteY229" fmla="*/ 1863634 h 3619364"/>
              <a:gd name="connsiteX230" fmla="*/ 265605 w 2809864"/>
              <a:gd name="connsiteY230" fmla="*/ 1889760 h 3619364"/>
              <a:gd name="connsiteX231" fmla="*/ 239480 w 2809864"/>
              <a:gd name="connsiteY231" fmla="*/ 1907177 h 3619364"/>
              <a:gd name="connsiteX232" fmla="*/ 187228 w 2809864"/>
              <a:gd name="connsiteY232" fmla="*/ 1959428 h 3619364"/>
              <a:gd name="connsiteX233" fmla="*/ 169811 w 2809864"/>
              <a:gd name="connsiteY233" fmla="*/ 2011680 h 3619364"/>
              <a:gd name="connsiteX234" fmla="*/ 161103 w 2809864"/>
              <a:gd name="connsiteY234" fmla="*/ 2037805 h 3619364"/>
              <a:gd name="connsiteX235" fmla="*/ 152394 w 2809864"/>
              <a:gd name="connsiteY235" fmla="*/ 2142308 h 3619364"/>
              <a:gd name="connsiteX236" fmla="*/ 143685 w 2809864"/>
              <a:gd name="connsiteY236" fmla="*/ 2177143 h 3619364"/>
              <a:gd name="connsiteX237" fmla="*/ 108851 w 2809864"/>
              <a:gd name="connsiteY237" fmla="*/ 2255520 h 3619364"/>
              <a:gd name="connsiteX238" fmla="*/ 91434 w 2809864"/>
              <a:gd name="connsiteY238" fmla="*/ 2281645 h 3619364"/>
              <a:gd name="connsiteX239" fmla="*/ 74017 w 2809864"/>
              <a:gd name="connsiteY239" fmla="*/ 2316480 h 3619364"/>
              <a:gd name="connsiteX240" fmla="*/ 39183 w 2809864"/>
              <a:gd name="connsiteY240" fmla="*/ 2360023 h 3619364"/>
              <a:gd name="connsiteX241" fmla="*/ 4348 w 2809864"/>
              <a:gd name="connsiteY241" fmla="*/ 2412274 h 3619364"/>
              <a:gd name="connsiteX242" fmla="*/ 65308 w 2809864"/>
              <a:gd name="connsiteY242" fmla="*/ 2377440 h 3619364"/>
              <a:gd name="connsiteX243" fmla="*/ 117560 w 2809864"/>
              <a:gd name="connsiteY243" fmla="*/ 2342605 h 3619364"/>
              <a:gd name="connsiteX244" fmla="*/ 143685 w 2809864"/>
              <a:gd name="connsiteY244" fmla="*/ 2325188 h 3619364"/>
              <a:gd name="connsiteX245" fmla="*/ 178520 w 2809864"/>
              <a:gd name="connsiteY245" fmla="*/ 2299063 h 3619364"/>
              <a:gd name="connsiteX246" fmla="*/ 222063 w 2809864"/>
              <a:gd name="connsiteY246" fmla="*/ 2255520 h 3619364"/>
              <a:gd name="connsiteX247" fmla="*/ 239480 w 2809864"/>
              <a:gd name="connsiteY247" fmla="*/ 2220685 h 3619364"/>
              <a:gd name="connsiteX248" fmla="*/ 256897 w 2809864"/>
              <a:gd name="connsiteY248" fmla="*/ 2177143 h 3619364"/>
              <a:gd name="connsiteX249" fmla="*/ 274314 w 2809864"/>
              <a:gd name="connsiteY249" fmla="*/ 2151017 h 3619364"/>
              <a:gd name="connsiteX250" fmla="*/ 291731 w 2809864"/>
              <a:gd name="connsiteY250" fmla="*/ 2116183 h 3619364"/>
              <a:gd name="connsiteX251" fmla="*/ 309148 w 2809864"/>
              <a:gd name="connsiteY251" fmla="*/ 2072640 h 3619364"/>
              <a:gd name="connsiteX252" fmla="*/ 326565 w 2809864"/>
              <a:gd name="connsiteY252" fmla="*/ 2037805 h 3619364"/>
              <a:gd name="connsiteX253" fmla="*/ 335274 w 2809864"/>
              <a:gd name="connsiteY253" fmla="*/ 2011680 h 3619364"/>
              <a:gd name="connsiteX254" fmla="*/ 352691 w 2809864"/>
              <a:gd name="connsiteY254" fmla="*/ 1976845 h 3619364"/>
              <a:gd name="connsiteX255" fmla="*/ 387525 w 2809864"/>
              <a:gd name="connsiteY255" fmla="*/ 1924594 h 3619364"/>
              <a:gd name="connsiteX256" fmla="*/ 396234 w 2809864"/>
              <a:gd name="connsiteY256" fmla="*/ 1898468 h 3619364"/>
              <a:gd name="connsiteX257" fmla="*/ 422360 w 2809864"/>
              <a:gd name="connsiteY257" fmla="*/ 1863634 h 3619364"/>
              <a:gd name="connsiteX258" fmla="*/ 448485 w 2809864"/>
              <a:gd name="connsiteY258" fmla="*/ 1846217 h 3619364"/>
              <a:gd name="connsiteX259" fmla="*/ 526863 w 2809864"/>
              <a:gd name="connsiteY259" fmla="*/ 1811383 h 3619364"/>
              <a:gd name="connsiteX260" fmla="*/ 579114 w 2809864"/>
              <a:gd name="connsiteY260" fmla="*/ 1793965 h 3619364"/>
              <a:gd name="connsiteX261" fmla="*/ 613948 w 2809864"/>
              <a:gd name="connsiteY261" fmla="*/ 1767840 h 3619364"/>
              <a:gd name="connsiteX262" fmla="*/ 657491 w 2809864"/>
              <a:gd name="connsiteY262" fmla="*/ 1733005 h 3619364"/>
              <a:gd name="connsiteX263" fmla="*/ 674908 w 2809864"/>
              <a:gd name="connsiteY263" fmla="*/ 1706880 h 3619364"/>
              <a:gd name="connsiteX264" fmla="*/ 701034 w 2809864"/>
              <a:gd name="connsiteY264" fmla="*/ 1680754 h 3619364"/>
              <a:gd name="connsiteX265" fmla="*/ 718451 w 2809864"/>
              <a:gd name="connsiteY265" fmla="*/ 1654628 h 3619364"/>
              <a:gd name="connsiteX266" fmla="*/ 788120 w 2809864"/>
              <a:gd name="connsiteY266" fmla="*/ 1593668 h 3619364"/>
              <a:gd name="connsiteX267" fmla="*/ 1023251 w 2809864"/>
              <a:gd name="connsiteY267" fmla="*/ 1619794 h 3619364"/>
              <a:gd name="connsiteX268" fmla="*/ 1092920 w 2809864"/>
              <a:gd name="connsiteY268" fmla="*/ 1637211 h 3619364"/>
              <a:gd name="connsiteX269" fmla="*/ 1049377 w 2809864"/>
              <a:gd name="connsiteY269" fmla="*/ 1645920 h 3619364"/>
              <a:gd name="connsiteX270" fmla="*/ 1014543 w 2809864"/>
              <a:gd name="connsiteY270" fmla="*/ 1654628 h 3619364"/>
              <a:gd name="connsiteX271" fmla="*/ 857788 w 2809864"/>
              <a:gd name="connsiteY271" fmla="*/ 1689463 h 3619364"/>
              <a:gd name="connsiteX272" fmla="*/ 805537 w 2809864"/>
              <a:gd name="connsiteY272" fmla="*/ 1706880 h 3619364"/>
              <a:gd name="connsiteX273" fmla="*/ 779411 w 2809864"/>
              <a:gd name="connsiteY273" fmla="*/ 1715588 h 3619364"/>
              <a:gd name="connsiteX274" fmla="*/ 735868 w 2809864"/>
              <a:gd name="connsiteY274" fmla="*/ 1733005 h 3619364"/>
              <a:gd name="connsiteX275" fmla="*/ 718451 w 2809864"/>
              <a:gd name="connsiteY275" fmla="*/ 1750423 h 3619364"/>
              <a:gd name="connsiteX276" fmla="*/ 701034 w 2809864"/>
              <a:gd name="connsiteY276" fmla="*/ 1776548 h 3619364"/>
              <a:gd name="connsiteX277" fmla="*/ 674908 w 2809864"/>
              <a:gd name="connsiteY277" fmla="*/ 1811383 h 3619364"/>
              <a:gd name="connsiteX278" fmla="*/ 657491 w 2809864"/>
              <a:gd name="connsiteY278" fmla="*/ 1889760 h 3619364"/>
              <a:gd name="connsiteX279" fmla="*/ 648783 w 2809864"/>
              <a:gd name="connsiteY279" fmla="*/ 2124891 h 3619364"/>
              <a:gd name="connsiteX280" fmla="*/ 622657 w 2809864"/>
              <a:gd name="connsiteY280" fmla="*/ 2238103 h 3619364"/>
              <a:gd name="connsiteX281" fmla="*/ 605240 w 2809864"/>
              <a:gd name="connsiteY281" fmla="*/ 2281645 h 3619364"/>
              <a:gd name="connsiteX282" fmla="*/ 561697 w 2809864"/>
              <a:gd name="connsiteY282" fmla="*/ 2325188 h 3619364"/>
              <a:gd name="connsiteX283" fmla="*/ 526863 w 2809864"/>
              <a:gd name="connsiteY283" fmla="*/ 2360023 h 3619364"/>
              <a:gd name="connsiteX284" fmla="*/ 474611 w 2809864"/>
              <a:gd name="connsiteY284" fmla="*/ 2403565 h 3619364"/>
              <a:gd name="connsiteX285" fmla="*/ 448485 w 2809864"/>
              <a:gd name="connsiteY285" fmla="*/ 2473234 h 3619364"/>
              <a:gd name="connsiteX286" fmla="*/ 457194 w 2809864"/>
              <a:gd name="connsiteY286" fmla="*/ 2499360 h 3619364"/>
              <a:gd name="connsiteX287" fmla="*/ 561697 w 2809864"/>
              <a:gd name="connsiteY287" fmla="*/ 2542903 h 3619364"/>
              <a:gd name="connsiteX288" fmla="*/ 587823 w 2809864"/>
              <a:gd name="connsiteY288" fmla="*/ 2560320 h 3619364"/>
              <a:gd name="connsiteX289" fmla="*/ 613948 w 2809864"/>
              <a:gd name="connsiteY289" fmla="*/ 2534194 h 3619364"/>
              <a:gd name="connsiteX290" fmla="*/ 657491 w 2809864"/>
              <a:gd name="connsiteY290" fmla="*/ 2481943 h 3619364"/>
              <a:gd name="connsiteX291" fmla="*/ 744577 w 2809864"/>
              <a:gd name="connsiteY291" fmla="*/ 2447108 h 3619364"/>
              <a:gd name="connsiteX292" fmla="*/ 822954 w 2809864"/>
              <a:gd name="connsiteY292" fmla="*/ 2429691 h 3619364"/>
              <a:gd name="connsiteX293" fmla="*/ 857788 w 2809864"/>
              <a:gd name="connsiteY293" fmla="*/ 2420983 h 3619364"/>
              <a:gd name="connsiteX294" fmla="*/ 892623 w 2809864"/>
              <a:gd name="connsiteY294" fmla="*/ 2377440 h 3619364"/>
              <a:gd name="connsiteX295" fmla="*/ 875205 w 2809864"/>
              <a:gd name="connsiteY295" fmla="*/ 2177143 h 3619364"/>
              <a:gd name="connsiteX296" fmla="*/ 883914 w 2809864"/>
              <a:gd name="connsiteY296" fmla="*/ 1872343 h 3619364"/>
              <a:gd name="connsiteX297" fmla="*/ 901331 w 2809864"/>
              <a:gd name="connsiteY297" fmla="*/ 1767840 h 3619364"/>
              <a:gd name="connsiteX298" fmla="*/ 910040 w 2809864"/>
              <a:gd name="connsiteY298" fmla="*/ 1741714 h 3619364"/>
              <a:gd name="connsiteX299" fmla="*/ 936165 w 2809864"/>
              <a:gd name="connsiteY299" fmla="*/ 1715588 h 3619364"/>
              <a:gd name="connsiteX300" fmla="*/ 1092920 w 2809864"/>
              <a:gd name="connsiteY300" fmla="*/ 1724297 h 3619364"/>
              <a:gd name="connsiteX301" fmla="*/ 1180005 w 2809864"/>
              <a:gd name="connsiteY301" fmla="*/ 1741714 h 3619364"/>
              <a:gd name="connsiteX302" fmla="*/ 1206131 w 2809864"/>
              <a:gd name="connsiteY302" fmla="*/ 1750423 h 3619364"/>
              <a:gd name="connsiteX303" fmla="*/ 1214840 w 2809864"/>
              <a:gd name="connsiteY303" fmla="*/ 1776548 h 3619364"/>
              <a:gd name="connsiteX304" fmla="*/ 1197423 w 2809864"/>
              <a:gd name="connsiteY304" fmla="*/ 1854925 h 3619364"/>
              <a:gd name="connsiteX305" fmla="*/ 1180005 w 2809864"/>
              <a:gd name="connsiteY305" fmla="*/ 1942011 h 3619364"/>
              <a:gd name="connsiteX306" fmla="*/ 1197423 w 2809864"/>
              <a:gd name="connsiteY306" fmla="*/ 2272937 h 3619364"/>
              <a:gd name="connsiteX307" fmla="*/ 1206131 w 2809864"/>
              <a:gd name="connsiteY307" fmla="*/ 2325188 h 3619364"/>
              <a:gd name="connsiteX308" fmla="*/ 1214840 w 2809864"/>
              <a:gd name="connsiteY308" fmla="*/ 2386148 h 3619364"/>
              <a:gd name="connsiteX309" fmla="*/ 1223548 w 2809864"/>
              <a:gd name="connsiteY309" fmla="*/ 2438400 h 3619364"/>
              <a:gd name="connsiteX310" fmla="*/ 1232257 w 2809864"/>
              <a:gd name="connsiteY310" fmla="*/ 2499360 h 3619364"/>
              <a:gd name="connsiteX311" fmla="*/ 1249674 w 2809864"/>
              <a:gd name="connsiteY311" fmla="*/ 2603863 h 3619364"/>
              <a:gd name="connsiteX312" fmla="*/ 1258383 w 2809864"/>
              <a:gd name="connsiteY312" fmla="*/ 2656114 h 3619364"/>
              <a:gd name="connsiteX313" fmla="*/ 1267091 w 2809864"/>
              <a:gd name="connsiteY313" fmla="*/ 2717074 h 3619364"/>
              <a:gd name="connsiteX314" fmla="*/ 1284508 w 2809864"/>
              <a:gd name="connsiteY314" fmla="*/ 2812868 h 3619364"/>
              <a:gd name="connsiteX315" fmla="*/ 1301925 w 2809864"/>
              <a:gd name="connsiteY315" fmla="*/ 2969623 h 3619364"/>
              <a:gd name="connsiteX316" fmla="*/ 1319343 w 2809864"/>
              <a:gd name="connsiteY316" fmla="*/ 3143794 h 3619364"/>
              <a:gd name="connsiteX317" fmla="*/ 1284508 w 2809864"/>
              <a:gd name="connsiteY317" fmla="*/ 3257005 h 3619364"/>
              <a:gd name="connsiteX318" fmla="*/ 1232257 w 2809864"/>
              <a:gd name="connsiteY318" fmla="*/ 3291840 h 3619364"/>
              <a:gd name="connsiteX319" fmla="*/ 1180005 w 2809864"/>
              <a:gd name="connsiteY319" fmla="*/ 3309257 h 3619364"/>
              <a:gd name="connsiteX320" fmla="*/ 1153880 w 2809864"/>
              <a:gd name="connsiteY320" fmla="*/ 3335383 h 3619364"/>
              <a:gd name="connsiteX321" fmla="*/ 1127754 w 2809864"/>
              <a:gd name="connsiteY321" fmla="*/ 3352800 h 3619364"/>
              <a:gd name="connsiteX322" fmla="*/ 1119045 w 2809864"/>
              <a:gd name="connsiteY322" fmla="*/ 3378925 h 3619364"/>
              <a:gd name="connsiteX323" fmla="*/ 1110337 w 2809864"/>
              <a:gd name="connsiteY323" fmla="*/ 3431177 h 3619364"/>
              <a:gd name="connsiteX324" fmla="*/ 1101628 w 2809864"/>
              <a:gd name="connsiteY324" fmla="*/ 3466011 h 3619364"/>
              <a:gd name="connsiteX325" fmla="*/ 1162588 w 2809864"/>
              <a:gd name="connsiteY325" fmla="*/ 3405051 h 3619364"/>
              <a:gd name="connsiteX326" fmla="*/ 1197423 w 2809864"/>
              <a:gd name="connsiteY326" fmla="*/ 3378925 h 3619364"/>
              <a:gd name="connsiteX327" fmla="*/ 1240965 w 2809864"/>
              <a:gd name="connsiteY327" fmla="*/ 3352800 h 3619364"/>
              <a:gd name="connsiteX328" fmla="*/ 1258383 w 2809864"/>
              <a:gd name="connsiteY328" fmla="*/ 3335383 h 3619364"/>
              <a:gd name="connsiteX329" fmla="*/ 1293217 w 2809864"/>
              <a:gd name="connsiteY329" fmla="*/ 3326674 h 3619364"/>
              <a:gd name="connsiteX330" fmla="*/ 1319343 w 2809864"/>
              <a:gd name="connsiteY330" fmla="*/ 3309257 h 3619364"/>
              <a:gd name="connsiteX331" fmla="*/ 1336760 w 2809864"/>
              <a:gd name="connsiteY331" fmla="*/ 3326674 h 3619364"/>
              <a:gd name="connsiteX332" fmla="*/ 1275800 w 2809864"/>
              <a:gd name="connsiteY332" fmla="*/ 3378925 h 3619364"/>
              <a:gd name="connsiteX333" fmla="*/ 1240965 w 2809864"/>
              <a:gd name="connsiteY333" fmla="*/ 3439885 h 3619364"/>
              <a:gd name="connsiteX334" fmla="*/ 1223548 w 2809864"/>
              <a:gd name="connsiteY334" fmla="*/ 3500845 h 3619364"/>
              <a:gd name="connsiteX335" fmla="*/ 1214840 w 2809864"/>
              <a:gd name="connsiteY335" fmla="*/ 3526971 h 3619364"/>
              <a:gd name="connsiteX336" fmla="*/ 1240965 w 2809864"/>
              <a:gd name="connsiteY336" fmla="*/ 3509554 h 3619364"/>
              <a:gd name="connsiteX337" fmla="*/ 1258383 w 2809864"/>
              <a:gd name="connsiteY337" fmla="*/ 3483428 h 3619364"/>
              <a:gd name="connsiteX338" fmla="*/ 1284508 w 2809864"/>
              <a:gd name="connsiteY338" fmla="*/ 3448594 h 3619364"/>
              <a:gd name="connsiteX339" fmla="*/ 1362885 w 2809864"/>
              <a:gd name="connsiteY339" fmla="*/ 3326674 h 3619364"/>
              <a:gd name="connsiteX340" fmla="*/ 1380303 w 2809864"/>
              <a:gd name="connsiteY340" fmla="*/ 3309257 h 3619364"/>
              <a:gd name="connsiteX341" fmla="*/ 1389011 w 2809864"/>
              <a:gd name="connsiteY341" fmla="*/ 3283131 h 3619364"/>
              <a:gd name="connsiteX342" fmla="*/ 1406428 w 2809864"/>
              <a:gd name="connsiteY342" fmla="*/ 3326674 h 3619364"/>
              <a:gd name="connsiteX343" fmla="*/ 1415137 w 2809864"/>
              <a:gd name="connsiteY343" fmla="*/ 3378925 h 3619364"/>
              <a:gd name="connsiteX344" fmla="*/ 1432554 w 2809864"/>
              <a:gd name="connsiteY344" fmla="*/ 3492137 h 3619364"/>
              <a:gd name="connsiteX345" fmla="*/ 1449971 w 2809864"/>
              <a:gd name="connsiteY345" fmla="*/ 3544388 h 3619364"/>
              <a:gd name="connsiteX346" fmla="*/ 1458680 w 2809864"/>
              <a:gd name="connsiteY346" fmla="*/ 3492137 h 3619364"/>
              <a:gd name="connsiteX347" fmla="*/ 1476097 w 2809864"/>
              <a:gd name="connsiteY347" fmla="*/ 3274423 h 3619364"/>
              <a:gd name="connsiteX348" fmla="*/ 1502223 w 2809864"/>
              <a:gd name="connsiteY348" fmla="*/ 3291840 h 3619364"/>
              <a:gd name="connsiteX349" fmla="*/ 1528348 w 2809864"/>
              <a:gd name="connsiteY349" fmla="*/ 3335383 h 3619364"/>
              <a:gd name="connsiteX350" fmla="*/ 1563183 w 2809864"/>
              <a:gd name="connsiteY350" fmla="*/ 3448594 h 3619364"/>
              <a:gd name="connsiteX351" fmla="*/ 1571891 w 2809864"/>
              <a:gd name="connsiteY351" fmla="*/ 3483428 h 3619364"/>
              <a:gd name="connsiteX352" fmla="*/ 1580600 w 2809864"/>
              <a:gd name="connsiteY352" fmla="*/ 3509554 h 3619364"/>
              <a:gd name="connsiteX353" fmla="*/ 1589308 w 2809864"/>
              <a:gd name="connsiteY353" fmla="*/ 3570514 h 3619364"/>
              <a:gd name="connsiteX354" fmla="*/ 1571891 w 2809864"/>
              <a:gd name="connsiteY354" fmla="*/ 3509554 h 3619364"/>
              <a:gd name="connsiteX355" fmla="*/ 1563183 w 2809864"/>
              <a:gd name="connsiteY355" fmla="*/ 3448594 h 3619364"/>
              <a:gd name="connsiteX356" fmla="*/ 1545765 w 2809864"/>
              <a:gd name="connsiteY356" fmla="*/ 3361508 h 3619364"/>
              <a:gd name="connsiteX357" fmla="*/ 1537057 w 2809864"/>
              <a:gd name="connsiteY357" fmla="*/ 3283131 h 3619364"/>
              <a:gd name="connsiteX358" fmla="*/ 1519640 w 2809864"/>
              <a:gd name="connsiteY358" fmla="*/ 3230880 h 3619364"/>
              <a:gd name="connsiteX359" fmla="*/ 1528348 w 2809864"/>
              <a:gd name="connsiteY359" fmla="*/ 3196045 h 3619364"/>
              <a:gd name="connsiteX360" fmla="*/ 1563183 w 2809864"/>
              <a:gd name="connsiteY360" fmla="*/ 3230880 h 3619364"/>
              <a:gd name="connsiteX361" fmla="*/ 1606725 w 2809864"/>
              <a:gd name="connsiteY361" fmla="*/ 3274423 h 3619364"/>
              <a:gd name="connsiteX362" fmla="*/ 1658977 w 2809864"/>
              <a:gd name="connsiteY362" fmla="*/ 3361508 h 3619364"/>
              <a:gd name="connsiteX363" fmla="*/ 1685103 w 2809864"/>
              <a:gd name="connsiteY363" fmla="*/ 3448594 h 3619364"/>
              <a:gd name="connsiteX364" fmla="*/ 1702520 w 2809864"/>
              <a:gd name="connsiteY364" fmla="*/ 3500845 h 3619364"/>
              <a:gd name="connsiteX365" fmla="*/ 1711228 w 2809864"/>
              <a:gd name="connsiteY365" fmla="*/ 3535680 h 3619364"/>
              <a:gd name="connsiteX366" fmla="*/ 1719937 w 2809864"/>
              <a:gd name="connsiteY366" fmla="*/ 3614057 h 3619364"/>
              <a:gd name="connsiteX367" fmla="*/ 1702520 w 2809864"/>
              <a:gd name="connsiteY367" fmla="*/ 3466011 h 3619364"/>
              <a:gd name="connsiteX368" fmla="*/ 1685103 w 2809864"/>
              <a:gd name="connsiteY368" fmla="*/ 3344091 h 3619364"/>
              <a:gd name="connsiteX369" fmla="*/ 1658977 w 2809864"/>
              <a:gd name="connsiteY369" fmla="*/ 3291840 h 3619364"/>
              <a:gd name="connsiteX370" fmla="*/ 1615434 w 2809864"/>
              <a:gd name="connsiteY370" fmla="*/ 3257005 h 3619364"/>
              <a:gd name="connsiteX371" fmla="*/ 1598017 w 2809864"/>
              <a:gd name="connsiteY371" fmla="*/ 3230880 h 3619364"/>
              <a:gd name="connsiteX372" fmla="*/ 1571891 w 2809864"/>
              <a:gd name="connsiteY372" fmla="*/ 3222171 h 3619364"/>
              <a:gd name="connsiteX373" fmla="*/ 1493514 w 2809864"/>
              <a:gd name="connsiteY373" fmla="*/ 3230880 h 3619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2809864" h="3619364">
                <a:moveTo>
                  <a:pt x="1493514" y="3230880"/>
                </a:moveTo>
                <a:cubicBezTo>
                  <a:pt x="1479000" y="3197497"/>
                  <a:pt x="1489956" y="3091413"/>
                  <a:pt x="1484805" y="3021874"/>
                </a:cubicBezTo>
                <a:cubicBezTo>
                  <a:pt x="1484127" y="3012719"/>
                  <a:pt x="1478088" y="3004709"/>
                  <a:pt x="1476097" y="2995748"/>
                </a:cubicBezTo>
                <a:cubicBezTo>
                  <a:pt x="1433385" y="2803543"/>
                  <a:pt x="1493385" y="3047490"/>
                  <a:pt x="1458680" y="2908663"/>
                </a:cubicBezTo>
                <a:cubicBezTo>
                  <a:pt x="1455777" y="2882537"/>
                  <a:pt x="1452425" y="2856457"/>
                  <a:pt x="1449971" y="2830285"/>
                </a:cubicBezTo>
                <a:cubicBezTo>
                  <a:pt x="1443715" y="2763560"/>
                  <a:pt x="1432554" y="2629988"/>
                  <a:pt x="1432554" y="2629988"/>
                </a:cubicBezTo>
                <a:cubicBezTo>
                  <a:pt x="1429272" y="2547946"/>
                  <a:pt x="1424367" y="2377024"/>
                  <a:pt x="1415137" y="2281645"/>
                </a:cubicBezTo>
                <a:cubicBezTo>
                  <a:pt x="1415131" y="2281579"/>
                  <a:pt x="1393369" y="2107507"/>
                  <a:pt x="1389011" y="2072640"/>
                </a:cubicBezTo>
                <a:lnTo>
                  <a:pt x="1380303" y="2002971"/>
                </a:lnTo>
                <a:cubicBezTo>
                  <a:pt x="1377400" y="1936205"/>
                  <a:pt x="1371594" y="1869503"/>
                  <a:pt x="1371594" y="1802674"/>
                </a:cubicBezTo>
                <a:cubicBezTo>
                  <a:pt x="1371594" y="1793494"/>
                  <a:pt x="1373812" y="1822309"/>
                  <a:pt x="1380303" y="1828800"/>
                </a:cubicBezTo>
                <a:cubicBezTo>
                  <a:pt x="1386794" y="1835291"/>
                  <a:pt x="1397720" y="1834605"/>
                  <a:pt x="1406428" y="1837508"/>
                </a:cubicBezTo>
                <a:cubicBezTo>
                  <a:pt x="1412712" y="1836251"/>
                  <a:pt x="1464619" y="1827743"/>
                  <a:pt x="1476097" y="1820091"/>
                </a:cubicBezTo>
                <a:cubicBezTo>
                  <a:pt x="1486344" y="1813259"/>
                  <a:pt x="1492201" y="1801123"/>
                  <a:pt x="1502223" y="1793965"/>
                </a:cubicBezTo>
                <a:cubicBezTo>
                  <a:pt x="1512787" y="1786419"/>
                  <a:pt x="1525446" y="1782354"/>
                  <a:pt x="1537057" y="1776548"/>
                </a:cubicBezTo>
                <a:cubicBezTo>
                  <a:pt x="1545766" y="1764937"/>
                  <a:pt x="1552920" y="1751977"/>
                  <a:pt x="1563183" y="1741714"/>
                </a:cubicBezTo>
                <a:cubicBezTo>
                  <a:pt x="1570584" y="1734313"/>
                  <a:pt x="1582416" y="1732174"/>
                  <a:pt x="1589308" y="1724297"/>
                </a:cubicBezTo>
                <a:cubicBezTo>
                  <a:pt x="1603092" y="1708543"/>
                  <a:pt x="1624143" y="1672045"/>
                  <a:pt x="1624143" y="1672045"/>
                </a:cubicBezTo>
                <a:cubicBezTo>
                  <a:pt x="1655898" y="1576775"/>
                  <a:pt x="1605254" y="1721076"/>
                  <a:pt x="1650268" y="1619794"/>
                </a:cubicBezTo>
                <a:cubicBezTo>
                  <a:pt x="1662383" y="1592535"/>
                  <a:pt x="1669156" y="1561658"/>
                  <a:pt x="1676394" y="1532708"/>
                </a:cubicBezTo>
                <a:cubicBezTo>
                  <a:pt x="1673491" y="1451428"/>
                  <a:pt x="1667685" y="1370200"/>
                  <a:pt x="1667685" y="1288868"/>
                </a:cubicBezTo>
                <a:cubicBezTo>
                  <a:pt x="1667685" y="1279888"/>
                  <a:pt x="1681744" y="1222248"/>
                  <a:pt x="1685103" y="1210491"/>
                </a:cubicBezTo>
                <a:cubicBezTo>
                  <a:pt x="1690770" y="1190657"/>
                  <a:pt x="1695960" y="1173508"/>
                  <a:pt x="1711228" y="1158240"/>
                </a:cubicBezTo>
                <a:cubicBezTo>
                  <a:pt x="1735935" y="1133533"/>
                  <a:pt x="1740211" y="1144106"/>
                  <a:pt x="1772188" y="1132114"/>
                </a:cubicBezTo>
                <a:cubicBezTo>
                  <a:pt x="1863267" y="1097959"/>
                  <a:pt x="1752445" y="1128342"/>
                  <a:pt x="1841857" y="1105988"/>
                </a:cubicBezTo>
                <a:cubicBezTo>
                  <a:pt x="1850566" y="1100182"/>
                  <a:pt x="1858621" y="1093252"/>
                  <a:pt x="1867983" y="1088571"/>
                </a:cubicBezTo>
                <a:cubicBezTo>
                  <a:pt x="1882613" y="1081256"/>
                  <a:pt x="1914997" y="1075338"/>
                  <a:pt x="1928943" y="1071154"/>
                </a:cubicBezTo>
                <a:cubicBezTo>
                  <a:pt x="1946528" y="1065879"/>
                  <a:pt x="1963777" y="1059543"/>
                  <a:pt x="1981194" y="1053737"/>
                </a:cubicBezTo>
                <a:lnTo>
                  <a:pt x="2007320" y="1045028"/>
                </a:lnTo>
                <a:cubicBezTo>
                  <a:pt x="2024737" y="1027611"/>
                  <a:pt x="2048556" y="1014808"/>
                  <a:pt x="2059571" y="992777"/>
                </a:cubicBezTo>
                <a:cubicBezTo>
                  <a:pt x="2102452" y="907015"/>
                  <a:pt x="2049922" y="1014486"/>
                  <a:pt x="2094405" y="914400"/>
                </a:cubicBezTo>
                <a:cubicBezTo>
                  <a:pt x="2099678" y="902537"/>
                  <a:pt x="2106017" y="891177"/>
                  <a:pt x="2111823" y="879565"/>
                </a:cubicBezTo>
                <a:cubicBezTo>
                  <a:pt x="2114726" y="867954"/>
                  <a:pt x="2117092" y="856195"/>
                  <a:pt x="2120531" y="844731"/>
                </a:cubicBezTo>
                <a:cubicBezTo>
                  <a:pt x="2125806" y="827146"/>
                  <a:pt x="2133495" y="810291"/>
                  <a:pt x="2137948" y="792480"/>
                </a:cubicBezTo>
                <a:cubicBezTo>
                  <a:pt x="2140851" y="780868"/>
                  <a:pt x="2142454" y="768852"/>
                  <a:pt x="2146657" y="757645"/>
                </a:cubicBezTo>
                <a:cubicBezTo>
                  <a:pt x="2158611" y="725767"/>
                  <a:pt x="2169649" y="715377"/>
                  <a:pt x="2190200" y="687977"/>
                </a:cubicBezTo>
                <a:cubicBezTo>
                  <a:pt x="2205503" y="642064"/>
                  <a:pt x="2188794" y="679213"/>
                  <a:pt x="2225034" y="635725"/>
                </a:cubicBezTo>
                <a:cubicBezTo>
                  <a:pt x="2270433" y="581247"/>
                  <a:pt x="2202503" y="639111"/>
                  <a:pt x="2285994" y="566057"/>
                </a:cubicBezTo>
                <a:cubicBezTo>
                  <a:pt x="2293871" y="559165"/>
                  <a:pt x="2304173" y="555452"/>
                  <a:pt x="2312120" y="548640"/>
                </a:cubicBezTo>
                <a:cubicBezTo>
                  <a:pt x="2337268" y="527084"/>
                  <a:pt x="2351449" y="502849"/>
                  <a:pt x="2381788" y="487680"/>
                </a:cubicBezTo>
                <a:cubicBezTo>
                  <a:pt x="2392493" y="482327"/>
                  <a:pt x="2405159" y="482410"/>
                  <a:pt x="2416623" y="478971"/>
                </a:cubicBezTo>
                <a:cubicBezTo>
                  <a:pt x="2434208" y="473696"/>
                  <a:pt x="2450871" y="465155"/>
                  <a:pt x="2468874" y="461554"/>
                </a:cubicBezTo>
                <a:cubicBezTo>
                  <a:pt x="2483388" y="458651"/>
                  <a:pt x="2498057" y="456435"/>
                  <a:pt x="2512417" y="452845"/>
                </a:cubicBezTo>
                <a:cubicBezTo>
                  <a:pt x="2521323" y="450619"/>
                  <a:pt x="2529717" y="446659"/>
                  <a:pt x="2538543" y="444137"/>
                </a:cubicBezTo>
                <a:cubicBezTo>
                  <a:pt x="2550051" y="440849"/>
                  <a:pt x="2561766" y="438331"/>
                  <a:pt x="2573377" y="435428"/>
                </a:cubicBezTo>
                <a:cubicBezTo>
                  <a:pt x="2587891" y="420914"/>
                  <a:pt x="2605534" y="408964"/>
                  <a:pt x="2616920" y="391885"/>
                </a:cubicBezTo>
                <a:lnTo>
                  <a:pt x="2651754" y="339634"/>
                </a:lnTo>
                <a:cubicBezTo>
                  <a:pt x="2658955" y="328832"/>
                  <a:pt x="2662492" y="315932"/>
                  <a:pt x="2669171" y="304800"/>
                </a:cubicBezTo>
                <a:cubicBezTo>
                  <a:pt x="2714088" y="229937"/>
                  <a:pt x="2695196" y="278972"/>
                  <a:pt x="2712714" y="226423"/>
                </a:cubicBezTo>
                <a:cubicBezTo>
                  <a:pt x="2708005" y="221714"/>
                  <a:pt x="2674219" y="190202"/>
                  <a:pt x="2677880" y="182880"/>
                </a:cubicBezTo>
                <a:cubicBezTo>
                  <a:pt x="2685450" y="167741"/>
                  <a:pt x="2706284" y="164324"/>
                  <a:pt x="2721423" y="156754"/>
                </a:cubicBezTo>
                <a:cubicBezTo>
                  <a:pt x="2733921" y="150505"/>
                  <a:pt x="2771215" y="142129"/>
                  <a:pt x="2782383" y="139337"/>
                </a:cubicBezTo>
                <a:cubicBezTo>
                  <a:pt x="2791091" y="133531"/>
                  <a:pt x="2804621" y="131638"/>
                  <a:pt x="2808508" y="121920"/>
                </a:cubicBezTo>
                <a:cubicBezTo>
                  <a:pt x="2816878" y="100994"/>
                  <a:pt x="2784192" y="83636"/>
                  <a:pt x="2773674" y="78377"/>
                </a:cubicBezTo>
                <a:cubicBezTo>
                  <a:pt x="2765463" y="74272"/>
                  <a:pt x="2755986" y="73284"/>
                  <a:pt x="2747548" y="69668"/>
                </a:cubicBezTo>
                <a:cubicBezTo>
                  <a:pt x="2735616" y="64554"/>
                  <a:pt x="2724646" y="57365"/>
                  <a:pt x="2712714" y="52251"/>
                </a:cubicBezTo>
                <a:cubicBezTo>
                  <a:pt x="2695229" y="44758"/>
                  <a:pt x="2669423" y="39251"/>
                  <a:pt x="2651754" y="34834"/>
                </a:cubicBezTo>
                <a:cubicBezTo>
                  <a:pt x="2599503" y="37737"/>
                  <a:pt x="2547096" y="38581"/>
                  <a:pt x="2495000" y="43543"/>
                </a:cubicBezTo>
                <a:cubicBezTo>
                  <a:pt x="2485862" y="44413"/>
                  <a:pt x="2475365" y="45760"/>
                  <a:pt x="2468874" y="52251"/>
                </a:cubicBezTo>
                <a:cubicBezTo>
                  <a:pt x="2462383" y="58742"/>
                  <a:pt x="2465257" y="70739"/>
                  <a:pt x="2460165" y="78377"/>
                </a:cubicBezTo>
                <a:cubicBezTo>
                  <a:pt x="2453334" y="88624"/>
                  <a:pt x="2441198" y="94481"/>
                  <a:pt x="2434040" y="104503"/>
                </a:cubicBezTo>
                <a:cubicBezTo>
                  <a:pt x="2426495" y="115067"/>
                  <a:pt x="2423064" y="128066"/>
                  <a:pt x="2416623" y="139337"/>
                </a:cubicBezTo>
                <a:cubicBezTo>
                  <a:pt x="2404169" y="161132"/>
                  <a:pt x="2392727" y="175215"/>
                  <a:pt x="2373080" y="191588"/>
                </a:cubicBezTo>
                <a:cubicBezTo>
                  <a:pt x="2365039" y="198288"/>
                  <a:pt x="2356315" y="204324"/>
                  <a:pt x="2346954" y="209005"/>
                </a:cubicBezTo>
                <a:cubicBezTo>
                  <a:pt x="2338743" y="213110"/>
                  <a:pt x="2329537" y="214811"/>
                  <a:pt x="2320828" y="217714"/>
                </a:cubicBezTo>
                <a:cubicBezTo>
                  <a:pt x="2309217" y="226423"/>
                  <a:pt x="2298596" y="236639"/>
                  <a:pt x="2285994" y="243840"/>
                </a:cubicBezTo>
                <a:cubicBezTo>
                  <a:pt x="2278024" y="248394"/>
                  <a:pt x="2268463" y="249325"/>
                  <a:pt x="2259868" y="252548"/>
                </a:cubicBezTo>
                <a:cubicBezTo>
                  <a:pt x="2245231" y="258037"/>
                  <a:pt x="2231298" y="265473"/>
                  <a:pt x="2216325" y="269965"/>
                </a:cubicBezTo>
                <a:cubicBezTo>
                  <a:pt x="2197642" y="275570"/>
                  <a:pt x="2137071" y="284075"/>
                  <a:pt x="2120531" y="287383"/>
                </a:cubicBezTo>
                <a:cubicBezTo>
                  <a:pt x="2108795" y="289730"/>
                  <a:pt x="2097308" y="293188"/>
                  <a:pt x="2085697" y="296091"/>
                </a:cubicBezTo>
                <a:cubicBezTo>
                  <a:pt x="1992440" y="389348"/>
                  <a:pt x="2136442" y="247809"/>
                  <a:pt x="2024737" y="348343"/>
                </a:cubicBezTo>
                <a:cubicBezTo>
                  <a:pt x="2006428" y="364821"/>
                  <a:pt x="1989902" y="383177"/>
                  <a:pt x="1972485" y="400594"/>
                </a:cubicBezTo>
                <a:cubicBezTo>
                  <a:pt x="1963776" y="409303"/>
                  <a:pt x="1953749" y="416868"/>
                  <a:pt x="1946360" y="426720"/>
                </a:cubicBezTo>
                <a:cubicBezTo>
                  <a:pt x="1928943" y="449943"/>
                  <a:pt x="1909043" y="471496"/>
                  <a:pt x="1894108" y="496388"/>
                </a:cubicBezTo>
                <a:cubicBezTo>
                  <a:pt x="1876691" y="525417"/>
                  <a:pt x="1862169" y="556392"/>
                  <a:pt x="1841857" y="583474"/>
                </a:cubicBezTo>
                <a:cubicBezTo>
                  <a:pt x="1833148" y="595085"/>
                  <a:pt x="1822780" y="605620"/>
                  <a:pt x="1815731" y="618308"/>
                </a:cubicBezTo>
                <a:cubicBezTo>
                  <a:pt x="1798072" y="650094"/>
                  <a:pt x="1798888" y="664195"/>
                  <a:pt x="1789605" y="696685"/>
                </a:cubicBezTo>
                <a:cubicBezTo>
                  <a:pt x="1787083" y="705511"/>
                  <a:pt x="1784120" y="714216"/>
                  <a:pt x="1780897" y="722811"/>
                </a:cubicBezTo>
                <a:cubicBezTo>
                  <a:pt x="1775408" y="737448"/>
                  <a:pt x="1769829" y="752069"/>
                  <a:pt x="1763480" y="766354"/>
                </a:cubicBezTo>
                <a:cubicBezTo>
                  <a:pt x="1758208" y="778217"/>
                  <a:pt x="1750621" y="789033"/>
                  <a:pt x="1746063" y="801188"/>
                </a:cubicBezTo>
                <a:cubicBezTo>
                  <a:pt x="1741860" y="812395"/>
                  <a:pt x="1743292" y="825631"/>
                  <a:pt x="1737354" y="836023"/>
                </a:cubicBezTo>
                <a:cubicBezTo>
                  <a:pt x="1731244" y="846716"/>
                  <a:pt x="1719243" y="852797"/>
                  <a:pt x="1711228" y="862148"/>
                </a:cubicBezTo>
                <a:cubicBezTo>
                  <a:pt x="1701782" y="873168"/>
                  <a:pt x="1695951" y="887340"/>
                  <a:pt x="1685103" y="896983"/>
                </a:cubicBezTo>
                <a:cubicBezTo>
                  <a:pt x="1669458" y="910890"/>
                  <a:pt x="1650268" y="920206"/>
                  <a:pt x="1632851" y="931817"/>
                </a:cubicBezTo>
                <a:lnTo>
                  <a:pt x="1606725" y="949234"/>
                </a:lnTo>
                <a:cubicBezTo>
                  <a:pt x="1598017" y="955040"/>
                  <a:pt x="1589961" y="961970"/>
                  <a:pt x="1580600" y="966651"/>
                </a:cubicBezTo>
                <a:cubicBezTo>
                  <a:pt x="1557377" y="978262"/>
                  <a:pt x="1532534" y="987082"/>
                  <a:pt x="1510931" y="1001485"/>
                </a:cubicBezTo>
                <a:cubicBezTo>
                  <a:pt x="1472729" y="1026954"/>
                  <a:pt x="1493178" y="1012623"/>
                  <a:pt x="1449971" y="1045028"/>
                </a:cubicBezTo>
                <a:cubicBezTo>
                  <a:pt x="1444165" y="1053737"/>
                  <a:pt x="1436677" y="1061534"/>
                  <a:pt x="1432554" y="1071154"/>
                </a:cubicBezTo>
                <a:cubicBezTo>
                  <a:pt x="1427839" y="1082155"/>
                  <a:pt x="1425330" y="1094112"/>
                  <a:pt x="1423845" y="1105988"/>
                </a:cubicBezTo>
                <a:cubicBezTo>
                  <a:pt x="1416608" y="1163884"/>
                  <a:pt x="1414679" y="1222399"/>
                  <a:pt x="1406428" y="1280160"/>
                </a:cubicBezTo>
                <a:cubicBezTo>
                  <a:pt x="1403525" y="1300480"/>
                  <a:pt x="1402335" y="1321119"/>
                  <a:pt x="1397720" y="1341120"/>
                </a:cubicBezTo>
                <a:cubicBezTo>
                  <a:pt x="1393592" y="1359009"/>
                  <a:pt x="1386109" y="1375954"/>
                  <a:pt x="1380303" y="1393371"/>
                </a:cubicBezTo>
                <a:lnTo>
                  <a:pt x="1362885" y="1445623"/>
                </a:lnTo>
                <a:cubicBezTo>
                  <a:pt x="1359982" y="1454331"/>
                  <a:pt x="1355977" y="1462747"/>
                  <a:pt x="1354177" y="1471748"/>
                </a:cubicBezTo>
                <a:cubicBezTo>
                  <a:pt x="1341442" y="1535419"/>
                  <a:pt x="1347561" y="1500638"/>
                  <a:pt x="1336760" y="1576251"/>
                </a:cubicBezTo>
                <a:cubicBezTo>
                  <a:pt x="1352258" y="1622749"/>
                  <a:pt x="1348162" y="1597934"/>
                  <a:pt x="1336760" y="1672045"/>
                </a:cubicBezTo>
                <a:cubicBezTo>
                  <a:pt x="1334509" y="1686675"/>
                  <a:pt x="1314446" y="1709757"/>
                  <a:pt x="1328051" y="1715588"/>
                </a:cubicBezTo>
                <a:cubicBezTo>
                  <a:pt x="1350053" y="1725018"/>
                  <a:pt x="1374497" y="1703977"/>
                  <a:pt x="1397720" y="1698171"/>
                </a:cubicBezTo>
                <a:cubicBezTo>
                  <a:pt x="1406428" y="1692365"/>
                  <a:pt x="1415805" y="1687454"/>
                  <a:pt x="1423845" y="1680754"/>
                </a:cubicBezTo>
                <a:cubicBezTo>
                  <a:pt x="1433306" y="1672869"/>
                  <a:pt x="1439949" y="1661786"/>
                  <a:pt x="1449971" y="1654628"/>
                </a:cubicBezTo>
                <a:cubicBezTo>
                  <a:pt x="1484102" y="1630248"/>
                  <a:pt x="1480714" y="1648472"/>
                  <a:pt x="1502223" y="1619794"/>
                </a:cubicBezTo>
                <a:cubicBezTo>
                  <a:pt x="1514783" y="1603048"/>
                  <a:pt x="1537057" y="1567543"/>
                  <a:pt x="1537057" y="1567543"/>
                </a:cubicBezTo>
                <a:cubicBezTo>
                  <a:pt x="1540236" y="1545286"/>
                  <a:pt x="1544997" y="1497019"/>
                  <a:pt x="1554474" y="1471748"/>
                </a:cubicBezTo>
                <a:cubicBezTo>
                  <a:pt x="1559032" y="1459593"/>
                  <a:pt x="1567786" y="1449230"/>
                  <a:pt x="1571891" y="1436914"/>
                </a:cubicBezTo>
                <a:cubicBezTo>
                  <a:pt x="1579461" y="1414205"/>
                  <a:pt x="1581738" y="1389954"/>
                  <a:pt x="1589308" y="1367245"/>
                </a:cubicBezTo>
                <a:cubicBezTo>
                  <a:pt x="1610189" y="1304607"/>
                  <a:pt x="1584855" y="1382829"/>
                  <a:pt x="1606725" y="1306285"/>
                </a:cubicBezTo>
                <a:cubicBezTo>
                  <a:pt x="1609247" y="1297459"/>
                  <a:pt x="1621924" y="1273669"/>
                  <a:pt x="1615434" y="1280160"/>
                </a:cubicBezTo>
                <a:cubicBezTo>
                  <a:pt x="1600993" y="1294603"/>
                  <a:pt x="1597115" y="1322903"/>
                  <a:pt x="1589308" y="1341120"/>
                </a:cubicBezTo>
                <a:cubicBezTo>
                  <a:pt x="1584194" y="1353052"/>
                  <a:pt x="1576712" y="1363901"/>
                  <a:pt x="1571891" y="1375954"/>
                </a:cubicBezTo>
                <a:cubicBezTo>
                  <a:pt x="1565073" y="1393000"/>
                  <a:pt x="1561292" y="1411159"/>
                  <a:pt x="1554474" y="1428205"/>
                </a:cubicBezTo>
                <a:cubicBezTo>
                  <a:pt x="1548668" y="1442719"/>
                  <a:pt x="1542546" y="1457111"/>
                  <a:pt x="1537057" y="1471748"/>
                </a:cubicBezTo>
                <a:cubicBezTo>
                  <a:pt x="1533834" y="1480343"/>
                  <a:pt x="1531964" y="1489436"/>
                  <a:pt x="1528348" y="1497874"/>
                </a:cubicBezTo>
                <a:cubicBezTo>
                  <a:pt x="1523234" y="1509806"/>
                  <a:pt x="1516737" y="1521097"/>
                  <a:pt x="1510931" y="1532708"/>
                </a:cubicBezTo>
                <a:cubicBezTo>
                  <a:pt x="1504087" y="1573772"/>
                  <a:pt x="1503908" y="1583415"/>
                  <a:pt x="1493514" y="1619794"/>
                </a:cubicBezTo>
                <a:cubicBezTo>
                  <a:pt x="1490992" y="1628621"/>
                  <a:pt x="1489897" y="1638282"/>
                  <a:pt x="1484805" y="1645920"/>
                </a:cubicBezTo>
                <a:cubicBezTo>
                  <a:pt x="1477974" y="1656167"/>
                  <a:pt x="1468927" y="1665214"/>
                  <a:pt x="1458680" y="1672045"/>
                </a:cubicBezTo>
                <a:cubicBezTo>
                  <a:pt x="1451042" y="1677137"/>
                  <a:pt x="1441381" y="1678232"/>
                  <a:pt x="1432554" y="1680754"/>
                </a:cubicBezTo>
                <a:cubicBezTo>
                  <a:pt x="1355983" y="1702633"/>
                  <a:pt x="1434256" y="1677285"/>
                  <a:pt x="1371594" y="1698171"/>
                </a:cubicBezTo>
                <a:cubicBezTo>
                  <a:pt x="1368691" y="1686560"/>
                  <a:pt x="1365481" y="1675021"/>
                  <a:pt x="1362885" y="1663337"/>
                </a:cubicBezTo>
                <a:cubicBezTo>
                  <a:pt x="1355778" y="1631354"/>
                  <a:pt x="1354575" y="1615316"/>
                  <a:pt x="1345468" y="1584960"/>
                </a:cubicBezTo>
                <a:cubicBezTo>
                  <a:pt x="1340192" y="1567375"/>
                  <a:pt x="1333857" y="1550125"/>
                  <a:pt x="1328051" y="1532708"/>
                </a:cubicBezTo>
                <a:cubicBezTo>
                  <a:pt x="1325148" y="1524000"/>
                  <a:pt x="1326981" y="1511675"/>
                  <a:pt x="1319343" y="1506583"/>
                </a:cubicBezTo>
                <a:lnTo>
                  <a:pt x="1267091" y="1471748"/>
                </a:lnTo>
                <a:cubicBezTo>
                  <a:pt x="1264188" y="1463040"/>
                  <a:pt x="1261999" y="1454060"/>
                  <a:pt x="1258383" y="1445623"/>
                </a:cubicBezTo>
                <a:cubicBezTo>
                  <a:pt x="1253269" y="1433690"/>
                  <a:pt x="1245070" y="1423104"/>
                  <a:pt x="1240965" y="1410788"/>
                </a:cubicBezTo>
                <a:cubicBezTo>
                  <a:pt x="1236284" y="1396746"/>
                  <a:pt x="1235160" y="1381759"/>
                  <a:pt x="1232257" y="1367245"/>
                </a:cubicBezTo>
                <a:cubicBezTo>
                  <a:pt x="1232802" y="1364519"/>
                  <a:pt x="1242463" y="1306848"/>
                  <a:pt x="1249674" y="1297577"/>
                </a:cubicBezTo>
                <a:cubicBezTo>
                  <a:pt x="1264796" y="1278134"/>
                  <a:pt x="1284508" y="1262742"/>
                  <a:pt x="1301925" y="1245325"/>
                </a:cubicBezTo>
                <a:cubicBezTo>
                  <a:pt x="1307731" y="1239519"/>
                  <a:pt x="1314788" y="1234740"/>
                  <a:pt x="1319343" y="1227908"/>
                </a:cubicBezTo>
                <a:lnTo>
                  <a:pt x="1336760" y="1201783"/>
                </a:lnTo>
                <a:cubicBezTo>
                  <a:pt x="1333857" y="1175657"/>
                  <a:pt x="1332372" y="1149334"/>
                  <a:pt x="1328051" y="1123405"/>
                </a:cubicBezTo>
                <a:cubicBezTo>
                  <a:pt x="1326542" y="1114351"/>
                  <a:pt x="1325834" y="1103771"/>
                  <a:pt x="1319343" y="1097280"/>
                </a:cubicBezTo>
                <a:cubicBezTo>
                  <a:pt x="1312852" y="1090789"/>
                  <a:pt x="1301926" y="1091474"/>
                  <a:pt x="1293217" y="1088571"/>
                </a:cubicBezTo>
                <a:cubicBezTo>
                  <a:pt x="1249449" y="1022917"/>
                  <a:pt x="1270135" y="1065318"/>
                  <a:pt x="1284508" y="914400"/>
                </a:cubicBezTo>
                <a:cubicBezTo>
                  <a:pt x="1285643" y="902485"/>
                  <a:pt x="1288502" y="890566"/>
                  <a:pt x="1293217" y="879565"/>
                </a:cubicBezTo>
                <a:cubicBezTo>
                  <a:pt x="1318757" y="819972"/>
                  <a:pt x="1304666" y="886025"/>
                  <a:pt x="1319343" y="827314"/>
                </a:cubicBezTo>
                <a:cubicBezTo>
                  <a:pt x="1322933" y="812954"/>
                  <a:pt x="1324840" y="798220"/>
                  <a:pt x="1328051" y="783771"/>
                </a:cubicBezTo>
                <a:cubicBezTo>
                  <a:pt x="1330647" y="772087"/>
                  <a:pt x="1333857" y="760548"/>
                  <a:pt x="1336760" y="748937"/>
                </a:cubicBezTo>
                <a:cubicBezTo>
                  <a:pt x="1333857" y="719908"/>
                  <a:pt x="1341098" y="687945"/>
                  <a:pt x="1328051" y="661851"/>
                </a:cubicBezTo>
                <a:cubicBezTo>
                  <a:pt x="1318690" y="643128"/>
                  <a:pt x="1275800" y="627017"/>
                  <a:pt x="1275800" y="627017"/>
                </a:cubicBezTo>
                <a:lnTo>
                  <a:pt x="1258383" y="574765"/>
                </a:lnTo>
                <a:lnTo>
                  <a:pt x="1249674" y="548640"/>
                </a:lnTo>
                <a:cubicBezTo>
                  <a:pt x="1223548" y="568960"/>
                  <a:pt x="1191156" y="583122"/>
                  <a:pt x="1171297" y="609600"/>
                </a:cubicBezTo>
                <a:cubicBezTo>
                  <a:pt x="1162588" y="621211"/>
                  <a:pt x="1155870" y="634626"/>
                  <a:pt x="1145171" y="644434"/>
                </a:cubicBezTo>
                <a:cubicBezTo>
                  <a:pt x="1120773" y="666799"/>
                  <a:pt x="1090198" y="681990"/>
                  <a:pt x="1066794" y="705394"/>
                </a:cubicBezTo>
                <a:cubicBezTo>
                  <a:pt x="1055183" y="717005"/>
                  <a:pt x="1044428" y="729541"/>
                  <a:pt x="1031960" y="740228"/>
                </a:cubicBezTo>
                <a:cubicBezTo>
                  <a:pt x="1010747" y="758411"/>
                  <a:pt x="995704" y="760946"/>
                  <a:pt x="971000" y="775063"/>
                </a:cubicBezTo>
                <a:cubicBezTo>
                  <a:pt x="942709" y="791230"/>
                  <a:pt x="942765" y="794589"/>
                  <a:pt x="918748" y="818605"/>
                </a:cubicBezTo>
                <a:cubicBezTo>
                  <a:pt x="904582" y="846938"/>
                  <a:pt x="892623" y="863218"/>
                  <a:pt x="892623" y="896983"/>
                </a:cubicBezTo>
                <a:cubicBezTo>
                  <a:pt x="892623" y="930519"/>
                  <a:pt x="905327" y="1026074"/>
                  <a:pt x="927457" y="1053737"/>
                </a:cubicBezTo>
                <a:cubicBezTo>
                  <a:pt x="939068" y="1068251"/>
                  <a:pt x="951358" y="1082248"/>
                  <a:pt x="962291" y="1097280"/>
                </a:cubicBezTo>
                <a:cubicBezTo>
                  <a:pt x="974603" y="1114209"/>
                  <a:pt x="983724" y="1133450"/>
                  <a:pt x="997125" y="1149531"/>
                </a:cubicBezTo>
                <a:cubicBezTo>
                  <a:pt x="1012894" y="1168454"/>
                  <a:pt x="1031960" y="1184366"/>
                  <a:pt x="1049377" y="1201783"/>
                </a:cubicBezTo>
                <a:cubicBezTo>
                  <a:pt x="1058086" y="1210491"/>
                  <a:pt x="1068672" y="1217661"/>
                  <a:pt x="1075503" y="1227908"/>
                </a:cubicBezTo>
                <a:cubicBezTo>
                  <a:pt x="1099751" y="1264281"/>
                  <a:pt x="1085519" y="1246633"/>
                  <a:pt x="1119045" y="1280160"/>
                </a:cubicBezTo>
                <a:cubicBezTo>
                  <a:pt x="1147084" y="1364272"/>
                  <a:pt x="1102117" y="1233484"/>
                  <a:pt x="1145171" y="1341120"/>
                </a:cubicBezTo>
                <a:cubicBezTo>
                  <a:pt x="1151989" y="1358166"/>
                  <a:pt x="1156782" y="1375954"/>
                  <a:pt x="1162588" y="1393371"/>
                </a:cubicBezTo>
                <a:lnTo>
                  <a:pt x="1171297" y="1419497"/>
                </a:lnTo>
                <a:lnTo>
                  <a:pt x="1180005" y="1445623"/>
                </a:lnTo>
                <a:cubicBezTo>
                  <a:pt x="1177102" y="1489166"/>
                  <a:pt x="1181881" y="1533915"/>
                  <a:pt x="1171297" y="1576251"/>
                </a:cubicBezTo>
                <a:cubicBezTo>
                  <a:pt x="1168759" y="1586405"/>
                  <a:pt x="1157555" y="1559925"/>
                  <a:pt x="1153880" y="1550125"/>
                </a:cubicBezTo>
                <a:cubicBezTo>
                  <a:pt x="1148683" y="1536266"/>
                  <a:pt x="1149852" y="1520625"/>
                  <a:pt x="1145171" y="1506583"/>
                </a:cubicBezTo>
                <a:cubicBezTo>
                  <a:pt x="1141066" y="1494267"/>
                  <a:pt x="1134195" y="1483020"/>
                  <a:pt x="1127754" y="1471748"/>
                </a:cubicBezTo>
                <a:cubicBezTo>
                  <a:pt x="1118227" y="1455075"/>
                  <a:pt x="1107975" y="1440249"/>
                  <a:pt x="1092920" y="1428205"/>
                </a:cubicBezTo>
                <a:cubicBezTo>
                  <a:pt x="1084747" y="1421667"/>
                  <a:pt x="1074195" y="1418189"/>
                  <a:pt x="1066794" y="1410788"/>
                </a:cubicBezTo>
                <a:cubicBezTo>
                  <a:pt x="1056531" y="1400525"/>
                  <a:pt x="1049377" y="1387565"/>
                  <a:pt x="1040668" y="1375954"/>
                </a:cubicBezTo>
                <a:cubicBezTo>
                  <a:pt x="1037765" y="1367245"/>
                  <a:pt x="1036065" y="1358039"/>
                  <a:pt x="1031960" y="1349828"/>
                </a:cubicBezTo>
                <a:cubicBezTo>
                  <a:pt x="1027279" y="1340467"/>
                  <a:pt x="1015841" y="1334088"/>
                  <a:pt x="1014543" y="1323703"/>
                </a:cubicBezTo>
                <a:cubicBezTo>
                  <a:pt x="1012707" y="1309016"/>
                  <a:pt x="1020040" y="1294609"/>
                  <a:pt x="1023251" y="1280160"/>
                </a:cubicBezTo>
                <a:cubicBezTo>
                  <a:pt x="1030540" y="1247360"/>
                  <a:pt x="1030972" y="1248289"/>
                  <a:pt x="1040668" y="1219200"/>
                </a:cubicBezTo>
                <a:cubicBezTo>
                  <a:pt x="1037765" y="1210491"/>
                  <a:pt x="1038451" y="1199565"/>
                  <a:pt x="1031960" y="1193074"/>
                </a:cubicBezTo>
                <a:cubicBezTo>
                  <a:pt x="1025469" y="1186583"/>
                  <a:pt x="1014045" y="1188470"/>
                  <a:pt x="1005834" y="1184365"/>
                </a:cubicBezTo>
                <a:cubicBezTo>
                  <a:pt x="996473" y="1179684"/>
                  <a:pt x="987585" y="1173840"/>
                  <a:pt x="979708" y="1166948"/>
                </a:cubicBezTo>
                <a:cubicBezTo>
                  <a:pt x="964260" y="1153431"/>
                  <a:pt x="936165" y="1123405"/>
                  <a:pt x="936165" y="1123405"/>
                </a:cubicBezTo>
                <a:cubicBezTo>
                  <a:pt x="915287" y="1060767"/>
                  <a:pt x="940618" y="1138989"/>
                  <a:pt x="918748" y="1062445"/>
                </a:cubicBezTo>
                <a:cubicBezTo>
                  <a:pt x="916226" y="1053619"/>
                  <a:pt x="912943" y="1045028"/>
                  <a:pt x="910040" y="1036320"/>
                </a:cubicBezTo>
                <a:cubicBezTo>
                  <a:pt x="912943" y="984068"/>
                  <a:pt x="913786" y="931662"/>
                  <a:pt x="918748" y="879565"/>
                </a:cubicBezTo>
                <a:cubicBezTo>
                  <a:pt x="919618" y="870427"/>
                  <a:pt x="921722" y="860608"/>
                  <a:pt x="927457" y="853440"/>
                </a:cubicBezTo>
                <a:cubicBezTo>
                  <a:pt x="939734" y="838094"/>
                  <a:pt x="962498" y="833051"/>
                  <a:pt x="979708" y="827314"/>
                </a:cubicBezTo>
                <a:cubicBezTo>
                  <a:pt x="985514" y="818605"/>
                  <a:pt x="995404" y="811512"/>
                  <a:pt x="997125" y="801188"/>
                </a:cubicBezTo>
                <a:cubicBezTo>
                  <a:pt x="998634" y="792134"/>
                  <a:pt x="993140" y="782934"/>
                  <a:pt x="988417" y="775063"/>
                </a:cubicBezTo>
                <a:cubicBezTo>
                  <a:pt x="980143" y="761273"/>
                  <a:pt x="956743" y="748140"/>
                  <a:pt x="944874" y="740228"/>
                </a:cubicBezTo>
                <a:cubicBezTo>
                  <a:pt x="891268" y="659820"/>
                  <a:pt x="959675" y="758729"/>
                  <a:pt x="910040" y="696685"/>
                </a:cubicBezTo>
                <a:cubicBezTo>
                  <a:pt x="903502" y="688512"/>
                  <a:pt x="898429" y="679268"/>
                  <a:pt x="892623" y="670560"/>
                </a:cubicBezTo>
                <a:cubicBezTo>
                  <a:pt x="892824" y="668953"/>
                  <a:pt x="905554" y="559407"/>
                  <a:pt x="910040" y="548640"/>
                </a:cubicBezTo>
                <a:cubicBezTo>
                  <a:pt x="918091" y="529317"/>
                  <a:pt x="935513" y="515111"/>
                  <a:pt x="944874" y="496388"/>
                </a:cubicBezTo>
                <a:cubicBezTo>
                  <a:pt x="966972" y="452193"/>
                  <a:pt x="955090" y="472356"/>
                  <a:pt x="979708" y="435428"/>
                </a:cubicBezTo>
                <a:cubicBezTo>
                  <a:pt x="982611" y="423817"/>
                  <a:pt x="988417" y="412563"/>
                  <a:pt x="988417" y="400594"/>
                </a:cubicBezTo>
                <a:cubicBezTo>
                  <a:pt x="988417" y="286761"/>
                  <a:pt x="987115" y="337765"/>
                  <a:pt x="971000" y="278674"/>
                </a:cubicBezTo>
                <a:cubicBezTo>
                  <a:pt x="964702" y="255580"/>
                  <a:pt x="961153" y="231714"/>
                  <a:pt x="953583" y="209005"/>
                </a:cubicBezTo>
                <a:cubicBezTo>
                  <a:pt x="937303" y="160169"/>
                  <a:pt x="947102" y="191791"/>
                  <a:pt x="927457" y="113211"/>
                </a:cubicBezTo>
                <a:cubicBezTo>
                  <a:pt x="914297" y="60572"/>
                  <a:pt x="922529" y="89722"/>
                  <a:pt x="901331" y="26125"/>
                </a:cubicBezTo>
                <a:lnTo>
                  <a:pt x="892623" y="0"/>
                </a:lnTo>
                <a:cubicBezTo>
                  <a:pt x="886489" y="42939"/>
                  <a:pt x="886404" y="58463"/>
                  <a:pt x="875205" y="95794"/>
                </a:cubicBezTo>
                <a:cubicBezTo>
                  <a:pt x="858793" y="150500"/>
                  <a:pt x="859118" y="136036"/>
                  <a:pt x="849080" y="182880"/>
                </a:cubicBezTo>
                <a:cubicBezTo>
                  <a:pt x="842877" y="211826"/>
                  <a:pt x="844902" y="243487"/>
                  <a:pt x="831663" y="269965"/>
                </a:cubicBezTo>
                <a:cubicBezTo>
                  <a:pt x="819742" y="293805"/>
                  <a:pt x="813241" y="310409"/>
                  <a:pt x="796828" y="330925"/>
                </a:cubicBezTo>
                <a:cubicBezTo>
                  <a:pt x="775231" y="357922"/>
                  <a:pt x="779861" y="338735"/>
                  <a:pt x="761994" y="374468"/>
                </a:cubicBezTo>
                <a:cubicBezTo>
                  <a:pt x="757889" y="382679"/>
                  <a:pt x="757839" y="392624"/>
                  <a:pt x="753285" y="400594"/>
                </a:cubicBezTo>
                <a:cubicBezTo>
                  <a:pt x="746084" y="413196"/>
                  <a:pt x="734852" y="423120"/>
                  <a:pt x="727160" y="435428"/>
                </a:cubicBezTo>
                <a:cubicBezTo>
                  <a:pt x="708186" y="465787"/>
                  <a:pt x="709393" y="471664"/>
                  <a:pt x="701034" y="505097"/>
                </a:cubicBezTo>
                <a:cubicBezTo>
                  <a:pt x="720950" y="963148"/>
                  <a:pt x="701034" y="396766"/>
                  <a:pt x="701034" y="1027611"/>
                </a:cubicBezTo>
                <a:cubicBezTo>
                  <a:pt x="701034" y="1062566"/>
                  <a:pt x="705123" y="1097466"/>
                  <a:pt x="709743" y="1132114"/>
                </a:cubicBezTo>
                <a:cubicBezTo>
                  <a:pt x="710956" y="1141213"/>
                  <a:pt x="712943" y="1150896"/>
                  <a:pt x="718451" y="1158240"/>
                </a:cubicBezTo>
                <a:cubicBezTo>
                  <a:pt x="718459" y="1158250"/>
                  <a:pt x="778825" y="1218613"/>
                  <a:pt x="788120" y="1227908"/>
                </a:cubicBezTo>
                <a:lnTo>
                  <a:pt x="814245" y="1254034"/>
                </a:lnTo>
                <a:cubicBezTo>
                  <a:pt x="820051" y="1259840"/>
                  <a:pt x="824319" y="1267779"/>
                  <a:pt x="831663" y="1271451"/>
                </a:cubicBezTo>
                <a:cubicBezTo>
                  <a:pt x="859882" y="1285561"/>
                  <a:pt x="889734" y="1298321"/>
                  <a:pt x="910040" y="1323703"/>
                </a:cubicBezTo>
                <a:cubicBezTo>
                  <a:pt x="929404" y="1347908"/>
                  <a:pt x="933614" y="1362405"/>
                  <a:pt x="944874" y="1393371"/>
                </a:cubicBezTo>
                <a:cubicBezTo>
                  <a:pt x="951148" y="1410625"/>
                  <a:pt x="962291" y="1445623"/>
                  <a:pt x="962291" y="1445623"/>
                </a:cubicBezTo>
                <a:cubicBezTo>
                  <a:pt x="959388" y="1454331"/>
                  <a:pt x="960751" y="1466014"/>
                  <a:pt x="953583" y="1471748"/>
                </a:cubicBezTo>
                <a:cubicBezTo>
                  <a:pt x="944237" y="1479225"/>
                  <a:pt x="930717" y="1480457"/>
                  <a:pt x="918748" y="1480457"/>
                </a:cubicBezTo>
                <a:cubicBezTo>
                  <a:pt x="867848" y="1480457"/>
                  <a:pt x="834438" y="1472303"/>
                  <a:pt x="788120" y="1463040"/>
                </a:cubicBezTo>
                <a:cubicBezTo>
                  <a:pt x="770703" y="1454331"/>
                  <a:pt x="752963" y="1446239"/>
                  <a:pt x="735868" y="1436914"/>
                </a:cubicBezTo>
                <a:cubicBezTo>
                  <a:pt x="671233" y="1401659"/>
                  <a:pt x="715553" y="1418530"/>
                  <a:pt x="666200" y="1402080"/>
                </a:cubicBezTo>
                <a:cubicBezTo>
                  <a:pt x="657491" y="1396274"/>
                  <a:pt x="648247" y="1391201"/>
                  <a:pt x="640074" y="1384663"/>
                </a:cubicBezTo>
                <a:cubicBezTo>
                  <a:pt x="633663" y="1379534"/>
                  <a:pt x="630708" y="1368855"/>
                  <a:pt x="622657" y="1367245"/>
                </a:cubicBezTo>
                <a:cubicBezTo>
                  <a:pt x="613656" y="1365445"/>
                  <a:pt x="605240" y="1373051"/>
                  <a:pt x="596531" y="1375954"/>
                </a:cubicBezTo>
                <a:cubicBezTo>
                  <a:pt x="571351" y="1401134"/>
                  <a:pt x="556836" y="1413726"/>
                  <a:pt x="535571" y="1445623"/>
                </a:cubicBezTo>
                <a:cubicBezTo>
                  <a:pt x="528370" y="1456425"/>
                  <a:pt x="524595" y="1469186"/>
                  <a:pt x="518154" y="1480457"/>
                </a:cubicBezTo>
                <a:cubicBezTo>
                  <a:pt x="512961" y="1489544"/>
                  <a:pt x="504988" y="1497019"/>
                  <a:pt x="500737" y="1506583"/>
                </a:cubicBezTo>
                <a:cubicBezTo>
                  <a:pt x="493281" y="1523360"/>
                  <a:pt x="489126" y="1541417"/>
                  <a:pt x="483320" y="1558834"/>
                </a:cubicBezTo>
                <a:cubicBezTo>
                  <a:pt x="480417" y="1567543"/>
                  <a:pt x="476837" y="1576054"/>
                  <a:pt x="474611" y="1584960"/>
                </a:cubicBezTo>
                <a:cubicBezTo>
                  <a:pt x="471708" y="1596571"/>
                  <a:pt x="470106" y="1608587"/>
                  <a:pt x="465903" y="1619794"/>
                </a:cubicBezTo>
                <a:cubicBezTo>
                  <a:pt x="461345" y="1631949"/>
                  <a:pt x="453758" y="1642765"/>
                  <a:pt x="448485" y="1654628"/>
                </a:cubicBezTo>
                <a:cubicBezTo>
                  <a:pt x="429819" y="1696625"/>
                  <a:pt x="435092" y="1695483"/>
                  <a:pt x="413651" y="1733005"/>
                </a:cubicBezTo>
                <a:cubicBezTo>
                  <a:pt x="408458" y="1742092"/>
                  <a:pt x="403187" y="1751308"/>
                  <a:pt x="396234" y="1759131"/>
                </a:cubicBezTo>
                <a:cubicBezTo>
                  <a:pt x="379870" y="1777541"/>
                  <a:pt x="361400" y="1793966"/>
                  <a:pt x="343983" y="1811383"/>
                </a:cubicBezTo>
                <a:lnTo>
                  <a:pt x="291731" y="1863634"/>
                </a:lnTo>
                <a:cubicBezTo>
                  <a:pt x="283022" y="1872343"/>
                  <a:pt x="275852" y="1882928"/>
                  <a:pt x="265605" y="1889760"/>
                </a:cubicBezTo>
                <a:cubicBezTo>
                  <a:pt x="256897" y="1895566"/>
                  <a:pt x="247303" y="1900224"/>
                  <a:pt x="239480" y="1907177"/>
                </a:cubicBezTo>
                <a:cubicBezTo>
                  <a:pt x="221070" y="1923541"/>
                  <a:pt x="187228" y="1959428"/>
                  <a:pt x="187228" y="1959428"/>
                </a:cubicBezTo>
                <a:lnTo>
                  <a:pt x="169811" y="2011680"/>
                </a:lnTo>
                <a:lnTo>
                  <a:pt x="161103" y="2037805"/>
                </a:lnTo>
                <a:cubicBezTo>
                  <a:pt x="158200" y="2072639"/>
                  <a:pt x="156730" y="2107623"/>
                  <a:pt x="152394" y="2142308"/>
                </a:cubicBezTo>
                <a:cubicBezTo>
                  <a:pt x="150909" y="2154185"/>
                  <a:pt x="147470" y="2165788"/>
                  <a:pt x="143685" y="2177143"/>
                </a:cubicBezTo>
                <a:cubicBezTo>
                  <a:pt x="136221" y="2199534"/>
                  <a:pt x="120988" y="2234279"/>
                  <a:pt x="108851" y="2255520"/>
                </a:cubicBezTo>
                <a:cubicBezTo>
                  <a:pt x="103658" y="2264607"/>
                  <a:pt x="96627" y="2272558"/>
                  <a:pt x="91434" y="2281645"/>
                </a:cubicBezTo>
                <a:cubicBezTo>
                  <a:pt x="84993" y="2292917"/>
                  <a:pt x="80458" y="2305208"/>
                  <a:pt x="74017" y="2316480"/>
                </a:cubicBezTo>
                <a:cubicBezTo>
                  <a:pt x="39928" y="2376136"/>
                  <a:pt x="73506" y="2314259"/>
                  <a:pt x="39183" y="2360023"/>
                </a:cubicBezTo>
                <a:cubicBezTo>
                  <a:pt x="26623" y="2376769"/>
                  <a:pt x="-13069" y="2423885"/>
                  <a:pt x="4348" y="2412274"/>
                </a:cubicBezTo>
                <a:cubicBezTo>
                  <a:pt x="94740" y="2352014"/>
                  <a:pt x="-45201" y="2443746"/>
                  <a:pt x="65308" y="2377440"/>
                </a:cubicBezTo>
                <a:cubicBezTo>
                  <a:pt x="83258" y="2366670"/>
                  <a:pt x="100143" y="2354217"/>
                  <a:pt x="117560" y="2342605"/>
                </a:cubicBezTo>
                <a:cubicBezTo>
                  <a:pt x="126268" y="2336799"/>
                  <a:pt x="135312" y="2331468"/>
                  <a:pt x="143685" y="2325188"/>
                </a:cubicBezTo>
                <a:cubicBezTo>
                  <a:pt x="155297" y="2316480"/>
                  <a:pt x="167672" y="2308706"/>
                  <a:pt x="178520" y="2299063"/>
                </a:cubicBezTo>
                <a:cubicBezTo>
                  <a:pt x="193862" y="2285426"/>
                  <a:pt x="222063" y="2255520"/>
                  <a:pt x="222063" y="2255520"/>
                </a:cubicBezTo>
                <a:cubicBezTo>
                  <a:pt x="227869" y="2243908"/>
                  <a:pt x="234207" y="2232548"/>
                  <a:pt x="239480" y="2220685"/>
                </a:cubicBezTo>
                <a:cubicBezTo>
                  <a:pt x="245829" y="2206400"/>
                  <a:pt x="249906" y="2191125"/>
                  <a:pt x="256897" y="2177143"/>
                </a:cubicBezTo>
                <a:cubicBezTo>
                  <a:pt x="261578" y="2167782"/>
                  <a:pt x="269121" y="2160104"/>
                  <a:pt x="274314" y="2151017"/>
                </a:cubicBezTo>
                <a:cubicBezTo>
                  <a:pt x="280755" y="2139746"/>
                  <a:pt x="286459" y="2128046"/>
                  <a:pt x="291731" y="2116183"/>
                </a:cubicBezTo>
                <a:cubicBezTo>
                  <a:pt x="298080" y="2101898"/>
                  <a:pt x="302799" y="2086925"/>
                  <a:pt x="309148" y="2072640"/>
                </a:cubicBezTo>
                <a:cubicBezTo>
                  <a:pt x="314420" y="2060777"/>
                  <a:pt x="321451" y="2049737"/>
                  <a:pt x="326565" y="2037805"/>
                </a:cubicBezTo>
                <a:cubicBezTo>
                  <a:pt x="330181" y="2029368"/>
                  <a:pt x="331658" y="2020117"/>
                  <a:pt x="335274" y="2011680"/>
                </a:cubicBezTo>
                <a:cubicBezTo>
                  <a:pt x="340388" y="1999748"/>
                  <a:pt x="346012" y="1987977"/>
                  <a:pt x="352691" y="1976845"/>
                </a:cubicBezTo>
                <a:cubicBezTo>
                  <a:pt x="363461" y="1958895"/>
                  <a:pt x="380905" y="1944452"/>
                  <a:pt x="387525" y="1924594"/>
                </a:cubicBezTo>
                <a:cubicBezTo>
                  <a:pt x="390428" y="1915885"/>
                  <a:pt x="391679" y="1906438"/>
                  <a:pt x="396234" y="1898468"/>
                </a:cubicBezTo>
                <a:cubicBezTo>
                  <a:pt x="403435" y="1885866"/>
                  <a:pt x="412097" y="1873897"/>
                  <a:pt x="422360" y="1863634"/>
                </a:cubicBezTo>
                <a:cubicBezTo>
                  <a:pt x="429761" y="1856233"/>
                  <a:pt x="439398" y="1851410"/>
                  <a:pt x="448485" y="1846217"/>
                </a:cubicBezTo>
                <a:cubicBezTo>
                  <a:pt x="472440" y="1832528"/>
                  <a:pt x="501203" y="1820714"/>
                  <a:pt x="526863" y="1811383"/>
                </a:cubicBezTo>
                <a:cubicBezTo>
                  <a:pt x="544117" y="1805109"/>
                  <a:pt x="579114" y="1793965"/>
                  <a:pt x="579114" y="1793965"/>
                </a:cubicBezTo>
                <a:cubicBezTo>
                  <a:pt x="590725" y="1785257"/>
                  <a:pt x="602137" y="1776276"/>
                  <a:pt x="613948" y="1767840"/>
                </a:cubicBezTo>
                <a:cubicBezTo>
                  <a:pt x="635075" y="1752750"/>
                  <a:pt x="641954" y="1752426"/>
                  <a:pt x="657491" y="1733005"/>
                </a:cubicBezTo>
                <a:cubicBezTo>
                  <a:pt x="664029" y="1724832"/>
                  <a:pt x="668208" y="1714920"/>
                  <a:pt x="674908" y="1706880"/>
                </a:cubicBezTo>
                <a:cubicBezTo>
                  <a:pt x="682793" y="1697419"/>
                  <a:pt x="693150" y="1690215"/>
                  <a:pt x="701034" y="1680754"/>
                </a:cubicBezTo>
                <a:cubicBezTo>
                  <a:pt x="707734" y="1672713"/>
                  <a:pt x="711559" y="1662505"/>
                  <a:pt x="718451" y="1654628"/>
                </a:cubicBezTo>
                <a:cubicBezTo>
                  <a:pt x="754112" y="1613873"/>
                  <a:pt x="752708" y="1617276"/>
                  <a:pt x="788120" y="1593668"/>
                </a:cubicBezTo>
                <a:cubicBezTo>
                  <a:pt x="906514" y="1600633"/>
                  <a:pt x="923146" y="1594768"/>
                  <a:pt x="1023251" y="1619794"/>
                </a:cubicBezTo>
                <a:lnTo>
                  <a:pt x="1092920" y="1637211"/>
                </a:lnTo>
                <a:cubicBezTo>
                  <a:pt x="1078406" y="1640114"/>
                  <a:pt x="1063826" y="1642709"/>
                  <a:pt x="1049377" y="1645920"/>
                </a:cubicBezTo>
                <a:cubicBezTo>
                  <a:pt x="1037693" y="1648516"/>
                  <a:pt x="1026246" y="1652120"/>
                  <a:pt x="1014543" y="1654628"/>
                </a:cubicBezTo>
                <a:cubicBezTo>
                  <a:pt x="975879" y="1662913"/>
                  <a:pt x="898042" y="1676045"/>
                  <a:pt x="857788" y="1689463"/>
                </a:cubicBezTo>
                <a:lnTo>
                  <a:pt x="805537" y="1706880"/>
                </a:lnTo>
                <a:cubicBezTo>
                  <a:pt x="796828" y="1709783"/>
                  <a:pt x="787934" y="1712179"/>
                  <a:pt x="779411" y="1715588"/>
                </a:cubicBezTo>
                <a:lnTo>
                  <a:pt x="735868" y="1733005"/>
                </a:lnTo>
                <a:cubicBezTo>
                  <a:pt x="730062" y="1738811"/>
                  <a:pt x="723580" y="1744012"/>
                  <a:pt x="718451" y="1750423"/>
                </a:cubicBezTo>
                <a:cubicBezTo>
                  <a:pt x="711913" y="1758596"/>
                  <a:pt x="707117" y="1768031"/>
                  <a:pt x="701034" y="1776548"/>
                </a:cubicBezTo>
                <a:cubicBezTo>
                  <a:pt x="692598" y="1788359"/>
                  <a:pt x="683617" y="1799771"/>
                  <a:pt x="674908" y="1811383"/>
                </a:cubicBezTo>
                <a:cubicBezTo>
                  <a:pt x="670806" y="1827793"/>
                  <a:pt x="658412" y="1875025"/>
                  <a:pt x="657491" y="1889760"/>
                </a:cubicBezTo>
                <a:cubicBezTo>
                  <a:pt x="652599" y="1968038"/>
                  <a:pt x="653134" y="2046581"/>
                  <a:pt x="648783" y="2124891"/>
                </a:cubicBezTo>
                <a:cubicBezTo>
                  <a:pt x="643499" y="2220003"/>
                  <a:pt x="649430" y="2177864"/>
                  <a:pt x="622657" y="2238103"/>
                </a:cubicBezTo>
                <a:cubicBezTo>
                  <a:pt x="616308" y="2252388"/>
                  <a:pt x="614204" y="2268839"/>
                  <a:pt x="605240" y="2281645"/>
                </a:cubicBezTo>
                <a:cubicBezTo>
                  <a:pt x="593469" y="2298461"/>
                  <a:pt x="576211" y="2310674"/>
                  <a:pt x="561697" y="2325188"/>
                </a:cubicBezTo>
                <a:cubicBezTo>
                  <a:pt x="550086" y="2336800"/>
                  <a:pt x="540526" y="2350914"/>
                  <a:pt x="526863" y="2360023"/>
                </a:cubicBezTo>
                <a:cubicBezTo>
                  <a:pt x="490490" y="2384271"/>
                  <a:pt x="508138" y="2370039"/>
                  <a:pt x="474611" y="2403565"/>
                </a:cubicBezTo>
                <a:cubicBezTo>
                  <a:pt x="464703" y="2423381"/>
                  <a:pt x="448485" y="2449522"/>
                  <a:pt x="448485" y="2473234"/>
                </a:cubicBezTo>
                <a:cubicBezTo>
                  <a:pt x="448485" y="2482414"/>
                  <a:pt x="449948" y="2493724"/>
                  <a:pt x="457194" y="2499360"/>
                </a:cubicBezTo>
                <a:cubicBezTo>
                  <a:pt x="495264" y="2528970"/>
                  <a:pt x="521175" y="2532772"/>
                  <a:pt x="561697" y="2542903"/>
                </a:cubicBezTo>
                <a:cubicBezTo>
                  <a:pt x="570406" y="2548709"/>
                  <a:pt x="577499" y="2562041"/>
                  <a:pt x="587823" y="2560320"/>
                </a:cubicBezTo>
                <a:cubicBezTo>
                  <a:pt x="599971" y="2558295"/>
                  <a:pt x="606064" y="2543655"/>
                  <a:pt x="613948" y="2534194"/>
                </a:cubicBezTo>
                <a:cubicBezTo>
                  <a:pt x="629316" y="2515752"/>
                  <a:pt x="634414" y="2494369"/>
                  <a:pt x="657491" y="2481943"/>
                </a:cubicBezTo>
                <a:cubicBezTo>
                  <a:pt x="685019" y="2467120"/>
                  <a:pt x="714245" y="2454690"/>
                  <a:pt x="744577" y="2447108"/>
                </a:cubicBezTo>
                <a:cubicBezTo>
                  <a:pt x="829529" y="2425871"/>
                  <a:pt x="723452" y="2451802"/>
                  <a:pt x="822954" y="2429691"/>
                </a:cubicBezTo>
                <a:cubicBezTo>
                  <a:pt x="834638" y="2427095"/>
                  <a:pt x="846177" y="2423886"/>
                  <a:pt x="857788" y="2420983"/>
                </a:cubicBezTo>
                <a:cubicBezTo>
                  <a:pt x="865799" y="2412971"/>
                  <a:pt x="892074" y="2388972"/>
                  <a:pt x="892623" y="2377440"/>
                </a:cubicBezTo>
                <a:cubicBezTo>
                  <a:pt x="897388" y="2277377"/>
                  <a:pt x="890135" y="2251786"/>
                  <a:pt x="875205" y="2177143"/>
                </a:cubicBezTo>
                <a:cubicBezTo>
                  <a:pt x="878108" y="2075543"/>
                  <a:pt x="879191" y="1973875"/>
                  <a:pt x="883914" y="1872343"/>
                </a:cubicBezTo>
                <a:cubicBezTo>
                  <a:pt x="885681" y="1834361"/>
                  <a:pt x="891257" y="1803101"/>
                  <a:pt x="901331" y="1767840"/>
                </a:cubicBezTo>
                <a:cubicBezTo>
                  <a:pt x="903853" y="1759013"/>
                  <a:pt x="904948" y="1749352"/>
                  <a:pt x="910040" y="1741714"/>
                </a:cubicBezTo>
                <a:cubicBezTo>
                  <a:pt x="916871" y="1731467"/>
                  <a:pt x="927457" y="1724297"/>
                  <a:pt x="936165" y="1715588"/>
                </a:cubicBezTo>
                <a:cubicBezTo>
                  <a:pt x="988417" y="1718491"/>
                  <a:pt x="1040769" y="1719951"/>
                  <a:pt x="1092920" y="1724297"/>
                </a:cubicBezTo>
                <a:cubicBezTo>
                  <a:pt x="1117078" y="1726310"/>
                  <a:pt x="1155086" y="1734594"/>
                  <a:pt x="1180005" y="1741714"/>
                </a:cubicBezTo>
                <a:cubicBezTo>
                  <a:pt x="1188832" y="1744236"/>
                  <a:pt x="1197422" y="1747520"/>
                  <a:pt x="1206131" y="1750423"/>
                </a:cubicBezTo>
                <a:cubicBezTo>
                  <a:pt x="1209034" y="1759131"/>
                  <a:pt x="1214840" y="1767369"/>
                  <a:pt x="1214840" y="1776548"/>
                </a:cubicBezTo>
                <a:cubicBezTo>
                  <a:pt x="1214840" y="1790366"/>
                  <a:pt x="1200781" y="1839256"/>
                  <a:pt x="1197423" y="1854925"/>
                </a:cubicBezTo>
                <a:cubicBezTo>
                  <a:pt x="1191220" y="1883871"/>
                  <a:pt x="1180005" y="1942011"/>
                  <a:pt x="1180005" y="1942011"/>
                </a:cubicBezTo>
                <a:cubicBezTo>
                  <a:pt x="1184346" y="2054859"/>
                  <a:pt x="1185085" y="2161892"/>
                  <a:pt x="1197423" y="2272937"/>
                </a:cubicBezTo>
                <a:cubicBezTo>
                  <a:pt x="1199373" y="2290486"/>
                  <a:pt x="1203446" y="2307736"/>
                  <a:pt x="1206131" y="2325188"/>
                </a:cubicBezTo>
                <a:cubicBezTo>
                  <a:pt x="1209252" y="2345476"/>
                  <a:pt x="1211719" y="2365860"/>
                  <a:pt x="1214840" y="2386148"/>
                </a:cubicBezTo>
                <a:cubicBezTo>
                  <a:pt x="1217525" y="2403600"/>
                  <a:pt x="1220863" y="2420948"/>
                  <a:pt x="1223548" y="2438400"/>
                </a:cubicBezTo>
                <a:cubicBezTo>
                  <a:pt x="1226669" y="2458688"/>
                  <a:pt x="1229056" y="2479085"/>
                  <a:pt x="1232257" y="2499360"/>
                </a:cubicBezTo>
                <a:cubicBezTo>
                  <a:pt x="1237765" y="2534243"/>
                  <a:pt x="1243868" y="2569029"/>
                  <a:pt x="1249674" y="2603863"/>
                </a:cubicBezTo>
                <a:cubicBezTo>
                  <a:pt x="1252577" y="2621280"/>
                  <a:pt x="1255886" y="2638634"/>
                  <a:pt x="1258383" y="2656114"/>
                </a:cubicBezTo>
                <a:cubicBezTo>
                  <a:pt x="1261286" y="2676434"/>
                  <a:pt x="1263717" y="2696827"/>
                  <a:pt x="1267091" y="2717074"/>
                </a:cubicBezTo>
                <a:cubicBezTo>
                  <a:pt x="1276012" y="2770601"/>
                  <a:pt x="1277245" y="2754761"/>
                  <a:pt x="1284508" y="2812868"/>
                </a:cubicBezTo>
                <a:cubicBezTo>
                  <a:pt x="1291029" y="2865035"/>
                  <a:pt x="1295404" y="2917456"/>
                  <a:pt x="1301925" y="2969623"/>
                </a:cubicBezTo>
                <a:cubicBezTo>
                  <a:pt x="1314970" y="3073976"/>
                  <a:pt x="1308690" y="3015968"/>
                  <a:pt x="1319343" y="3143794"/>
                </a:cubicBezTo>
                <a:cubicBezTo>
                  <a:pt x="1313189" y="3199178"/>
                  <a:pt x="1324110" y="3221803"/>
                  <a:pt x="1284508" y="3257005"/>
                </a:cubicBezTo>
                <a:cubicBezTo>
                  <a:pt x="1268863" y="3270912"/>
                  <a:pt x="1252116" y="3285221"/>
                  <a:pt x="1232257" y="3291840"/>
                </a:cubicBezTo>
                <a:lnTo>
                  <a:pt x="1180005" y="3309257"/>
                </a:lnTo>
                <a:cubicBezTo>
                  <a:pt x="1171297" y="3317966"/>
                  <a:pt x="1163341" y="3327499"/>
                  <a:pt x="1153880" y="3335383"/>
                </a:cubicBezTo>
                <a:cubicBezTo>
                  <a:pt x="1145839" y="3342084"/>
                  <a:pt x="1134293" y="3344627"/>
                  <a:pt x="1127754" y="3352800"/>
                </a:cubicBezTo>
                <a:cubicBezTo>
                  <a:pt x="1122019" y="3359968"/>
                  <a:pt x="1121948" y="3370217"/>
                  <a:pt x="1119045" y="3378925"/>
                </a:cubicBezTo>
                <a:cubicBezTo>
                  <a:pt x="1116142" y="3396342"/>
                  <a:pt x="1113800" y="3413862"/>
                  <a:pt x="1110337" y="3431177"/>
                </a:cubicBezTo>
                <a:cubicBezTo>
                  <a:pt x="1107990" y="3442913"/>
                  <a:pt x="1090923" y="3471364"/>
                  <a:pt x="1101628" y="3466011"/>
                </a:cubicBezTo>
                <a:cubicBezTo>
                  <a:pt x="1127331" y="3453159"/>
                  <a:pt x="1139598" y="3422293"/>
                  <a:pt x="1162588" y="3405051"/>
                </a:cubicBezTo>
                <a:cubicBezTo>
                  <a:pt x="1174200" y="3396342"/>
                  <a:pt x="1185346" y="3386976"/>
                  <a:pt x="1197423" y="3378925"/>
                </a:cubicBezTo>
                <a:cubicBezTo>
                  <a:pt x="1211506" y="3369536"/>
                  <a:pt x="1227192" y="3362638"/>
                  <a:pt x="1240965" y="3352800"/>
                </a:cubicBezTo>
                <a:cubicBezTo>
                  <a:pt x="1247646" y="3348028"/>
                  <a:pt x="1251039" y="3339055"/>
                  <a:pt x="1258383" y="3335383"/>
                </a:cubicBezTo>
                <a:cubicBezTo>
                  <a:pt x="1269088" y="3330030"/>
                  <a:pt x="1281606" y="3329577"/>
                  <a:pt x="1293217" y="3326674"/>
                </a:cubicBezTo>
                <a:cubicBezTo>
                  <a:pt x="1301926" y="3320868"/>
                  <a:pt x="1309982" y="3313938"/>
                  <a:pt x="1319343" y="3309257"/>
                </a:cubicBezTo>
                <a:cubicBezTo>
                  <a:pt x="1339983" y="3298937"/>
                  <a:pt x="1362565" y="3290548"/>
                  <a:pt x="1336760" y="3326674"/>
                </a:cubicBezTo>
                <a:cubicBezTo>
                  <a:pt x="1317564" y="3353549"/>
                  <a:pt x="1300904" y="3362189"/>
                  <a:pt x="1275800" y="3378925"/>
                </a:cubicBezTo>
                <a:cubicBezTo>
                  <a:pt x="1258311" y="3405159"/>
                  <a:pt x="1254221" y="3408954"/>
                  <a:pt x="1240965" y="3439885"/>
                </a:cubicBezTo>
                <a:cubicBezTo>
                  <a:pt x="1232021" y="3460754"/>
                  <a:pt x="1229857" y="3478764"/>
                  <a:pt x="1223548" y="3500845"/>
                </a:cubicBezTo>
                <a:cubicBezTo>
                  <a:pt x="1221026" y="3509671"/>
                  <a:pt x="1206630" y="3522866"/>
                  <a:pt x="1214840" y="3526971"/>
                </a:cubicBezTo>
                <a:cubicBezTo>
                  <a:pt x="1224201" y="3531652"/>
                  <a:pt x="1232257" y="3515360"/>
                  <a:pt x="1240965" y="3509554"/>
                </a:cubicBezTo>
                <a:cubicBezTo>
                  <a:pt x="1246771" y="3500845"/>
                  <a:pt x="1252299" y="3491945"/>
                  <a:pt x="1258383" y="3483428"/>
                </a:cubicBezTo>
                <a:cubicBezTo>
                  <a:pt x="1266819" y="3471617"/>
                  <a:pt x="1276659" y="3460803"/>
                  <a:pt x="1284508" y="3448594"/>
                </a:cubicBezTo>
                <a:cubicBezTo>
                  <a:pt x="1322260" y="3389869"/>
                  <a:pt x="1325867" y="3371095"/>
                  <a:pt x="1362885" y="3326674"/>
                </a:cubicBezTo>
                <a:cubicBezTo>
                  <a:pt x="1368141" y="3320366"/>
                  <a:pt x="1374497" y="3315063"/>
                  <a:pt x="1380303" y="3309257"/>
                </a:cubicBezTo>
                <a:cubicBezTo>
                  <a:pt x="1383206" y="3300548"/>
                  <a:pt x="1381373" y="3278039"/>
                  <a:pt x="1389011" y="3283131"/>
                </a:cubicBezTo>
                <a:cubicBezTo>
                  <a:pt x="1402018" y="3291802"/>
                  <a:pt x="1402315" y="3311592"/>
                  <a:pt x="1406428" y="3326674"/>
                </a:cubicBezTo>
                <a:cubicBezTo>
                  <a:pt x="1411074" y="3343709"/>
                  <a:pt x="1412452" y="3361473"/>
                  <a:pt x="1415137" y="3378925"/>
                </a:cubicBezTo>
                <a:cubicBezTo>
                  <a:pt x="1417349" y="3393302"/>
                  <a:pt x="1428207" y="3474748"/>
                  <a:pt x="1432554" y="3492137"/>
                </a:cubicBezTo>
                <a:cubicBezTo>
                  <a:pt x="1437007" y="3509948"/>
                  <a:pt x="1449971" y="3544388"/>
                  <a:pt x="1449971" y="3544388"/>
                </a:cubicBezTo>
                <a:cubicBezTo>
                  <a:pt x="1452874" y="3526971"/>
                  <a:pt x="1456979" y="3509712"/>
                  <a:pt x="1458680" y="3492137"/>
                </a:cubicBezTo>
                <a:cubicBezTo>
                  <a:pt x="1465693" y="3419672"/>
                  <a:pt x="1476097" y="3274423"/>
                  <a:pt x="1476097" y="3274423"/>
                </a:cubicBezTo>
                <a:cubicBezTo>
                  <a:pt x="1484806" y="3280229"/>
                  <a:pt x="1495412" y="3283893"/>
                  <a:pt x="1502223" y="3291840"/>
                </a:cubicBezTo>
                <a:cubicBezTo>
                  <a:pt x="1513238" y="3304691"/>
                  <a:pt x="1520778" y="3320244"/>
                  <a:pt x="1528348" y="3335383"/>
                </a:cubicBezTo>
                <a:cubicBezTo>
                  <a:pt x="1548078" y="3374844"/>
                  <a:pt x="1552045" y="3404044"/>
                  <a:pt x="1563183" y="3448594"/>
                </a:cubicBezTo>
                <a:cubicBezTo>
                  <a:pt x="1566086" y="3460205"/>
                  <a:pt x="1568106" y="3472074"/>
                  <a:pt x="1571891" y="3483428"/>
                </a:cubicBezTo>
                <a:lnTo>
                  <a:pt x="1580600" y="3509554"/>
                </a:lnTo>
                <a:cubicBezTo>
                  <a:pt x="1583503" y="3529874"/>
                  <a:pt x="1609834" y="3570514"/>
                  <a:pt x="1589308" y="3570514"/>
                </a:cubicBezTo>
                <a:cubicBezTo>
                  <a:pt x="1568175" y="3570514"/>
                  <a:pt x="1576319" y="3530218"/>
                  <a:pt x="1571891" y="3509554"/>
                </a:cubicBezTo>
                <a:cubicBezTo>
                  <a:pt x="1567590" y="3489483"/>
                  <a:pt x="1566750" y="3468808"/>
                  <a:pt x="1563183" y="3448594"/>
                </a:cubicBezTo>
                <a:cubicBezTo>
                  <a:pt x="1558038" y="3419441"/>
                  <a:pt x="1550382" y="3390749"/>
                  <a:pt x="1545765" y="3361508"/>
                </a:cubicBezTo>
                <a:cubicBezTo>
                  <a:pt x="1541665" y="3335543"/>
                  <a:pt x="1542212" y="3308907"/>
                  <a:pt x="1537057" y="3283131"/>
                </a:cubicBezTo>
                <a:cubicBezTo>
                  <a:pt x="1533457" y="3265128"/>
                  <a:pt x="1525446" y="3248297"/>
                  <a:pt x="1519640" y="3230880"/>
                </a:cubicBezTo>
                <a:cubicBezTo>
                  <a:pt x="1522543" y="3219268"/>
                  <a:pt x="1516379" y="3196045"/>
                  <a:pt x="1528348" y="3196045"/>
                </a:cubicBezTo>
                <a:cubicBezTo>
                  <a:pt x="1544769" y="3196045"/>
                  <a:pt x="1551571" y="3219268"/>
                  <a:pt x="1563183" y="3230880"/>
                </a:cubicBezTo>
                <a:cubicBezTo>
                  <a:pt x="1577697" y="3245394"/>
                  <a:pt x="1595339" y="3257344"/>
                  <a:pt x="1606725" y="3274423"/>
                </a:cubicBezTo>
                <a:cubicBezTo>
                  <a:pt x="1634368" y="3315887"/>
                  <a:pt x="1641125" y="3321340"/>
                  <a:pt x="1658977" y="3361508"/>
                </a:cubicBezTo>
                <a:cubicBezTo>
                  <a:pt x="1689550" y="3430298"/>
                  <a:pt x="1666076" y="3378829"/>
                  <a:pt x="1685103" y="3448594"/>
                </a:cubicBezTo>
                <a:cubicBezTo>
                  <a:pt x="1689934" y="3466306"/>
                  <a:pt x="1698068" y="3483034"/>
                  <a:pt x="1702520" y="3500845"/>
                </a:cubicBezTo>
                <a:lnTo>
                  <a:pt x="1711228" y="3535680"/>
                </a:lnTo>
                <a:cubicBezTo>
                  <a:pt x="1714131" y="3561806"/>
                  <a:pt x="1719937" y="3640343"/>
                  <a:pt x="1719937" y="3614057"/>
                </a:cubicBezTo>
                <a:cubicBezTo>
                  <a:pt x="1719937" y="3532384"/>
                  <a:pt x="1710822" y="3532429"/>
                  <a:pt x="1702520" y="3466011"/>
                </a:cubicBezTo>
                <a:cubicBezTo>
                  <a:pt x="1692498" y="3385831"/>
                  <a:pt x="1700936" y="3399508"/>
                  <a:pt x="1685103" y="3344091"/>
                </a:cubicBezTo>
                <a:cubicBezTo>
                  <a:pt x="1679437" y="3324260"/>
                  <a:pt x="1674243" y="3307106"/>
                  <a:pt x="1658977" y="3291840"/>
                </a:cubicBezTo>
                <a:cubicBezTo>
                  <a:pt x="1613709" y="3246573"/>
                  <a:pt x="1649909" y="3300099"/>
                  <a:pt x="1615434" y="3257005"/>
                </a:cubicBezTo>
                <a:cubicBezTo>
                  <a:pt x="1608896" y="3248832"/>
                  <a:pt x="1606190" y="3237418"/>
                  <a:pt x="1598017" y="3230880"/>
                </a:cubicBezTo>
                <a:cubicBezTo>
                  <a:pt x="1590849" y="3225145"/>
                  <a:pt x="1580946" y="3223680"/>
                  <a:pt x="1571891" y="3222171"/>
                </a:cubicBezTo>
                <a:cubicBezTo>
                  <a:pt x="1510026" y="3211860"/>
                  <a:pt x="1508028" y="3264263"/>
                  <a:pt x="1493514" y="3230880"/>
                </a:cubicBezTo>
                <a:close/>
              </a:path>
            </a:pathLst>
          </a:custGeom>
          <a:gradFill flip="none" rotWithShape="1">
            <a:gsLst>
              <a:gs pos="53000">
                <a:srgbClr val="CFB64E"/>
              </a:gs>
              <a:gs pos="82000">
                <a:srgbClr val="AB913D"/>
              </a:gs>
              <a:gs pos="40000">
                <a:srgbClr val="B57F39"/>
              </a:gs>
              <a:gs pos="67000">
                <a:srgbClr val="191916"/>
              </a:gs>
              <a:gs pos="62000">
                <a:srgbClr val="F3DA5E"/>
              </a:gs>
              <a:gs pos="19000">
                <a:srgbClr val="8E3C15"/>
              </a:gs>
            </a:gsLst>
            <a:lin ang="3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52" name="Freeform 8151">
            <a:extLst>
              <a:ext uri="{FF2B5EF4-FFF2-40B4-BE49-F238E27FC236}">
                <a16:creationId xmlns:a16="http://schemas.microsoft.com/office/drawing/2014/main" id="{17708768-13E0-8A55-DC8A-BE4F37D1958C}"/>
              </a:ext>
            </a:extLst>
          </p:cNvPr>
          <p:cNvSpPr/>
          <p:nvPr/>
        </p:nvSpPr>
        <p:spPr>
          <a:xfrm>
            <a:off x="358933" y="6573014"/>
            <a:ext cx="6400800" cy="3270857"/>
          </a:xfrm>
          <a:custGeom>
            <a:avLst/>
            <a:gdLst>
              <a:gd name="connsiteX0" fmla="*/ 0 w 6400800"/>
              <a:gd name="connsiteY0" fmla="*/ 0 h 3270857"/>
              <a:gd name="connsiteX1" fmla="*/ 0 w 6400800"/>
              <a:gd name="connsiteY1" fmla="*/ 545143 h 3270857"/>
              <a:gd name="connsiteX2" fmla="*/ 0 w 6400800"/>
              <a:gd name="connsiteY2" fmla="*/ 1122994 h 3270857"/>
              <a:gd name="connsiteX3" fmla="*/ 0 w 6400800"/>
              <a:gd name="connsiteY3" fmla="*/ 1602720 h 3270857"/>
              <a:gd name="connsiteX4" fmla="*/ 0 w 6400800"/>
              <a:gd name="connsiteY4" fmla="*/ 2147863 h 3270857"/>
              <a:gd name="connsiteX5" fmla="*/ 0 w 6400800"/>
              <a:gd name="connsiteY5" fmla="*/ 2594880 h 3270857"/>
              <a:gd name="connsiteX6" fmla="*/ 0 w 6400800"/>
              <a:gd name="connsiteY6" fmla="*/ 3270857 h 3270857"/>
              <a:gd name="connsiteX7" fmla="*/ 581891 w 6400800"/>
              <a:gd name="connsiteY7" fmla="*/ 3270857 h 3270857"/>
              <a:gd name="connsiteX8" fmla="*/ 1227790 w 6400800"/>
              <a:gd name="connsiteY8" fmla="*/ 3270857 h 3270857"/>
              <a:gd name="connsiteX9" fmla="*/ 1873689 w 6400800"/>
              <a:gd name="connsiteY9" fmla="*/ 3270857 h 3270857"/>
              <a:gd name="connsiteX10" fmla="*/ 2327564 w 6400800"/>
              <a:gd name="connsiteY10" fmla="*/ 3270857 h 3270857"/>
              <a:gd name="connsiteX11" fmla="*/ 3037471 w 6400800"/>
              <a:gd name="connsiteY11" fmla="*/ 3270857 h 3270857"/>
              <a:gd name="connsiteX12" fmla="*/ 3619361 w 6400800"/>
              <a:gd name="connsiteY12" fmla="*/ 3270857 h 3270857"/>
              <a:gd name="connsiteX13" fmla="*/ 4009228 w 6400800"/>
              <a:gd name="connsiteY13" fmla="*/ 3270857 h 3270857"/>
              <a:gd name="connsiteX14" fmla="*/ 4591119 w 6400800"/>
              <a:gd name="connsiteY14" fmla="*/ 3270857 h 3270857"/>
              <a:gd name="connsiteX15" fmla="*/ 5109002 w 6400800"/>
              <a:gd name="connsiteY15" fmla="*/ 3270857 h 3270857"/>
              <a:gd name="connsiteX16" fmla="*/ 5626885 w 6400800"/>
              <a:gd name="connsiteY16" fmla="*/ 3270857 h 3270857"/>
              <a:gd name="connsiteX17" fmla="*/ 6400800 w 6400800"/>
              <a:gd name="connsiteY17" fmla="*/ 3270857 h 3270857"/>
              <a:gd name="connsiteX18" fmla="*/ 6107246 w 6400800"/>
              <a:gd name="connsiteY18" fmla="*/ 3078181 h 3270857"/>
              <a:gd name="connsiteX19" fmla="*/ 5801710 w 6400800"/>
              <a:gd name="connsiteY19" fmla="*/ 2877640 h 3270857"/>
              <a:gd name="connsiteX20" fmla="*/ 5339255 w 6400800"/>
              <a:gd name="connsiteY20" fmla="*/ 2502296 h 3270857"/>
              <a:gd name="connsiteX21" fmla="*/ 4794399 w 6400800"/>
              <a:gd name="connsiteY21" fmla="*/ 2459399 h 3270857"/>
              <a:gd name="connsiteX22" fmla="*/ 4204138 w 6400800"/>
              <a:gd name="connsiteY22" fmla="*/ 2412928 h 3270857"/>
              <a:gd name="connsiteX23" fmla="*/ 3920359 w 6400800"/>
              <a:gd name="connsiteY23" fmla="*/ 1983963 h 3270857"/>
              <a:gd name="connsiteX24" fmla="*/ 3619027 w 6400800"/>
              <a:gd name="connsiteY24" fmla="*/ 1950360 h 3270857"/>
              <a:gd name="connsiteX25" fmla="*/ 3279228 w 6400800"/>
              <a:gd name="connsiteY25" fmla="*/ 1912468 h 3270857"/>
              <a:gd name="connsiteX26" fmla="*/ 2905900 w 6400800"/>
              <a:gd name="connsiteY26" fmla="*/ 1835254 h 3270857"/>
              <a:gd name="connsiteX27" fmla="*/ 2501462 w 6400800"/>
              <a:gd name="connsiteY27" fmla="*/ 1751606 h 3270857"/>
              <a:gd name="connsiteX28" fmla="*/ 2070538 w 6400800"/>
              <a:gd name="connsiteY28" fmla="*/ 1894595 h 3270857"/>
              <a:gd name="connsiteX29" fmla="*/ 1838470 w 6400800"/>
              <a:gd name="connsiteY29" fmla="*/ 1705850 h 3270857"/>
              <a:gd name="connsiteX30" fmla="*/ 1587062 w 6400800"/>
              <a:gd name="connsiteY30" fmla="*/ 1501377 h 3270857"/>
              <a:gd name="connsiteX31" fmla="*/ 1513490 w 6400800"/>
              <a:gd name="connsiteY31" fmla="*/ 1143906 h 3270857"/>
              <a:gd name="connsiteX32" fmla="*/ 1229710 w 6400800"/>
              <a:gd name="connsiteY32" fmla="*/ 857930 h 3270857"/>
              <a:gd name="connsiteX33" fmla="*/ 840828 w 6400800"/>
              <a:gd name="connsiteY33" fmla="*/ 875803 h 3270857"/>
              <a:gd name="connsiteX34" fmla="*/ 567559 w 6400800"/>
              <a:gd name="connsiteY34" fmla="*/ 464712 h 3270857"/>
              <a:gd name="connsiteX35" fmla="*/ 283779 w 6400800"/>
              <a:gd name="connsiteY35" fmla="*/ 482586 h 3270857"/>
              <a:gd name="connsiteX36" fmla="*/ 178676 w 6400800"/>
              <a:gd name="connsiteY36" fmla="*/ 232356 h 3270857"/>
              <a:gd name="connsiteX37" fmla="*/ 0 w 6400800"/>
              <a:gd name="connsiteY37" fmla="*/ 0 h 3270857"/>
              <a:gd name="connsiteX0" fmla="*/ 0 w 6400800"/>
              <a:gd name="connsiteY0" fmla="*/ 0 h 3270857"/>
              <a:gd name="connsiteX1" fmla="*/ 0 w 6400800"/>
              <a:gd name="connsiteY1" fmla="*/ 512434 h 3270857"/>
              <a:gd name="connsiteX2" fmla="*/ 0 w 6400800"/>
              <a:gd name="connsiteY2" fmla="*/ 959451 h 3270857"/>
              <a:gd name="connsiteX3" fmla="*/ 0 w 6400800"/>
              <a:gd name="connsiteY3" fmla="*/ 1570011 h 3270857"/>
              <a:gd name="connsiteX4" fmla="*/ 0 w 6400800"/>
              <a:gd name="connsiteY4" fmla="*/ 2082446 h 3270857"/>
              <a:gd name="connsiteX5" fmla="*/ 0 w 6400800"/>
              <a:gd name="connsiteY5" fmla="*/ 2594880 h 3270857"/>
              <a:gd name="connsiteX6" fmla="*/ 0 w 6400800"/>
              <a:gd name="connsiteY6" fmla="*/ 3270857 h 3270857"/>
              <a:gd name="connsiteX7" fmla="*/ 453875 w 6400800"/>
              <a:gd name="connsiteY7" fmla="*/ 3270857 h 3270857"/>
              <a:gd name="connsiteX8" fmla="*/ 1035766 w 6400800"/>
              <a:gd name="connsiteY8" fmla="*/ 3270857 h 3270857"/>
              <a:gd name="connsiteX9" fmla="*/ 1489641 w 6400800"/>
              <a:gd name="connsiteY9" fmla="*/ 3270857 h 3270857"/>
              <a:gd name="connsiteX10" fmla="*/ 1943516 w 6400800"/>
              <a:gd name="connsiteY10" fmla="*/ 3270857 h 3270857"/>
              <a:gd name="connsiteX11" fmla="*/ 2525407 w 6400800"/>
              <a:gd name="connsiteY11" fmla="*/ 3270857 h 3270857"/>
              <a:gd name="connsiteX12" fmla="*/ 3171305 w 6400800"/>
              <a:gd name="connsiteY12" fmla="*/ 3270857 h 3270857"/>
              <a:gd name="connsiteX13" fmla="*/ 3561172 w 6400800"/>
              <a:gd name="connsiteY13" fmla="*/ 3270857 h 3270857"/>
              <a:gd name="connsiteX14" fmla="*/ 4143063 w 6400800"/>
              <a:gd name="connsiteY14" fmla="*/ 3270857 h 3270857"/>
              <a:gd name="connsiteX15" fmla="*/ 4724954 w 6400800"/>
              <a:gd name="connsiteY15" fmla="*/ 3270857 h 3270857"/>
              <a:gd name="connsiteX16" fmla="*/ 5306845 w 6400800"/>
              <a:gd name="connsiteY16" fmla="*/ 3270857 h 3270857"/>
              <a:gd name="connsiteX17" fmla="*/ 6400800 w 6400800"/>
              <a:gd name="connsiteY17" fmla="*/ 3270857 h 3270857"/>
              <a:gd name="connsiteX18" fmla="*/ 6095264 w 6400800"/>
              <a:gd name="connsiteY18" fmla="*/ 3070316 h 3270857"/>
              <a:gd name="connsiteX19" fmla="*/ 5801710 w 6400800"/>
              <a:gd name="connsiteY19" fmla="*/ 2877640 h 3270857"/>
              <a:gd name="connsiteX20" fmla="*/ 5339255 w 6400800"/>
              <a:gd name="connsiteY20" fmla="*/ 2502296 h 3270857"/>
              <a:gd name="connsiteX21" fmla="*/ 4783048 w 6400800"/>
              <a:gd name="connsiteY21" fmla="*/ 2458506 h 3270857"/>
              <a:gd name="connsiteX22" fmla="*/ 4204138 w 6400800"/>
              <a:gd name="connsiteY22" fmla="*/ 2412928 h 3270857"/>
              <a:gd name="connsiteX23" fmla="*/ 3920359 w 6400800"/>
              <a:gd name="connsiteY23" fmla="*/ 1983963 h 3270857"/>
              <a:gd name="connsiteX24" fmla="*/ 3619027 w 6400800"/>
              <a:gd name="connsiteY24" fmla="*/ 1950360 h 3270857"/>
              <a:gd name="connsiteX25" fmla="*/ 3279228 w 6400800"/>
              <a:gd name="connsiteY25" fmla="*/ 1912468 h 3270857"/>
              <a:gd name="connsiteX26" fmla="*/ 2905900 w 6400800"/>
              <a:gd name="connsiteY26" fmla="*/ 1835254 h 3270857"/>
              <a:gd name="connsiteX27" fmla="*/ 2501462 w 6400800"/>
              <a:gd name="connsiteY27" fmla="*/ 1751606 h 3270857"/>
              <a:gd name="connsiteX28" fmla="*/ 2070538 w 6400800"/>
              <a:gd name="connsiteY28" fmla="*/ 1894595 h 3270857"/>
              <a:gd name="connsiteX29" fmla="*/ 1823965 w 6400800"/>
              <a:gd name="connsiteY29" fmla="*/ 1694054 h 3270857"/>
              <a:gd name="connsiteX30" fmla="*/ 1587062 w 6400800"/>
              <a:gd name="connsiteY30" fmla="*/ 1501377 h 3270857"/>
              <a:gd name="connsiteX31" fmla="*/ 1513490 w 6400800"/>
              <a:gd name="connsiteY31" fmla="*/ 1143906 h 3270857"/>
              <a:gd name="connsiteX32" fmla="*/ 1229710 w 6400800"/>
              <a:gd name="connsiteY32" fmla="*/ 857930 h 3270857"/>
              <a:gd name="connsiteX33" fmla="*/ 840828 w 6400800"/>
              <a:gd name="connsiteY33" fmla="*/ 875803 h 3270857"/>
              <a:gd name="connsiteX34" fmla="*/ 567559 w 6400800"/>
              <a:gd name="connsiteY34" fmla="*/ 464712 h 3270857"/>
              <a:gd name="connsiteX35" fmla="*/ 283779 w 6400800"/>
              <a:gd name="connsiteY35" fmla="*/ 482586 h 3270857"/>
              <a:gd name="connsiteX36" fmla="*/ 178676 w 6400800"/>
              <a:gd name="connsiteY36" fmla="*/ 232356 h 3270857"/>
              <a:gd name="connsiteX37" fmla="*/ 0 w 6400800"/>
              <a:gd name="connsiteY37" fmla="*/ 0 h 3270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400800" h="3270857" fill="none" extrusionOk="0">
                <a:moveTo>
                  <a:pt x="0" y="0"/>
                </a:moveTo>
                <a:cubicBezTo>
                  <a:pt x="29332" y="178001"/>
                  <a:pt x="-16771" y="300401"/>
                  <a:pt x="0" y="545143"/>
                </a:cubicBezTo>
                <a:cubicBezTo>
                  <a:pt x="43089" y="797439"/>
                  <a:pt x="-19981" y="915408"/>
                  <a:pt x="0" y="1122994"/>
                </a:cubicBezTo>
                <a:cubicBezTo>
                  <a:pt x="20978" y="1278173"/>
                  <a:pt x="-3646" y="1361186"/>
                  <a:pt x="0" y="1602720"/>
                </a:cubicBezTo>
                <a:cubicBezTo>
                  <a:pt x="-12418" y="1824927"/>
                  <a:pt x="-39010" y="1993601"/>
                  <a:pt x="0" y="2147863"/>
                </a:cubicBezTo>
                <a:cubicBezTo>
                  <a:pt x="79687" y="2260742"/>
                  <a:pt x="-811" y="2408625"/>
                  <a:pt x="0" y="2594880"/>
                </a:cubicBezTo>
                <a:cubicBezTo>
                  <a:pt x="30998" y="2757290"/>
                  <a:pt x="-28071" y="3038161"/>
                  <a:pt x="0" y="3270857"/>
                </a:cubicBezTo>
                <a:cubicBezTo>
                  <a:pt x="177818" y="3272383"/>
                  <a:pt x="306744" y="3271856"/>
                  <a:pt x="581891" y="3270857"/>
                </a:cubicBezTo>
                <a:cubicBezTo>
                  <a:pt x="871096" y="3278627"/>
                  <a:pt x="1070402" y="3300780"/>
                  <a:pt x="1227790" y="3270857"/>
                </a:cubicBezTo>
                <a:cubicBezTo>
                  <a:pt x="1368068" y="3246529"/>
                  <a:pt x="1735205" y="3310479"/>
                  <a:pt x="1873689" y="3270857"/>
                </a:cubicBezTo>
                <a:cubicBezTo>
                  <a:pt x="2008758" y="3226517"/>
                  <a:pt x="2199856" y="3330919"/>
                  <a:pt x="2327564" y="3270857"/>
                </a:cubicBezTo>
                <a:cubicBezTo>
                  <a:pt x="2417255" y="3216151"/>
                  <a:pt x="2882704" y="3279476"/>
                  <a:pt x="3037471" y="3270857"/>
                </a:cubicBezTo>
                <a:cubicBezTo>
                  <a:pt x="3197270" y="3262652"/>
                  <a:pt x="3336805" y="3339765"/>
                  <a:pt x="3619361" y="3270857"/>
                </a:cubicBezTo>
                <a:cubicBezTo>
                  <a:pt x="3867090" y="3194810"/>
                  <a:pt x="3909699" y="3263080"/>
                  <a:pt x="4009228" y="3270857"/>
                </a:cubicBezTo>
                <a:cubicBezTo>
                  <a:pt x="4100751" y="3276433"/>
                  <a:pt x="4367402" y="3333401"/>
                  <a:pt x="4591119" y="3270857"/>
                </a:cubicBezTo>
                <a:cubicBezTo>
                  <a:pt x="4763857" y="3257402"/>
                  <a:pt x="4999754" y="3323212"/>
                  <a:pt x="5109002" y="3270857"/>
                </a:cubicBezTo>
                <a:cubicBezTo>
                  <a:pt x="5213825" y="3228183"/>
                  <a:pt x="5512267" y="3280272"/>
                  <a:pt x="5626885" y="3270857"/>
                </a:cubicBezTo>
                <a:cubicBezTo>
                  <a:pt x="5773894" y="3189246"/>
                  <a:pt x="6087543" y="3338097"/>
                  <a:pt x="6400800" y="3270857"/>
                </a:cubicBezTo>
                <a:cubicBezTo>
                  <a:pt x="6281241" y="3188928"/>
                  <a:pt x="6272731" y="3141472"/>
                  <a:pt x="6107246" y="3078181"/>
                </a:cubicBezTo>
                <a:cubicBezTo>
                  <a:pt x="5951540" y="3029007"/>
                  <a:pt x="5945384" y="2921664"/>
                  <a:pt x="5801710" y="2877640"/>
                </a:cubicBezTo>
                <a:cubicBezTo>
                  <a:pt x="5659920" y="2767210"/>
                  <a:pt x="5566475" y="2664987"/>
                  <a:pt x="5339255" y="2502296"/>
                </a:cubicBezTo>
                <a:cubicBezTo>
                  <a:pt x="5152072" y="2557555"/>
                  <a:pt x="5008477" y="2435804"/>
                  <a:pt x="4794399" y="2459399"/>
                </a:cubicBezTo>
                <a:cubicBezTo>
                  <a:pt x="4591480" y="2530736"/>
                  <a:pt x="4391914" y="2402837"/>
                  <a:pt x="4204138" y="2412928"/>
                </a:cubicBezTo>
                <a:cubicBezTo>
                  <a:pt x="4109185" y="2268290"/>
                  <a:pt x="4064439" y="2067122"/>
                  <a:pt x="3920359" y="1983963"/>
                </a:cubicBezTo>
                <a:cubicBezTo>
                  <a:pt x="3784777" y="1967885"/>
                  <a:pt x="3741024" y="1939447"/>
                  <a:pt x="3619027" y="1950360"/>
                </a:cubicBezTo>
                <a:cubicBezTo>
                  <a:pt x="3526805" y="1962573"/>
                  <a:pt x="3356211" y="1930394"/>
                  <a:pt x="3279228" y="1912468"/>
                </a:cubicBezTo>
                <a:cubicBezTo>
                  <a:pt x="3117517" y="1910380"/>
                  <a:pt x="3064283" y="1834359"/>
                  <a:pt x="2905900" y="1835254"/>
                </a:cubicBezTo>
                <a:cubicBezTo>
                  <a:pt x="2772220" y="1831042"/>
                  <a:pt x="2601377" y="1739031"/>
                  <a:pt x="2501462" y="1751606"/>
                </a:cubicBezTo>
                <a:cubicBezTo>
                  <a:pt x="2396876" y="1838445"/>
                  <a:pt x="2294730" y="1805572"/>
                  <a:pt x="2070538" y="1894595"/>
                </a:cubicBezTo>
                <a:cubicBezTo>
                  <a:pt x="2006611" y="1849229"/>
                  <a:pt x="1913507" y="1731077"/>
                  <a:pt x="1838470" y="1705850"/>
                </a:cubicBezTo>
                <a:cubicBezTo>
                  <a:pt x="1775122" y="1671596"/>
                  <a:pt x="1680825" y="1528493"/>
                  <a:pt x="1587062" y="1501377"/>
                </a:cubicBezTo>
                <a:cubicBezTo>
                  <a:pt x="1526558" y="1336564"/>
                  <a:pt x="1545381" y="1243789"/>
                  <a:pt x="1513490" y="1143906"/>
                </a:cubicBezTo>
                <a:cubicBezTo>
                  <a:pt x="1365876" y="1045197"/>
                  <a:pt x="1343900" y="974001"/>
                  <a:pt x="1229710" y="857930"/>
                </a:cubicBezTo>
                <a:cubicBezTo>
                  <a:pt x="1118768" y="902503"/>
                  <a:pt x="932366" y="804218"/>
                  <a:pt x="840828" y="875803"/>
                </a:cubicBezTo>
                <a:cubicBezTo>
                  <a:pt x="736341" y="731984"/>
                  <a:pt x="716341" y="659256"/>
                  <a:pt x="567559" y="464712"/>
                </a:cubicBezTo>
                <a:cubicBezTo>
                  <a:pt x="496996" y="489306"/>
                  <a:pt x="410449" y="465898"/>
                  <a:pt x="283779" y="482586"/>
                </a:cubicBezTo>
                <a:cubicBezTo>
                  <a:pt x="257403" y="431764"/>
                  <a:pt x="265029" y="353617"/>
                  <a:pt x="178676" y="232356"/>
                </a:cubicBezTo>
                <a:cubicBezTo>
                  <a:pt x="108622" y="205902"/>
                  <a:pt x="114457" y="99207"/>
                  <a:pt x="0" y="0"/>
                </a:cubicBezTo>
                <a:close/>
              </a:path>
              <a:path w="6400800" h="3270857" stroke="0" extrusionOk="0">
                <a:moveTo>
                  <a:pt x="0" y="0"/>
                </a:moveTo>
                <a:cubicBezTo>
                  <a:pt x="-12111" y="155847"/>
                  <a:pt x="-39250" y="248886"/>
                  <a:pt x="0" y="512434"/>
                </a:cubicBezTo>
                <a:cubicBezTo>
                  <a:pt x="22246" y="760150"/>
                  <a:pt x="-316" y="761092"/>
                  <a:pt x="0" y="959451"/>
                </a:cubicBezTo>
                <a:cubicBezTo>
                  <a:pt x="16952" y="1122768"/>
                  <a:pt x="-45062" y="1408475"/>
                  <a:pt x="0" y="1570011"/>
                </a:cubicBezTo>
                <a:cubicBezTo>
                  <a:pt x="78997" y="1726395"/>
                  <a:pt x="-69587" y="1975354"/>
                  <a:pt x="0" y="2082446"/>
                </a:cubicBezTo>
                <a:cubicBezTo>
                  <a:pt x="38020" y="2224561"/>
                  <a:pt x="-16878" y="2482484"/>
                  <a:pt x="0" y="2594880"/>
                </a:cubicBezTo>
                <a:cubicBezTo>
                  <a:pt x="45804" y="2702977"/>
                  <a:pt x="-68044" y="2906775"/>
                  <a:pt x="0" y="3270857"/>
                </a:cubicBezTo>
                <a:cubicBezTo>
                  <a:pt x="157921" y="3250480"/>
                  <a:pt x="267668" y="3304093"/>
                  <a:pt x="453875" y="3270857"/>
                </a:cubicBezTo>
                <a:cubicBezTo>
                  <a:pt x="631319" y="3256729"/>
                  <a:pt x="903379" y="3291987"/>
                  <a:pt x="1035766" y="3270857"/>
                </a:cubicBezTo>
                <a:cubicBezTo>
                  <a:pt x="1147742" y="3268296"/>
                  <a:pt x="1385875" y="3308945"/>
                  <a:pt x="1489641" y="3270857"/>
                </a:cubicBezTo>
                <a:cubicBezTo>
                  <a:pt x="1558890" y="3237768"/>
                  <a:pt x="1724781" y="3297674"/>
                  <a:pt x="1943516" y="3270857"/>
                </a:cubicBezTo>
                <a:cubicBezTo>
                  <a:pt x="2148739" y="3237201"/>
                  <a:pt x="2233453" y="3273777"/>
                  <a:pt x="2525407" y="3270857"/>
                </a:cubicBezTo>
                <a:cubicBezTo>
                  <a:pt x="2809094" y="3275613"/>
                  <a:pt x="2957476" y="3317921"/>
                  <a:pt x="3171305" y="3270857"/>
                </a:cubicBezTo>
                <a:cubicBezTo>
                  <a:pt x="3397372" y="3253518"/>
                  <a:pt x="3412798" y="3286486"/>
                  <a:pt x="3561172" y="3270857"/>
                </a:cubicBezTo>
                <a:cubicBezTo>
                  <a:pt x="3723278" y="3280796"/>
                  <a:pt x="4020314" y="3272964"/>
                  <a:pt x="4143063" y="3270857"/>
                </a:cubicBezTo>
                <a:cubicBezTo>
                  <a:pt x="4282555" y="3242440"/>
                  <a:pt x="4532072" y="3329108"/>
                  <a:pt x="4724954" y="3270857"/>
                </a:cubicBezTo>
                <a:cubicBezTo>
                  <a:pt x="4996345" y="3240496"/>
                  <a:pt x="5111069" y="3299953"/>
                  <a:pt x="5306845" y="3270857"/>
                </a:cubicBezTo>
                <a:cubicBezTo>
                  <a:pt x="5578130" y="3313503"/>
                  <a:pt x="6086063" y="3297061"/>
                  <a:pt x="6400800" y="3270857"/>
                </a:cubicBezTo>
                <a:cubicBezTo>
                  <a:pt x="6306195" y="3216304"/>
                  <a:pt x="6220334" y="3095074"/>
                  <a:pt x="6095264" y="3070316"/>
                </a:cubicBezTo>
                <a:cubicBezTo>
                  <a:pt x="5986046" y="3039793"/>
                  <a:pt x="5951991" y="2948829"/>
                  <a:pt x="5801710" y="2877640"/>
                </a:cubicBezTo>
                <a:cubicBezTo>
                  <a:pt x="5708865" y="2827586"/>
                  <a:pt x="5497660" y="2548508"/>
                  <a:pt x="5339255" y="2502296"/>
                </a:cubicBezTo>
                <a:cubicBezTo>
                  <a:pt x="5155832" y="2503122"/>
                  <a:pt x="4930890" y="2427255"/>
                  <a:pt x="4783048" y="2458506"/>
                </a:cubicBezTo>
                <a:cubicBezTo>
                  <a:pt x="4647061" y="2455697"/>
                  <a:pt x="4319427" y="2403771"/>
                  <a:pt x="4204138" y="2412928"/>
                </a:cubicBezTo>
                <a:cubicBezTo>
                  <a:pt x="4085004" y="2270013"/>
                  <a:pt x="4070253" y="2181524"/>
                  <a:pt x="3920359" y="1983963"/>
                </a:cubicBezTo>
                <a:cubicBezTo>
                  <a:pt x="3763303" y="2002493"/>
                  <a:pt x="3682343" y="1949117"/>
                  <a:pt x="3619027" y="1950360"/>
                </a:cubicBezTo>
                <a:cubicBezTo>
                  <a:pt x="3549706" y="1937898"/>
                  <a:pt x="3366027" y="1914113"/>
                  <a:pt x="3279228" y="1912468"/>
                </a:cubicBezTo>
                <a:cubicBezTo>
                  <a:pt x="3165960" y="1941964"/>
                  <a:pt x="2986457" y="1849846"/>
                  <a:pt x="2905900" y="1835254"/>
                </a:cubicBezTo>
                <a:cubicBezTo>
                  <a:pt x="2821908" y="1823997"/>
                  <a:pt x="2689481" y="1748208"/>
                  <a:pt x="2501462" y="1751606"/>
                </a:cubicBezTo>
                <a:cubicBezTo>
                  <a:pt x="2327713" y="1851497"/>
                  <a:pt x="2217475" y="1793664"/>
                  <a:pt x="2070538" y="1894595"/>
                </a:cubicBezTo>
                <a:cubicBezTo>
                  <a:pt x="1941859" y="1828457"/>
                  <a:pt x="1932482" y="1752965"/>
                  <a:pt x="1823965" y="1694054"/>
                </a:cubicBezTo>
                <a:cubicBezTo>
                  <a:pt x="1729413" y="1626381"/>
                  <a:pt x="1726020" y="1575262"/>
                  <a:pt x="1587062" y="1501377"/>
                </a:cubicBezTo>
                <a:cubicBezTo>
                  <a:pt x="1534123" y="1459740"/>
                  <a:pt x="1622660" y="1309916"/>
                  <a:pt x="1513490" y="1143906"/>
                </a:cubicBezTo>
                <a:cubicBezTo>
                  <a:pt x="1390836" y="1072581"/>
                  <a:pt x="1366835" y="950388"/>
                  <a:pt x="1229710" y="857930"/>
                </a:cubicBezTo>
                <a:cubicBezTo>
                  <a:pt x="1092383" y="891842"/>
                  <a:pt x="935172" y="815440"/>
                  <a:pt x="840828" y="875803"/>
                </a:cubicBezTo>
                <a:cubicBezTo>
                  <a:pt x="796077" y="796019"/>
                  <a:pt x="754813" y="608084"/>
                  <a:pt x="567559" y="464712"/>
                </a:cubicBezTo>
                <a:cubicBezTo>
                  <a:pt x="448043" y="493408"/>
                  <a:pt x="396974" y="449701"/>
                  <a:pt x="283779" y="482586"/>
                </a:cubicBezTo>
                <a:cubicBezTo>
                  <a:pt x="228948" y="407568"/>
                  <a:pt x="253108" y="333872"/>
                  <a:pt x="178676" y="232356"/>
                </a:cubicBezTo>
                <a:cubicBezTo>
                  <a:pt x="99607" y="168313"/>
                  <a:pt x="80628" y="89767"/>
                  <a:pt x="0" y="0"/>
                </a:cubicBezTo>
                <a:close/>
              </a:path>
              <a:path w="6400800" h="3270857" fill="none" stroke="0" extrusionOk="0">
                <a:moveTo>
                  <a:pt x="0" y="0"/>
                </a:moveTo>
                <a:cubicBezTo>
                  <a:pt x="19648" y="168242"/>
                  <a:pt x="-81088" y="307055"/>
                  <a:pt x="0" y="545143"/>
                </a:cubicBezTo>
                <a:cubicBezTo>
                  <a:pt x="85281" y="803057"/>
                  <a:pt x="-44337" y="948922"/>
                  <a:pt x="0" y="1122994"/>
                </a:cubicBezTo>
                <a:cubicBezTo>
                  <a:pt x="4843" y="1311724"/>
                  <a:pt x="-13827" y="1399071"/>
                  <a:pt x="0" y="1602720"/>
                </a:cubicBezTo>
                <a:cubicBezTo>
                  <a:pt x="-10705" y="1811351"/>
                  <a:pt x="-18236" y="2028296"/>
                  <a:pt x="0" y="2147863"/>
                </a:cubicBezTo>
                <a:cubicBezTo>
                  <a:pt x="78226" y="2286380"/>
                  <a:pt x="-16898" y="2393176"/>
                  <a:pt x="0" y="2594880"/>
                </a:cubicBezTo>
                <a:cubicBezTo>
                  <a:pt x="15491" y="2777725"/>
                  <a:pt x="-48031" y="3092160"/>
                  <a:pt x="0" y="3270857"/>
                </a:cubicBezTo>
                <a:cubicBezTo>
                  <a:pt x="174451" y="3229701"/>
                  <a:pt x="304603" y="3298413"/>
                  <a:pt x="581891" y="3270857"/>
                </a:cubicBezTo>
                <a:cubicBezTo>
                  <a:pt x="884554" y="3280360"/>
                  <a:pt x="1104624" y="3306033"/>
                  <a:pt x="1227790" y="3270857"/>
                </a:cubicBezTo>
                <a:cubicBezTo>
                  <a:pt x="1364869" y="3240175"/>
                  <a:pt x="1742987" y="3322687"/>
                  <a:pt x="1873689" y="3270857"/>
                </a:cubicBezTo>
                <a:cubicBezTo>
                  <a:pt x="2017416" y="3233276"/>
                  <a:pt x="2204106" y="3313355"/>
                  <a:pt x="2327564" y="3270857"/>
                </a:cubicBezTo>
                <a:cubicBezTo>
                  <a:pt x="2461603" y="3260827"/>
                  <a:pt x="2877002" y="3288246"/>
                  <a:pt x="3037471" y="3270857"/>
                </a:cubicBezTo>
                <a:cubicBezTo>
                  <a:pt x="3237366" y="3236147"/>
                  <a:pt x="3360601" y="3316791"/>
                  <a:pt x="3619361" y="3270857"/>
                </a:cubicBezTo>
                <a:cubicBezTo>
                  <a:pt x="3864730" y="3213766"/>
                  <a:pt x="3896412" y="3270382"/>
                  <a:pt x="4009228" y="3270857"/>
                </a:cubicBezTo>
                <a:cubicBezTo>
                  <a:pt x="4091039" y="3261670"/>
                  <a:pt x="4362311" y="3248973"/>
                  <a:pt x="4591119" y="3270857"/>
                </a:cubicBezTo>
                <a:cubicBezTo>
                  <a:pt x="4800781" y="3218314"/>
                  <a:pt x="4968935" y="3327678"/>
                  <a:pt x="5109002" y="3270857"/>
                </a:cubicBezTo>
                <a:cubicBezTo>
                  <a:pt x="5217029" y="3239111"/>
                  <a:pt x="5516463" y="3292604"/>
                  <a:pt x="5626885" y="3270857"/>
                </a:cubicBezTo>
                <a:cubicBezTo>
                  <a:pt x="5738632" y="3311511"/>
                  <a:pt x="6142079" y="3310526"/>
                  <a:pt x="6400800" y="3270857"/>
                </a:cubicBezTo>
                <a:cubicBezTo>
                  <a:pt x="6269654" y="3202460"/>
                  <a:pt x="6260824" y="3147123"/>
                  <a:pt x="6107246" y="3078181"/>
                </a:cubicBezTo>
                <a:cubicBezTo>
                  <a:pt x="5957061" y="3027297"/>
                  <a:pt x="5917815" y="2938851"/>
                  <a:pt x="5801710" y="2877640"/>
                </a:cubicBezTo>
                <a:cubicBezTo>
                  <a:pt x="5633188" y="2741602"/>
                  <a:pt x="5545049" y="2669766"/>
                  <a:pt x="5339255" y="2502296"/>
                </a:cubicBezTo>
                <a:cubicBezTo>
                  <a:pt x="5221699" y="2560566"/>
                  <a:pt x="4982228" y="2428181"/>
                  <a:pt x="4794399" y="2459399"/>
                </a:cubicBezTo>
                <a:cubicBezTo>
                  <a:pt x="4590658" y="2528378"/>
                  <a:pt x="4343562" y="2395344"/>
                  <a:pt x="4204138" y="2412928"/>
                </a:cubicBezTo>
                <a:cubicBezTo>
                  <a:pt x="4137596" y="2297054"/>
                  <a:pt x="4031093" y="2030125"/>
                  <a:pt x="3920359" y="1983963"/>
                </a:cubicBezTo>
                <a:cubicBezTo>
                  <a:pt x="3792722" y="1975044"/>
                  <a:pt x="3720841" y="1944773"/>
                  <a:pt x="3619027" y="1950360"/>
                </a:cubicBezTo>
                <a:cubicBezTo>
                  <a:pt x="3500411" y="1972621"/>
                  <a:pt x="3349534" y="1893250"/>
                  <a:pt x="3279228" y="1912468"/>
                </a:cubicBezTo>
                <a:cubicBezTo>
                  <a:pt x="3172421" y="1909198"/>
                  <a:pt x="3054526" y="1809903"/>
                  <a:pt x="2905900" y="1835254"/>
                </a:cubicBezTo>
                <a:cubicBezTo>
                  <a:pt x="2765039" y="1831732"/>
                  <a:pt x="2603960" y="1732620"/>
                  <a:pt x="2501462" y="1751606"/>
                </a:cubicBezTo>
                <a:cubicBezTo>
                  <a:pt x="2371128" y="1819805"/>
                  <a:pt x="2262162" y="1818271"/>
                  <a:pt x="2070538" y="1894595"/>
                </a:cubicBezTo>
                <a:cubicBezTo>
                  <a:pt x="2016859" y="1850816"/>
                  <a:pt x="1906820" y="1748919"/>
                  <a:pt x="1838470" y="1705850"/>
                </a:cubicBezTo>
                <a:cubicBezTo>
                  <a:pt x="1787833" y="1674155"/>
                  <a:pt x="1660407" y="1519331"/>
                  <a:pt x="1587062" y="1501377"/>
                </a:cubicBezTo>
                <a:cubicBezTo>
                  <a:pt x="1519058" y="1331160"/>
                  <a:pt x="1545243" y="1254515"/>
                  <a:pt x="1513490" y="1143906"/>
                </a:cubicBezTo>
                <a:cubicBezTo>
                  <a:pt x="1390867" y="1086068"/>
                  <a:pt x="1346217" y="965774"/>
                  <a:pt x="1229710" y="857930"/>
                </a:cubicBezTo>
                <a:cubicBezTo>
                  <a:pt x="1132075" y="912043"/>
                  <a:pt x="929897" y="825639"/>
                  <a:pt x="840828" y="875803"/>
                </a:cubicBezTo>
                <a:cubicBezTo>
                  <a:pt x="732709" y="745822"/>
                  <a:pt x="754732" y="647975"/>
                  <a:pt x="567559" y="464712"/>
                </a:cubicBezTo>
                <a:cubicBezTo>
                  <a:pt x="498635" y="483023"/>
                  <a:pt x="373512" y="446405"/>
                  <a:pt x="283779" y="482586"/>
                </a:cubicBezTo>
                <a:cubicBezTo>
                  <a:pt x="232476" y="429243"/>
                  <a:pt x="253186" y="361292"/>
                  <a:pt x="178676" y="232356"/>
                </a:cubicBezTo>
                <a:cubicBezTo>
                  <a:pt x="93957" y="179054"/>
                  <a:pt x="102511" y="102752"/>
                  <a:pt x="0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25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custGeom>
                    <a:avLst/>
                    <a:gdLst>
                      <a:gd name="connsiteX0" fmla="*/ 0 w 6400800"/>
                      <a:gd name="connsiteY0" fmla="*/ 0 h 3270857"/>
                      <a:gd name="connsiteX1" fmla="*/ 0 w 6400800"/>
                      <a:gd name="connsiteY1" fmla="*/ 545143 h 3270857"/>
                      <a:gd name="connsiteX2" fmla="*/ 0 w 6400800"/>
                      <a:gd name="connsiteY2" fmla="*/ 1122994 h 3270857"/>
                      <a:gd name="connsiteX3" fmla="*/ 0 w 6400800"/>
                      <a:gd name="connsiteY3" fmla="*/ 1602720 h 3270857"/>
                      <a:gd name="connsiteX4" fmla="*/ 0 w 6400800"/>
                      <a:gd name="connsiteY4" fmla="*/ 2147863 h 3270857"/>
                      <a:gd name="connsiteX5" fmla="*/ 0 w 6400800"/>
                      <a:gd name="connsiteY5" fmla="*/ 2594880 h 3270857"/>
                      <a:gd name="connsiteX6" fmla="*/ 0 w 6400800"/>
                      <a:gd name="connsiteY6" fmla="*/ 3270857 h 3270857"/>
                      <a:gd name="connsiteX7" fmla="*/ 581891 w 6400800"/>
                      <a:gd name="connsiteY7" fmla="*/ 3270857 h 3270857"/>
                      <a:gd name="connsiteX8" fmla="*/ 1227790 w 6400800"/>
                      <a:gd name="connsiteY8" fmla="*/ 3270857 h 3270857"/>
                      <a:gd name="connsiteX9" fmla="*/ 1873689 w 6400800"/>
                      <a:gd name="connsiteY9" fmla="*/ 3270857 h 3270857"/>
                      <a:gd name="connsiteX10" fmla="*/ 2327564 w 6400800"/>
                      <a:gd name="connsiteY10" fmla="*/ 3270857 h 3270857"/>
                      <a:gd name="connsiteX11" fmla="*/ 3037471 w 6400800"/>
                      <a:gd name="connsiteY11" fmla="*/ 3270857 h 3270857"/>
                      <a:gd name="connsiteX12" fmla="*/ 3619361 w 6400800"/>
                      <a:gd name="connsiteY12" fmla="*/ 3270857 h 3270857"/>
                      <a:gd name="connsiteX13" fmla="*/ 4009228 w 6400800"/>
                      <a:gd name="connsiteY13" fmla="*/ 3270857 h 3270857"/>
                      <a:gd name="connsiteX14" fmla="*/ 4591119 w 6400800"/>
                      <a:gd name="connsiteY14" fmla="*/ 3270857 h 3270857"/>
                      <a:gd name="connsiteX15" fmla="*/ 5109002 w 6400800"/>
                      <a:gd name="connsiteY15" fmla="*/ 3270857 h 3270857"/>
                      <a:gd name="connsiteX16" fmla="*/ 5626885 w 6400800"/>
                      <a:gd name="connsiteY16" fmla="*/ 3270857 h 3270857"/>
                      <a:gd name="connsiteX17" fmla="*/ 6400800 w 6400800"/>
                      <a:gd name="connsiteY17" fmla="*/ 3270857 h 3270857"/>
                      <a:gd name="connsiteX18" fmla="*/ 6107246 w 6400800"/>
                      <a:gd name="connsiteY18" fmla="*/ 3078181 h 3270857"/>
                      <a:gd name="connsiteX19" fmla="*/ 5801710 w 6400800"/>
                      <a:gd name="connsiteY19" fmla="*/ 2877640 h 3270857"/>
                      <a:gd name="connsiteX20" fmla="*/ 5339255 w 6400800"/>
                      <a:gd name="connsiteY20" fmla="*/ 2502296 h 3270857"/>
                      <a:gd name="connsiteX21" fmla="*/ 4794399 w 6400800"/>
                      <a:gd name="connsiteY21" fmla="*/ 2459399 h 3270857"/>
                      <a:gd name="connsiteX22" fmla="*/ 4204138 w 6400800"/>
                      <a:gd name="connsiteY22" fmla="*/ 2412928 h 3270857"/>
                      <a:gd name="connsiteX23" fmla="*/ 3920359 w 6400800"/>
                      <a:gd name="connsiteY23" fmla="*/ 1983963 h 3270857"/>
                      <a:gd name="connsiteX24" fmla="*/ 3619027 w 6400800"/>
                      <a:gd name="connsiteY24" fmla="*/ 1950360 h 3270857"/>
                      <a:gd name="connsiteX25" fmla="*/ 3279228 w 6400800"/>
                      <a:gd name="connsiteY25" fmla="*/ 1912468 h 3270857"/>
                      <a:gd name="connsiteX26" fmla="*/ 2905900 w 6400800"/>
                      <a:gd name="connsiteY26" fmla="*/ 1835254 h 3270857"/>
                      <a:gd name="connsiteX27" fmla="*/ 2501462 w 6400800"/>
                      <a:gd name="connsiteY27" fmla="*/ 1751606 h 3270857"/>
                      <a:gd name="connsiteX28" fmla="*/ 2070538 w 6400800"/>
                      <a:gd name="connsiteY28" fmla="*/ 1894595 h 3270857"/>
                      <a:gd name="connsiteX29" fmla="*/ 1838470 w 6400800"/>
                      <a:gd name="connsiteY29" fmla="*/ 1705850 h 3270857"/>
                      <a:gd name="connsiteX30" fmla="*/ 1587062 w 6400800"/>
                      <a:gd name="connsiteY30" fmla="*/ 1501377 h 3270857"/>
                      <a:gd name="connsiteX31" fmla="*/ 1513490 w 6400800"/>
                      <a:gd name="connsiteY31" fmla="*/ 1143906 h 3270857"/>
                      <a:gd name="connsiteX32" fmla="*/ 1229710 w 6400800"/>
                      <a:gd name="connsiteY32" fmla="*/ 857930 h 3270857"/>
                      <a:gd name="connsiteX33" fmla="*/ 840828 w 6400800"/>
                      <a:gd name="connsiteY33" fmla="*/ 875803 h 3270857"/>
                      <a:gd name="connsiteX34" fmla="*/ 567559 w 6400800"/>
                      <a:gd name="connsiteY34" fmla="*/ 464712 h 3270857"/>
                      <a:gd name="connsiteX35" fmla="*/ 283779 w 6400800"/>
                      <a:gd name="connsiteY35" fmla="*/ 482586 h 3270857"/>
                      <a:gd name="connsiteX36" fmla="*/ 178676 w 6400800"/>
                      <a:gd name="connsiteY36" fmla="*/ 232356 h 3270857"/>
                      <a:gd name="connsiteX37" fmla="*/ 0 w 6400800"/>
                      <a:gd name="connsiteY37" fmla="*/ 0 h 3270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6400800" h="3270857" fill="none" extrusionOk="0">
                        <a:moveTo>
                          <a:pt x="0" y="0"/>
                        </a:moveTo>
                        <a:cubicBezTo>
                          <a:pt x="23153" y="170404"/>
                          <a:pt x="-48752" y="294919"/>
                          <a:pt x="0" y="545143"/>
                        </a:cubicBezTo>
                        <a:cubicBezTo>
                          <a:pt x="48752" y="795367"/>
                          <a:pt x="-19029" y="948117"/>
                          <a:pt x="0" y="1122994"/>
                        </a:cubicBezTo>
                        <a:cubicBezTo>
                          <a:pt x="19029" y="1297871"/>
                          <a:pt x="-10797" y="1382325"/>
                          <a:pt x="0" y="1602720"/>
                        </a:cubicBezTo>
                        <a:cubicBezTo>
                          <a:pt x="10797" y="1823115"/>
                          <a:pt x="-51183" y="2012554"/>
                          <a:pt x="0" y="2147863"/>
                        </a:cubicBezTo>
                        <a:cubicBezTo>
                          <a:pt x="51183" y="2283172"/>
                          <a:pt x="-25330" y="2410528"/>
                          <a:pt x="0" y="2594880"/>
                        </a:cubicBezTo>
                        <a:cubicBezTo>
                          <a:pt x="25330" y="2779232"/>
                          <a:pt x="-40580" y="3085145"/>
                          <a:pt x="0" y="3270857"/>
                        </a:cubicBezTo>
                        <a:cubicBezTo>
                          <a:pt x="178547" y="3268762"/>
                          <a:pt x="316325" y="3282122"/>
                          <a:pt x="581891" y="3270857"/>
                        </a:cubicBezTo>
                        <a:cubicBezTo>
                          <a:pt x="847457" y="3259592"/>
                          <a:pt x="1076124" y="3299180"/>
                          <a:pt x="1227790" y="3270857"/>
                        </a:cubicBezTo>
                        <a:cubicBezTo>
                          <a:pt x="1379456" y="3242534"/>
                          <a:pt x="1735324" y="3316420"/>
                          <a:pt x="1873689" y="3270857"/>
                        </a:cubicBezTo>
                        <a:cubicBezTo>
                          <a:pt x="2012054" y="3225294"/>
                          <a:pt x="2202272" y="3294359"/>
                          <a:pt x="2327564" y="3270857"/>
                        </a:cubicBezTo>
                        <a:cubicBezTo>
                          <a:pt x="2452857" y="3247355"/>
                          <a:pt x="2868814" y="3278216"/>
                          <a:pt x="3037471" y="3270857"/>
                        </a:cubicBezTo>
                        <a:cubicBezTo>
                          <a:pt x="3206128" y="3263498"/>
                          <a:pt x="3357659" y="3330630"/>
                          <a:pt x="3619361" y="3270857"/>
                        </a:cubicBezTo>
                        <a:cubicBezTo>
                          <a:pt x="3881063" y="3211084"/>
                          <a:pt x="3908466" y="3278699"/>
                          <a:pt x="4009228" y="3270857"/>
                        </a:cubicBezTo>
                        <a:cubicBezTo>
                          <a:pt x="4109990" y="3263015"/>
                          <a:pt x="4383731" y="3292637"/>
                          <a:pt x="4591119" y="3270857"/>
                        </a:cubicBezTo>
                        <a:cubicBezTo>
                          <a:pt x="4798507" y="3249077"/>
                          <a:pt x="4995687" y="3312057"/>
                          <a:pt x="5109002" y="3270857"/>
                        </a:cubicBezTo>
                        <a:cubicBezTo>
                          <a:pt x="5222317" y="3229657"/>
                          <a:pt x="5512633" y="3289758"/>
                          <a:pt x="5626885" y="3270857"/>
                        </a:cubicBezTo>
                        <a:cubicBezTo>
                          <a:pt x="5741137" y="3251956"/>
                          <a:pt x="6076852" y="3349217"/>
                          <a:pt x="6400800" y="3270857"/>
                        </a:cubicBezTo>
                        <a:cubicBezTo>
                          <a:pt x="6275831" y="3192654"/>
                          <a:pt x="6266401" y="3146826"/>
                          <a:pt x="6107246" y="3078181"/>
                        </a:cubicBezTo>
                        <a:cubicBezTo>
                          <a:pt x="5948091" y="3009536"/>
                          <a:pt x="5938904" y="2927730"/>
                          <a:pt x="5801710" y="2877640"/>
                        </a:cubicBezTo>
                        <a:cubicBezTo>
                          <a:pt x="5629042" y="2765311"/>
                          <a:pt x="5566961" y="2671006"/>
                          <a:pt x="5339255" y="2502296"/>
                        </a:cubicBezTo>
                        <a:cubicBezTo>
                          <a:pt x="5210722" y="2551115"/>
                          <a:pt x="4987977" y="2410821"/>
                          <a:pt x="4794399" y="2459399"/>
                        </a:cubicBezTo>
                        <a:cubicBezTo>
                          <a:pt x="4600821" y="2507977"/>
                          <a:pt x="4358147" y="2414696"/>
                          <a:pt x="4204138" y="2412928"/>
                        </a:cubicBezTo>
                        <a:cubicBezTo>
                          <a:pt x="4101863" y="2285858"/>
                          <a:pt x="4032190" y="2052888"/>
                          <a:pt x="3920359" y="1983963"/>
                        </a:cubicBezTo>
                        <a:cubicBezTo>
                          <a:pt x="3783798" y="1969422"/>
                          <a:pt x="3733162" y="1942069"/>
                          <a:pt x="3619027" y="1950360"/>
                        </a:cubicBezTo>
                        <a:cubicBezTo>
                          <a:pt x="3504892" y="1958652"/>
                          <a:pt x="3354536" y="1909003"/>
                          <a:pt x="3279228" y="1912468"/>
                        </a:cubicBezTo>
                        <a:cubicBezTo>
                          <a:pt x="3153068" y="1923735"/>
                          <a:pt x="3039499" y="1835992"/>
                          <a:pt x="2905900" y="1835254"/>
                        </a:cubicBezTo>
                        <a:cubicBezTo>
                          <a:pt x="2772301" y="1834516"/>
                          <a:pt x="2586362" y="1749924"/>
                          <a:pt x="2501462" y="1751606"/>
                        </a:cubicBezTo>
                        <a:cubicBezTo>
                          <a:pt x="2384002" y="1812586"/>
                          <a:pt x="2257772" y="1806377"/>
                          <a:pt x="2070538" y="1894595"/>
                        </a:cubicBezTo>
                        <a:cubicBezTo>
                          <a:pt x="2002233" y="1853718"/>
                          <a:pt x="1908382" y="1743074"/>
                          <a:pt x="1838470" y="1705850"/>
                        </a:cubicBezTo>
                        <a:cubicBezTo>
                          <a:pt x="1768558" y="1668626"/>
                          <a:pt x="1666913" y="1540541"/>
                          <a:pt x="1587062" y="1501377"/>
                        </a:cubicBezTo>
                        <a:cubicBezTo>
                          <a:pt x="1510418" y="1330885"/>
                          <a:pt x="1543823" y="1253043"/>
                          <a:pt x="1513490" y="1143906"/>
                        </a:cubicBezTo>
                        <a:cubicBezTo>
                          <a:pt x="1379427" y="1075113"/>
                          <a:pt x="1341156" y="953405"/>
                          <a:pt x="1229710" y="857930"/>
                        </a:cubicBezTo>
                        <a:cubicBezTo>
                          <a:pt x="1123601" y="903660"/>
                          <a:pt x="933321" y="830218"/>
                          <a:pt x="840828" y="875803"/>
                        </a:cubicBezTo>
                        <a:cubicBezTo>
                          <a:pt x="741843" y="736755"/>
                          <a:pt x="730536" y="642545"/>
                          <a:pt x="567559" y="464712"/>
                        </a:cubicBezTo>
                        <a:cubicBezTo>
                          <a:pt x="494278" y="487676"/>
                          <a:pt x="386367" y="469367"/>
                          <a:pt x="283779" y="482586"/>
                        </a:cubicBezTo>
                        <a:cubicBezTo>
                          <a:pt x="241702" y="424955"/>
                          <a:pt x="252118" y="345281"/>
                          <a:pt x="178676" y="232356"/>
                        </a:cubicBezTo>
                        <a:cubicBezTo>
                          <a:pt x="111041" y="198600"/>
                          <a:pt x="96089" y="109700"/>
                          <a:pt x="0" y="0"/>
                        </a:cubicBezTo>
                        <a:close/>
                      </a:path>
                      <a:path w="6400800" h="3270857" stroke="0" extrusionOk="0">
                        <a:moveTo>
                          <a:pt x="0" y="0"/>
                        </a:moveTo>
                        <a:cubicBezTo>
                          <a:pt x="15337" y="168713"/>
                          <a:pt x="-23489" y="273887"/>
                          <a:pt x="0" y="512434"/>
                        </a:cubicBezTo>
                        <a:cubicBezTo>
                          <a:pt x="23489" y="750981"/>
                          <a:pt x="-7532" y="755091"/>
                          <a:pt x="0" y="959451"/>
                        </a:cubicBezTo>
                        <a:cubicBezTo>
                          <a:pt x="7532" y="1163811"/>
                          <a:pt x="-51442" y="1419967"/>
                          <a:pt x="0" y="1570011"/>
                        </a:cubicBezTo>
                        <a:cubicBezTo>
                          <a:pt x="51442" y="1720055"/>
                          <a:pt x="-51662" y="1964483"/>
                          <a:pt x="0" y="2082446"/>
                        </a:cubicBezTo>
                        <a:cubicBezTo>
                          <a:pt x="51662" y="2200410"/>
                          <a:pt x="-31329" y="2479821"/>
                          <a:pt x="0" y="2594880"/>
                        </a:cubicBezTo>
                        <a:cubicBezTo>
                          <a:pt x="31329" y="2709939"/>
                          <a:pt x="-33999" y="2956480"/>
                          <a:pt x="0" y="3270857"/>
                        </a:cubicBezTo>
                        <a:cubicBezTo>
                          <a:pt x="168928" y="3223619"/>
                          <a:pt x="254811" y="3287826"/>
                          <a:pt x="453875" y="3270857"/>
                        </a:cubicBezTo>
                        <a:cubicBezTo>
                          <a:pt x="652939" y="3253888"/>
                          <a:pt x="902154" y="3277229"/>
                          <a:pt x="1035766" y="3270857"/>
                        </a:cubicBezTo>
                        <a:cubicBezTo>
                          <a:pt x="1169378" y="3264485"/>
                          <a:pt x="1388898" y="3296462"/>
                          <a:pt x="1489641" y="3270857"/>
                        </a:cubicBezTo>
                        <a:cubicBezTo>
                          <a:pt x="1590385" y="3245252"/>
                          <a:pt x="1743451" y="3287120"/>
                          <a:pt x="1943516" y="3270857"/>
                        </a:cubicBezTo>
                        <a:cubicBezTo>
                          <a:pt x="2143582" y="3254594"/>
                          <a:pt x="2245046" y="3280599"/>
                          <a:pt x="2525407" y="3270857"/>
                        </a:cubicBezTo>
                        <a:cubicBezTo>
                          <a:pt x="2805768" y="3261115"/>
                          <a:pt x="2946461" y="3287593"/>
                          <a:pt x="3171305" y="3270857"/>
                        </a:cubicBezTo>
                        <a:cubicBezTo>
                          <a:pt x="3396149" y="3254121"/>
                          <a:pt x="3413288" y="3281061"/>
                          <a:pt x="3561172" y="3270857"/>
                        </a:cubicBezTo>
                        <a:cubicBezTo>
                          <a:pt x="3709056" y="3260653"/>
                          <a:pt x="3987716" y="3304982"/>
                          <a:pt x="4143063" y="3270857"/>
                        </a:cubicBezTo>
                        <a:cubicBezTo>
                          <a:pt x="4298410" y="3236732"/>
                          <a:pt x="4476805" y="3317638"/>
                          <a:pt x="4724954" y="3270857"/>
                        </a:cubicBezTo>
                        <a:cubicBezTo>
                          <a:pt x="4973103" y="3224076"/>
                          <a:pt x="5078064" y="3327442"/>
                          <a:pt x="5306845" y="3270857"/>
                        </a:cubicBezTo>
                        <a:cubicBezTo>
                          <a:pt x="5535626" y="3214272"/>
                          <a:pt x="5979376" y="3280849"/>
                          <a:pt x="6400800" y="3270857"/>
                        </a:cubicBezTo>
                        <a:cubicBezTo>
                          <a:pt x="6296023" y="3209950"/>
                          <a:pt x="6213116" y="3100384"/>
                          <a:pt x="6095264" y="3070316"/>
                        </a:cubicBezTo>
                        <a:cubicBezTo>
                          <a:pt x="5977411" y="3040249"/>
                          <a:pt x="5948391" y="2957418"/>
                          <a:pt x="5801710" y="2877640"/>
                        </a:cubicBezTo>
                        <a:cubicBezTo>
                          <a:pt x="5672045" y="2848061"/>
                          <a:pt x="5497180" y="2541642"/>
                          <a:pt x="5339255" y="2502296"/>
                        </a:cubicBezTo>
                        <a:cubicBezTo>
                          <a:pt x="5117557" y="2507929"/>
                          <a:pt x="4916213" y="2451227"/>
                          <a:pt x="4783048" y="2458506"/>
                        </a:cubicBezTo>
                        <a:cubicBezTo>
                          <a:pt x="4649883" y="2465785"/>
                          <a:pt x="4328996" y="2418528"/>
                          <a:pt x="4204138" y="2412928"/>
                        </a:cubicBezTo>
                        <a:cubicBezTo>
                          <a:pt x="4073614" y="2269900"/>
                          <a:pt x="4066222" y="2185907"/>
                          <a:pt x="3920359" y="1983963"/>
                        </a:cubicBezTo>
                        <a:cubicBezTo>
                          <a:pt x="3777232" y="1999034"/>
                          <a:pt x="3684621" y="1949954"/>
                          <a:pt x="3619027" y="1950360"/>
                        </a:cubicBezTo>
                        <a:cubicBezTo>
                          <a:pt x="3553433" y="1950766"/>
                          <a:pt x="3361059" y="1905337"/>
                          <a:pt x="3279228" y="1912468"/>
                        </a:cubicBezTo>
                        <a:cubicBezTo>
                          <a:pt x="3180889" y="1927417"/>
                          <a:pt x="2986769" y="1846036"/>
                          <a:pt x="2905900" y="1835254"/>
                        </a:cubicBezTo>
                        <a:cubicBezTo>
                          <a:pt x="2825031" y="1824472"/>
                          <a:pt x="2688569" y="1769643"/>
                          <a:pt x="2501462" y="1751606"/>
                        </a:cubicBezTo>
                        <a:cubicBezTo>
                          <a:pt x="2341958" y="1839742"/>
                          <a:pt x="2236974" y="1783481"/>
                          <a:pt x="2070538" y="1894595"/>
                        </a:cubicBezTo>
                        <a:cubicBezTo>
                          <a:pt x="1936031" y="1812497"/>
                          <a:pt x="1923561" y="1756291"/>
                          <a:pt x="1823965" y="1694054"/>
                        </a:cubicBezTo>
                        <a:cubicBezTo>
                          <a:pt x="1724369" y="1631817"/>
                          <a:pt x="1720404" y="1576038"/>
                          <a:pt x="1587062" y="1501377"/>
                        </a:cubicBezTo>
                        <a:cubicBezTo>
                          <a:pt x="1540553" y="1428441"/>
                          <a:pt x="1584109" y="1301931"/>
                          <a:pt x="1513490" y="1143906"/>
                        </a:cubicBezTo>
                        <a:cubicBezTo>
                          <a:pt x="1429226" y="1071261"/>
                          <a:pt x="1371850" y="953737"/>
                          <a:pt x="1229710" y="857930"/>
                        </a:cubicBezTo>
                        <a:cubicBezTo>
                          <a:pt x="1078796" y="897246"/>
                          <a:pt x="935677" y="838277"/>
                          <a:pt x="840828" y="875803"/>
                        </a:cubicBezTo>
                        <a:cubicBezTo>
                          <a:pt x="770865" y="787597"/>
                          <a:pt x="726001" y="612583"/>
                          <a:pt x="567559" y="464712"/>
                        </a:cubicBezTo>
                        <a:cubicBezTo>
                          <a:pt x="450860" y="480581"/>
                          <a:pt x="405173" y="445415"/>
                          <a:pt x="283779" y="482586"/>
                        </a:cubicBezTo>
                        <a:cubicBezTo>
                          <a:pt x="237604" y="428491"/>
                          <a:pt x="239442" y="347763"/>
                          <a:pt x="178676" y="232356"/>
                        </a:cubicBezTo>
                        <a:cubicBezTo>
                          <a:pt x="101577" y="169869"/>
                          <a:pt x="76975" y="90374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8154" name="Picture 8153">
            <a:extLst>
              <a:ext uri="{FF2B5EF4-FFF2-40B4-BE49-F238E27FC236}">
                <a16:creationId xmlns:a16="http://schemas.microsoft.com/office/drawing/2014/main" id="{45813D16-5743-C0E8-1332-8B66557637DE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4504" y="7080868"/>
            <a:ext cx="393767" cy="421887"/>
          </a:xfrm>
          <a:prstGeom prst="rect">
            <a:avLst/>
          </a:prstGeom>
        </p:spPr>
      </p:pic>
      <p:pic>
        <p:nvPicPr>
          <p:cNvPr id="8160" name="Picture 8159">
            <a:extLst>
              <a:ext uri="{FF2B5EF4-FFF2-40B4-BE49-F238E27FC236}">
                <a16:creationId xmlns:a16="http://schemas.microsoft.com/office/drawing/2014/main" id="{D3810C20-D89A-B4E7-EAB5-CF8D83BCF89D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55562" y="7330901"/>
            <a:ext cx="393767" cy="421887"/>
          </a:xfrm>
          <a:prstGeom prst="rect">
            <a:avLst/>
          </a:prstGeom>
        </p:spPr>
      </p:pic>
      <p:sp>
        <p:nvSpPr>
          <p:cNvPr id="8180" name="TextBox 8179">
            <a:extLst>
              <a:ext uri="{FF2B5EF4-FFF2-40B4-BE49-F238E27FC236}">
                <a16:creationId xmlns:a16="http://schemas.microsoft.com/office/drawing/2014/main" id="{C74EC9E7-457D-4B71-8EDF-A978C728D17F}"/>
              </a:ext>
            </a:extLst>
          </p:cNvPr>
          <p:cNvSpPr txBox="1"/>
          <p:nvPr/>
        </p:nvSpPr>
        <p:spPr>
          <a:xfrm>
            <a:off x="370093" y="5216829"/>
            <a:ext cx="30654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d. Natural island rocky reef</a:t>
            </a:r>
          </a:p>
        </p:txBody>
      </p:sp>
      <p:grpSp>
        <p:nvGrpSpPr>
          <p:cNvPr id="9924" name="Group 9923">
            <a:extLst>
              <a:ext uri="{FF2B5EF4-FFF2-40B4-BE49-F238E27FC236}">
                <a16:creationId xmlns:a16="http://schemas.microsoft.com/office/drawing/2014/main" id="{2A20D237-FD9E-9366-69CB-364BAB518537}"/>
              </a:ext>
            </a:extLst>
          </p:cNvPr>
          <p:cNvGrpSpPr/>
          <p:nvPr/>
        </p:nvGrpSpPr>
        <p:grpSpPr>
          <a:xfrm>
            <a:off x="6305515" y="9265725"/>
            <a:ext cx="238932" cy="385527"/>
            <a:chOff x="5739883" y="1855754"/>
            <a:chExt cx="2424275" cy="4513338"/>
          </a:xfrm>
        </p:grpSpPr>
        <p:sp>
          <p:nvSpPr>
            <p:cNvPr id="9925" name="Freeform 9924">
              <a:extLst>
                <a:ext uri="{FF2B5EF4-FFF2-40B4-BE49-F238E27FC236}">
                  <a16:creationId xmlns:a16="http://schemas.microsoft.com/office/drawing/2014/main" id="{362718BD-0C29-891B-A277-7AA93706F8D4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6" name="Freeform 9925">
              <a:extLst>
                <a:ext uri="{FF2B5EF4-FFF2-40B4-BE49-F238E27FC236}">
                  <a16:creationId xmlns:a16="http://schemas.microsoft.com/office/drawing/2014/main" id="{D3E554E0-1464-6B14-3421-BD85E125423C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7" name="Freeform 9926">
              <a:extLst>
                <a:ext uri="{FF2B5EF4-FFF2-40B4-BE49-F238E27FC236}">
                  <a16:creationId xmlns:a16="http://schemas.microsoft.com/office/drawing/2014/main" id="{35E69296-DFB4-E234-4FCB-46352C99F6D6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8" name="Freeform 9927">
              <a:extLst>
                <a:ext uri="{FF2B5EF4-FFF2-40B4-BE49-F238E27FC236}">
                  <a16:creationId xmlns:a16="http://schemas.microsoft.com/office/drawing/2014/main" id="{C7DA6734-7167-D1AF-C2C2-1DAC1A403966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9" name="Freeform 9928">
              <a:extLst>
                <a:ext uri="{FF2B5EF4-FFF2-40B4-BE49-F238E27FC236}">
                  <a16:creationId xmlns:a16="http://schemas.microsoft.com/office/drawing/2014/main" id="{607433D4-BB43-0053-6EDA-860620AD3718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0" name="Freeform 9929">
              <a:extLst>
                <a:ext uri="{FF2B5EF4-FFF2-40B4-BE49-F238E27FC236}">
                  <a16:creationId xmlns:a16="http://schemas.microsoft.com/office/drawing/2014/main" id="{0D25A285-FAB4-4E5E-FE51-F3AFFBC1FE7D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1" name="Freeform 9930">
              <a:extLst>
                <a:ext uri="{FF2B5EF4-FFF2-40B4-BE49-F238E27FC236}">
                  <a16:creationId xmlns:a16="http://schemas.microsoft.com/office/drawing/2014/main" id="{4E9B3A8D-C4D5-0614-B96D-71B73769A4A5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2" name="Freeform 9931">
              <a:extLst>
                <a:ext uri="{FF2B5EF4-FFF2-40B4-BE49-F238E27FC236}">
                  <a16:creationId xmlns:a16="http://schemas.microsoft.com/office/drawing/2014/main" id="{78FE1FDF-1EE0-EC2D-9E9B-1CB6C57F34BE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3" name="Freeform 9932">
              <a:extLst>
                <a:ext uri="{FF2B5EF4-FFF2-40B4-BE49-F238E27FC236}">
                  <a16:creationId xmlns:a16="http://schemas.microsoft.com/office/drawing/2014/main" id="{0A8C1D1A-6EB9-48B1-09C7-352D7E326CB4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4" name="Freeform 9933">
              <a:extLst>
                <a:ext uri="{FF2B5EF4-FFF2-40B4-BE49-F238E27FC236}">
                  <a16:creationId xmlns:a16="http://schemas.microsoft.com/office/drawing/2014/main" id="{8CC7F46D-4C76-33B3-BF30-9785D4E26AF4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5" name="Freeform 9934">
              <a:extLst>
                <a:ext uri="{FF2B5EF4-FFF2-40B4-BE49-F238E27FC236}">
                  <a16:creationId xmlns:a16="http://schemas.microsoft.com/office/drawing/2014/main" id="{A1B5C346-A65C-EA95-8869-A29778424E83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6" name="Freeform 9935">
              <a:extLst>
                <a:ext uri="{FF2B5EF4-FFF2-40B4-BE49-F238E27FC236}">
                  <a16:creationId xmlns:a16="http://schemas.microsoft.com/office/drawing/2014/main" id="{D1B21902-EE9D-8EE0-0E5F-4315DE4E5FCD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7" name="Freeform 9936">
              <a:extLst>
                <a:ext uri="{FF2B5EF4-FFF2-40B4-BE49-F238E27FC236}">
                  <a16:creationId xmlns:a16="http://schemas.microsoft.com/office/drawing/2014/main" id="{24FAEC1E-7942-F65B-8C51-5F7A85DB129D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8" name="Freeform 9937">
              <a:extLst>
                <a:ext uri="{FF2B5EF4-FFF2-40B4-BE49-F238E27FC236}">
                  <a16:creationId xmlns:a16="http://schemas.microsoft.com/office/drawing/2014/main" id="{E5818DCE-1BAE-8D39-308B-C8B3712BD921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9" name="Freeform 9938">
              <a:extLst>
                <a:ext uri="{FF2B5EF4-FFF2-40B4-BE49-F238E27FC236}">
                  <a16:creationId xmlns:a16="http://schemas.microsoft.com/office/drawing/2014/main" id="{AD554A6D-44E4-E27D-D0CB-D5BC752D72D8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0" name="Freeform 9939">
              <a:extLst>
                <a:ext uri="{FF2B5EF4-FFF2-40B4-BE49-F238E27FC236}">
                  <a16:creationId xmlns:a16="http://schemas.microsoft.com/office/drawing/2014/main" id="{8B638ACF-283F-7438-002D-1BF73BF880AC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1" name="Freeform 9940">
              <a:extLst>
                <a:ext uri="{FF2B5EF4-FFF2-40B4-BE49-F238E27FC236}">
                  <a16:creationId xmlns:a16="http://schemas.microsoft.com/office/drawing/2014/main" id="{8C8B888F-6F30-74FA-15FB-99F516FFB835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2" name="Freeform 9941">
              <a:extLst>
                <a:ext uri="{FF2B5EF4-FFF2-40B4-BE49-F238E27FC236}">
                  <a16:creationId xmlns:a16="http://schemas.microsoft.com/office/drawing/2014/main" id="{5154E7D6-45A2-6C30-7837-E5DEBFCC52FF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3" name="Freeform 9942">
              <a:extLst>
                <a:ext uri="{FF2B5EF4-FFF2-40B4-BE49-F238E27FC236}">
                  <a16:creationId xmlns:a16="http://schemas.microsoft.com/office/drawing/2014/main" id="{116EDA96-1E97-D766-37D7-C3EF1F9B93FB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4" name="Freeform 9943">
              <a:extLst>
                <a:ext uri="{FF2B5EF4-FFF2-40B4-BE49-F238E27FC236}">
                  <a16:creationId xmlns:a16="http://schemas.microsoft.com/office/drawing/2014/main" id="{778C86B9-B421-5DDD-310C-8841FD051F6D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5" name="Freeform 9944">
              <a:extLst>
                <a:ext uri="{FF2B5EF4-FFF2-40B4-BE49-F238E27FC236}">
                  <a16:creationId xmlns:a16="http://schemas.microsoft.com/office/drawing/2014/main" id="{2B21D82B-ED57-8EED-30A4-F1CC74BD21F3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6" name="Freeform 9945">
              <a:extLst>
                <a:ext uri="{FF2B5EF4-FFF2-40B4-BE49-F238E27FC236}">
                  <a16:creationId xmlns:a16="http://schemas.microsoft.com/office/drawing/2014/main" id="{CBC24010-199B-36E1-0E8D-16C56CC1E03F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7" name="Freeform 9946">
              <a:extLst>
                <a:ext uri="{FF2B5EF4-FFF2-40B4-BE49-F238E27FC236}">
                  <a16:creationId xmlns:a16="http://schemas.microsoft.com/office/drawing/2014/main" id="{09B22615-7E7C-E434-CECB-EABE09630851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8" name="Freeform 9947">
              <a:extLst>
                <a:ext uri="{FF2B5EF4-FFF2-40B4-BE49-F238E27FC236}">
                  <a16:creationId xmlns:a16="http://schemas.microsoft.com/office/drawing/2014/main" id="{4E8F154C-38FA-99EE-DAA7-5945A15FF011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9" name="Freeform 9948">
              <a:extLst>
                <a:ext uri="{FF2B5EF4-FFF2-40B4-BE49-F238E27FC236}">
                  <a16:creationId xmlns:a16="http://schemas.microsoft.com/office/drawing/2014/main" id="{73B36DF7-3FEF-BE59-7849-0091DECCBB10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0" name="Freeform 9949">
              <a:extLst>
                <a:ext uri="{FF2B5EF4-FFF2-40B4-BE49-F238E27FC236}">
                  <a16:creationId xmlns:a16="http://schemas.microsoft.com/office/drawing/2014/main" id="{B17813CE-ECB2-D11F-CDE4-8CA94CF88070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1" name="Freeform 9950">
              <a:extLst>
                <a:ext uri="{FF2B5EF4-FFF2-40B4-BE49-F238E27FC236}">
                  <a16:creationId xmlns:a16="http://schemas.microsoft.com/office/drawing/2014/main" id="{F15C9E60-264B-2931-9774-976C2F7753ED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2" name="Freeform 9951">
              <a:extLst>
                <a:ext uri="{FF2B5EF4-FFF2-40B4-BE49-F238E27FC236}">
                  <a16:creationId xmlns:a16="http://schemas.microsoft.com/office/drawing/2014/main" id="{BEB77E95-DDE8-9CCE-6E99-ECD97533A976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3" name="Freeform 9952">
              <a:extLst>
                <a:ext uri="{FF2B5EF4-FFF2-40B4-BE49-F238E27FC236}">
                  <a16:creationId xmlns:a16="http://schemas.microsoft.com/office/drawing/2014/main" id="{A25070BB-BEBA-2E50-8D3F-69B1652AA1A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4" name="Freeform 9953">
              <a:extLst>
                <a:ext uri="{FF2B5EF4-FFF2-40B4-BE49-F238E27FC236}">
                  <a16:creationId xmlns:a16="http://schemas.microsoft.com/office/drawing/2014/main" id="{CA622E95-4544-A4B6-4F6D-C3616AB77210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5" name="Freeform 9954">
              <a:extLst>
                <a:ext uri="{FF2B5EF4-FFF2-40B4-BE49-F238E27FC236}">
                  <a16:creationId xmlns:a16="http://schemas.microsoft.com/office/drawing/2014/main" id="{D1E1EC93-8323-6F41-1954-FCFD3EAE2CDE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6" name="Freeform 9955">
              <a:extLst>
                <a:ext uri="{FF2B5EF4-FFF2-40B4-BE49-F238E27FC236}">
                  <a16:creationId xmlns:a16="http://schemas.microsoft.com/office/drawing/2014/main" id="{D4E927D6-EE59-C456-464E-A23C1105EC08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7" name="Freeform 9956">
              <a:extLst>
                <a:ext uri="{FF2B5EF4-FFF2-40B4-BE49-F238E27FC236}">
                  <a16:creationId xmlns:a16="http://schemas.microsoft.com/office/drawing/2014/main" id="{EFBA8C25-B754-F2ED-3352-252706AC624B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8" name="Freeform 9957">
              <a:extLst>
                <a:ext uri="{FF2B5EF4-FFF2-40B4-BE49-F238E27FC236}">
                  <a16:creationId xmlns:a16="http://schemas.microsoft.com/office/drawing/2014/main" id="{48C67F8D-A058-09E3-85FA-CBD35980BBE8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9" name="Freeform 9958">
              <a:extLst>
                <a:ext uri="{FF2B5EF4-FFF2-40B4-BE49-F238E27FC236}">
                  <a16:creationId xmlns:a16="http://schemas.microsoft.com/office/drawing/2014/main" id="{CBB9DA94-F6E3-3E33-AD7A-2FC8B5362F39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0" name="Freeform 9959">
              <a:extLst>
                <a:ext uri="{FF2B5EF4-FFF2-40B4-BE49-F238E27FC236}">
                  <a16:creationId xmlns:a16="http://schemas.microsoft.com/office/drawing/2014/main" id="{C954178F-E1AA-BD06-F6ED-D68C6178FBFD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1" name="Freeform 9960">
              <a:extLst>
                <a:ext uri="{FF2B5EF4-FFF2-40B4-BE49-F238E27FC236}">
                  <a16:creationId xmlns:a16="http://schemas.microsoft.com/office/drawing/2014/main" id="{230B1A9F-092C-C4D8-209B-08F562B19907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2" name="Freeform 9961">
              <a:extLst>
                <a:ext uri="{FF2B5EF4-FFF2-40B4-BE49-F238E27FC236}">
                  <a16:creationId xmlns:a16="http://schemas.microsoft.com/office/drawing/2014/main" id="{6D520C89-2232-A97F-1735-2782D776603C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3" name="Freeform 9962">
              <a:extLst>
                <a:ext uri="{FF2B5EF4-FFF2-40B4-BE49-F238E27FC236}">
                  <a16:creationId xmlns:a16="http://schemas.microsoft.com/office/drawing/2014/main" id="{164FD81E-7B13-F245-BF61-53D6DE1E1FE3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4" name="Freeform 9963">
              <a:extLst>
                <a:ext uri="{FF2B5EF4-FFF2-40B4-BE49-F238E27FC236}">
                  <a16:creationId xmlns:a16="http://schemas.microsoft.com/office/drawing/2014/main" id="{BE57B4A2-F55A-065C-1D74-C2CE093ADE2E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5" name="Freeform 9964">
              <a:extLst>
                <a:ext uri="{FF2B5EF4-FFF2-40B4-BE49-F238E27FC236}">
                  <a16:creationId xmlns:a16="http://schemas.microsoft.com/office/drawing/2014/main" id="{358002EB-FAD7-CA2A-CD1A-B695373F8961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6" name="Freeform 9965">
              <a:extLst>
                <a:ext uri="{FF2B5EF4-FFF2-40B4-BE49-F238E27FC236}">
                  <a16:creationId xmlns:a16="http://schemas.microsoft.com/office/drawing/2014/main" id="{3CD1A444-E3B0-6B16-BBA7-03C50F990AED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7" name="Freeform 9966">
              <a:extLst>
                <a:ext uri="{FF2B5EF4-FFF2-40B4-BE49-F238E27FC236}">
                  <a16:creationId xmlns:a16="http://schemas.microsoft.com/office/drawing/2014/main" id="{E2C0345A-A8FF-DC42-2AFB-2CB263AA0FC4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8" name="Freeform 9967">
              <a:extLst>
                <a:ext uri="{FF2B5EF4-FFF2-40B4-BE49-F238E27FC236}">
                  <a16:creationId xmlns:a16="http://schemas.microsoft.com/office/drawing/2014/main" id="{AD279A34-0F2A-202C-9419-191EFCCF4123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9" name="Freeform 9968">
              <a:extLst>
                <a:ext uri="{FF2B5EF4-FFF2-40B4-BE49-F238E27FC236}">
                  <a16:creationId xmlns:a16="http://schemas.microsoft.com/office/drawing/2014/main" id="{0A65A210-F2F5-9859-CECE-44704F2DB154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0" name="Freeform 9969">
              <a:extLst>
                <a:ext uri="{FF2B5EF4-FFF2-40B4-BE49-F238E27FC236}">
                  <a16:creationId xmlns:a16="http://schemas.microsoft.com/office/drawing/2014/main" id="{EEAECE77-69C6-E676-D572-096D6C35F3FC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1" name="Freeform 9970">
              <a:extLst>
                <a:ext uri="{FF2B5EF4-FFF2-40B4-BE49-F238E27FC236}">
                  <a16:creationId xmlns:a16="http://schemas.microsoft.com/office/drawing/2014/main" id="{675767F7-1D7A-A99F-8D76-FE743877C2BF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2" name="Freeform 9971">
              <a:extLst>
                <a:ext uri="{FF2B5EF4-FFF2-40B4-BE49-F238E27FC236}">
                  <a16:creationId xmlns:a16="http://schemas.microsoft.com/office/drawing/2014/main" id="{5DDF2C91-D116-EBCC-453F-7B9984A61EAC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3" name="Freeform 9972">
              <a:extLst>
                <a:ext uri="{FF2B5EF4-FFF2-40B4-BE49-F238E27FC236}">
                  <a16:creationId xmlns:a16="http://schemas.microsoft.com/office/drawing/2014/main" id="{810C8F32-3E41-9E01-24ED-CA03EC8C77FF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4" name="Freeform 9973">
              <a:extLst>
                <a:ext uri="{FF2B5EF4-FFF2-40B4-BE49-F238E27FC236}">
                  <a16:creationId xmlns:a16="http://schemas.microsoft.com/office/drawing/2014/main" id="{BF07DECD-3390-4076-D8A3-C97B52DD9B75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5" name="Freeform 9974">
              <a:extLst>
                <a:ext uri="{FF2B5EF4-FFF2-40B4-BE49-F238E27FC236}">
                  <a16:creationId xmlns:a16="http://schemas.microsoft.com/office/drawing/2014/main" id="{71AE66BB-BF58-2D2E-2101-8FB29D9908DE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6" name="Freeform 9975">
              <a:extLst>
                <a:ext uri="{FF2B5EF4-FFF2-40B4-BE49-F238E27FC236}">
                  <a16:creationId xmlns:a16="http://schemas.microsoft.com/office/drawing/2014/main" id="{54A7D2AD-3592-CA8D-8638-56C03759C53A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7" name="Freeform 9976">
              <a:extLst>
                <a:ext uri="{FF2B5EF4-FFF2-40B4-BE49-F238E27FC236}">
                  <a16:creationId xmlns:a16="http://schemas.microsoft.com/office/drawing/2014/main" id="{260CE8C8-1822-435C-AF70-AC621A08DEE8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8" name="Freeform 9977">
              <a:extLst>
                <a:ext uri="{FF2B5EF4-FFF2-40B4-BE49-F238E27FC236}">
                  <a16:creationId xmlns:a16="http://schemas.microsoft.com/office/drawing/2014/main" id="{B7D5ABED-8A88-4346-59DA-FF65638E6AEC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9" name="Freeform 9978">
              <a:extLst>
                <a:ext uri="{FF2B5EF4-FFF2-40B4-BE49-F238E27FC236}">
                  <a16:creationId xmlns:a16="http://schemas.microsoft.com/office/drawing/2014/main" id="{1E138D3E-31FD-3CE9-4F91-DB091013DA12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0" name="Freeform 9979">
              <a:extLst>
                <a:ext uri="{FF2B5EF4-FFF2-40B4-BE49-F238E27FC236}">
                  <a16:creationId xmlns:a16="http://schemas.microsoft.com/office/drawing/2014/main" id="{9A6F8683-888C-B1E0-2651-5F0BC5DB1A13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1" name="Freeform 9980">
              <a:extLst>
                <a:ext uri="{FF2B5EF4-FFF2-40B4-BE49-F238E27FC236}">
                  <a16:creationId xmlns:a16="http://schemas.microsoft.com/office/drawing/2014/main" id="{54C19A77-82E0-CC8E-43F4-8D996130499F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2" name="Freeform 9981">
              <a:extLst>
                <a:ext uri="{FF2B5EF4-FFF2-40B4-BE49-F238E27FC236}">
                  <a16:creationId xmlns:a16="http://schemas.microsoft.com/office/drawing/2014/main" id="{FA1E6CF4-5D24-7C9F-CB34-3C0D3914B9BB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3" name="Freeform 9982">
              <a:extLst>
                <a:ext uri="{FF2B5EF4-FFF2-40B4-BE49-F238E27FC236}">
                  <a16:creationId xmlns:a16="http://schemas.microsoft.com/office/drawing/2014/main" id="{6D960B6E-A7FE-1F40-4F9E-0222F160F9CE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4" name="Freeform 9983">
              <a:extLst>
                <a:ext uri="{FF2B5EF4-FFF2-40B4-BE49-F238E27FC236}">
                  <a16:creationId xmlns:a16="http://schemas.microsoft.com/office/drawing/2014/main" id="{B5FEC355-96AA-5DFA-CBED-F18FCFC1CF44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5" name="Freeform 9984">
              <a:extLst>
                <a:ext uri="{FF2B5EF4-FFF2-40B4-BE49-F238E27FC236}">
                  <a16:creationId xmlns:a16="http://schemas.microsoft.com/office/drawing/2014/main" id="{34960056-6F89-AAC5-49B3-8CE06E38443D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6" name="Freeform 9985">
              <a:extLst>
                <a:ext uri="{FF2B5EF4-FFF2-40B4-BE49-F238E27FC236}">
                  <a16:creationId xmlns:a16="http://schemas.microsoft.com/office/drawing/2014/main" id="{FD3308F2-A492-FB75-E096-7C61A4C3BA73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7" name="Freeform 9986">
              <a:extLst>
                <a:ext uri="{FF2B5EF4-FFF2-40B4-BE49-F238E27FC236}">
                  <a16:creationId xmlns:a16="http://schemas.microsoft.com/office/drawing/2014/main" id="{D0E60705-AA7C-18F5-EC69-47D8F5DC8DD8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8" name="Freeform 9987">
              <a:extLst>
                <a:ext uri="{FF2B5EF4-FFF2-40B4-BE49-F238E27FC236}">
                  <a16:creationId xmlns:a16="http://schemas.microsoft.com/office/drawing/2014/main" id="{A5B7E610-123B-4586-694E-561B585719C7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9" name="Freeform 9988">
              <a:extLst>
                <a:ext uri="{FF2B5EF4-FFF2-40B4-BE49-F238E27FC236}">
                  <a16:creationId xmlns:a16="http://schemas.microsoft.com/office/drawing/2014/main" id="{88410B65-3346-FF51-3E35-5A156F860E5B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0" name="Freeform 9989">
              <a:extLst>
                <a:ext uri="{FF2B5EF4-FFF2-40B4-BE49-F238E27FC236}">
                  <a16:creationId xmlns:a16="http://schemas.microsoft.com/office/drawing/2014/main" id="{500DB288-2E4F-7A9F-7319-3F9555224FBB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1" name="Freeform 9990">
              <a:extLst>
                <a:ext uri="{FF2B5EF4-FFF2-40B4-BE49-F238E27FC236}">
                  <a16:creationId xmlns:a16="http://schemas.microsoft.com/office/drawing/2014/main" id="{CD187642-B6B6-5162-7DAF-EC6BC19AC3F2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2" name="Freeform 9991">
              <a:extLst>
                <a:ext uri="{FF2B5EF4-FFF2-40B4-BE49-F238E27FC236}">
                  <a16:creationId xmlns:a16="http://schemas.microsoft.com/office/drawing/2014/main" id="{FBDC88A2-7A61-8085-0888-5471F96B1503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3" name="Freeform 9992">
              <a:extLst>
                <a:ext uri="{FF2B5EF4-FFF2-40B4-BE49-F238E27FC236}">
                  <a16:creationId xmlns:a16="http://schemas.microsoft.com/office/drawing/2014/main" id="{30707650-30D2-6BA7-47C9-5CEB2AD42CC8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4" name="Freeform 9993">
              <a:extLst>
                <a:ext uri="{FF2B5EF4-FFF2-40B4-BE49-F238E27FC236}">
                  <a16:creationId xmlns:a16="http://schemas.microsoft.com/office/drawing/2014/main" id="{D29098EF-0FC1-E3B2-17B0-EAC9DDF01949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5" name="Freeform 9994">
              <a:extLst>
                <a:ext uri="{FF2B5EF4-FFF2-40B4-BE49-F238E27FC236}">
                  <a16:creationId xmlns:a16="http://schemas.microsoft.com/office/drawing/2014/main" id="{A9DDEF97-FEBA-DB65-E0DC-76AC9A40D11A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6" name="Freeform 9995">
              <a:extLst>
                <a:ext uri="{FF2B5EF4-FFF2-40B4-BE49-F238E27FC236}">
                  <a16:creationId xmlns:a16="http://schemas.microsoft.com/office/drawing/2014/main" id="{62D87B5D-43CC-071B-1B81-E2EEA06C35DE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7" name="Freeform 9996">
              <a:extLst>
                <a:ext uri="{FF2B5EF4-FFF2-40B4-BE49-F238E27FC236}">
                  <a16:creationId xmlns:a16="http://schemas.microsoft.com/office/drawing/2014/main" id="{559497FA-0FA1-9BE3-F73F-A4C197E3BED0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8" name="Freeform 9997">
              <a:extLst>
                <a:ext uri="{FF2B5EF4-FFF2-40B4-BE49-F238E27FC236}">
                  <a16:creationId xmlns:a16="http://schemas.microsoft.com/office/drawing/2014/main" id="{5C40636B-6762-19BD-1A01-A0AAF57CBD19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9" name="Freeform 9998">
              <a:extLst>
                <a:ext uri="{FF2B5EF4-FFF2-40B4-BE49-F238E27FC236}">
                  <a16:creationId xmlns:a16="http://schemas.microsoft.com/office/drawing/2014/main" id="{AF9F6CFD-510C-C08B-DF20-DAE01535C3A3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0" name="Freeform 9999">
              <a:extLst>
                <a:ext uri="{FF2B5EF4-FFF2-40B4-BE49-F238E27FC236}">
                  <a16:creationId xmlns:a16="http://schemas.microsoft.com/office/drawing/2014/main" id="{EA79D1F5-E7A2-8D2B-4A0E-3379E971FFFE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1" name="Freeform 10000">
              <a:extLst>
                <a:ext uri="{FF2B5EF4-FFF2-40B4-BE49-F238E27FC236}">
                  <a16:creationId xmlns:a16="http://schemas.microsoft.com/office/drawing/2014/main" id="{8F56A0FA-9173-5EAB-3856-3AACCBE0F921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2" name="Freeform 10001">
              <a:extLst>
                <a:ext uri="{FF2B5EF4-FFF2-40B4-BE49-F238E27FC236}">
                  <a16:creationId xmlns:a16="http://schemas.microsoft.com/office/drawing/2014/main" id="{7CB85546-0EC3-AABB-6AD7-A6B327572670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3" name="Freeform 10002">
              <a:extLst>
                <a:ext uri="{FF2B5EF4-FFF2-40B4-BE49-F238E27FC236}">
                  <a16:creationId xmlns:a16="http://schemas.microsoft.com/office/drawing/2014/main" id="{CA440D6C-9337-4237-DE38-5C0FD88523BA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4" name="Freeform 10003">
              <a:extLst>
                <a:ext uri="{FF2B5EF4-FFF2-40B4-BE49-F238E27FC236}">
                  <a16:creationId xmlns:a16="http://schemas.microsoft.com/office/drawing/2014/main" id="{AD1C54BE-437E-B13C-F35B-98AB58BB1CCD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5" name="Freeform 10004">
              <a:extLst>
                <a:ext uri="{FF2B5EF4-FFF2-40B4-BE49-F238E27FC236}">
                  <a16:creationId xmlns:a16="http://schemas.microsoft.com/office/drawing/2014/main" id="{52D78CF4-861A-3E70-49B4-9F275FFEC2C7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6" name="Freeform 10005">
              <a:extLst>
                <a:ext uri="{FF2B5EF4-FFF2-40B4-BE49-F238E27FC236}">
                  <a16:creationId xmlns:a16="http://schemas.microsoft.com/office/drawing/2014/main" id="{A87550B8-8B85-20A8-ADC5-F53CC0213C55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7" name="Freeform 10006">
              <a:extLst>
                <a:ext uri="{FF2B5EF4-FFF2-40B4-BE49-F238E27FC236}">
                  <a16:creationId xmlns:a16="http://schemas.microsoft.com/office/drawing/2014/main" id="{CD75825C-3CA3-7C7A-F268-DBAFD6B8E3D1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8" name="Freeform 10007">
              <a:extLst>
                <a:ext uri="{FF2B5EF4-FFF2-40B4-BE49-F238E27FC236}">
                  <a16:creationId xmlns:a16="http://schemas.microsoft.com/office/drawing/2014/main" id="{5F37CBB2-71D2-5ACE-34FC-2E63F45101CC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9" name="Freeform 10008">
              <a:extLst>
                <a:ext uri="{FF2B5EF4-FFF2-40B4-BE49-F238E27FC236}">
                  <a16:creationId xmlns:a16="http://schemas.microsoft.com/office/drawing/2014/main" id="{048F0D93-469D-EA2D-7E16-B07C6893AB13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0" name="Freeform 10009">
              <a:extLst>
                <a:ext uri="{FF2B5EF4-FFF2-40B4-BE49-F238E27FC236}">
                  <a16:creationId xmlns:a16="http://schemas.microsoft.com/office/drawing/2014/main" id="{CAA1C20F-30F8-08F1-8137-1C1DA1CE5C9D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1" name="Freeform 10010">
              <a:extLst>
                <a:ext uri="{FF2B5EF4-FFF2-40B4-BE49-F238E27FC236}">
                  <a16:creationId xmlns:a16="http://schemas.microsoft.com/office/drawing/2014/main" id="{69024E3C-DC2B-D44B-E9A0-F68467419417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2" name="Freeform 10011">
              <a:extLst>
                <a:ext uri="{FF2B5EF4-FFF2-40B4-BE49-F238E27FC236}">
                  <a16:creationId xmlns:a16="http://schemas.microsoft.com/office/drawing/2014/main" id="{04BAC47B-3DEE-D2A7-7DF8-EF45A44F465E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3" name="Freeform 10012">
              <a:extLst>
                <a:ext uri="{FF2B5EF4-FFF2-40B4-BE49-F238E27FC236}">
                  <a16:creationId xmlns:a16="http://schemas.microsoft.com/office/drawing/2014/main" id="{CDB6BB1B-49E2-0241-DCF8-39020A86762E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4" name="Freeform 10013">
              <a:extLst>
                <a:ext uri="{FF2B5EF4-FFF2-40B4-BE49-F238E27FC236}">
                  <a16:creationId xmlns:a16="http://schemas.microsoft.com/office/drawing/2014/main" id="{21635BBB-5779-C67E-4760-88E5D610B468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5" name="Freeform 10014">
              <a:extLst>
                <a:ext uri="{FF2B5EF4-FFF2-40B4-BE49-F238E27FC236}">
                  <a16:creationId xmlns:a16="http://schemas.microsoft.com/office/drawing/2014/main" id="{45EA1373-4B82-EDEC-1928-6AA48011ECFA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6" name="Freeform 10015">
              <a:extLst>
                <a:ext uri="{FF2B5EF4-FFF2-40B4-BE49-F238E27FC236}">
                  <a16:creationId xmlns:a16="http://schemas.microsoft.com/office/drawing/2014/main" id="{D56E63D4-41B9-914C-C06B-4DF7450886D1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7" name="Freeform 10016">
              <a:extLst>
                <a:ext uri="{FF2B5EF4-FFF2-40B4-BE49-F238E27FC236}">
                  <a16:creationId xmlns:a16="http://schemas.microsoft.com/office/drawing/2014/main" id="{17E3871A-3C02-6A52-C9DF-FADA4E57E112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8" name="Freeform 10017">
              <a:extLst>
                <a:ext uri="{FF2B5EF4-FFF2-40B4-BE49-F238E27FC236}">
                  <a16:creationId xmlns:a16="http://schemas.microsoft.com/office/drawing/2014/main" id="{9E419F25-868A-6EA5-655F-EE0D164276CC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9" name="Freeform 10018">
              <a:extLst>
                <a:ext uri="{FF2B5EF4-FFF2-40B4-BE49-F238E27FC236}">
                  <a16:creationId xmlns:a16="http://schemas.microsoft.com/office/drawing/2014/main" id="{7EECA3A0-2D9B-029B-1108-8DBA83485EFE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0" name="Freeform 10019">
              <a:extLst>
                <a:ext uri="{FF2B5EF4-FFF2-40B4-BE49-F238E27FC236}">
                  <a16:creationId xmlns:a16="http://schemas.microsoft.com/office/drawing/2014/main" id="{E643D497-BD6D-00A2-8D5F-A4904BB0268B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1" name="Freeform 10020">
              <a:extLst>
                <a:ext uri="{FF2B5EF4-FFF2-40B4-BE49-F238E27FC236}">
                  <a16:creationId xmlns:a16="http://schemas.microsoft.com/office/drawing/2014/main" id="{77F6E6F4-4E4E-C21B-FC11-D84DDC18964B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2" name="Freeform 10021">
              <a:extLst>
                <a:ext uri="{FF2B5EF4-FFF2-40B4-BE49-F238E27FC236}">
                  <a16:creationId xmlns:a16="http://schemas.microsoft.com/office/drawing/2014/main" id="{F9ED2A35-5495-9E52-C5F6-038E7E91370D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3" name="Freeform 10022">
              <a:extLst>
                <a:ext uri="{FF2B5EF4-FFF2-40B4-BE49-F238E27FC236}">
                  <a16:creationId xmlns:a16="http://schemas.microsoft.com/office/drawing/2014/main" id="{317367A5-8879-68DE-2573-B913674A23C4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4" name="Freeform 10023">
              <a:extLst>
                <a:ext uri="{FF2B5EF4-FFF2-40B4-BE49-F238E27FC236}">
                  <a16:creationId xmlns:a16="http://schemas.microsoft.com/office/drawing/2014/main" id="{1581AAD4-D042-BF3C-6296-DCEF033CE06D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5" name="Freeform 10024">
              <a:extLst>
                <a:ext uri="{FF2B5EF4-FFF2-40B4-BE49-F238E27FC236}">
                  <a16:creationId xmlns:a16="http://schemas.microsoft.com/office/drawing/2014/main" id="{2BC0A81D-0E92-1433-D7A2-83C1E8E2A39A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6" name="Freeform 10025">
              <a:extLst>
                <a:ext uri="{FF2B5EF4-FFF2-40B4-BE49-F238E27FC236}">
                  <a16:creationId xmlns:a16="http://schemas.microsoft.com/office/drawing/2014/main" id="{25F7808C-0974-7DFC-7F0D-62E2F7D9A8AF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7" name="Freeform 10026">
              <a:extLst>
                <a:ext uri="{FF2B5EF4-FFF2-40B4-BE49-F238E27FC236}">
                  <a16:creationId xmlns:a16="http://schemas.microsoft.com/office/drawing/2014/main" id="{AC0B5B7A-ABF3-AF96-646C-9EEB1C42DC95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8" name="Freeform 10027">
              <a:extLst>
                <a:ext uri="{FF2B5EF4-FFF2-40B4-BE49-F238E27FC236}">
                  <a16:creationId xmlns:a16="http://schemas.microsoft.com/office/drawing/2014/main" id="{EBB5A434-6FE3-D1A5-1D7F-C7DB2B560236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9" name="Freeform 10028">
              <a:extLst>
                <a:ext uri="{FF2B5EF4-FFF2-40B4-BE49-F238E27FC236}">
                  <a16:creationId xmlns:a16="http://schemas.microsoft.com/office/drawing/2014/main" id="{4D78A7FE-8C76-571C-CE24-CBF1F4650C7C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0" name="Freeform 10029">
              <a:extLst>
                <a:ext uri="{FF2B5EF4-FFF2-40B4-BE49-F238E27FC236}">
                  <a16:creationId xmlns:a16="http://schemas.microsoft.com/office/drawing/2014/main" id="{11DC3B97-5A5A-F18F-CF6E-8A557E3555C3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1" name="Freeform 10030">
              <a:extLst>
                <a:ext uri="{FF2B5EF4-FFF2-40B4-BE49-F238E27FC236}">
                  <a16:creationId xmlns:a16="http://schemas.microsoft.com/office/drawing/2014/main" id="{D45EA045-CE60-07E0-CE16-5C0CFDA037BF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2" name="Freeform 10031">
              <a:extLst>
                <a:ext uri="{FF2B5EF4-FFF2-40B4-BE49-F238E27FC236}">
                  <a16:creationId xmlns:a16="http://schemas.microsoft.com/office/drawing/2014/main" id="{F2524AB6-C982-D755-6A32-B5F55E25F2E9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3" name="Freeform 10032">
              <a:extLst>
                <a:ext uri="{FF2B5EF4-FFF2-40B4-BE49-F238E27FC236}">
                  <a16:creationId xmlns:a16="http://schemas.microsoft.com/office/drawing/2014/main" id="{3284BA8D-7FFE-A552-6BB6-C749568312D7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4" name="Freeform 10033">
              <a:extLst>
                <a:ext uri="{FF2B5EF4-FFF2-40B4-BE49-F238E27FC236}">
                  <a16:creationId xmlns:a16="http://schemas.microsoft.com/office/drawing/2014/main" id="{23E9E1A9-4A9F-035C-EADE-50A2F6D208AE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5" name="Freeform 10034">
              <a:extLst>
                <a:ext uri="{FF2B5EF4-FFF2-40B4-BE49-F238E27FC236}">
                  <a16:creationId xmlns:a16="http://schemas.microsoft.com/office/drawing/2014/main" id="{77B9744B-D9A0-20DF-452F-AFDFC344434E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6" name="Freeform 10035">
              <a:extLst>
                <a:ext uri="{FF2B5EF4-FFF2-40B4-BE49-F238E27FC236}">
                  <a16:creationId xmlns:a16="http://schemas.microsoft.com/office/drawing/2014/main" id="{BA8471B9-4657-535B-BBCB-325266D06931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7" name="Freeform 10036">
              <a:extLst>
                <a:ext uri="{FF2B5EF4-FFF2-40B4-BE49-F238E27FC236}">
                  <a16:creationId xmlns:a16="http://schemas.microsoft.com/office/drawing/2014/main" id="{280EE677-B653-4C4B-EF9E-D54BAAD5D885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8" name="Freeform 10037">
              <a:extLst>
                <a:ext uri="{FF2B5EF4-FFF2-40B4-BE49-F238E27FC236}">
                  <a16:creationId xmlns:a16="http://schemas.microsoft.com/office/drawing/2014/main" id="{0B6BF41F-E9F7-87E0-0E5A-94E27B39203F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9" name="Freeform 10038">
              <a:extLst>
                <a:ext uri="{FF2B5EF4-FFF2-40B4-BE49-F238E27FC236}">
                  <a16:creationId xmlns:a16="http://schemas.microsoft.com/office/drawing/2014/main" id="{22954FCD-8A80-BCBA-0CF0-7172DDAD35C5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0" name="Freeform 10039">
              <a:extLst>
                <a:ext uri="{FF2B5EF4-FFF2-40B4-BE49-F238E27FC236}">
                  <a16:creationId xmlns:a16="http://schemas.microsoft.com/office/drawing/2014/main" id="{FB0AEDB8-BC41-3FEC-D99C-A1042389961E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1" name="Freeform 10040">
              <a:extLst>
                <a:ext uri="{FF2B5EF4-FFF2-40B4-BE49-F238E27FC236}">
                  <a16:creationId xmlns:a16="http://schemas.microsoft.com/office/drawing/2014/main" id="{4749F947-4E93-5823-2084-19984F895B96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2" name="Freeform 10041">
              <a:extLst>
                <a:ext uri="{FF2B5EF4-FFF2-40B4-BE49-F238E27FC236}">
                  <a16:creationId xmlns:a16="http://schemas.microsoft.com/office/drawing/2014/main" id="{039EA74F-6D6C-5B22-8BBD-A45AC183CC83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3" name="Freeform 10042">
              <a:extLst>
                <a:ext uri="{FF2B5EF4-FFF2-40B4-BE49-F238E27FC236}">
                  <a16:creationId xmlns:a16="http://schemas.microsoft.com/office/drawing/2014/main" id="{8D8502A9-B2C3-C7A3-DD26-479078CCA292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4" name="Freeform 10043">
              <a:extLst>
                <a:ext uri="{FF2B5EF4-FFF2-40B4-BE49-F238E27FC236}">
                  <a16:creationId xmlns:a16="http://schemas.microsoft.com/office/drawing/2014/main" id="{AE151587-EAB3-7D08-2C5D-1CE6871991A7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5" name="Freeform 10044">
              <a:extLst>
                <a:ext uri="{FF2B5EF4-FFF2-40B4-BE49-F238E27FC236}">
                  <a16:creationId xmlns:a16="http://schemas.microsoft.com/office/drawing/2014/main" id="{F0B5F6F1-97A0-07F5-D326-95CEDF9943D5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6" name="Freeform 10045">
              <a:extLst>
                <a:ext uri="{FF2B5EF4-FFF2-40B4-BE49-F238E27FC236}">
                  <a16:creationId xmlns:a16="http://schemas.microsoft.com/office/drawing/2014/main" id="{C80EC15A-ECF8-D236-A745-8FD0C4DD13C1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7" name="Freeform 10046">
              <a:extLst>
                <a:ext uri="{FF2B5EF4-FFF2-40B4-BE49-F238E27FC236}">
                  <a16:creationId xmlns:a16="http://schemas.microsoft.com/office/drawing/2014/main" id="{BC861F03-0BFF-8741-D94E-FCD0B868EDF9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8" name="Freeform 10047">
              <a:extLst>
                <a:ext uri="{FF2B5EF4-FFF2-40B4-BE49-F238E27FC236}">
                  <a16:creationId xmlns:a16="http://schemas.microsoft.com/office/drawing/2014/main" id="{9C6A7719-AE0C-5F90-87B6-34CCF3E6F746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9" name="Freeform 10048">
              <a:extLst>
                <a:ext uri="{FF2B5EF4-FFF2-40B4-BE49-F238E27FC236}">
                  <a16:creationId xmlns:a16="http://schemas.microsoft.com/office/drawing/2014/main" id="{6FC47975-CC08-431B-6611-99C44B1941B3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0" name="Freeform 10049">
              <a:extLst>
                <a:ext uri="{FF2B5EF4-FFF2-40B4-BE49-F238E27FC236}">
                  <a16:creationId xmlns:a16="http://schemas.microsoft.com/office/drawing/2014/main" id="{BEE88B69-2C7F-552E-C7BD-63CB1B5FD579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1" name="Freeform 10050">
              <a:extLst>
                <a:ext uri="{FF2B5EF4-FFF2-40B4-BE49-F238E27FC236}">
                  <a16:creationId xmlns:a16="http://schemas.microsoft.com/office/drawing/2014/main" id="{21EEDF8B-5A80-B20D-6D80-E5931B1C9F5A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2" name="Freeform 10051">
              <a:extLst>
                <a:ext uri="{FF2B5EF4-FFF2-40B4-BE49-F238E27FC236}">
                  <a16:creationId xmlns:a16="http://schemas.microsoft.com/office/drawing/2014/main" id="{1B4D2F20-2F1C-5CC0-4201-26E371FDBC60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3" name="Freeform 10052">
              <a:extLst>
                <a:ext uri="{FF2B5EF4-FFF2-40B4-BE49-F238E27FC236}">
                  <a16:creationId xmlns:a16="http://schemas.microsoft.com/office/drawing/2014/main" id="{E6E7F35F-8255-B71F-CF3C-C23C47B8E1AD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4" name="Freeform 10053">
              <a:extLst>
                <a:ext uri="{FF2B5EF4-FFF2-40B4-BE49-F238E27FC236}">
                  <a16:creationId xmlns:a16="http://schemas.microsoft.com/office/drawing/2014/main" id="{688B5CCE-F7F3-CE63-02DE-979A0EB22C4E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5" name="Freeform 10054">
              <a:extLst>
                <a:ext uri="{FF2B5EF4-FFF2-40B4-BE49-F238E27FC236}">
                  <a16:creationId xmlns:a16="http://schemas.microsoft.com/office/drawing/2014/main" id="{5D336D72-CEC8-60B3-F8F8-2D5E7EF65B96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6" name="Freeform 10055">
              <a:extLst>
                <a:ext uri="{FF2B5EF4-FFF2-40B4-BE49-F238E27FC236}">
                  <a16:creationId xmlns:a16="http://schemas.microsoft.com/office/drawing/2014/main" id="{CE239DA9-FA96-9FF8-39FE-AA98598A7D77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7" name="Freeform 10056">
              <a:extLst>
                <a:ext uri="{FF2B5EF4-FFF2-40B4-BE49-F238E27FC236}">
                  <a16:creationId xmlns:a16="http://schemas.microsoft.com/office/drawing/2014/main" id="{0E77AE22-AC5B-8813-B33A-51904A3F5680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8" name="Freeform 10057">
              <a:extLst>
                <a:ext uri="{FF2B5EF4-FFF2-40B4-BE49-F238E27FC236}">
                  <a16:creationId xmlns:a16="http://schemas.microsoft.com/office/drawing/2014/main" id="{6C98FCC2-AB31-46E7-7E23-2BC521079E0F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9" name="Freeform 10058">
              <a:extLst>
                <a:ext uri="{FF2B5EF4-FFF2-40B4-BE49-F238E27FC236}">
                  <a16:creationId xmlns:a16="http://schemas.microsoft.com/office/drawing/2014/main" id="{BFE569F8-63C8-8139-E710-F214AB0BDECE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0" name="Freeform 10059">
              <a:extLst>
                <a:ext uri="{FF2B5EF4-FFF2-40B4-BE49-F238E27FC236}">
                  <a16:creationId xmlns:a16="http://schemas.microsoft.com/office/drawing/2014/main" id="{4A6F571A-30AF-D140-C6A7-174716E846AD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1" name="Freeform 10060">
              <a:extLst>
                <a:ext uri="{FF2B5EF4-FFF2-40B4-BE49-F238E27FC236}">
                  <a16:creationId xmlns:a16="http://schemas.microsoft.com/office/drawing/2014/main" id="{149455A8-8726-D70B-23D0-55F6E91B26F3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2" name="Freeform 10061">
              <a:extLst>
                <a:ext uri="{FF2B5EF4-FFF2-40B4-BE49-F238E27FC236}">
                  <a16:creationId xmlns:a16="http://schemas.microsoft.com/office/drawing/2014/main" id="{D07017D7-3696-5AC9-7EA6-ADA1085348A9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3" name="Freeform 10062">
              <a:extLst>
                <a:ext uri="{FF2B5EF4-FFF2-40B4-BE49-F238E27FC236}">
                  <a16:creationId xmlns:a16="http://schemas.microsoft.com/office/drawing/2014/main" id="{BDCC7B5A-49B9-D0FE-F69B-51EF5D676E72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4" name="Freeform 10063">
              <a:extLst>
                <a:ext uri="{FF2B5EF4-FFF2-40B4-BE49-F238E27FC236}">
                  <a16:creationId xmlns:a16="http://schemas.microsoft.com/office/drawing/2014/main" id="{F3BEF2D7-B128-B806-AA6E-1CB205D796C2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5" name="Freeform 10064">
              <a:extLst>
                <a:ext uri="{FF2B5EF4-FFF2-40B4-BE49-F238E27FC236}">
                  <a16:creationId xmlns:a16="http://schemas.microsoft.com/office/drawing/2014/main" id="{94D1D830-FC91-3E01-24D7-7E4A1FB5941A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6" name="Freeform 10065">
              <a:extLst>
                <a:ext uri="{FF2B5EF4-FFF2-40B4-BE49-F238E27FC236}">
                  <a16:creationId xmlns:a16="http://schemas.microsoft.com/office/drawing/2014/main" id="{2181A3E2-68BC-611F-4A78-B1CD8C7A5927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7" name="Freeform 10066">
              <a:extLst>
                <a:ext uri="{FF2B5EF4-FFF2-40B4-BE49-F238E27FC236}">
                  <a16:creationId xmlns:a16="http://schemas.microsoft.com/office/drawing/2014/main" id="{E09A499A-395F-CAEC-D5CF-B3DF0737F217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8" name="Freeform 10067">
              <a:extLst>
                <a:ext uri="{FF2B5EF4-FFF2-40B4-BE49-F238E27FC236}">
                  <a16:creationId xmlns:a16="http://schemas.microsoft.com/office/drawing/2014/main" id="{6489B48A-0703-489D-C514-23AD03DF240E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9" name="Freeform 10068">
              <a:extLst>
                <a:ext uri="{FF2B5EF4-FFF2-40B4-BE49-F238E27FC236}">
                  <a16:creationId xmlns:a16="http://schemas.microsoft.com/office/drawing/2014/main" id="{84BED896-43BD-FD66-68CE-39FD3D7BDEF7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0" name="Freeform 10069">
              <a:extLst>
                <a:ext uri="{FF2B5EF4-FFF2-40B4-BE49-F238E27FC236}">
                  <a16:creationId xmlns:a16="http://schemas.microsoft.com/office/drawing/2014/main" id="{ECF67E40-363C-E7F7-690B-EF36D5D507DC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1" name="Freeform 10070">
              <a:extLst>
                <a:ext uri="{FF2B5EF4-FFF2-40B4-BE49-F238E27FC236}">
                  <a16:creationId xmlns:a16="http://schemas.microsoft.com/office/drawing/2014/main" id="{696E47B8-A70A-FCFE-9998-570169CFB69B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2" name="Freeform 10071">
              <a:extLst>
                <a:ext uri="{FF2B5EF4-FFF2-40B4-BE49-F238E27FC236}">
                  <a16:creationId xmlns:a16="http://schemas.microsoft.com/office/drawing/2014/main" id="{F69B5AED-CDCD-FD40-C978-362EAD5FDCA8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3" name="Freeform 10072">
              <a:extLst>
                <a:ext uri="{FF2B5EF4-FFF2-40B4-BE49-F238E27FC236}">
                  <a16:creationId xmlns:a16="http://schemas.microsoft.com/office/drawing/2014/main" id="{64EFD9E7-AFFB-5763-AC57-5C52705FADC7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4" name="Freeform 10073">
              <a:extLst>
                <a:ext uri="{FF2B5EF4-FFF2-40B4-BE49-F238E27FC236}">
                  <a16:creationId xmlns:a16="http://schemas.microsoft.com/office/drawing/2014/main" id="{B44C0513-9681-20CF-8487-92FC8D623181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5" name="Freeform 10074">
              <a:extLst>
                <a:ext uri="{FF2B5EF4-FFF2-40B4-BE49-F238E27FC236}">
                  <a16:creationId xmlns:a16="http://schemas.microsoft.com/office/drawing/2014/main" id="{9496FA67-29EC-E7D5-3DAC-3D7B5F09BE7C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6" name="Freeform 10075">
              <a:extLst>
                <a:ext uri="{FF2B5EF4-FFF2-40B4-BE49-F238E27FC236}">
                  <a16:creationId xmlns:a16="http://schemas.microsoft.com/office/drawing/2014/main" id="{47F6D075-AB5A-0BF2-6192-632BF11C9990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7" name="Freeform 10076">
              <a:extLst>
                <a:ext uri="{FF2B5EF4-FFF2-40B4-BE49-F238E27FC236}">
                  <a16:creationId xmlns:a16="http://schemas.microsoft.com/office/drawing/2014/main" id="{35AFAA95-7E0C-1DE9-5279-202482A85686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8" name="Freeform 10077">
              <a:extLst>
                <a:ext uri="{FF2B5EF4-FFF2-40B4-BE49-F238E27FC236}">
                  <a16:creationId xmlns:a16="http://schemas.microsoft.com/office/drawing/2014/main" id="{CB11D92D-FBFC-5C7C-8195-C8A64667DDE8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9" name="Freeform 10078">
              <a:extLst>
                <a:ext uri="{FF2B5EF4-FFF2-40B4-BE49-F238E27FC236}">
                  <a16:creationId xmlns:a16="http://schemas.microsoft.com/office/drawing/2014/main" id="{FEE695F4-E9B2-ACFF-9C48-3CE313DF86B9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0" name="Freeform 10079">
              <a:extLst>
                <a:ext uri="{FF2B5EF4-FFF2-40B4-BE49-F238E27FC236}">
                  <a16:creationId xmlns:a16="http://schemas.microsoft.com/office/drawing/2014/main" id="{D8C459B7-57CE-A500-D6BA-DEE6037E77CA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1" name="Freeform 10080">
              <a:extLst>
                <a:ext uri="{FF2B5EF4-FFF2-40B4-BE49-F238E27FC236}">
                  <a16:creationId xmlns:a16="http://schemas.microsoft.com/office/drawing/2014/main" id="{D5D23D83-592C-9F46-3173-E7EBE0D5F9ED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2" name="Freeform 10081">
              <a:extLst>
                <a:ext uri="{FF2B5EF4-FFF2-40B4-BE49-F238E27FC236}">
                  <a16:creationId xmlns:a16="http://schemas.microsoft.com/office/drawing/2014/main" id="{8C2DC8C4-55FF-443E-BCC3-F530B00B4DF8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3" name="Freeform 10082">
              <a:extLst>
                <a:ext uri="{FF2B5EF4-FFF2-40B4-BE49-F238E27FC236}">
                  <a16:creationId xmlns:a16="http://schemas.microsoft.com/office/drawing/2014/main" id="{3BBE21F2-0E6C-9D63-22A6-688E0F1E812A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4" name="Freeform 10083">
              <a:extLst>
                <a:ext uri="{FF2B5EF4-FFF2-40B4-BE49-F238E27FC236}">
                  <a16:creationId xmlns:a16="http://schemas.microsoft.com/office/drawing/2014/main" id="{FB1825F9-A5BD-00EA-1E90-CEF446F53019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5" name="Freeform 10084">
              <a:extLst>
                <a:ext uri="{FF2B5EF4-FFF2-40B4-BE49-F238E27FC236}">
                  <a16:creationId xmlns:a16="http://schemas.microsoft.com/office/drawing/2014/main" id="{46B8F1FB-C27D-25F9-7C76-79624AB81E3F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6" name="Freeform 10085">
              <a:extLst>
                <a:ext uri="{FF2B5EF4-FFF2-40B4-BE49-F238E27FC236}">
                  <a16:creationId xmlns:a16="http://schemas.microsoft.com/office/drawing/2014/main" id="{120AE557-4EEF-9B6B-8C33-52546F79876F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7" name="Freeform 10086">
              <a:extLst>
                <a:ext uri="{FF2B5EF4-FFF2-40B4-BE49-F238E27FC236}">
                  <a16:creationId xmlns:a16="http://schemas.microsoft.com/office/drawing/2014/main" id="{E8A27642-2E5A-D84E-069B-5B76B2E9A632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8" name="Freeform 10087">
              <a:extLst>
                <a:ext uri="{FF2B5EF4-FFF2-40B4-BE49-F238E27FC236}">
                  <a16:creationId xmlns:a16="http://schemas.microsoft.com/office/drawing/2014/main" id="{DAB7FC47-3A89-0A05-EBFE-EE06FDB2D4CE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9" name="Freeform 10088">
              <a:extLst>
                <a:ext uri="{FF2B5EF4-FFF2-40B4-BE49-F238E27FC236}">
                  <a16:creationId xmlns:a16="http://schemas.microsoft.com/office/drawing/2014/main" id="{74BA1A8E-EC12-F322-81E8-A880750F2F13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0" name="Freeform 10089">
              <a:extLst>
                <a:ext uri="{FF2B5EF4-FFF2-40B4-BE49-F238E27FC236}">
                  <a16:creationId xmlns:a16="http://schemas.microsoft.com/office/drawing/2014/main" id="{6C382408-A771-C07E-E2EE-F4B8D9293AC2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1" name="Freeform 10090">
              <a:extLst>
                <a:ext uri="{FF2B5EF4-FFF2-40B4-BE49-F238E27FC236}">
                  <a16:creationId xmlns:a16="http://schemas.microsoft.com/office/drawing/2014/main" id="{C05A24E0-9BAC-2E43-DD1F-DF443249E1B4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2" name="Freeform 10091">
              <a:extLst>
                <a:ext uri="{FF2B5EF4-FFF2-40B4-BE49-F238E27FC236}">
                  <a16:creationId xmlns:a16="http://schemas.microsoft.com/office/drawing/2014/main" id="{EB1B5654-6751-23BF-E30B-75B1A24BB2B4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3" name="Freeform 10092">
              <a:extLst>
                <a:ext uri="{FF2B5EF4-FFF2-40B4-BE49-F238E27FC236}">
                  <a16:creationId xmlns:a16="http://schemas.microsoft.com/office/drawing/2014/main" id="{4D79904C-A910-F1B9-132B-AB106DCE6CA5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4" name="Freeform 10093">
              <a:extLst>
                <a:ext uri="{FF2B5EF4-FFF2-40B4-BE49-F238E27FC236}">
                  <a16:creationId xmlns:a16="http://schemas.microsoft.com/office/drawing/2014/main" id="{8CC9D7A7-D2FD-9006-82C6-255F6E1729F9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5" name="Freeform 10094">
              <a:extLst>
                <a:ext uri="{FF2B5EF4-FFF2-40B4-BE49-F238E27FC236}">
                  <a16:creationId xmlns:a16="http://schemas.microsoft.com/office/drawing/2014/main" id="{24368353-A8F4-68CB-0263-206FDB16A292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6" name="Freeform 10095">
              <a:extLst>
                <a:ext uri="{FF2B5EF4-FFF2-40B4-BE49-F238E27FC236}">
                  <a16:creationId xmlns:a16="http://schemas.microsoft.com/office/drawing/2014/main" id="{9B8ACA85-0321-00DF-7D95-BCD36D77604C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7" name="Freeform 10096">
              <a:extLst>
                <a:ext uri="{FF2B5EF4-FFF2-40B4-BE49-F238E27FC236}">
                  <a16:creationId xmlns:a16="http://schemas.microsoft.com/office/drawing/2014/main" id="{5DBA1D8A-02F7-2CB8-0DF4-D85987B2034A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8" name="Freeform 10097">
              <a:extLst>
                <a:ext uri="{FF2B5EF4-FFF2-40B4-BE49-F238E27FC236}">
                  <a16:creationId xmlns:a16="http://schemas.microsoft.com/office/drawing/2014/main" id="{3C626FF9-2095-2044-27E1-C1CB51933419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9" name="Freeform 10098">
              <a:extLst>
                <a:ext uri="{FF2B5EF4-FFF2-40B4-BE49-F238E27FC236}">
                  <a16:creationId xmlns:a16="http://schemas.microsoft.com/office/drawing/2014/main" id="{22E97E6B-BB9D-578B-2EBA-F7CD9E61B367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0" name="Freeform 10099">
              <a:extLst>
                <a:ext uri="{FF2B5EF4-FFF2-40B4-BE49-F238E27FC236}">
                  <a16:creationId xmlns:a16="http://schemas.microsoft.com/office/drawing/2014/main" id="{8C783EA5-D8D0-79EC-256A-555F6171314E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1" name="Freeform 10100">
              <a:extLst>
                <a:ext uri="{FF2B5EF4-FFF2-40B4-BE49-F238E27FC236}">
                  <a16:creationId xmlns:a16="http://schemas.microsoft.com/office/drawing/2014/main" id="{70AEC73D-9560-FECA-36B0-1259C320339A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2" name="Freeform 10101">
              <a:extLst>
                <a:ext uri="{FF2B5EF4-FFF2-40B4-BE49-F238E27FC236}">
                  <a16:creationId xmlns:a16="http://schemas.microsoft.com/office/drawing/2014/main" id="{DFC8FF76-31F1-0A1D-3365-3B56281AAA03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3" name="Freeform 10102">
              <a:extLst>
                <a:ext uri="{FF2B5EF4-FFF2-40B4-BE49-F238E27FC236}">
                  <a16:creationId xmlns:a16="http://schemas.microsoft.com/office/drawing/2014/main" id="{6B7DB94B-68DC-E639-0491-07F7FB854DCD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4" name="Freeform 10103">
              <a:extLst>
                <a:ext uri="{FF2B5EF4-FFF2-40B4-BE49-F238E27FC236}">
                  <a16:creationId xmlns:a16="http://schemas.microsoft.com/office/drawing/2014/main" id="{81624C0C-A36C-0D44-F11E-07B37D260707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5" name="Freeform 10104">
              <a:extLst>
                <a:ext uri="{FF2B5EF4-FFF2-40B4-BE49-F238E27FC236}">
                  <a16:creationId xmlns:a16="http://schemas.microsoft.com/office/drawing/2014/main" id="{51C6C0B1-3E47-7BAA-792F-C7404613C4F7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6" name="Freeform 10105">
              <a:extLst>
                <a:ext uri="{FF2B5EF4-FFF2-40B4-BE49-F238E27FC236}">
                  <a16:creationId xmlns:a16="http://schemas.microsoft.com/office/drawing/2014/main" id="{CC93BA14-13EE-A9F7-D6AF-469699F8860E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7" name="Freeform 10106">
              <a:extLst>
                <a:ext uri="{FF2B5EF4-FFF2-40B4-BE49-F238E27FC236}">
                  <a16:creationId xmlns:a16="http://schemas.microsoft.com/office/drawing/2014/main" id="{1352EA2E-3BF8-759E-2D2B-8A3209658329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8" name="Freeform 10107">
              <a:extLst>
                <a:ext uri="{FF2B5EF4-FFF2-40B4-BE49-F238E27FC236}">
                  <a16:creationId xmlns:a16="http://schemas.microsoft.com/office/drawing/2014/main" id="{886839C5-4D6D-755F-4304-75DD5CCCD4DB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9" name="Freeform 10108">
              <a:extLst>
                <a:ext uri="{FF2B5EF4-FFF2-40B4-BE49-F238E27FC236}">
                  <a16:creationId xmlns:a16="http://schemas.microsoft.com/office/drawing/2014/main" id="{8B6081A6-0106-1F27-4803-3F9E6FFC278F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0" name="Freeform 10109">
              <a:extLst>
                <a:ext uri="{FF2B5EF4-FFF2-40B4-BE49-F238E27FC236}">
                  <a16:creationId xmlns:a16="http://schemas.microsoft.com/office/drawing/2014/main" id="{062A6C53-2BAD-EF3F-CE2F-7C3172DE779D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1" name="Freeform 10110">
              <a:extLst>
                <a:ext uri="{FF2B5EF4-FFF2-40B4-BE49-F238E27FC236}">
                  <a16:creationId xmlns:a16="http://schemas.microsoft.com/office/drawing/2014/main" id="{D16A6364-465E-93C5-C9E2-444120B815C3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2" name="Freeform 10111">
              <a:extLst>
                <a:ext uri="{FF2B5EF4-FFF2-40B4-BE49-F238E27FC236}">
                  <a16:creationId xmlns:a16="http://schemas.microsoft.com/office/drawing/2014/main" id="{BFEEBFBD-3712-0BE1-15AE-8E9F3B2FA416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3" name="Freeform 10112">
              <a:extLst>
                <a:ext uri="{FF2B5EF4-FFF2-40B4-BE49-F238E27FC236}">
                  <a16:creationId xmlns:a16="http://schemas.microsoft.com/office/drawing/2014/main" id="{7CD96AC4-9608-6520-4F1B-ACC72704B900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4" name="Freeform 10113">
              <a:extLst>
                <a:ext uri="{FF2B5EF4-FFF2-40B4-BE49-F238E27FC236}">
                  <a16:creationId xmlns:a16="http://schemas.microsoft.com/office/drawing/2014/main" id="{F7520BD8-1B64-A483-1C29-07B18BD61BCD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5" name="Freeform 10114">
              <a:extLst>
                <a:ext uri="{FF2B5EF4-FFF2-40B4-BE49-F238E27FC236}">
                  <a16:creationId xmlns:a16="http://schemas.microsoft.com/office/drawing/2014/main" id="{A51F9633-9F12-E674-6EFE-1EB0C7C18DBA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6" name="Freeform 10115">
              <a:extLst>
                <a:ext uri="{FF2B5EF4-FFF2-40B4-BE49-F238E27FC236}">
                  <a16:creationId xmlns:a16="http://schemas.microsoft.com/office/drawing/2014/main" id="{EA791813-C697-8959-9E39-D9834C340C42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7" name="Freeform 10116">
              <a:extLst>
                <a:ext uri="{FF2B5EF4-FFF2-40B4-BE49-F238E27FC236}">
                  <a16:creationId xmlns:a16="http://schemas.microsoft.com/office/drawing/2014/main" id="{F682A6D9-7ECC-3D43-47A5-F8C9F5F3D5A0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8" name="Freeform 10117">
              <a:extLst>
                <a:ext uri="{FF2B5EF4-FFF2-40B4-BE49-F238E27FC236}">
                  <a16:creationId xmlns:a16="http://schemas.microsoft.com/office/drawing/2014/main" id="{E45C7A62-F17F-A0AE-86D0-5A911F5FB03E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9" name="Freeform 10118">
              <a:extLst>
                <a:ext uri="{FF2B5EF4-FFF2-40B4-BE49-F238E27FC236}">
                  <a16:creationId xmlns:a16="http://schemas.microsoft.com/office/drawing/2014/main" id="{DA97D161-0629-17EB-A37B-A80BFAA66299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0" name="Freeform 10119">
              <a:extLst>
                <a:ext uri="{FF2B5EF4-FFF2-40B4-BE49-F238E27FC236}">
                  <a16:creationId xmlns:a16="http://schemas.microsoft.com/office/drawing/2014/main" id="{CE7FDA79-4EAE-591B-86D9-79B26245D2E1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1" name="Freeform 10120">
              <a:extLst>
                <a:ext uri="{FF2B5EF4-FFF2-40B4-BE49-F238E27FC236}">
                  <a16:creationId xmlns:a16="http://schemas.microsoft.com/office/drawing/2014/main" id="{BE6D2F48-C787-5A2A-A64D-70CE95165032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2" name="Freeform 10121">
              <a:extLst>
                <a:ext uri="{FF2B5EF4-FFF2-40B4-BE49-F238E27FC236}">
                  <a16:creationId xmlns:a16="http://schemas.microsoft.com/office/drawing/2014/main" id="{F63BC98A-E78F-244E-06C4-18F9788C32A6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3" name="Freeform 10122">
              <a:extLst>
                <a:ext uri="{FF2B5EF4-FFF2-40B4-BE49-F238E27FC236}">
                  <a16:creationId xmlns:a16="http://schemas.microsoft.com/office/drawing/2014/main" id="{857657F4-1F74-1949-7E6D-09AD6EF95740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4" name="Freeform 10123">
              <a:extLst>
                <a:ext uri="{FF2B5EF4-FFF2-40B4-BE49-F238E27FC236}">
                  <a16:creationId xmlns:a16="http://schemas.microsoft.com/office/drawing/2014/main" id="{25EF51BE-151E-5C7B-F4A8-49E13515E12C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5" name="Freeform 10124">
              <a:extLst>
                <a:ext uri="{FF2B5EF4-FFF2-40B4-BE49-F238E27FC236}">
                  <a16:creationId xmlns:a16="http://schemas.microsoft.com/office/drawing/2014/main" id="{A1BA55A9-6242-ADE6-3753-C43B6827C988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6" name="Freeform 10125">
              <a:extLst>
                <a:ext uri="{FF2B5EF4-FFF2-40B4-BE49-F238E27FC236}">
                  <a16:creationId xmlns:a16="http://schemas.microsoft.com/office/drawing/2014/main" id="{4AC32892-5DE0-BFBE-F1BF-4BC8B9025B4B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7" name="Freeform 10126">
              <a:extLst>
                <a:ext uri="{FF2B5EF4-FFF2-40B4-BE49-F238E27FC236}">
                  <a16:creationId xmlns:a16="http://schemas.microsoft.com/office/drawing/2014/main" id="{12DAAE2F-0E77-BC29-73C5-B101C593AEBD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8" name="Freeform 10127">
              <a:extLst>
                <a:ext uri="{FF2B5EF4-FFF2-40B4-BE49-F238E27FC236}">
                  <a16:creationId xmlns:a16="http://schemas.microsoft.com/office/drawing/2014/main" id="{1C0A7B65-11E9-6602-51C8-99CBF07FD260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9" name="Freeform 10128">
              <a:extLst>
                <a:ext uri="{FF2B5EF4-FFF2-40B4-BE49-F238E27FC236}">
                  <a16:creationId xmlns:a16="http://schemas.microsoft.com/office/drawing/2014/main" id="{3534FF49-0085-BD52-3002-B1944A004B99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0" name="Freeform 10129">
              <a:extLst>
                <a:ext uri="{FF2B5EF4-FFF2-40B4-BE49-F238E27FC236}">
                  <a16:creationId xmlns:a16="http://schemas.microsoft.com/office/drawing/2014/main" id="{F484636C-B79C-4C10-17E4-087729F335C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1" name="Freeform 10130">
              <a:extLst>
                <a:ext uri="{FF2B5EF4-FFF2-40B4-BE49-F238E27FC236}">
                  <a16:creationId xmlns:a16="http://schemas.microsoft.com/office/drawing/2014/main" id="{0E0F23C6-3469-9AE5-AB74-9EF93FBFADF0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2" name="Freeform 10131">
              <a:extLst>
                <a:ext uri="{FF2B5EF4-FFF2-40B4-BE49-F238E27FC236}">
                  <a16:creationId xmlns:a16="http://schemas.microsoft.com/office/drawing/2014/main" id="{B3969A67-C603-27FE-9B87-66F993C4F50F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3" name="Freeform 10132">
              <a:extLst>
                <a:ext uri="{FF2B5EF4-FFF2-40B4-BE49-F238E27FC236}">
                  <a16:creationId xmlns:a16="http://schemas.microsoft.com/office/drawing/2014/main" id="{24464A8E-CE73-0BD1-5A71-FD95C3D36278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4" name="Freeform 10133">
              <a:extLst>
                <a:ext uri="{FF2B5EF4-FFF2-40B4-BE49-F238E27FC236}">
                  <a16:creationId xmlns:a16="http://schemas.microsoft.com/office/drawing/2014/main" id="{68AEC59F-4805-A320-28AE-10FE3711FCC5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5" name="Freeform 10134">
              <a:extLst>
                <a:ext uri="{FF2B5EF4-FFF2-40B4-BE49-F238E27FC236}">
                  <a16:creationId xmlns:a16="http://schemas.microsoft.com/office/drawing/2014/main" id="{2383C603-9B4F-9B65-66B0-51683C038558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6" name="Freeform 10135">
              <a:extLst>
                <a:ext uri="{FF2B5EF4-FFF2-40B4-BE49-F238E27FC236}">
                  <a16:creationId xmlns:a16="http://schemas.microsoft.com/office/drawing/2014/main" id="{206A3846-0524-3D33-226A-D3EC660253AE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7" name="Freeform 10136">
              <a:extLst>
                <a:ext uri="{FF2B5EF4-FFF2-40B4-BE49-F238E27FC236}">
                  <a16:creationId xmlns:a16="http://schemas.microsoft.com/office/drawing/2014/main" id="{2402577F-7AB0-5E98-D02C-FFB560883021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8" name="Freeform 10137">
              <a:extLst>
                <a:ext uri="{FF2B5EF4-FFF2-40B4-BE49-F238E27FC236}">
                  <a16:creationId xmlns:a16="http://schemas.microsoft.com/office/drawing/2014/main" id="{9C19E748-7196-B26D-5B8F-5602EF9B2429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9" name="Freeform 10138">
              <a:extLst>
                <a:ext uri="{FF2B5EF4-FFF2-40B4-BE49-F238E27FC236}">
                  <a16:creationId xmlns:a16="http://schemas.microsoft.com/office/drawing/2014/main" id="{1795B7DB-C997-689E-4111-3161C0DC3D6C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0" name="Freeform 10139">
              <a:extLst>
                <a:ext uri="{FF2B5EF4-FFF2-40B4-BE49-F238E27FC236}">
                  <a16:creationId xmlns:a16="http://schemas.microsoft.com/office/drawing/2014/main" id="{BBE28515-E90A-ACD0-DD1A-1DDC8B0D3F4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1" name="Freeform 10140">
              <a:extLst>
                <a:ext uri="{FF2B5EF4-FFF2-40B4-BE49-F238E27FC236}">
                  <a16:creationId xmlns:a16="http://schemas.microsoft.com/office/drawing/2014/main" id="{B69EA0E7-8A7A-2478-8AAA-1DBDFB74EA5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2" name="Freeform 10141">
              <a:extLst>
                <a:ext uri="{FF2B5EF4-FFF2-40B4-BE49-F238E27FC236}">
                  <a16:creationId xmlns:a16="http://schemas.microsoft.com/office/drawing/2014/main" id="{7A7EA381-82B6-B1FA-BC0F-C6B8A268B65B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3" name="Freeform 10142">
              <a:extLst>
                <a:ext uri="{FF2B5EF4-FFF2-40B4-BE49-F238E27FC236}">
                  <a16:creationId xmlns:a16="http://schemas.microsoft.com/office/drawing/2014/main" id="{9FD4AD09-2FA4-3ACB-4490-276E2E3A1C9F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4" name="Freeform 10143">
              <a:extLst>
                <a:ext uri="{FF2B5EF4-FFF2-40B4-BE49-F238E27FC236}">
                  <a16:creationId xmlns:a16="http://schemas.microsoft.com/office/drawing/2014/main" id="{14899F37-9A88-BC16-5E1F-3A749FD485B2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5" name="Freeform 10144">
              <a:extLst>
                <a:ext uri="{FF2B5EF4-FFF2-40B4-BE49-F238E27FC236}">
                  <a16:creationId xmlns:a16="http://schemas.microsoft.com/office/drawing/2014/main" id="{C9B3946D-A72C-B885-E48E-1000417DDF4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6" name="Freeform 10145">
              <a:extLst>
                <a:ext uri="{FF2B5EF4-FFF2-40B4-BE49-F238E27FC236}">
                  <a16:creationId xmlns:a16="http://schemas.microsoft.com/office/drawing/2014/main" id="{044F2F19-33EC-F495-AEF6-657DC976D66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7" name="Freeform 10146">
              <a:extLst>
                <a:ext uri="{FF2B5EF4-FFF2-40B4-BE49-F238E27FC236}">
                  <a16:creationId xmlns:a16="http://schemas.microsoft.com/office/drawing/2014/main" id="{19C5AEB7-A492-7212-9929-5B98F2D7FBB2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8" name="Freeform 10147">
              <a:extLst>
                <a:ext uri="{FF2B5EF4-FFF2-40B4-BE49-F238E27FC236}">
                  <a16:creationId xmlns:a16="http://schemas.microsoft.com/office/drawing/2014/main" id="{63159FA6-57F5-2ADD-4E14-21AF9FEBD99B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9" name="Freeform 10148">
              <a:extLst>
                <a:ext uri="{FF2B5EF4-FFF2-40B4-BE49-F238E27FC236}">
                  <a16:creationId xmlns:a16="http://schemas.microsoft.com/office/drawing/2014/main" id="{A01630E7-08F8-A3C2-E713-99F6CA4E3AD5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0" name="Freeform 10149">
              <a:extLst>
                <a:ext uri="{FF2B5EF4-FFF2-40B4-BE49-F238E27FC236}">
                  <a16:creationId xmlns:a16="http://schemas.microsoft.com/office/drawing/2014/main" id="{3A51E434-3ECA-E309-AE29-1554C460FFAB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1" name="Freeform 10150">
              <a:extLst>
                <a:ext uri="{FF2B5EF4-FFF2-40B4-BE49-F238E27FC236}">
                  <a16:creationId xmlns:a16="http://schemas.microsoft.com/office/drawing/2014/main" id="{2C9D08EE-CDAC-ADCD-87E3-6BF19B5220A3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2" name="Freeform 10151">
              <a:extLst>
                <a:ext uri="{FF2B5EF4-FFF2-40B4-BE49-F238E27FC236}">
                  <a16:creationId xmlns:a16="http://schemas.microsoft.com/office/drawing/2014/main" id="{4F5BC573-7404-A252-7557-13445351820B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3" name="Freeform 10152">
              <a:extLst>
                <a:ext uri="{FF2B5EF4-FFF2-40B4-BE49-F238E27FC236}">
                  <a16:creationId xmlns:a16="http://schemas.microsoft.com/office/drawing/2014/main" id="{D6EDAB65-6140-6F45-0EBE-AA52BCF5DBF0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4" name="Freeform 10153">
              <a:extLst>
                <a:ext uri="{FF2B5EF4-FFF2-40B4-BE49-F238E27FC236}">
                  <a16:creationId xmlns:a16="http://schemas.microsoft.com/office/drawing/2014/main" id="{98F35CC8-31E5-69EC-8D9C-646F35725C6D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5" name="Freeform 10154">
              <a:extLst>
                <a:ext uri="{FF2B5EF4-FFF2-40B4-BE49-F238E27FC236}">
                  <a16:creationId xmlns:a16="http://schemas.microsoft.com/office/drawing/2014/main" id="{1ADD99AB-F0BB-5B07-DB7D-3185023D7C71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6" name="Freeform 10155">
              <a:extLst>
                <a:ext uri="{FF2B5EF4-FFF2-40B4-BE49-F238E27FC236}">
                  <a16:creationId xmlns:a16="http://schemas.microsoft.com/office/drawing/2014/main" id="{80DEBB5C-3B46-9A3F-90B3-B9EB8FAB7DC2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7" name="Freeform 10156">
              <a:extLst>
                <a:ext uri="{FF2B5EF4-FFF2-40B4-BE49-F238E27FC236}">
                  <a16:creationId xmlns:a16="http://schemas.microsoft.com/office/drawing/2014/main" id="{36D8A35D-A294-D34F-5932-5A3B799CE777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8" name="Freeform 10157">
              <a:extLst>
                <a:ext uri="{FF2B5EF4-FFF2-40B4-BE49-F238E27FC236}">
                  <a16:creationId xmlns:a16="http://schemas.microsoft.com/office/drawing/2014/main" id="{118516A6-6668-AD1F-DF60-53910A1108B9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9" name="Freeform 10158">
              <a:extLst>
                <a:ext uri="{FF2B5EF4-FFF2-40B4-BE49-F238E27FC236}">
                  <a16:creationId xmlns:a16="http://schemas.microsoft.com/office/drawing/2014/main" id="{CCF20A61-4E6A-F562-DD7F-BBEC54CDB3FE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0" name="Freeform 10159">
              <a:extLst>
                <a:ext uri="{FF2B5EF4-FFF2-40B4-BE49-F238E27FC236}">
                  <a16:creationId xmlns:a16="http://schemas.microsoft.com/office/drawing/2014/main" id="{395B2B11-D063-DA31-C866-C25F32B426D7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1" name="Freeform 10160">
              <a:extLst>
                <a:ext uri="{FF2B5EF4-FFF2-40B4-BE49-F238E27FC236}">
                  <a16:creationId xmlns:a16="http://schemas.microsoft.com/office/drawing/2014/main" id="{7F341F2F-C7D5-B3EB-3627-61C80DAE005D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2" name="Freeform 10161">
              <a:extLst>
                <a:ext uri="{FF2B5EF4-FFF2-40B4-BE49-F238E27FC236}">
                  <a16:creationId xmlns:a16="http://schemas.microsoft.com/office/drawing/2014/main" id="{D7BC58EA-B641-5964-A133-842179F0EE67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3" name="Freeform 10162">
              <a:extLst>
                <a:ext uri="{FF2B5EF4-FFF2-40B4-BE49-F238E27FC236}">
                  <a16:creationId xmlns:a16="http://schemas.microsoft.com/office/drawing/2014/main" id="{29E8236C-6040-6144-756C-FE14BF6701C1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4" name="Freeform 10163">
              <a:extLst>
                <a:ext uri="{FF2B5EF4-FFF2-40B4-BE49-F238E27FC236}">
                  <a16:creationId xmlns:a16="http://schemas.microsoft.com/office/drawing/2014/main" id="{1B6335F9-4AFA-8291-7294-CAD9C4767678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5" name="Freeform 10164">
              <a:extLst>
                <a:ext uri="{FF2B5EF4-FFF2-40B4-BE49-F238E27FC236}">
                  <a16:creationId xmlns:a16="http://schemas.microsoft.com/office/drawing/2014/main" id="{DE0713C4-F879-7FD6-7D0A-FE2214DE2BC3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6" name="Freeform 10165">
              <a:extLst>
                <a:ext uri="{FF2B5EF4-FFF2-40B4-BE49-F238E27FC236}">
                  <a16:creationId xmlns:a16="http://schemas.microsoft.com/office/drawing/2014/main" id="{E7FFE0A5-34D6-4D14-12E0-BC5C1DDF558C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7" name="Freeform 10166">
              <a:extLst>
                <a:ext uri="{FF2B5EF4-FFF2-40B4-BE49-F238E27FC236}">
                  <a16:creationId xmlns:a16="http://schemas.microsoft.com/office/drawing/2014/main" id="{B70DD052-589F-65F7-1E2B-AFB0E241985B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8" name="Freeform 10167">
              <a:extLst>
                <a:ext uri="{FF2B5EF4-FFF2-40B4-BE49-F238E27FC236}">
                  <a16:creationId xmlns:a16="http://schemas.microsoft.com/office/drawing/2014/main" id="{8231D2AF-5388-8D57-7C38-97F29D79AE1F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9" name="Freeform 10168">
              <a:extLst>
                <a:ext uri="{FF2B5EF4-FFF2-40B4-BE49-F238E27FC236}">
                  <a16:creationId xmlns:a16="http://schemas.microsoft.com/office/drawing/2014/main" id="{42DD86BD-2799-51CB-7185-AD6D5C01C40E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0" name="Freeform 10169">
              <a:extLst>
                <a:ext uri="{FF2B5EF4-FFF2-40B4-BE49-F238E27FC236}">
                  <a16:creationId xmlns:a16="http://schemas.microsoft.com/office/drawing/2014/main" id="{D7586440-BA1A-20E0-93DC-816C6BF6C869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1" name="Freeform 10170">
              <a:extLst>
                <a:ext uri="{FF2B5EF4-FFF2-40B4-BE49-F238E27FC236}">
                  <a16:creationId xmlns:a16="http://schemas.microsoft.com/office/drawing/2014/main" id="{E93C69DA-DD8E-7C44-4CAF-2F93F2A775D3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2" name="Freeform 10171">
              <a:extLst>
                <a:ext uri="{FF2B5EF4-FFF2-40B4-BE49-F238E27FC236}">
                  <a16:creationId xmlns:a16="http://schemas.microsoft.com/office/drawing/2014/main" id="{FC96471C-0D24-E2DE-9337-355461FB1157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3" name="Freeform 10172">
              <a:extLst>
                <a:ext uri="{FF2B5EF4-FFF2-40B4-BE49-F238E27FC236}">
                  <a16:creationId xmlns:a16="http://schemas.microsoft.com/office/drawing/2014/main" id="{26796B1A-97EC-813D-CBB4-0D550BFC1829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4" name="Freeform 10173">
              <a:extLst>
                <a:ext uri="{FF2B5EF4-FFF2-40B4-BE49-F238E27FC236}">
                  <a16:creationId xmlns:a16="http://schemas.microsoft.com/office/drawing/2014/main" id="{243C7F6F-5E67-CB18-8050-7D46229111DE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5" name="Freeform 10174">
              <a:extLst>
                <a:ext uri="{FF2B5EF4-FFF2-40B4-BE49-F238E27FC236}">
                  <a16:creationId xmlns:a16="http://schemas.microsoft.com/office/drawing/2014/main" id="{2AEC4319-6862-A461-E196-A3AC4D94F9B3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6" name="Freeform 10175">
              <a:extLst>
                <a:ext uri="{FF2B5EF4-FFF2-40B4-BE49-F238E27FC236}">
                  <a16:creationId xmlns:a16="http://schemas.microsoft.com/office/drawing/2014/main" id="{BA9DF574-7AFE-3D19-D658-68992CC4FA68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7" name="Freeform 10176">
              <a:extLst>
                <a:ext uri="{FF2B5EF4-FFF2-40B4-BE49-F238E27FC236}">
                  <a16:creationId xmlns:a16="http://schemas.microsoft.com/office/drawing/2014/main" id="{A9B4CDB8-A3CC-69C6-2EA8-D8C3CF9BAA0A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8" name="Freeform 10177">
              <a:extLst>
                <a:ext uri="{FF2B5EF4-FFF2-40B4-BE49-F238E27FC236}">
                  <a16:creationId xmlns:a16="http://schemas.microsoft.com/office/drawing/2014/main" id="{2201E494-4542-8A19-F7EF-10DDC7FA2DC7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9" name="Freeform 10178">
              <a:extLst>
                <a:ext uri="{FF2B5EF4-FFF2-40B4-BE49-F238E27FC236}">
                  <a16:creationId xmlns:a16="http://schemas.microsoft.com/office/drawing/2014/main" id="{4D24DB32-B406-D209-ADC4-546DBF32CB0A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0" name="Freeform 10179">
              <a:extLst>
                <a:ext uri="{FF2B5EF4-FFF2-40B4-BE49-F238E27FC236}">
                  <a16:creationId xmlns:a16="http://schemas.microsoft.com/office/drawing/2014/main" id="{7DFFF3D2-FCE3-BC0D-15AF-9597DC922A5E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1" name="Freeform 10180">
              <a:extLst>
                <a:ext uri="{FF2B5EF4-FFF2-40B4-BE49-F238E27FC236}">
                  <a16:creationId xmlns:a16="http://schemas.microsoft.com/office/drawing/2014/main" id="{36730B52-0B71-4DA0-F70D-8EC4F88F2C5E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2" name="Freeform 10181">
              <a:extLst>
                <a:ext uri="{FF2B5EF4-FFF2-40B4-BE49-F238E27FC236}">
                  <a16:creationId xmlns:a16="http://schemas.microsoft.com/office/drawing/2014/main" id="{655E9B78-2A46-0BDA-9373-FDAEB1FA09EB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3" name="Freeform 10182">
              <a:extLst>
                <a:ext uri="{FF2B5EF4-FFF2-40B4-BE49-F238E27FC236}">
                  <a16:creationId xmlns:a16="http://schemas.microsoft.com/office/drawing/2014/main" id="{CBACF294-D37A-A52C-D8B4-41537CB1777A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4" name="Freeform 10183">
              <a:extLst>
                <a:ext uri="{FF2B5EF4-FFF2-40B4-BE49-F238E27FC236}">
                  <a16:creationId xmlns:a16="http://schemas.microsoft.com/office/drawing/2014/main" id="{6753FD8A-7A01-2EA5-ED1C-008BA157E341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5" name="Freeform 10184">
              <a:extLst>
                <a:ext uri="{FF2B5EF4-FFF2-40B4-BE49-F238E27FC236}">
                  <a16:creationId xmlns:a16="http://schemas.microsoft.com/office/drawing/2014/main" id="{C9722DAF-A0AC-1173-2A41-E3CE97E47D4F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6" name="Freeform 10185">
              <a:extLst>
                <a:ext uri="{FF2B5EF4-FFF2-40B4-BE49-F238E27FC236}">
                  <a16:creationId xmlns:a16="http://schemas.microsoft.com/office/drawing/2014/main" id="{1FC3D1D3-0568-4B95-D032-96AA585EE40A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7" name="Freeform 10186">
              <a:extLst>
                <a:ext uri="{FF2B5EF4-FFF2-40B4-BE49-F238E27FC236}">
                  <a16:creationId xmlns:a16="http://schemas.microsoft.com/office/drawing/2014/main" id="{5EEC4789-DBBB-6FEE-635D-CDFBB54989B9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8" name="Freeform 10187">
              <a:extLst>
                <a:ext uri="{FF2B5EF4-FFF2-40B4-BE49-F238E27FC236}">
                  <a16:creationId xmlns:a16="http://schemas.microsoft.com/office/drawing/2014/main" id="{E2618626-856C-70E5-E093-A7C7D9E5CB74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9" name="Freeform 10188">
              <a:extLst>
                <a:ext uri="{FF2B5EF4-FFF2-40B4-BE49-F238E27FC236}">
                  <a16:creationId xmlns:a16="http://schemas.microsoft.com/office/drawing/2014/main" id="{B27AB360-1981-3269-A17A-D950BF39980D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0" name="Freeform 10189">
              <a:extLst>
                <a:ext uri="{FF2B5EF4-FFF2-40B4-BE49-F238E27FC236}">
                  <a16:creationId xmlns:a16="http://schemas.microsoft.com/office/drawing/2014/main" id="{58306E8B-0755-100F-2633-39685A4D47ED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1" name="Freeform 10190">
              <a:extLst>
                <a:ext uri="{FF2B5EF4-FFF2-40B4-BE49-F238E27FC236}">
                  <a16:creationId xmlns:a16="http://schemas.microsoft.com/office/drawing/2014/main" id="{61A8E395-AC9A-BD5B-3232-41616AA11D1E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2" name="Freeform 10191">
              <a:extLst>
                <a:ext uri="{FF2B5EF4-FFF2-40B4-BE49-F238E27FC236}">
                  <a16:creationId xmlns:a16="http://schemas.microsoft.com/office/drawing/2014/main" id="{EB372E6A-08E7-3AD0-A977-CBDCA973B7F2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3" name="Freeform 10192">
              <a:extLst>
                <a:ext uri="{FF2B5EF4-FFF2-40B4-BE49-F238E27FC236}">
                  <a16:creationId xmlns:a16="http://schemas.microsoft.com/office/drawing/2014/main" id="{F019839F-1C01-9409-CD27-1A06C6A130DB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4" name="Freeform 10193">
              <a:extLst>
                <a:ext uri="{FF2B5EF4-FFF2-40B4-BE49-F238E27FC236}">
                  <a16:creationId xmlns:a16="http://schemas.microsoft.com/office/drawing/2014/main" id="{27C402C8-596A-5468-BA31-5AE94BB407BE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5" name="Freeform 10194">
              <a:extLst>
                <a:ext uri="{FF2B5EF4-FFF2-40B4-BE49-F238E27FC236}">
                  <a16:creationId xmlns:a16="http://schemas.microsoft.com/office/drawing/2014/main" id="{DC93F670-DB54-F2C0-FBDE-A6FB31796700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6" name="Freeform 10195">
              <a:extLst>
                <a:ext uri="{FF2B5EF4-FFF2-40B4-BE49-F238E27FC236}">
                  <a16:creationId xmlns:a16="http://schemas.microsoft.com/office/drawing/2014/main" id="{1BF07233-D30A-61CE-1C8D-63201FAE5497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7" name="Freeform 10196">
              <a:extLst>
                <a:ext uri="{FF2B5EF4-FFF2-40B4-BE49-F238E27FC236}">
                  <a16:creationId xmlns:a16="http://schemas.microsoft.com/office/drawing/2014/main" id="{BD08B06B-5C6E-217E-D647-405018140A99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8" name="Freeform 10197">
              <a:extLst>
                <a:ext uri="{FF2B5EF4-FFF2-40B4-BE49-F238E27FC236}">
                  <a16:creationId xmlns:a16="http://schemas.microsoft.com/office/drawing/2014/main" id="{DB7A505C-C7BC-364A-F7A9-C93C1A7EFA1C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9" name="Freeform 10198">
              <a:extLst>
                <a:ext uri="{FF2B5EF4-FFF2-40B4-BE49-F238E27FC236}">
                  <a16:creationId xmlns:a16="http://schemas.microsoft.com/office/drawing/2014/main" id="{033BB451-D69E-3FC0-E4FF-DF1A46CD1CC6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0" name="Freeform 10199">
              <a:extLst>
                <a:ext uri="{FF2B5EF4-FFF2-40B4-BE49-F238E27FC236}">
                  <a16:creationId xmlns:a16="http://schemas.microsoft.com/office/drawing/2014/main" id="{BC5DD590-2CC1-DE82-EACD-9DB7885F41E9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1" name="Freeform 10200">
              <a:extLst>
                <a:ext uri="{FF2B5EF4-FFF2-40B4-BE49-F238E27FC236}">
                  <a16:creationId xmlns:a16="http://schemas.microsoft.com/office/drawing/2014/main" id="{5A551272-5B72-AE31-B23B-68A6FD9A5E91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2" name="Freeform 10201">
              <a:extLst>
                <a:ext uri="{FF2B5EF4-FFF2-40B4-BE49-F238E27FC236}">
                  <a16:creationId xmlns:a16="http://schemas.microsoft.com/office/drawing/2014/main" id="{5434306E-5C1D-1B3E-4556-264A998735D5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3" name="Freeform 10202">
              <a:extLst>
                <a:ext uri="{FF2B5EF4-FFF2-40B4-BE49-F238E27FC236}">
                  <a16:creationId xmlns:a16="http://schemas.microsoft.com/office/drawing/2014/main" id="{A14D59CA-0BBE-6D23-8F3E-2015B36FCA06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4" name="Freeform 10203">
              <a:extLst>
                <a:ext uri="{FF2B5EF4-FFF2-40B4-BE49-F238E27FC236}">
                  <a16:creationId xmlns:a16="http://schemas.microsoft.com/office/drawing/2014/main" id="{8D9AAD48-8172-EDB5-57A6-EEBA134CCFE2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5" name="Freeform 10204">
              <a:extLst>
                <a:ext uri="{FF2B5EF4-FFF2-40B4-BE49-F238E27FC236}">
                  <a16:creationId xmlns:a16="http://schemas.microsoft.com/office/drawing/2014/main" id="{19F704CA-45EC-EFFD-116D-16B89FF782B9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6" name="Freeform 10205">
              <a:extLst>
                <a:ext uri="{FF2B5EF4-FFF2-40B4-BE49-F238E27FC236}">
                  <a16:creationId xmlns:a16="http://schemas.microsoft.com/office/drawing/2014/main" id="{9E911D65-4EE7-99A6-1D86-254F7C8A10AE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7" name="Freeform 10206">
              <a:extLst>
                <a:ext uri="{FF2B5EF4-FFF2-40B4-BE49-F238E27FC236}">
                  <a16:creationId xmlns:a16="http://schemas.microsoft.com/office/drawing/2014/main" id="{14B29B16-BD9C-9495-214C-BBE75B1684FC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8" name="Freeform 10207">
              <a:extLst>
                <a:ext uri="{FF2B5EF4-FFF2-40B4-BE49-F238E27FC236}">
                  <a16:creationId xmlns:a16="http://schemas.microsoft.com/office/drawing/2014/main" id="{C83197D0-87CE-3A55-7B7B-0EA0E8F7C78D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9" name="Freeform 10208">
              <a:extLst>
                <a:ext uri="{FF2B5EF4-FFF2-40B4-BE49-F238E27FC236}">
                  <a16:creationId xmlns:a16="http://schemas.microsoft.com/office/drawing/2014/main" id="{301CCFE7-BC1F-B900-0984-B6BE075DCF51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0" name="Freeform 10209">
              <a:extLst>
                <a:ext uri="{FF2B5EF4-FFF2-40B4-BE49-F238E27FC236}">
                  <a16:creationId xmlns:a16="http://schemas.microsoft.com/office/drawing/2014/main" id="{99F7D386-9A08-6BFC-109C-C6E745E41E64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1" name="Freeform 10210">
              <a:extLst>
                <a:ext uri="{FF2B5EF4-FFF2-40B4-BE49-F238E27FC236}">
                  <a16:creationId xmlns:a16="http://schemas.microsoft.com/office/drawing/2014/main" id="{C6CE0F2A-22F9-BE17-AF83-D66AE8D04FCD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2" name="Freeform 10211">
              <a:extLst>
                <a:ext uri="{FF2B5EF4-FFF2-40B4-BE49-F238E27FC236}">
                  <a16:creationId xmlns:a16="http://schemas.microsoft.com/office/drawing/2014/main" id="{005C2D08-288D-3EAB-4562-F4A313694E4D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3" name="Freeform 10212">
              <a:extLst>
                <a:ext uri="{FF2B5EF4-FFF2-40B4-BE49-F238E27FC236}">
                  <a16:creationId xmlns:a16="http://schemas.microsoft.com/office/drawing/2014/main" id="{9B9C4F92-3240-6DD3-825F-7A9B3DD9E450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4" name="Freeform 10213">
              <a:extLst>
                <a:ext uri="{FF2B5EF4-FFF2-40B4-BE49-F238E27FC236}">
                  <a16:creationId xmlns:a16="http://schemas.microsoft.com/office/drawing/2014/main" id="{DC0AE2B5-C94D-B09C-3B8B-88B6C88D66EE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5" name="Freeform 10214">
              <a:extLst>
                <a:ext uri="{FF2B5EF4-FFF2-40B4-BE49-F238E27FC236}">
                  <a16:creationId xmlns:a16="http://schemas.microsoft.com/office/drawing/2014/main" id="{2AE59F2C-B98A-B557-C461-A8D11F6A88F9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6" name="Freeform 10215">
              <a:extLst>
                <a:ext uri="{FF2B5EF4-FFF2-40B4-BE49-F238E27FC236}">
                  <a16:creationId xmlns:a16="http://schemas.microsoft.com/office/drawing/2014/main" id="{2ED4B743-0DEF-39FD-352C-9567EA868323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7" name="Freeform 10216">
              <a:extLst>
                <a:ext uri="{FF2B5EF4-FFF2-40B4-BE49-F238E27FC236}">
                  <a16:creationId xmlns:a16="http://schemas.microsoft.com/office/drawing/2014/main" id="{B2FE4F7A-D7A8-73C2-1CC3-EB00A8AEF5F7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8" name="Freeform 10217">
              <a:extLst>
                <a:ext uri="{FF2B5EF4-FFF2-40B4-BE49-F238E27FC236}">
                  <a16:creationId xmlns:a16="http://schemas.microsoft.com/office/drawing/2014/main" id="{035021EF-0268-CF75-14EC-66F597E5AD69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9" name="Freeform 10218">
              <a:extLst>
                <a:ext uri="{FF2B5EF4-FFF2-40B4-BE49-F238E27FC236}">
                  <a16:creationId xmlns:a16="http://schemas.microsoft.com/office/drawing/2014/main" id="{39ECD5D7-561A-E70E-7747-3F7E74057E02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0" name="Freeform 10219">
              <a:extLst>
                <a:ext uri="{FF2B5EF4-FFF2-40B4-BE49-F238E27FC236}">
                  <a16:creationId xmlns:a16="http://schemas.microsoft.com/office/drawing/2014/main" id="{87C4636F-F2E5-4DBA-200A-310A3AD43821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1" name="Freeform 10220">
              <a:extLst>
                <a:ext uri="{FF2B5EF4-FFF2-40B4-BE49-F238E27FC236}">
                  <a16:creationId xmlns:a16="http://schemas.microsoft.com/office/drawing/2014/main" id="{31C0A69A-79C3-534D-21AC-CCD130921B0B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2" name="Freeform 10221">
              <a:extLst>
                <a:ext uri="{FF2B5EF4-FFF2-40B4-BE49-F238E27FC236}">
                  <a16:creationId xmlns:a16="http://schemas.microsoft.com/office/drawing/2014/main" id="{0AA86347-0DB0-874F-A912-5D43CD099948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3" name="Freeform 10222">
              <a:extLst>
                <a:ext uri="{FF2B5EF4-FFF2-40B4-BE49-F238E27FC236}">
                  <a16:creationId xmlns:a16="http://schemas.microsoft.com/office/drawing/2014/main" id="{5C9820AA-D8D9-215D-7C56-FE54F4B6C6C8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4" name="Freeform 10223">
              <a:extLst>
                <a:ext uri="{FF2B5EF4-FFF2-40B4-BE49-F238E27FC236}">
                  <a16:creationId xmlns:a16="http://schemas.microsoft.com/office/drawing/2014/main" id="{5D270D00-EF36-9056-A85A-06214BC8C378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5" name="Freeform 10224">
              <a:extLst>
                <a:ext uri="{FF2B5EF4-FFF2-40B4-BE49-F238E27FC236}">
                  <a16:creationId xmlns:a16="http://schemas.microsoft.com/office/drawing/2014/main" id="{43BDA272-60FD-617E-13A0-A5780BBF1BE1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6" name="Freeform 10225">
              <a:extLst>
                <a:ext uri="{FF2B5EF4-FFF2-40B4-BE49-F238E27FC236}">
                  <a16:creationId xmlns:a16="http://schemas.microsoft.com/office/drawing/2014/main" id="{175CEB6E-0968-CFFD-0C05-0174AACE46BF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7" name="Freeform 10226">
              <a:extLst>
                <a:ext uri="{FF2B5EF4-FFF2-40B4-BE49-F238E27FC236}">
                  <a16:creationId xmlns:a16="http://schemas.microsoft.com/office/drawing/2014/main" id="{2BD62F89-60D0-022E-1047-DB0BCA94BE3F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8" name="Freeform 10227">
              <a:extLst>
                <a:ext uri="{FF2B5EF4-FFF2-40B4-BE49-F238E27FC236}">
                  <a16:creationId xmlns:a16="http://schemas.microsoft.com/office/drawing/2014/main" id="{3FF33CCD-DB0F-D022-6D4E-768A50658BD7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9" name="Freeform 10228">
              <a:extLst>
                <a:ext uri="{FF2B5EF4-FFF2-40B4-BE49-F238E27FC236}">
                  <a16:creationId xmlns:a16="http://schemas.microsoft.com/office/drawing/2014/main" id="{D7F52D70-304E-DF57-1D65-2593456E5C14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0" name="Freeform 10229">
              <a:extLst>
                <a:ext uri="{FF2B5EF4-FFF2-40B4-BE49-F238E27FC236}">
                  <a16:creationId xmlns:a16="http://schemas.microsoft.com/office/drawing/2014/main" id="{FCEB8257-1E5B-846E-B2A3-D525EA9E88BA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1" name="Freeform 10230">
              <a:extLst>
                <a:ext uri="{FF2B5EF4-FFF2-40B4-BE49-F238E27FC236}">
                  <a16:creationId xmlns:a16="http://schemas.microsoft.com/office/drawing/2014/main" id="{B888FBD0-AF37-6D94-1E88-9F8933D1A2CF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2" name="Freeform 10231">
              <a:extLst>
                <a:ext uri="{FF2B5EF4-FFF2-40B4-BE49-F238E27FC236}">
                  <a16:creationId xmlns:a16="http://schemas.microsoft.com/office/drawing/2014/main" id="{AA5EBE24-123A-434F-0223-07E4C0CF3503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3" name="Freeform 10232">
              <a:extLst>
                <a:ext uri="{FF2B5EF4-FFF2-40B4-BE49-F238E27FC236}">
                  <a16:creationId xmlns:a16="http://schemas.microsoft.com/office/drawing/2014/main" id="{C5E488B3-9390-FCED-9D58-0CA523BF8A01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4" name="Freeform 10233">
              <a:extLst>
                <a:ext uri="{FF2B5EF4-FFF2-40B4-BE49-F238E27FC236}">
                  <a16:creationId xmlns:a16="http://schemas.microsoft.com/office/drawing/2014/main" id="{A0AA49C9-9D95-58CF-9A03-FCC9B50B527C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5" name="Freeform 10234">
              <a:extLst>
                <a:ext uri="{FF2B5EF4-FFF2-40B4-BE49-F238E27FC236}">
                  <a16:creationId xmlns:a16="http://schemas.microsoft.com/office/drawing/2014/main" id="{AA0DCFC0-D2E2-BE75-B878-822D9F1B75B1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6" name="Freeform 10235">
              <a:extLst>
                <a:ext uri="{FF2B5EF4-FFF2-40B4-BE49-F238E27FC236}">
                  <a16:creationId xmlns:a16="http://schemas.microsoft.com/office/drawing/2014/main" id="{C7040C49-D9BD-4EA1-594F-E6036EED4AE2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7" name="Freeform 10236">
              <a:extLst>
                <a:ext uri="{FF2B5EF4-FFF2-40B4-BE49-F238E27FC236}">
                  <a16:creationId xmlns:a16="http://schemas.microsoft.com/office/drawing/2014/main" id="{B92CDB96-2F9E-B50E-0DB8-72F23A088251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8" name="Freeform 10237">
              <a:extLst>
                <a:ext uri="{FF2B5EF4-FFF2-40B4-BE49-F238E27FC236}">
                  <a16:creationId xmlns:a16="http://schemas.microsoft.com/office/drawing/2014/main" id="{3D11E520-4BEA-94CD-09D7-900DC717A10A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9" name="Freeform 10238">
              <a:extLst>
                <a:ext uri="{FF2B5EF4-FFF2-40B4-BE49-F238E27FC236}">
                  <a16:creationId xmlns:a16="http://schemas.microsoft.com/office/drawing/2014/main" id="{B6CD6709-912D-3090-5A8D-B96D53499644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0" name="Freeform 10239">
              <a:extLst>
                <a:ext uri="{FF2B5EF4-FFF2-40B4-BE49-F238E27FC236}">
                  <a16:creationId xmlns:a16="http://schemas.microsoft.com/office/drawing/2014/main" id="{BB130BDD-5681-4AB6-0725-4FF213743A51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1" name="Freeform 10240">
              <a:extLst>
                <a:ext uri="{FF2B5EF4-FFF2-40B4-BE49-F238E27FC236}">
                  <a16:creationId xmlns:a16="http://schemas.microsoft.com/office/drawing/2014/main" id="{3EC949C9-DBAB-DFAC-A5A7-0BAA95D6D35A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2" name="Freeform 10241">
              <a:extLst>
                <a:ext uri="{FF2B5EF4-FFF2-40B4-BE49-F238E27FC236}">
                  <a16:creationId xmlns:a16="http://schemas.microsoft.com/office/drawing/2014/main" id="{3D0F28B6-620A-3ECB-4029-00FA66265377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3" name="Freeform 10242">
              <a:extLst>
                <a:ext uri="{FF2B5EF4-FFF2-40B4-BE49-F238E27FC236}">
                  <a16:creationId xmlns:a16="http://schemas.microsoft.com/office/drawing/2014/main" id="{EDBFB6B4-52F3-AAD3-7710-15D7B2CF170F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4" name="Freeform 10243">
              <a:extLst>
                <a:ext uri="{FF2B5EF4-FFF2-40B4-BE49-F238E27FC236}">
                  <a16:creationId xmlns:a16="http://schemas.microsoft.com/office/drawing/2014/main" id="{11AC6B01-AF93-2CAD-A834-6557014EA570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5" name="Freeform 10244">
              <a:extLst>
                <a:ext uri="{FF2B5EF4-FFF2-40B4-BE49-F238E27FC236}">
                  <a16:creationId xmlns:a16="http://schemas.microsoft.com/office/drawing/2014/main" id="{7D33BDD7-31F4-B0DF-A537-697E023216C0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6" name="Freeform 10245">
              <a:extLst>
                <a:ext uri="{FF2B5EF4-FFF2-40B4-BE49-F238E27FC236}">
                  <a16:creationId xmlns:a16="http://schemas.microsoft.com/office/drawing/2014/main" id="{513A50DB-B9EA-BC2A-C36E-AAC44E17F360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7" name="Freeform 10246">
              <a:extLst>
                <a:ext uri="{FF2B5EF4-FFF2-40B4-BE49-F238E27FC236}">
                  <a16:creationId xmlns:a16="http://schemas.microsoft.com/office/drawing/2014/main" id="{57F50DC9-C145-7633-C68B-3879BE6FBA41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8" name="Freeform 10247">
              <a:extLst>
                <a:ext uri="{FF2B5EF4-FFF2-40B4-BE49-F238E27FC236}">
                  <a16:creationId xmlns:a16="http://schemas.microsoft.com/office/drawing/2014/main" id="{2FA9C2B8-5A88-AF26-5245-DD506DCD56B6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49" name="Freeform 10248">
              <a:extLst>
                <a:ext uri="{FF2B5EF4-FFF2-40B4-BE49-F238E27FC236}">
                  <a16:creationId xmlns:a16="http://schemas.microsoft.com/office/drawing/2014/main" id="{0CA73C79-BBE1-969C-078E-A9B166AEE6E0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0" name="Freeform 10249">
              <a:extLst>
                <a:ext uri="{FF2B5EF4-FFF2-40B4-BE49-F238E27FC236}">
                  <a16:creationId xmlns:a16="http://schemas.microsoft.com/office/drawing/2014/main" id="{C1A71AA6-7BDE-F605-7CDB-BDB6E5E5B999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1" name="Freeform 10250">
              <a:extLst>
                <a:ext uri="{FF2B5EF4-FFF2-40B4-BE49-F238E27FC236}">
                  <a16:creationId xmlns:a16="http://schemas.microsoft.com/office/drawing/2014/main" id="{F33B06C1-BAE6-F8D3-1A4A-55824F2E65AA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2" name="Freeform 10251">
              <a:extLst>
                <a:ext uri="{FF2B5EF4-FFF2-40B4-BE49-F238E27FC236}">
                  <a16:creationId xmlns:a16="http://schemas.microsoft.com/office/drawing/2014/main" id="{E2F5B368-32D7-ECC1-3B02-8CAFD71A37FD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3" name="Freeform 10252">
              <a:extLst>
                <a:ext uri="{FF2B5EF4-FFF2-40B4-BE49-F238E27FC236}">
                  <a16:creationId xmlns:a16="http://schemas.microsoft.com/office/drawing/2014/main" id="{66D8C73E-DFCC-B60A-7E9C-D01253508418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4" name="Freeform 10253">
              <a:extLst>
                <a:ext uri="{FF2B5EF4-FFF2-40B4-BE49-F238E27FC236}">
                  <a16:creationId xmlns:a16="http://schemas.microsoft.com/office/drawing/2014/main" id="{4116CAEF-6A11-C80D-EBF4-1FF0BBD5245B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5" name="Freeform 10254">
              <a:extLst>
                <a:ext uri="{FF2B5EF4-FFF2-40B4-BE49-F238E27FC236}">
                  <a16:creationId xmlns:a16="http://schemas.microsoft.com/office/drawing/2014/main" id="{AE674865-BA8B-944D-85EF-6D4DDFF4EE96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6" name="Freeform 10255">
              <a:extLst>
                <a:ext uri="{FF2B5EF4-FFF2-40B4-BE49-F238E27FC236}">
                  <a16:creationId xmlns:a16="http://schemas.microsoft.com/office/drawing/2014/main" id="{128FA6CE-9D72-96A2-6668-5466AC0786A5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7" name="Freeform 10256">
              <a:extLst>
                <a:ext uri="{FF2B5EF4-FFF2-40B4-BE49-F238E27FC236}">
                  <a16:creationId xmlns:a16="http://schemas.microsoft.com/office/drawing/2014/main" id="{C02C6D88-5981-59E5-5CC0-AC423278321B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8" name="Freeform 10257">
              <a:extLst>
                <a:ext uri="{FF2B5EF4-FFF2-40B4-BE49-F238E27FC236}">
                  <a16:creationId xmlns:a16="http://schemas.microsoft.com/office/drawing/2014/main" id="{CF46F0FD-D114-28B8-99D1-161238C41BD7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9" name="Freeform 10258">
              <a:extLst>
                <a:ext uri="{FF2B5EF4-FFF2-40B4-BE49-F238E27FC236}">
                  <a16:creationId xmlns:a16="http://schemas.microsoft.com/office/drawing/2014/main" id="{13564634-A602-8B7A-85F0-B36270E53FBA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0" name="Freeform 10259">
              <a:extLst>
                <a:ext uri="{FF2B5EF4-FFF2-40B4-BE49-F238E27FC236}">
                  <a16:creationId xmlns:a16="http://schemas.microsoft.com/office/drawing/2014/main" id="{44297F1C-7DDA-16BA-34D3-B6F899E18F8E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1" name="Freeform 10260">
              <a:extLst>
                <a:ext uri="{FF2B5EF4-FFF2-40B4-BE49-F238E27FC236}">
                  <a16:creationId xmlns:a16="http://schemas.microsoft.com/office/drawing/2014/main" id="{693F1816-9632-5C8D-1AC4-2452302FF25C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2" name="Freeform 10261">
              <a:extLst>
                <a:ext uri="{FF2B5EF4-FFF2-40B4-BE49-F238E27FC236}">
                  <a16:creationId xmlns:a16="http://schemas.microsoft.com/office/drawing/2014/main" id="{25FBDCF4-D430-37D5-546B-043829FFA19D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3" name="Freeform 10262">
              <a:extLst>
                <a:ext uri="{FF2B5EF4-FFF2-40B4-BE49-F238E27FC236}">
                  <a16:creationId xmlns:a16="http://schemas.microsoft.com/office/drawing/2014/main" id="{DDB89066-E530-0024-65CB-FD763DA7003E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4" name="Freeform 10263">
              <a:extLst>
                <a:ext uri="{FF2B5EF4-FFF2-40B4-BE49-F238E27FC236}">
                  <a16:creationId xmlns:a16="http://schemas.microsoft.com/office/drawing/2014/main" id="{BA48380C-1ACE-56D9-BBE7-FDD5929A69DB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5" name="Freeform 10264">
              <a:extLst>
                <a:ext uri="{FF2B5EF4-FFF2-40B4-BE49-F238E27FC236}">
                  <a16:creationId xmlns:a16="http://schemas.microsoft.com/office/drawing/2014/main" id="{6E8A7F4C-BC7F-A5DE-5B53-5AC808C52EED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6" name="Freeform 10265">
              <a:extLst>
                <a:ext uri="{FF2B5EF4-FFF2-40B4-BE49-F238E27FC236}">
                  <a16:creationId xmlns:a16="http://schemas.microsoft.com/office/drawing/2014/main" id="{5DCEADFF-4CCE-C898-BD1F-71F624FB1C85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7" name="Freeform 10266">
              <a:extLst>
                <a:ext uri="{FF2B5EF4-FFF2-40B4-BE49-F238E27FC236}">
                  <a16:creationId xmlns:a16="http://schemas.microsoft.com/office/drawing/2014/main" id="{BCF9181B-D426-B538-4706-074AD8EFA521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8" name="Freeform 10267">
              <a:extLst>
                <a:ext uri="{FF2B5EF4-FFF2-40B4-BE49-F238E27FC236}">
                  <a16:creationId xmlns:a16="http://schemas.microsoft.com/office/drawing/2014/main" id="{BD3235B9-29D3-084B-16D1-7A1A9D114EB7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9" name="Freeform 10268">
              <a:extLst>
                <a:ext uri="{FF2B5EF4-FFF2-40B4-BE49-F238E27FC236}">
                  <a16:creationId xmlns:a16="http://schemas.microsoft.com/office/drawing/2014/main" id="{4D3BBC65-F8F4-7FFA-3C32-0926D83E9D61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0" name="Freeform 10269">
              <a:extLst>
                <a:ext uri="{FF2B5EF4-FFF2-40B4-BE49-F238E27FC236}">
                  <a16:creationId xmlns:a16="http://schemas.microsoft.com/office/drawing/2014/main" id="{BA481E2D-4ADB-2A67-508C-57F3917D90F7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1" name="Freeform 10270">
              <a:extLst>
                <a:ext uri="{FF2B5EF4-FFF2-40B4-BE49-F238E27FC236}">
                  <a16:creationId xmlns:a16="http://schemas.microsoft.com/office/drawing/2014/main" id="{C68CAE10-0123-75DB-B657-7C6D241B8FE2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2" name="Freeform 10271">
              <a:extLst>
                <a:ext uri="{FF2B5EF4-FFF2-40B4-BE49-F238E27FC236}">
                  <a16:creationId xmlns:a16="http://schemas.microsoft.com/office/drawing/2014/main" id="{C6CB6A7D-89D4-F83C-54C0-F59DAC900C45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3" name="Freeform 10272">
              <a:extLst>
                <a:ext uri="{FF2B5EF4-FFF2-40B4-BE49-F238E27FC236}">
                  <a16:creationId xmlns:a16="http://schemas.microsoft.com/office/drawing/2014/main" id="{32949AB4-DECB-8776-C486-D6A7B54FF9B0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4" name="Freeform 10273">
              <a:extLst>
                <a:ext uri="{FF2B5EF4-FFF2-40B4-BE49-F238E27FC236}">
                  <a16:creationId xmlns:a16="http://schemas.microsoft.com/office/drawing/2014/main" id="{617BAD5E-C042-5BBF-7864-E1B242AF042C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5" name="Freeform 10274">
              <a:extLst>
                <a:ext uri="{FF2B5EF4-FFF2-40B4-BE49-F238E27FC236}">
                  <a16:creationId xmlns:a16="http://schemas.microsoft.com/office/drawing/2014/main" id="{F96A41F7-645B-1467-5D50-DEDC1325423F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6" name="Freeform 10275">
              <a:extLst>
                <a:ext uri="{FF2B5EF4-FFF2-40B4-BE49-F238E27FC236}">
                  <a16:creationId xmlns:a16="http://schemas.microsoft.com/office/drawing/2014/main" id="{9738DA62-B530-2A4A-304A-B0CFC5A74DEE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7" name="Freeform 10276">
              <a:extLst>
                <a:ext uri="{FF2B5EF4-FFF2-40B4-BE49-F238E27FC236}">
                  <a16:creationId xmlns:a16="http://schemas.microsoft.com/office/drawing/2014/main" id="{377410AF-218C-5489-E8ED-E2E573CDA97C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8" name="Freeform 10277">
              <a:extLst>
                <a:ext uri="{FF2B5EF4-FFF2-40B4-BE49-F238E27FC236}">
                  <a16:creationId xmlns:a16="http://schemas.microsoft.com/office/drawing/2014/main" id="{B69963BF-06B0-107B-819F-512A5A1746C1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9" name="Freeform 10278">
              <a:extLst>
                <a:ext uri="{FF2B5EF4-FFF2-40B4-BE49-F238E27FC236}">
                  <a16:creationId xmlns:a16="http://schemas.microsoft.com/office/drawing/2014/main" id="{EB662967-A45D-BBFA-723E-7116AF31463E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0" name="Freeform 10279">
              <a:extLst>
                <a:ext uri="{FF2B5EF4-FFF2-40B4-BE49-F238E27FC236}">
                  <a16:creationId xmlns:a16="http://schemas.microsoft.com/office/drawing/2014/main" id="{6BB7948F-CDD7-6CCB-67F5-43C33B5ECCDF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1" name="Freeform 10280">
              <a:extLst>
                <a:ext uri="{FF2B5EF4-FFF2-40B4-BE49-F238E27FC236}">
                  <a16:creationId xmlns:a16="http://schemas.microsoft.com/office/drawing/2014/main" id="{A6868105-2DA6-B5B1-6622-EBA0E5187307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2" name="Freeform 10281">
              <a:extLst>
                <a:ext uri="{FF2B5EF4-FFF2-40B4-BE49-F238E27FC236}">
                  <a16:creationId xmlns:a16="http://schemas.microsoft.com/office/drawing/2014/main" id="{23B67895-A030-3C20-9010-203EEE2EA5D5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3" name="Freeform 10282">
              <a:extLst>
                <a:ext uri="{FF2B5EF4-FFF2-40B4-BE49-F238E27FC236}">
                  <a16:creationId xmlns:a16="http://schemas.microsoft.com/office/drawing/2014/main" id="{4C0CF116-8943-7268-D71F-49B5ACA3BD71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4" name="Freeform 10283">
              <a:extLst>
                <a:ext uri="{FF2B5EF4-FFF2-40B4-BE49-F238E27FC236}">
                  <a16:creationId xmlns:a16="http://schemas.microsoft.com/office/drawing/2014/main" id="{D2D17BE6-AC33-FF02-5448-C242DB7AF485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5" name="Freeform 10284">
              <a:extLst>
                <a:ext uri="{FF2B5EF4-FFF2-40B4-BE49-F238E27FC236}">
                  <a16:creationId xmlns:a16="http://schemas.microsoft.com/office/drawing/2014/main" id="{2675CB25-B088-D4BD-5C97-95D2CBD46B11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6" name="Freeform 10285">
              <a:extLst>
                <a:ext uri="{FF2B5EF4-FFF2-40B4-BE49-F238E27FC236}">
                  <a16:creationId xmlns:a16="http://schemas.microsoft.com/office/drawing/2014/main" id="{AFAFDBAC-18A7-F7B0-CAB7-60E85044EBA3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7" name="Freeform 10286">
              <a:extLst>
                <a:ext uri="{FF2B5EF4-FFF2-40B4-BE49-F238E27FC236}">
                  <a16:creationId xmlns:a16="http://schemas.microsoft.com/office/drawing/2014/main" id="{67F2D93E-F8F7-64C2-BFB6-71BB3A863A10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8" name="Freeform 10287">
              <a:extLst>
                <a:ext uri="{FF2B5EF4-FFF2-40B4-BE49-F238E27FC236}">
                  <a16:creationId xmlns:a16="http://schemas.microsoft.com/office/drawing/2014/main" id="{CA30986F-D571-17C4-7457-967526A4A73A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9" name="Freeform 10288">
              <a:extLst>
                <a:ext uri="{FF2B5EF4-FFF2-40B4-BE49-F238E27FC236}">
                  <a16:creationId xmlns:a16="http://schemas.microsoft.com/office/drawing/2014/main" id="{3219B4B8-24AE-B8A2-F582-DB7582227811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0" name="Freeform 10289">
              <a:extLst>
                <a:ext uri="{FF2B5EF4-FFF2-40B4-BE49-F238E27FC236}">
                  <a16:creationId xmlns:a16="http://schemas.microsoft.com/office/drawing/2014/main" id="{F6B4655F-EE4F-A64D-5631-D7C521CF6FFA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1" name="Freeform 10290">
              <a:extLst>
                <a:ext uri="{FF2B5EF4-FFF2-40B4-BE49-F238E27FC236}">
                  <a16:creationId xmlns:a16="http://schemas.microsoft.com/office/drawing/2014/main" id="{15149108-E40E-A19E-7A3C-235AB86DA183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2" name="Freeform 10291">
              <a:extLst>
                <a:ext uri="{FF2B5EF4-FFF2-40B4-BE49-F238E27FC236}">
                  <a16:creationId xmlns:a16="http://schemas.microsoft.com/office/drawing/2014/main" id="{CC549BCD-E313-71CC-A0DA-3FDC28FDD961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3" name="Freeform 10292">
              <a:extLst>
                <a:ext uri="{FF2B5EF4-FFF2-40B4-BE49-F238E27FC236}">
                  <a16:creationId xmlns:a16="http://schemas.microsoft.com/office/drawing/2014/main" id="{2FD51AC2-CD67-3EC6-F803-5AE1BA178098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4" name="Freeform 10293">
              <a:extLst>
                <a:ext uri="{FF2B5EF4-FFF2-40B4-BE49-F238E27FC236}">
                  <a16:creationId xmlns:a16="http://schemas.microsoft.com/office/drawing/2014/main" id="{056F80A1-6223-3C43-F03B-63E6C42D0C65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5" name="Freeform 10294">
              <a:extLst>
                <a:ext uri="{FF2B5EF4-FFF2-40B4-BE49-F238E27FC236}">
                  <a16:creationId xmlns:a16="http://schemas.microsoft.com/office/drawing/2014/main" id="{109FB41C-ACA2-C9A8-A742-CCB735E8C681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6" name="Freeform 10295">
              <a:extLst>
                <a:ext uri="{FF2B5EF4-FFF2-40B4-BE49-F238E27FC236}">
                  <a16:creationId xmlns:a16="http://schemas.microsoft.com/office/drawing/2014/main" id="{FEFC8A00-47A9-BE26-7082-2626411A1C48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7" name="Freeform 10296">
              <a:extLst>
                <a:ext uri="{FF2B5EF4-FFF2-40B4-BE49-F238E27FC236}">
                  <a16:creationId xmlns:a16="http://schemas.microsoft.com/office/drawing/2014/main" id="{121D4151-B051-E0CF-FBAF-30BF6DB639C9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8" name="Freeform 10297">
              <a:extLst>
                <a:ext uri="{FF2B5EF4-FFF2-40B4-BE49-F238E27FC236}">
                  <a16:creationId xmlns:a16="http://schemas.microsoft.com/office/drawing/2014/main" id="{CC3E49F1-9AE2-C930-9F8F-EED46A505A88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9" name="Freeform 10298">
              <a:extLst>
                <a:ext uri="{FF2B5EF4-FFF2-40B4-BE49-F238E27FC236}">
                  <a16:creationId xmlns:a16="http://schemas.microsoft.com/office/drawing/2014/main" id="{23DDC9C0-03DB-EAD3-52EB-021CD8573E79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0" name="Freeform 10299">
              <a:extLst>
                <a:ext uri="{FF2B5EF4-FFF2-40B4-BE49-F238E27FC236}">
                  <a16:creationId xmlns:a16="http://schemas.microsoft.com/office/drawing/2014/main" id="{91FDFD77-AC1A-CF87-1450-4F842E1BDAE1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1" name="Freeform 10300">
              <a:extLst>
                <a:ext uri="{FF2B5EF4-FFF2-40B4-BE49-F238E27FC236}">
                  <a16:creationId xmlns:a16="http://schemas.microsoft.com/office/drawing/2014/main" id="{97915103-35B8-89F4-26ED-9775D07933C7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2" name="Freeform 10301">
              <a:extLst>
                <a:ext uri="{FF2B5EF4-FFF2-40B4-BE49-F238E27FC236}">
                  <a16:creationId xmlns:a16="http://schemas.microsoft.com/office/drawing/2014/main" id="{07003414-886D-64C7-26AE-A1A73C894DEB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3" name="Freeform 10302">
              <a:extLst>
                <a:ext uri="{FF2B5EF4-FFF2-40B4-BE49-F238E27FC236}">
                  <a16:creationId xmlns:a16="http://schemas.microsoft.com/office/drawing/2014/main" id="{9C820F56-9CC3-3C8D-8328-1C1F7033B41A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4" name="Freeform 10303">
              <a:extLst>
                <a:ext uri="{FF2B5EF4-FFF2-40B4-BE49-F238E27FC236}">
                  <a16:creationId xmlns:a16="http://schemas.microsoft.com/office/drawing/2014/main" id="{63911B89-C73B-99F1-EDF3-2822726FF060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5" name="Freeform 10304">
              <a:extLst>
                <a:ext uri="{FF2B5EF4-FFF2-40B4-BE49-F238E27FC236}">
                  <a16:creationId xmlns:a16="http://schemas.microsoft.com/office/drawing/2014/main" id="{92BAD322-6C62-22A5-D3D8-39922E175639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6" name="Freeform 10305">
              <a:extLst>
                <a:ext uri="{FF2B5EF4-FFF2-40B4-BE49-F238E27FC236}">
                  <a16:creationId xmlns:a16="http://schemas.microsoft.com/office/drawing/2014/main" id="{BDF507C4-71E9-1F87-681E-25217A117F31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7" name="Freeform 10306">
              <a:extLst>
                <a:ext uri="{FF2B5EF4-FFF2-40B4-BE49-F238E27FC236}">
                  <a16:creationId xmlns:a16="http://schemas.microsoft.com/office/drawing/2014/main" id="{8498C813-6FA8-DEB4-FC68-870672E73FEE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8" name="Freeform 10307">
              <a:extLst>
                <a:ext uri="{FF2B5EF4-FFF2-40B4-BE49-F238E27FC236}">
                  <a16:creationId xmlns:a16="http://schemas.microsoft.com/office/drawing/2014/main" id="{AE9B0642-61B5-6889-5F46-CB115A58F071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9" name="Freeform 10308">
              <a:extLst>
                <a:ext uri="{FF2B5EF4-FFF2-40B4-BE49-F238E27FC236}">
                  <a16:creationId xmlns:a16="http://schemas.microsoft.com/office/drawing/2014/main" id="{A922F23F-FCC4-55C2-6CFA-CD2193D1BEA7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0" name="Freeform 10309">
              <a:extLst>
                <a:ext uri="{FF2B5EF4-FFF2-40B4-BE49-F238E27FC236}">
                  <a16:creationId xmlns:a16="http://schemas.microsoft.com/office/drawing/2014/main" id="{32038829-9648-67E5-A952-0877D1D24580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1" name="Freeform 10310">
              <a:extLst>
                <a:ext uri="{FF2B5EF4-FFF2-40B4-BE49-F238E27FC236}">
                  <a16:creationId xmlns:a16="http://schemas.microsoft.com/office/drawing/2014/main" id="{137960DB-7684-6E9F-125E-BAFAD89C7985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2" name="Freeform 10311">
              <a:extLst>
                <a:ext uri="{FF2B5EF4-FFF2-40B4-BE49-F238E27FC236}">
                  <a16:creationId xmlns:a16="http://schemas.microsoft.com/office/drawing/2014/main" id="{AC57672C-3FDD-3DED-644F-24E44D48FA44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3" name="Freeform 10312">
              <a:extLst>
                <a:ext uri="{FF2B5EF4-FFF2-40B4-BE49-F238E27FC236}">
                  <a16:creationId xmlns:a16="http://schemas.microsoft.com/office/drawing/2014/main" id="{E97F6E00-1695-0D4E-DB78-0F4A9663CCB8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4" name="Freeform 10313">
              <a:extLst>
                <a:ext uri="{FF2B5EF4-FFF2-40B4-BE49-F238E27FC236}">
                  <a16:creationId xmlns:a16="http://schemas.microsoft.com/office/drawing/2014/main" id="{071112F3-A6F5-93A0-C1DB-8237899D9894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5" name="Freeform 10314">
              <a:extLst>
                <a:ext uri="{FF2B5EF4-FFF2-40B4-BE49-F238E27FC236}">
                  <a16:creationId xmlns:a16="http://schemas.microsoft.com/office/drawing/2014/main" id="{E85907BA-E336-8FF0-E55C-DEEB1D707BFA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6" name="Freeform 10315">
              <a:extLst>
                <a:ext uri="{FF2B5EF4-FFF2-40B4-BE49-F238E27FC236}">
                  <a16:creationId xmlns:a16="http://schemas.microsoft.com/office/drawing/2014/main" id="{E22235DD-46DC-BCAE-3437-FEFEF68EED82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7" name="Freeform 10316">
              <a:extLst>
                <a:ext uri="{FF2B5EF4-FFF2-40B4-BE49-F238E27FC236}">
                  <a16:creationId xmlns:a16="http://schemas.microsoft.com/office/drawing/2014/main" id="{BF8863C8-E64A-46FB-7015-B1D7BAF7399D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8" name="Freeform 10317">
              <a:extLst>
                <a:ext uri="{FF2B5EF4-FFF2-40B4-BE49-F238E27FC236}">
                  <a16:creationId xmlns:a16="http://schemas.microsoft.com/office/drawing/2014/main" id="{DFEE5313-AAAD-EF05-467C-46AB8BCED647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9" name="Freeform 10318">
              <a:extLst>
                <a:ext uri="{FF2B5EF4-FFF2-40B4-BE49-F238E27FC236}">
                  <a16:creationId xmlns:a16="http://schemas.microsoft.com/office/drawing/2014/main" id="{65887BC6-F28E-0666-F442-18F3B835429F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0" name="Freeform 10319">
              <a:extLst>
                <a:ext uri="{FF2B5EF4-FFF2-40B4-BE49-F238E27FC236}">
                  <a16:creationId xmlns:a16="http://schemas.microsoft.com/office/drawing/2014/main" id="{664556C3-84AE-392C-6D1F-017AC1C34F34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1" name="Freeform 10320">
              <a:extLst>
                <a:ext uri="{FF2B5EF4-FFF2-40B4-BE49-F238E27FC236}">
                  <a16:creationId xmlns:a16="http://schemas.microsoft.com/office/drawing/2014/main" id="{1080110F-4E5E-2B37-4CB0-D50883794FC1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2" name="Freeform 10321">
              <a:extLst>
                <a:ext uri="{FF2B5EF4-FFF2-40B4-BE49-F238E27FC236}">
                  <a16:creationId xmlns:a16="http://schemas.microsoft.com/office/drawing/2014/main" id="{DB0130CE-9D14-5AF9-4C40-23E11D37B8B0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3" name="Freeform 10322">
              <a:extLst>
                <a:ext uri="{FF2B5EF4-FFF2-40B4-BE49-F238E27FC236}">
                  <a16:creationId xmlns:a16="http://schemas.microsoft.com/office/drawing/2014/main" id="{44BB1A06-C70E-870A-6C56-9F8008CF33AC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4" name="Freeform 10323">
              <a:extLst>
                <a:ext uri="{FF2B5EF4-FFF2-40B4-BE49-F238E27FC236}">
                  <a16:creationId xmlns:a16="http://schemas.microsoft.com/office/drawing/2014/main" id="{8619C227-BC1B-E7B2-D9CA-0D78449879C0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5" name="Freeform 10324">
              <a:extLst>
                <a:ext uri="{FF2B5EF4-FFF2-40B4-BE49-F238E27FC236}">
                  <a16:creationId xmlns:a16="http://schemas.microsoft.com/office/drawing/2014/main" id="{6F8374A5-C343-20FD-F03D-65560245D296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6" name="Freeform 10325">
              <a:extLst>
                <a:ext uri="{FF2B5EF4-FFF2-40B4-BE49-F238E27FC236}">
                  <a16:creationId xmlns:a16="http://schemas.microsoft.com/office/drawing/2014/main" id="{573AB09B-1367-576A-E2C7-1E498ECBB299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7" name="Freeform 10326">
              <a:extLst>
                <a:ext uri="{FF2B5EF4-FFF2-40B4-BE49-F238E27FC236}">
                  <a16:creationId xmlns:a16="http://schemas.microsoft.com/office/drawing/2014/main" id="{6069DC03-23D3-990A-94D8-DF2E9142435A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8" name="Freeform 10327">
              <a:extLst>
                <a:ext uri="{FF2B5EF4-FFF2-40B4-BE49-F238E27FC236}">
                  <a16:creationId xmlns:a16="http://schemas.microsoft.com/office/drawing/2014/main" id="{E067C216-F96B-C9F7-468C-57DB78102725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9" name="Freeform 10328">
              <a:extLst>
                <a:ext uri="{FF2B5EF4-FFF2-40B4-BE49-F238E27FC236}">
                  <a16:creationId xmlns:a16="http://schemas.microsoft.com/office/drawing/2014/main" id="{AE17945A-37E8-2FA9-CF6A-C664DBED946B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0" name="Freeform 10329">
              <a:extLst>
                <a:ext uri="{FF2B5EF4-FFF2-40B4-BE49-F238E27FC236}">
                  <a16:creationId xmlns:a16="http://schemas.microsoft.com/office/drawing/2014/main" id="{9CA71A49-EA29-560E-0C77-3380A07A8274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1" name="Freeform 10330">
              <a:extLst>
                <a:ext uri="{FF2B5EF4-FFF2-40B4-BE49-F238E27FC236}">
                  <a16:creationId xmlns:a16="http://schemas.microsoft.com/office/drawing/2014/main" id="{637A7AAC-B34E-E7D5-E66E-B742E0671DAB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2" name="Freeform 10331">
              <a:extLst>
                <a:ext uri="{FF2B5EF4-FFF2-40B4-BE49-F238E27FC236}">
                  <a16:creationId xmlns:a16="http://schemas.microsoft.com/office/drawing/2014/main" id="{911504E3-5FD4-8957-A3FF-A35879B11291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3" name="Freeform 10332">
              <a:extLst>
                <a:ext uri="{FF2B5EF4-FFF2-40B4-BE49-F238E27FC236}">
                  <a16:creationId xmlns:a16="http://schemas.microsoft.com/office/drawing/2014/main" id="{84B399B6-3068-8C85-A029-A592CD3BAF5E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4" name="Freeform 10333">
              <a:extLst>
                <a:ext uri="{FF2B5EF4-FFF2-40B4-BE49-F238E27FC236}">
                  <a16:creationId xmlns:a16="http://schemas.microsoft.com/office/drawing/2014/main" id="{14D324A6-EE82-737A-5F69-375A541BE073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5" name="Freeform 10334">
              <a:extLst>
                <a:ext uri="{FF2B5EF4-FFF2-40B4-BE49-F238E27FC236}">
                  <a16:creationId xmlns:a16="http://schemas.microsoft.com/office/drawing/2014/main" id="{58D0C70D-B526-EC83-B403-114853DA39C7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6" name="Freeform 10335">
              <a:extLst>
                <a:ext uri="{FF2B5EF4-FFF2-40B4-BE49-F238E27FC236}">
                  <a16:creationId xmlns:a16="http://schemas.microsoft.com/office/drawing/2014/main" id="{3C0B0870-E2CF-29D7-FABE-8DC4C32251C1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7" name="Freeform 10336">
              <a:extLst>
                <a:ext uri="{FF2B5EF4-FFF2-40B4-BE49-F238E27FC236}">
                  <a16:creationId xmlns:a16="http://schemas.microsoft.com/office/drawing/2014/main" id="{960540E6-384D-1D2F-388E-40EDF761B8E1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8" name="Freeform 10337">
              <a:extLst>
                <a:ext uri="{FF2B5EF4-FFF2-40B4-BE49-F238E27FC236}">
                  <a16:creationId xmlns:a16="http://schemas.microsoft.com/office/drawing/2014/main" id="{62B263BF-F465-B2C9-D4BE-AFB0293CB2E6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9" name="Freeform 10338">
              <a:extLst>
                <a:ext uri="{FF2B5EF4-FFF2-40B4-BE49-F238E27FC236}">
                  <a16:creationId xmlns:a16="http://schemas.microsoft.com/office/drawing/2014/main" id="{A2F01A58-4A86-429A-CFB3-B482705CDBFE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0" name="Freeform 10339">
              <a:extLst>
                <a:ext uri="{FF2B5EF4-FFF2-40B4-BE49-F238E27FC236}">
                  <a16:creationId xmlns:a16="http://schemas.microsoft.com/office/drawing/2014/main" id="{11B56468-6A65-E217-3C57-37519A060C4D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1" name="Freeform 10340">
              <a:extLst>
                <a:ext uri="{FF2B5EF4-FFF2-40B4-BE49-F238E27FC236}">
                  <a16:creationId xmlns:a16="http://schemas.microsoft.com/office/drawing/2014/main" id="{1ED05FF0-98BA-2E3D-0EB9-1EF5D53DB076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2" name="Freeform 10341">
              <a:extLst>
                <a:ext uri="{FF2B5EF4-FFF2-40B4-BE49-F238E27FC236}">
                  <a16:creationId xmlns:a16="http://schemas.microsoft.com/office/drawing/2014/main" id="{0861DD87-F0B7-E968-1CC1-970512534D46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3" name="Freeform 10342">
              <a:extLst>
                <a:ext uri="{FF2B5EF4-FFF2-40B4-BE49-F238E27FC236}">
                  <a16:creationId xmlns:a16="http://schemas.microsoft.com/office/drawing/2014/main" id="{74C52776-E663-F914-4AC2-630CC392DF7C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4" name="Freeform 10343">
              <a:extLst>
                <a:ext uri="{FF2B5EF4-FFF2-40B4-BE49-F238E27FC236}">
                  <a16:creationId xmlns:a16="http://schemas.microsoft.com/office/drawing/2014/main" id="{F38C5B23-EA93-F213-4B90-AD4B6C128D1A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5" name="Freeform 10344">
              <a:extLst>
                <a:ext uri="{FF2B5EF4-FFF2-40B4-BE49-F238E27FC236}">
                  <a16:creationId xmlns:a16="http://schemas.microsoft.com/office/drawing/2014/main" id="{59058E89-0B50-69B4-5130-89ADBEFEA44F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6" name="Freeform 10345">
              <a:extLst>
                <a:ext uri="{FF2B5EF4-FFF2-40B4-BE49-F238E27FC236}">
                  <a16:creationId xmlns:a16="http://schemas.microsoft.com/office/drawing/2014/main" id="{A6EEB945-E5BE-1FBB-9075-B07EFEB13302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7" name="Freeform 10346">
              <a:extLst>
                <a:ext uri="{FF2B5EF4-FFF2-40B4-BE49-F238E27FC236}">
                  <a16:creationId xmlns:a16="http://schemas.microsoft.com/office/drawing/2014/main" id="{19942B9F-A29F-9186-E902-649C138D500B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8" name="Freeform 10347">
              <a:extLst>
                <a:ext uri="{FF2B5EF4-FFF2-40B4-BE49-F238E27FC236}">
                  <a16:creationId xmlns:a16="http://schemas.microsoft.com/office/drawing/2014/main" id="{E8B26DE0-3025-E6B6-F54A-D63D799FF17E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9" name="Freeform 10348">
              <a:extLst>
                <a:ext uri="{FF2B5EF4-FFF2-40B4-BE49-F238E27FC236}">
                  <a16:creationId xmlns:a16="http://schemas.microsoft.com/office/drawing/2014/main" id="{A98C017D-04AA-F196-BC90-4359421E40FE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0" name="Freeform 10349">
              <a:extLst>
                <a:ext uri="{FF2B5EF4-FFF2-40B4-BE49-F238E27FC236}">
                  <a16:creationId xmlns:a16="http://schemas.microsoft.com/office/drawing/2014/main" id="{7519C9DF-E244-0D4C-B41D-E06DE13C32BB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1" name="Freeform 10350">
              <a:extLst>
                <a:ext uri="{FF2B5EF4-FFF2-40B4-BE49-F238E27FC236}">
                  <a16:creationId xmlns:a16="http://schemas.microsoft.com/office/drawing/2014/main" id="{AA64137F-B0B7-628B-0599-39AC6354417D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2" name="Freeform 10351">
              <a:extLst>
                <a:ext uri="{FF2B5EF4-FFF2-40B4-BE49-F238E27FC236}">
                  <a16:creationId xmlns:a16="http://schemas.microsoft.com/office/drawing/2014/main" id="{2A45FFEC-6ADB-73C4-B77F-935468F63DB9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3" name="Freeform 10352">
              <a:extLst>
                <a:ext uri="{FF2B5EF4-FFF2-40B4-BE49-F238E27FC236}">
                  <a16:creationId xmlns:a16="http://schemas.microsoft.com/office/drawing/2014/main" id="{DC0203F4-FB39-5B35-8640-81E55DF3C110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4" name="Freeform 10353">
              <a:extLst>
                <a:ext uri="{FF2B5EF4-FFF2-40B4-BE49-F238E27FC236}">
                  <a16:creationId xmlns:a16="http://schemas.microsoft.com/office/drawing/2014/main" id="{8757EAD0-7D6F-5CC8-037B-139285929E8B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5" name="Freeform 10354">
              <a:extLst>
                <a:ext uri="{FF2B5EF4-FFF2-40B4-BE49-F238E27FC236}">
                  <a16:creationId xmlns:a16="http://schemas.microsoft.com/office/drawing/2014/main" id="{D09DF272-3A8A-0E88-DC45-8920C9E85682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6" name="Freeform 10355">
              <a:extLst>
                <a:ext uri="{FF2B5EF4-FFF2-40B4-BE49-F238E27FC236}">
                  <a16:creationId xmlns:a16="http://schemas.microsoft.com/office/drawing/2014/main" id="{98B15A57-6241-5BC9-B331-FC962EC41BA2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7" name="Freeform 10356">
              <a:extLst>
                <a:ext uri="{FF2B5EF4-FFF2-40B4-BE49-F238E27FC236}">
                  <a16:creationId xmlns:a16="http://schemas.microsoft.com/office/drawing/2014/main" id="{7450DB4F-600A-477E-0322-17B2F9922DF4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8" name="Freeform 10357">
              <a:extLst>
                <a:ext uri="{FF2B5EF4-FFF2-40B4-BE49-F238E27FC236}">
                  <a16:creationId xmlns:a16="http://schemas.microsoft.com/office/drawing/2014/main" id="{0292B83A-6BA1-D1CD-F050-933D2B44B0F0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9" name="Freeform 10358">
              <a:extLst>
                <a:ext uri="{FF2B5EF4-FFF2-40B4-BE49-F238E27FC236}">
                  <a16:creationId xmlns:a16="http://schemas.microsoft.com/office/drawing/2014/main" id="{91EAB08D-0086-E3BB-981D-9EFB7C75FD85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0" name="Freeform 10359">
              <a:extLst>
                <a:ext uri="{FF2B5EF4-FFF2-40B4-BE49-F238E27FC236}">
                  <a16:creationId xmlns:a16="http://schemas.microsoft.com/office/drawing/2014/main" id="{1D2075A3-5FB0-0347-7158-F23AA09B03A7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1" name="Freeform 10360">
              <a:extLst>
                <a:ext uri="{FF2B5EF4-FFF2-40B4-BE49-F238E27FC236}">
                  <a16:creationId xmlns:a16="http://schemas.microsoft.com/office/drawing/2014/main" id="{E208C19A-C289-51B3-C364-5C6D865E04EF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2" name="Freeform 10361">
              <a:extLst>
                <a:ext uri="{FF2B5EF4-FFF2-40B4-BE49-F238E27FC236}">
                  <a16:creationId xmlns:a16="http://schemas.microsoft.com/office/drawing/2014/main" id="{AF7D8BD1-A0B3-B254-A713-DEADD5D56E74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3" name="Freeform 10362">
              <a:extLst>
                <a:ext uri="{FF2B5EF4-FFF2-40B4-BE49-F238E27FC236}">
                  <a16:creationId xmlns:a16="http://schemas.microsoft.com/office/drawing/2014/main" id="{E89BEBD7-B082-0721-B1E7-33125D46EBDA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4" name="Freeform 10363">
              <a:extLst>
                <a:ext uri="{FF2B5EF4-FFF2-40B4-BE49-F238E27FC236}">
                  <a16:creationId xmlns:a16="http://schemas.microsoft.com/office/drawing/2014/main" id="{2BC77274-2835-2902-14CD-DF1AF08C669A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5" name="Freeform 10364">
              <a:extLst>
                <a:ext uri="{FF2B5EF4-FFF2-40B4-BE49-F238E27FC236}">
                  <a16:creationId xmlns:a16="http://schemas.microsoft.com/office/drawing/2014/main" id="{2FF3F97C-745B-FDC4-1EDC-0B2A2A9D4454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6" name="Freeform 10365">
              <a:extLst>
                <a:ext uri="{FF2B5EF4-FFF2-40B4-BE49-F238E27FC236}">
                  <a16:creationId xmlns:a16="http://schemas.microsoft.com/office/drawing/2014/main" id="{0C814C2B-F461-D14E-6202-5FE049CEA1B7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7" name="Freeform 10366">
              <a:extLst>
                <a:ext uri="{FF2B5EF4-FFF2-40B4-BE49-F238E27FC236}">
                  <a16:creationId xmlns:a16="http://schemas.microsoft.com/office/drawing/2014/main" id="{47780391-B84B-2FCD-7FF3-218344BDD5BB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8" name="Freeform 10367">
              <a:extLst>
                <a:ext uri="{FF2B5EF4-FFF2-40B4-BE49-F238E27FC236}">
                  <a16:creationId xmlns:a16="http://schemas.microsoft.com/office/drawing/2014/main" id="{583C99A0-A1D1-2CA0-286E-94A951C6B423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9" name="Freeform 10368">
              <a:extLst>
                <a:ext uri="{FF2B5EF4-FFF2-40B4-BE49-F238E27FC236}">
                  <a16:creationId xmlns:a16="http://schemas.microsoft.com/office/drawing/2014/main" id="{7A85FDDF-C6E7-C41D-CEA2-BFE71CD7D657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0" name="Freeform 10369">
              <a:extLst>
                <a:ext uri="{FF2B5EF4-FFF2-40B4-BE49-F238E27FC236}">
                  <a16:creationId xmlns:a16="http://schemas.microsoft.com/office/drawing/2014/main" id="{5C94D1EA-D68C-D384-2AA1-8AAE8EF885B1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1" name="Freeform 10370">
              <a:extLst>
                <a:ext uri="{FF2B5EF4-FFF2-40B4-BE49-F238E27FC236}">
                  <a16:creationId xmlns:a16="http://schemas.microsoft.com/office/drawing/2014/main" id="{9E8241B7-5FB8-97A0-E943-529770E2ADC7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2" name="Freeform 10371">
              <a:extLst>
                <a:ext uri="{FF2B5EF4-FFF2-40B4-BE49-F238E27FC236}">
                  <a16:creationId xmlns:a16="http://schemas.microsoft.com/office/drawing/2014/main" id="{749FD008-DFBA-0195-2B1D-527CC8141083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3" name="Freeform 10372">
              <a:extLst>
                <a:ext uri="{FF2B5EF4-FFF2-40B4-BE49-F238E27FC236}">
                  <a16:creationId xmlns:a16="http://schemas.microsoft.com/office/drawing/2014/main" id="{86BD2304-8F2F-178E-5ED6-5A58A655174E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4" name="Freeform 10373">
              <a:extLst>
                <a:ext uri="{FF2B5EF4-FFF2-40B4-BE49-F238E27FC236}">
                  <a16:creationId xmlns:a16="http://schemas.microsoft.com/office/drawing/2014/main" id="{B46451A9-DFB8-0D0C-E4D0-D3BE07004F42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5" name="Freeform 10374">
              <a:extLst>
                <a:ext uri="{FF2B5EF4-FFF2-40B4-BE49-F238E27FC236}">
                  <a16:creationId xmlns:a16="http://schemas.microsoft.com/office/drawing/2014/main" id="{EA19741F-01C3-2727-A5D7-EF191A2AF1B7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6" name="Freeform 10375">
              <a:extLst>
                <a:ext uri="{FF2B5EF4-FFF2-40B4-BE49-F238E27FC236}">
                  <a16:creationId xmlns:a16="http://schemas.microsoft.com/office/drawing/2014/main" id="{574DAEBC-B638-9BC9-8212-E77BF69BEC1D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7" name="Freeform 10376">
              <a:extLst>
                <a:ext uri="{FF2B5EF4-FFF2-40B4-BE49-F238E27FC236}">
                  <a16:creationId xmlns:a16="http://schemas.microsoft.com/office/drawing/2014/main" id="{F6966ECC-DEFD-5323-F094-06FF8BFDE02B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8" name="Freeform 10377">
              <a:extLst>
                <a:ext uri="{FF2B5EF4-FFF2-40B4-BE49-F238E27FC236}">
                  <a16:creationId xmlns:a16="http://schemas.microsoft.com/office/drawing/2014/main" id="{DA637D59-EB7E-3361-9225-5912715A1334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9" name="Freeform 10378">
              <a:extLst>
                <a:ext uri="{FF2B5EF4-FFF2-40B4-BE49-F238E27FC236}">
                  <a16:creationId xmlns:a16="http://schemas.microsoft.com/office/drawing/2014/main" id="{AFAB07D4-F655-8879-BF25-364967112AF3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0" name="Freeform 10379">
              <a:extLst>
                <a:ext uri="{FF2B5EF4-FFF2-40B4-BE49-F238E27FC236}">
                  <a16:creationId xmlns:a16="http://schemas.microsoft.com/office/drawing/2014/main" id="{126A92A5-5CF8-2BC3-4465-6A4DC2D69ECE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1" name="Freeform 10380">
              <a:extLst>
                <a:ext uri="{FF2B5EF4-FFF2-40B4-BE49-F238E27FC236}">
                  <a16:creationId xmlns:a16="http://schemas.microsoft.com/office/drawing/2014/main" id="{9BFC3BA2-B058-2A7E-E1F4-A19650CDF911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2" name="Freeform 10381">
              <a:extLst>
                <a:ext uri="{FF2B5EF4-FFF2-40B4-BE49-F238E27FC236}">
                  <a16:creationId xmlns:a16="http://schemas.microsoft.com/office/drawing/2014/main" id="{4EEB160D-81EF-0830-09DC-B716631E744B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3" name="Freeform 10382">
              <a:extLst>
                <a:ext uri="{FF2B5EF4-FFF2-40B4-BE49-F238E27FC236}">
                  <a16:creationId xmlns:a16="http://schemas.microsoft.com/office/drawing/2014/main" id="{350930FE-786B-E637-F1B3-6EA096ADC035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4" name="Freeform 10383">
              <a:extLst>
                <a:ext uri="{FF2B5EF4-FFF2-40B4-BE49-F238E27FC236}">
                  <a16:creationId xmlns:a16="http://schemas.microsoft.com/office/drawing/2014/main" id="{7053A43A-3BF1-2D87-3FDC-2A4BAAECD8EF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5" name="Freeform 10384">
              <a:extLst>
                <a:ext uri="{FF2B5EF4-FFF2-40B4-BE49-F238E27FC236}">
                  <a16:creationId xmlns:a16="http://schemas.microsoft.com/office/drawing/2014/main" id="{C62B5D24-49B0-EA0A-9C9D-013E30FF95C9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6" name="Freeform 10385">
              <a:extLst>
                <a:ext uri="{FF2B5EF4-FFF2-40B4-BE49-F238E27FC236}">
                  <a16:creationId xmlns:a16="http://schemas.microsoft.com/office/drawing/2014/main" id="{0AD4C111-D4C6-3B7E-3799-EC7A0B39160D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7" name="Freeform 10386">
              <a:extLst>
                <a:ext uri="{FF2B5EF4-FFF2-40B4-BE49-F238E27FC236}">
                  <a16:creationId xmlns:a16="http://schemas.microsoft.com/office/drawing/2014/main" id="{113A86FC-D60A-E3AA-B4FE-B7708AF174B8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8" name="Freeform 10387">
              <a:extLst>
                <a:ext uri="{FF2B5EF4-FFF2-40B4-BE49-F238E27FC236}">
                  <a16:creationId xmlns:a16="http://schemas.microsoft.com/office/drawing/2014/main" id="{07F94945-2FEF-56D5-9135-B998FB28F038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9" name="Freeform 10388">
              <a:extLst>
                <a:ext uri="{FF2B5EF4-FFF2-40B4-BE49-F238E27FC236}">
                  <a16:creationId xmlns:a16="http://schemas.microsoft.com/office/drawing/2014/main" id="{782A33D3-9C26-19D1-4AC8-A46C2EA1904F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0" name="Freeform 10389">
              <a:extLst>
                <a:ext uri="{FF2B5EF4-FFF2-40B4-BE49-F238E27FC236}">
                  <a16:creationId xmlns:a16="http://schemas.microsoft.com/office/drawing/2014/main" id="{A41E61E6-C0EC-913A-BA48-52028AF0200F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1" name="Freeform 10390">
              <a:extLst>
                <a:ext uri="{FF2B5EF4-FFF2-40B4-BE49-F238E27FC236}">
                  <a16:creationId xmlns:a16="http://schemas.microsoft.com/office/drawing/2014/main" id="{FAF45C34-AEDF-4D3D-E40C-CCF06A7DCA68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2" name="Freeform 10391">
              <a:extLst>
                <a:ext uri="{FF2B5EF4-FFF2-40B4-BE49-F238E27FC236}">
                  <a16:creationId xmlns:a16="http://schemas.microsoft.com/office/drawing/2014/main" id="{596DB2C5-B363-1FA0-6DBB-B8BEFEE15981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3" name="Freeform 10392">
              <a:extLst>
                <a:ext uri="{FF2B5EF4-FFF2-40B4-BE49-F238E27FC236}">
                  <a16:creationId xmlns:a16="http://schemas.microsoft.com/office/drawing/2014/main" id="{1659C92C-E883-1F14-9567-CAB6D147B823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4" name="Freeform 10393">
              <a:extLst>
                <a:ext uri="{FF2B5EF4-FFF2-40B4-BE49-F238E27FC236}">
                  <a16:creationId xmlns:a16="http://schemas.microsoft.com/office/drawing/2014/main" id="{89D65568-DD65-259C-1EA2-1338540DB565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5" name="Freeform 10394">
              <a:extLst>
                <a:ext uri="{FF2B5EF4-FFF2-40B4-BE49-F238E27FC236}">
                  <a16:creationId xmlns:a16="http://schemas.microsoft.com/office/drawing/2014/main" id="{2277D20F-9A03-B86A-D4FA-3F666AE45A4C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6" name="Freeform 10395">
              <a:extLst>
                <a:ext uri="{FF2B5EF4-FFF2-40B4-BE49-F238E27FC236}">
                  <a16:creationId xmlns:a16="http://schemas.microsoft.com/office/drawing/2014/main" id="{CBE6C1D7-65F9-8F6A-780B-320FE900D711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7" name="Freeform 10396">
              <a:extLst>
                <a:ext uri="{FF2B5EF4-FFF2-40B4-BE49-F238E27FC236}">
                  <a16:creationId xmlns:a16="http://schemas.microsoft.com/office/drawing/2014/main" id="{14A0212F-FFC9-9E2D-7EB6-4BE828D1111C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8" name="Freeform 10397">
              <a:extLst>
                <a:ext uri="{FF2B5EF4-FFF2-40B4-BE49-F238E27FC236}">
                  <a16:creationId xmlns:a16="http://schemas.microsoft.com/office/drawing/2014/main" id="{FE4823B0-8F9D-C01B-0C1D-BD0C3BAE27A3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9" name="Freeform 10398">
              <a:extLst>
                <a:ext uri="{FF2B5EF4-FFF2-40B4-BE49-F238E27FC236}">
                  <a16:creationId xmlns:a16="http://schemas.microsoft.com/office/drawing/2014/main" id="{8E7BF6EB-4F9A-FE00-6863-A27D86E0DFEB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0" name="Freeform 10399">
              <a:extLst>
                <a:ext uri="{FF2B5EF4-FFF2-40B4-BE49-F238E27FC236}">
                  <a16:creationId xmlns:a16="http://schemas.microsoft.com/office/drawing/2014/main" id="{920479BA-29CB-CF3B-1C96-A8465BA73D98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1" name="Freeform 10400">
              <a:extLst>
                <a:ext uri="{FF2B5EF4-FFF2-40B4-BE49-F238E27FC236}">
                  <a16:creationId xmlns:a16="http://schemas.microsoft.com/office/drawing/2014/main" id="{04808289-AF07-F8F2-DC09-ED4F7049C6D8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2" name="Freeform 10401">
              <a:extLst>
                <a:ext uri="{FF2B5EF4-FFF2-40B4-BE49-F238E27FC236}">
                  <a16:creationId xmlns:a16="http://schemas.microsoft.com/office/drawing/2014/main" id="{0C6F89ED-ADEE-F60D-E607-A58A0AEECB10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3" name="Freeform 10402">
              <a:extLst>
                <a:ext uri="{FF2B5EF4-FFF2-40B4-BE49-F238E27FC236}">
                  <a16:creationId xmlns:a16="http://schemas.microsoft.com/office/drawing/2014/main" id="{8C1BB0D7-B42C-EE92-EB87-DDCAB77268E5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4" name="Freeform 10403">
              <a:extLst>
                <a:ext uri="{FF2B5EF4-FFF2-40B4-BE49-F238E27FC236}">
                  <a16:creationId xmlns:a16="http://schemas.microsoft.com/office/drawing/2014/main" id="{FAC60E8B-A8A5-14F6-0EAA-A26EBD8677C3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5" name="Freeform 10404">
              <a:extLst>
                <a:ext uri="{FF2B5EF4-FFF2-40B4-BE49-F238E27FC236}">
                  <a16:creationId xmlns:a16="http://schemas.microsoft.com/office/drawing/2014/main" id="{872FE445-01B4-2EA7-6CFC-AD7CAA9221C0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6" name="Freeform 10405">
              <a:extLst>
                <a:ext uri="{FF2B5EF4-FFF2-40B4-BE49-F238E27FC236}">
                  <a16:creationId xmlns:a16="http://schemas.microsoft.com/office/drawing/2014/main" id="{F01D3BBA-D117-78CA-38DD-49C2E2A129E2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7" name="Freeform 10406">
              <a:extLst>
                <a:ext uri="{FF2B5EF4-FFF2-40B4-BE49-F238E27FC236}">
                  <a16:creationId xmlns:a16="http://schemas.microsoft.com/office/drawing/2014/main" id="{91F1D244-992C-E652-A15C-9A0B5AE227FE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8" name="Freeform 10407">
              <a:extLst>
                <a:ext uri="{FF2B5EF4-FFF2-40B4-BE49-F238E27FC236}">
                  <a16:creationId xmlns:a16="http://schemas.microsoft.com/office/drawing/2014/main" id="{740688D5-7DA1-DC7A-17C9-ADEC43CDF10D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9" name="Freeform 10408">
              <a:extLst>
                <a:ext uri="{FF2B5EF4-FFF2-40B4-BE49-F238E27FC236}">
                  <a16:creationId xmlns:a16="http://schemas.microsoft.com/office/drawing/2014/main" id="{6DC60BBB-F4E0-0330-DC80-12E0DA768345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0" name="Freeform 10409">
              <a:extLst>
                <a:ext uri="{FF2B5EF4-FFF2-40B4-BE49-F238E27FC236}">
                  <a16:creationId xmlns:a16="http://schemas.microsoft.com/office/drawing/2014/main" id="{66475F2A-0C57-CA60-D366-9D0B2D675B8E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1" name="Freeform 10410">
              <a:extLst>
                <a:ext uri="{FF2B5EF4-FFF2-40B4-BE49-F238E27FC236}">
                  <a16:creationId xmlns:a16="http://schemas.microsoft.com/office/drawing/2014/main" id="{A59DDBC8-61D6-5B91-2F25-2CE1D8065BCA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2" name="Freeform 10411">
              <a:extLst>
                <a:ext uri="{FF2B5EF4-FFF2-40B4-BE49-F238E27FC236}">
                  <a16:creationId xmlns:a16="http://schemas.microsoft.com/office/drawing/2014/main" id="{69DF8734-D06E-7B3D-635D-D53663571F7C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3" name="Freeform 10412">
              <a:extLst>
                <a:ext uri="{FF2B5EF4-FFF2-40B4-BE49-F238E27FC236}">
                  <a16:creationId xmlns:a16="http://schemas.microsoft.com/office/drawing/2014/main" id="{8B1BEEF9-48C2-4337-3748-C0D3E98209BD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4" name="Freeform 10413">
              <a:extLst>
                <a:ext uri="{FF2B5EF4-FFF2-40B4-BE49-F238E27FC236}">
                  <a16:creationId xmlns:a16="http://schemas.microsoft.com/office/drawing/2014/main" id="{12439091-2154-84E5-EA0D-9ECAC667C231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5" name="Freeform 10414">
              <a:extLst>
                <a:ext uri="{FF2B5EF4-FFF2-40B4-BE49-F238E27FC236}">
                  <a16:creationId xmlns:a16="http://schemas.microsoft.com/office/drawing/2014/main" id="{0863621C-2EA0-79F2-A614-11741C296D70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6" name="Freeform 10415">
              <a:extLst>
                <a:ext uri="{FF2B5EF4-FFF2-40B4-BE49-F238E27FC236}">
                  <a16:creationId xmlns:a16="http://schemas.microsoft.com/office/drawing/2014/main" id="{E0C95090-DBB0-AEA9-1FFB-1002CFE93743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7" name="Freeform 10416">
              <a:extLst>
                <a:ext uri="{FF2B5EF4-FFF2-40B4-BE49-F238E27FC236}">
                  <a16:creationId xmlns:a16="http://schemas.microsoft.com/office/drawing/2014/main" id="{66C86C9F-84E6-63CD-5F79-D24FE2625765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8" name="Freeform 10417">
              <a:extLst>
                <a:ext uri="{FF2B5EF4-FFF2-40B4-BE49-F238E27FC236}">
                  <a16:creationId xmlns:a16="http://schemas.microsoft.com/office/drawing/2014/main" id="{3C610285-36D1-EC70-4DB2-797D820A8C2E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9" name="Freeform 10418">
              <a:extLst>
                <a:ext uri="{FF2B5EF4-FFF2-40B4-BE49-F238E27FC236}">
                  <a16:creationId xmlns:a16="http://schemas.microsoft.com/office/drawing/2014/main" id="{E51A6728-5C68-B4E4-E813-CD049C08F2FB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0" name="Freeform 10419">
              <a:extLst>
                <a:ext uri="{FF2B5EF4-FFF2-40B4-BE49-F238E27FC236}">
                  <a16:creationId xmlns:a16="http://schemas.microsoft.com/office/drawing/2014/main" id="{1920C88F-18A0-B581-FA2D-93AB5D808AD1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1" name="Freeform 10420">
              <a:extLst>
                <a:ext uri="{FF2B5EF4-FFF2-40B4-BE49-F238E27FC236}">
                  <a16:creationId xmlns:a16="http://schemas.microsoft.com/office/drawing/2014/main" id="{397A0C35-9016-2232-E361-C0E2063BCFE9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2" name="Freeform 10421">
              <a:extLst>
                <a:ext uri="{FF2B5EF4-FFF2-40B4-BE49-F238E27FC236}">
                  <a16:creationId xmlns:a16="http://schemas.microsoft.com/office/drawing/2014/main" id="{AF59E658-736F-C27C-5DB8-F1472EA0E979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3" name="Freeform 10422">
              <a:extLst>
                <a:ext uri="{FF2B5EF4-FFF2-40B4-BE49-F238E27FC236}">
                  <a16:creationId xmlns:a16="http://schemas.microsoft.com/office/drawing/2014/main" id="{CE59020B-E160-A15E-CA9F-BAF5F902DC56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4" name="Freeform 10423">
              <a:extLst>
                <a:ext uri="{FF2B5EF4-FFF2-40B4-BE49-F238E27FC236}">
                  <a16:creationId xmlns:a16="http://schemas.microsoft.com/office/drawing/2014/main" id="{F3ACD0F7-3406-B54D-3B15-757D81D83AFD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5" name="Freeform 10424">
              <a:extLst>
                <a:ext uri="{FF2B5EF4-FFF2-40B4-BE49-F238E27FC236}">
                  <a16:creationId xmlns:a16="http://schemas.microsoft.com/office/drawing/2014/main" id="{570B00E8-9566-1479-64F4-0BE662956F31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6" name="Freeform 10425">
              <a:extLst>
                <a:ext uri="{FF2B5EF4-FFF2-40B4-BE49-F238E27FC236}">
                  <a16:creationId xmlns:a16="http://schemas.microsoft.com/office/drawing/2014/main" id="{77E52571-FACB-B549-A68E-148F471DD441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7" name="Freeform 10426">
              <a:extLst>
                <a:ext uri="{FF2B5EF4-FFF2-40B4-BE49-F238E27FC236}">
                  <a16:creationId xmlns:a16="http://schemas.microsoft.com/office/drawing/2014/main" id="{C1C79142-915A-A081-C98D-F9C4A0E75AB1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8" name="Freeform 10427">
              <a:extLst>
                <a:ext uri="{FF2B5EF4-FFF2-40B4-BE49-F238E27FC236}">
                  <a16:creationId xmlns:a16="http://schemas.microsoft.com/office/drawing/2014/main" id="{BE57FE87-3EB2-49E6-01C9-63CADA44DC53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9" name="Freeform 10428">
              <a:extLst>
                <a:ext uri="{FF2B5EF4-FFF2-40B4-BE49-F238E27FC236}">
                  <a16:creationId xmlns:a16="http://schemas.microsoft.com/office/drawing/2014/main" id="{FE18788C-42DE-4565-6AAD-D2901D67EFD5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0" name="Freeform 10429">
              <a:extLst>
                <a:ext uri="{FF2B5EF4-FFF2-40B4-BE49-F238E27FC236}">
                  <a16:creationId xmlns:a16="http://schemas.microsoft.com/office/drawing/2014/main" id="{5C12F32C-A644-80FF-6E85-1D3B4D0FA45A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1" name="Freeform 10430">
              <a:extLst>
                <a:ext uri="{FF2B5EF4-FFF2-40B4-BE49-F238E27FC236}">
                  <a16:creationId xmlns:a16="http://schemas.microsoft.com/office/drawing/2014/main" id="{E37C0015-9F40-4770-F205-6EDB494CD32C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2" name="Freeform 10431">
              <a:extLst>
                <a:ext uri="{FF2B5EF4-FFF2-40B4-BE49-F238E27FC236}">
                  <a16:creationId xmlns:a16="http://schemas.microsoft.com/office/drawing/2014/main" id="{06364E10-EAC6-9EFA-3969-41AB5DFEFE1E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3" name="Freeform 10432">
              <a:extLst>
                <a:ext uri="{FF2B5EF4-FFF2-40B4-BE49-F238E27FC236}">
                  <a16:creationId xmlns:a16="http://schemas.microsoft.com/office/drawing/2014/main" id="{4848DA9F-5D8F-C993-C849-06BDD0B350F0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4" name="Freeform 10433">
              <a:extLst>
                <a:ext uri="{FF2B5EF4-FFF2-40B4-BE49-F238E27FC236}">
                  <a16:creationId xmlns:a16="http://schemas.microsoft.com/office/drawing/2014/main" id="{E796FCD1-1336-6F11-51C1-892D0041F8EC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5" name="Freeform 10434">
              <a:extLst>
                <a:ext uri="{FF2B5EF4-FFF2-40B4-BE49-F238E27FC236}">
                  <a16:creationId xmlns:a16="http://schemas.microsoft.com/office/drawing/2014/main" id="{C47DC0AF-EB64-81FD-120C-21BA79785CE8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6" name="Freeform 10435">
              <a:extLst>
                <a:ext uri="{FF2B5EF4-FFF2-40B4-BE49-F238E27FC236}">
                  <a16:creationId xmlns:a16="http://schemas.microsoft.com/office/drawing/2014/main" id="{0A87A843-AF5A-D65E-E180-622B7C3A5140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7" name="Freeform 10436">
              <a:extLst>
                <a:ext uri="{FF2B5EF4-FFF2-40B4-BE49-F238E27FC236}">
                  <a16:creationId xmlns:a16="http://schemas.microsoft.com/office/drawing/2014/main" id="{5D8C31A3-2572-39CD-C01A-42B78D7680E5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8" name="Freeform 10437">
              <a:extLst>
                <a:ext uri="{FF2B5EF4-FFF2-40B4-BE49-F238E27FC236}">
                  <a16:creationId xmlns:a16="http://schemas.microsoft.com/office/drawing/2014/main" id="{C56E1CE9-4452-4ACF-714B-988B458E4B5A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9" name="Freeform 10438">
              <a:extLst>
                <a:ext uri="{FF2B5EF4-FFF2-40B4-BE49-F238E27FC236}">
                  <a16:creationId xmlns:a16="http://schemas.microsoft.com/office/drawing/2014/main" id="{3CA09ACB-534B-2861-C72A-9E2E00E2485C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0" name="Freeform 10439">
              <a:extLst>
                <a:ext uri="{FF2B5EF4-FFF2-40B4-BE49-F238E27FC236}">
                  <a16:creationId xmlns:a16="http://schemas.microsoft.com/office/drawing/2014/main" id="{EBE6093B-DD09-0E37-B48B-7D2819694B40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1" name="Freeform 10440">
              <a:extLst>
                <a:ext uri="{FF2B5EF4-FFF2-40B4-BE49-F238E27FC236}">
                  <a16:creationId xmlns:a16="http://schemas.microsoft.com/office/drawing/2014/main" id="{FFEF6E21-16AD-52D9-43E1-7802C2B9266E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2" name="Freeform 10441">
              <a:extLst>
                <a:ext uri="{FF2B5EF4-FFF2-40B4-BE49-F238E27FC236}">
                  <a16:creationId xmlns:a16="http://schemas.microsoft.com/office/drawing/2014/main" id="{EDAE7B14-D2B9-C6CD-A90B-90DE7204531C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3" name="Freeform 10442">
              <a:extLst>
                <a:ext uri="{FF2B5EF4-FFF2-40B4-BE49-F238E27FC236}">
                  <a16:creationId xmlns:a16="http://schemas.microsoft.com/office/drawing/2014/main" id="{898D2B42-9D9C-8389-5028-DDD079EE6647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4" name="Freeform 10443">
              <a:extLst>
                <a:ext uri="{FF2B5EF4-FFF2-40B4-BE49-F238E27FC236}">
                  <a16:creationId xmlns:a16="http://schemas.microsoft.com/office/drawing/2014/main" id="{D618730E-B6EF-1AB8-D0F9-F60D9046ED5B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5" name="Freeform 10444">
              <a:extLst>
                <a:ext uri="{FF2B5EF4-FFF2-40B4-BE49-F238E27FC236}">
                  <a16:creationId xmlns:a16="http://schemas.microsoft.com/office/drawing/2014/main" id="{4EDA74E7-13A3-FECB-6FC7-B1F6A1262CBC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6" name="Freeform 10445">
              <a:extLst>
                <a:ext uri="{FF2B5EF4-FFF2-40B4-BE49-F238E27FC236}">
                  <a16:creationId xmlns:a16="http://schemas.microsoft.com/office/drawing/2014/main" id="{B6AB41DC-A805-D843-D265-2759682C609B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7" name="Freeform 10446">
              <a:extLst>
                <a:ext uri="{FF2B5EF4-FFF2-40B4-BE49-F238E27FC236}">
                  <a16:creationId xmlns:a16="http://schemas.microsoft.com/office/drawing/2014/main" id="{4871478A-665A-CF55-2A2C-A02CA254582F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8" name="Freeform 10447">
              <a:extLst>
                <a:ext uri="{FF2B5EF4-FFF2-40B4-BE49-F238E27FC236}">
                  <a16:creationId xmlns:a16="http://schemas.microsoft.com/office/drawing/2014/main" id="{8E56E4DD-A4A4-22A4-EE64-D35EF687C6FB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9" name="Freeform 10448">
              <a:extLst>
                <a:ext uri="{FF2B5EF4-FFF2-40B4-BE49-F238E27FC236}">
                  <a16:creationId xmlns:a16="http://schemas.microsoft.com/office/drawing/2014/main" id="{AEFA8A76-EB6D-116F-BF7E-9BFBA811940B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0" name="Freeform 10449">
              <a:extLst>
                <a:ext uri="{FF2B5EF4-FFF2-40B4-BE49-F238E27FC236}">
                  <a16:creationId xmlns:a16="http://schemas.microsoft.com/office/drawing/2014/main" id="{1BAA3519-446D-7855-929F-F663A90F30E9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1" name="Freeform 10450">
              <a:extLst>
                <a:ext uri="{FF2B5EF4-FFF2-40B4-BE49-F238E27FC236}">
                  <a16:creationId xmlns:a16="http://schemas.microsoft.com/office/drawing/2014/main" id="{68CBEE0C-22E9-B58C-0B20-3D50D7C3A8D0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2" name="Freeform 10451">
              <a:extLst>
                <a:ext uri="{FF2B5EF4-FFF2-40B4-BE49-F238E27FC236}">
                  <a16:creationId xmlns:a16="http://schemas.microsoft.com/office/drawing/2014/main" id="{8B9AB5DA-E747-4373-0A8C-EBC8AA61BDCE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3" name="Freeform 10452">
              <a:extLst>
                <a:ext uri="{FF2B5EF4-FFF2-40B4-BE49-F238E27FC236}">
                  <a16:creationId xmlns:a16="http://schemas.microsoft.com/office/drawing/2014/main" id="{4FDE5098-660E-A396-1D31-F07D4AFD2E6E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4" name="Freeform 10453">
              <a:extLst>
                <a:ext uri="{FF2B5EF4-FFF2-40B4-BE49-F238E27FC236}">
                  <a16:creationId xmlns:a16="http://schemas.microsoft.com/office/drawing/2014/main" id="{52374860-646C-9854-EDA7-4C190E9CA6ED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5" name="Freeform 10454">
              <a:extLst>
                <a:ext uri="{FF2B5EF4-FFF2-40B4-BE49-F238E27FC236}">
                  <a16:creationId xmlns:a16="http://schemas.microsoft.com/office/drawing/2014/main" id="{E67142D5-9071-F6BE-54F9-7BBFE861BA0D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6" name="Freeform 10455">
              <a:extLst>
                <a:ext uri="{FF2B5EF4-FFF2-40B4-BE49-F238E27FC236}">
                  <a16:creationId xmlns:a16="http://schemas.microsoft.com/office/drawing/2014/main" id="{E2EC0920-5225-253B-D2A5-03B6716081CB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7" name="Freeform 10456">
              <a:extLst>
                <a:ext uri="{FF2B5EF4-FFF2-40B4-BE49-F238E27FC236}">
                  <a16:creationId xmlns:a16="http://schemas.microsoft.com/office/drawing/2014/main" id="{C654EC31-4B7F-3474-70D4-1554775F65ED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8" name="Freeform 10457">
              <a:extLst>
                <a:ext uri="{FF2B5EF4-FFF2-40B4-BE49-F238E27FC236}">
                  <a16:creationId xmlns:a16="http://schemas.microsoft.com/office/drawing/2014/main" id="{C21F7A8E-D1FA-C3B8-2FF7-BCF6206A6A58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9" name="Freeform 10458">
              <a:extLst>
                <a:ext uri="{FF2B5EF4-FFF2-40B4-BE49-F238E27FC236}">
                  <a16:creationId xmlns:a16="http://schemas.microsoft.com/office/drawing/2014/main" id="{4C94062B-B919-8831-514D-E82538947DD3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0" name="Freeform 10459">
              <a:extLst>
                <a:ext uri="{FF2B5EF4-FFF2-40B4-BE49-F238E27FC236}">
                  <a16:creationId xmlns:a16="http://schemas.microsoft.com/office/drawing/2014/main" id="{8578539B-EBCA-D14E-BE99-EC87A052AACB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1" name="Freeform 10460">
              <a:extLst>
                <a:ext uri="{FF2B5EF4-FFF2-40B4-BE49-F238E27FC236}">
                  <a16:creationId xmlns:a16="http://schemas.microsoft.com/office/drawing/2014/main" id="{DB932675-B80E-8CD7-499A-A34875CEB5F5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2" name="Freeform 10461">
              <a:extLst>
                <a:ext uri="{FF2B5EF4-FFF2-40B4-BE49-F238E27FC236}">
                  <a16:creationId xmlns:a16="http://schemas.microsoft.com/office/drawing/2014/main" id="{362EC008-C55F-0378-DD59-13936ED4A3BA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3" name="Freeform 10462">
              <a:extLst>
                <a:ext uri="{FF2B5EF4-FFF2-40B4-BE49-F238E27FC236}">
                  <a16:creationId xmlns:a16="http://schemas.microsoft.com/office/drawing/2014/main" id="{B88B37DC-0A8E-72AA-5A9A-1A04CBA25058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4" name="Freeform 10463">
              <a:extLst>
                <a:ext uri="{FF2B5EF4-FFF2-40B4-BE49-F238E27FC236}">
                  <a16:creationId xmlns:a16="http://schemas.microsoft.com/office/drawing/2014/main" id="{320B8353-6EA8-3784-3764-877E0A7B7074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5" name="Freeform 10464">
              <a:extLst>
                <a:ext uri="{FF2B5EF4-FFF2-40B4-BE49-F238E27FC236}">
                  <a16:creationId xmlns:a16="http://schemas.microsoft.com/office/drawing/2014/main" id="{3A4A096A-9706-76CC-3B0A-146AFA23FA56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6" name="Freeform 10465">
              <a:extLst>
                <a:ext uri="{FF2B5EF4-FFF2-40B4-BE49-F238E27FC236}">
                  <a16:creationId xmlns:a16="http://schemas.microsoft.com/office/drawing/2014/main" id="{4E44849D-7E0D-6A09-4D01-14232EA10A37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7" name="Freeform 10466">
              <a:extLst>
                <a:ext uri="{FF2B5EF4-FFF2-40B4-BE49-F238E27FC236}">
                  <a16:creationId xmlns:a16="http://schemas.microsoft.com/office/drawing/2014/main" id="{4354A162-A23E-DA49-BC19-7579657590C9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8" name="Freeform 10467">
              <a:extLst>
                <a:ext uri="{FF2B5EF4-FFF2-40B4-BE49-F238E27FC236}">
                  <a16:creationId xmlns:a16="http://schemas.microsoft.com/office/drawing/2014/main" id="{2B36E9B5-4C53-F087-7AA9-7B93C7CC33AF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9" name="Freeform 10468">
              <a:extLst>
                <a:ext uri="{FF2B5EF4-FFF2-40B4-BE49-F238E27FC236}">
                  <a16:creationId xmlns:a16="http://schemas.microsoft.com/office/drawing/2014/main" id="{E75E37AD-BC68-90B0-4998-16FB98930D08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0" name="Freeform 10469">
              <a:extLst>
                <a:ext uri="{FF2B5EF4-FFF2-40B4-BE49-F238E27FC236}">
                  <a16:creationId xmlns:a16="http://schemas.microsoft.com/office/drawing/2014/main" id="{03E26A09-3355-956F-52AB-C74FC6F1762B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1" name="Freeform 10470">
              <a:extLst>
                <a:ext uri="{FF2B5EF4-FFF2-40B4-BE49-F238E27FC236}">
                  <a16:creationId xmlns:a16="http://schemas.microsoft.com/office/drawing/2014/main" id="{640AF9AE-F804-F705-C74E-8C38CC575BA9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2" name="Freeform 10471">
              <a:extLst>
                <a:ext uri="{FF2B5EF4-FFF2-40B4-BE49-F238E27FC236}">
                  <a16:creationId xmlns:a16="http://schemas.microsoft.com/office/drawing/2014/main" id="{D1E707E8-5ECE-827E-268F-1D7AB90017A0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3" name="Freeform 10472">
              <a:extLst>
                <a:ext uri="{FF2B5EF4-FFF2-40B4-BE49-F238E27FC236}">
                  <a16:creationId xmlns:a16="http://schemas.microsoft.com/office/drawing/2014/main" id="{B36ACFA6-3A0C-189A-9094-3C62B1C420D5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4" name="Freeform 10473">
              <a:extLst>
                <a:ext uri="{FF2B5EF4-FFF2-40B4-BE49-F238E27FC236}">
                  <a16:creationId xmlns:a16="http://schemas.microsoft.com/office/drawing/2014/main" id="{96D87BC0-D661-9EE8-6801-706F0C02C474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5" name="Freeform 10474">
              <a:extLst>
                <a:ext uri="{FF2B5EF4-FFF2-40B4-BE49-F238E27FC236}">
                  <a16:creationId xmlns:a16="http://schemas.microsoft.com/office/drawing/2014/main" id="{D3991C18-F39C-1150-661E-EAA7391CE4DE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6" name="Freeform 10475">
              <a:extLst>
                <a:ext uri="{FF2B5EF4-FFF2-40B4-BE49-F238E27FC236}">
                  <a16:creationId xmlns:a16="http://schemas.microsoft.com/office/drawing/2014/main" id="{1AFC9D5F-E012-1AFD-0380-6BEEA8D8F23C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7" name="Freeform 10476">
              <a:extLst>
                <a:ext uri="{FF2B5EF4-FFF2-40B4-BE49-F238E27FC236}">
                  <a16:creationId xmlns:a16="http://schemas.microsoft.com/office/drawing/2014/main" id="{BF2592F3-6124-6BF4-CA0D-F8489D36B099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8" name="Freeform 10477">
              <a:extLst>
                <a:ext uri="{FF2B5EF4-FFF2-40B4-BE49-F238E27FC236}">
                  <a16:creationId xmlns:a16="http://schemas.microsoft.com/office/drawing/2014/main" id="{C559CDD2-A64D-CFB9-3509-67DBD2EC50A6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9" name="Freeform 10478">
              <a:extLst>
                <a:ext uri="{FF2B5EF4-FFF2-40B4-BE49-F238E27FC236}">
                  <a16:creationId xmlns:a16="http://schemas.microsoft.com/office/drawing/2014/main" id="{C1131CF8-9A11-07D1-621E-8DD8715C121C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0" name="Freeform 10479">
              <a:extLst>
                <a:ext uri="{FF2B5EF4-FFF2-40B4-BE49-F238E27FC236}">
                  <a16:creationId xmlns:a16="http://schemas.microsoft.com/office/drawing/2014/main" id="{A3601B35-C0DA-CA78-31DE-D11A6A715EAF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1" name="Freeform 10480">
              <a:extLst>
                <a:ext uri="{FF2B5EF4-FFF2-40B4-BE49-F238E27FC236}">
                  <a16:creationId xmlns:a16="http://schemas.microsoft.com/office/drawing/2014/main" id="{AA948F83-93B9-DA14-17F0-CB694AB50F0F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2" name="Freeform 10481">
              <a:extLst>
                <a:ext uri="{FF2B5EF4-FFF2-40B4-BE49-F238E27FC236}">
                  <a16:creationId xmlns:a16="http://schemas.microsoft.com/office/drawing/2014/main" id="{7C523E1E-F54F-B5F6-0898-0E7ACA8AFEC0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3" name="Freeform 10482">
              <a:extLst>
                <a:ext uri="{FF2B5EF4-FFF2-40B4-BE49-F238E27FC236}">
                  <a16:creationId xmlns:a16="http://schemas.microsoft.com/office/drawing/2014/main" id="{617584F2-AED3-026D-113D-F308C12248D8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4" name="Freeform 10483">
              <a:extLst>
                <a:ext uri="{FF2B5EF4-FFF2-40B4-BE49-F238E27FC236}">
                  <a16:creationId xmlns:a16="http://schemas.microsoft.com/office/drawing/2014/main" id="{BE78BD01-4867-21F0-5F01-A021457CDDDC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5" name="Freeform 10484">
              <a:extLst>
                <a:ext uri="{FF2B5EF4-FFF2-40B4-BE49-F238E27FC236}">
                  <a16:creationId xmlns:a16="http://schemas.microsoft.com/office/drawing/2014/main" id="{AFF6A0FB-9EE3-0674-BCD8-81E9E9D20CD3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6" name="Freeform 10485">
              <a:extLst>
                <a:ext uri="{FF2B5EF4-FFF2-40B4-BE49-F238E27FC236}">
                  <a16:creationId xmlns:a16="http://schemas.microsoft.com/office/drawing/2014/main" id="{AEA4C843-F09B-48AD-487A-71E1A44F6681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7" name="Freeform 10486">
              <a:extLst>
                <a:ext uri="{FF2B5EF4-FFF2-40B4-BE49-F238E27FC236}">
                  <a16:creationId xmlns:a16="http://schemas.microsoft.com/office/drawing/2014/main" id="{B5CFAA83-A3C1-A209-AFF0-38170F25C00D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8" name="Freeform 10487">
              <a:extLst>
                <a:ext uri="{FF2B5EF4-FFF2-40B4-BE49-F238E27FC236}">
                  <a16:creationId xmlns:a16="http://schemas.microsoft.com/office/drawing/2014/main" id="{8D698564-220A-033E-BB94-D82E425F5BBC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9" name="Freeform 10488">
              <a:extLst>
                <a:ext uri="{FF2B5EF4-FFF2-40B4-BE49-F238E27FC236}">
                  <a16:creationId xmlns:a16="http://schemas.microsoft.com/office/drawing/2014/main" id="{E741F6D4-7E80-EDD1-1E97-173B5EC69A05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0" name="Freeform 10489">
              <a:extLst>
                <a:ext uri="{FF2B5EF4-FFF2-40B4-BE49-F238E27FC236}">
                  <a16:creationId xmlns:a16="http://schemas.microsoft.com/office/drawing/2014/main" id="{ADAEAA80-6E22-9981-B733-84DB51657CAE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1" name="Freeform 10490">
              <a:extLst>
                <a:ext uri="{FF2B5EF4-FFF2-40B4-BE49-F238E27FC236}">
                  <a16:creationId xmlns:a16="http://schemas.microsoft.com/office/drawing/2014/main" id="{D6632B08-931E-738B-B348-B60BE0090EF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2" name="Freeform 10491">
              <a:extLst>
                <a:ext uri="{FF2B5EF4-FFF2-40B4-BE49-F238E27FC236}">
                  <a16:creationId xmlns:a16="http://schemas.microsoft.com/office/drawing/2014/main" id="{D1A8D212-3E6C-453C-3CBE-609CC284094C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3" name="Freeform 10492">
              <a:extLst>
                <a:ext uri="{FF2B5EF4-FFF2-40B4-BE49-F238E27FC236}">
                  <a16:creationId xmlns:a16="http://schemas.microsoft.com/office/drawing/2014/main" id="{D80EA577-24B9-34D9-C512-C60AB293C6C6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4" name="Freeform 10493">
              <a:extLst>
                <a:ext uri="{FF2B5EF4-FFF2-40B4-BE49-F238E27FC236}">
                  <a16:creationId xmlns:a16="http://schemas.microsoft.com/office/drawing/2014/main" id="{AFA9CD36-28E9-A319-172F-32286BDD4204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5" name="Freeform 10494">
              <a:extLst>
                <a:ext uri="{FF2B5EF4-FFF2-40B4-BE49-F238E27FC236}">
                  <a16:creationId xmlns:a16="http://schemas.microsoft.com/office/drawing/2014/main" id="{9B96AC4A-1AC4-D549-8767-62B5948E6574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6" name="Freeform 10495">
              <a:extLst>
                <a:ext uri="{FF2B5EF4-FFF2-40B4-BE49-F238E27FC236}">
                  <a16:creationId xmlns:a16="http://schemas.microsoft.com/office/drawing/2014/main" id="{752E65A2-0AE5-7255-E216-6A1F42420557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7" name="Freeform 10496">
              <a:extLst>
                <a:ext uri="{FF2B5EF4-FFF2-40B4-BE49-F238E27FC236}">
                  <a16:creationId xmlns:a16="http://schemas.microsoft.com/office/drawing/2014/main" id="{D86BC10B-D36C-A026-A6EE-AFDEEF3079E2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8" name="Freeform 10497">
              <a:extLst>
                <a:ext uri="{FF2B5EF4-FFF2-40B4-BE49-F238E27FC236}">
                  <a16:creationId xmlns:a16="http://schemas.microsoft.com/office/drawing/2014/main" id="{E340FED6-32A7-5341-0654-EA8F17726150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9" name="Freeform 10498">
              <a:extLst>
                <a:ext uri="{FF2B5EF4-FFF2-40B4-BE49-F238E27FC236}">
                  <a16:creationId xmlns:a16="http://schemas.microsoft.com/office/drawing/2014/main" id="{F29393BC-2603-8151-0396-A055B10BABD4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0" name="Freeform 10499">
              <a:extLst>
                <a:ext uri="{FF2B5EF4-FFF2-40B4-BE49-F238E27FC236}">
                  <a16:creationId xmlns:a16="http://schemas.microsoft.com/office/drawing/2014/main" id="{C9A7D0B8-53F1-0C4D-4D48-0398B1779A66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1" name="Freeform 10500">
              <a:extLst>
                <a:ext uri="{FF2B5EF4-FFF2-40B4-BE49-F238E27FC236}">
                  <a16:creationId xmlns:a16="http://schemas.microsoft.com/office/drawing/2014/main" id="{DA118748-DF43-CD81-9554-F5C6AFA06629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2" name="Freeform 10501">
              <a:extLst>
                <a:ext uri="{FF2B5EF4-FFF2-40B4-BE49-F238E27FC236}">
                  <a16:creationId xmlns:a16="http://schemas.microsoft.com/office/drawing/2014/main" id="{09925DA5-86D4-AF43-D19A-C25E1549BD5D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3" name="Freeform 10502">
              <a:extLst>
                <a:ext uri="{FF2B5EF4-FFF2-40B4-BE49-F238E27FC236}">
                  <a16:creationId xmlns:a16="http://schemas.microsoft.com/office/drawing/2014/main" id="{0B72C947-61FD-ED81-F5A6-7AD1C9BB3D44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4" name="Freeform 10503">
              <a:extLst>
                <a:ext uri="{FF2B5EF4-FFF2-40B4-BE49-F238E27FC236}">
                  <a16:creationId xmlns:a16="http://schemas.microsoft.com/office/drawing/2014/main" id="{F1719141-0963-EDF1-1347-1FBBE7BEA605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5" name="Freeform 10504">
              <a:extLst>
                <a:ext uri="{FF2B5EF4-FFF2-40B4-BE49-F238E27FC236}">
                  <a16:creationId xmlns:a16="http://schemas.microsoft.com/office/drawing/2014/main" id="{9437D0FD-55E0-5EAD-0840-902466995E53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6" name="Freeform 10505">
              <a:extLst>
                <a:ext uri="{FF2B5EF4-FFF2-40B4-BE49-F238E27FC236}">
                  <a16:creationId xmlns:a16="http://schemas.microsoft.com/office/drawing/2014/main" id="{8C8A0DA5-933B-C1F2-6C51-BE6111233C21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7" name="Freeform 10506">
              <a:extLst>
                <a:ext uri="{FF2B5EF4-FFF2-40B4-BE49-F238E27FC236}">
                  <a16:creationId xmlns:a16="http://schemas.microsoft.com/office/drawing/2014/main" id="{930FC9F7-6207-4A82-1131-5F0AF5F4C28C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8" name="Freeform 10507">
              <a:extLst>
                <a:ext uri="{FF2B5EF4-FFF2-40B4-BE49-F238E27FC236}">
                  <a16:creationId xmlns:a16="http://schemas.microsoft.com/office/drawing/2014/main" id="{4723A5FB-AD73-1CC0-F61D-F5FDD631F52F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9" name="Freeform 10508">
              <a:extLst>
                <a:ext uri="{FF2B5EF4-FFF2-40B4-BE49-F238E27FC236}">
                  <a16:creationId xmlns:a16="http://schemas.microsoft.com/office/drawing/2014/main" id="{9D07AF9A-919E-BB9B-03B9-F35466891A51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0" name="Freeform 10509">
              <a:extLst>
                <a:ext uri="{FF2B5EF4-FFF2-40B4-BE49-F238E27FC236}">
                  <a16:creationId xmlns:a16="http://schemas.microsoft.com/office/drawing/2014/main" id="{330B8D32-2C57-5166-2CAC-5DF178A0575C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1" name="Freeform 10510">
              <a:extLst>
                <a:ext uri="{FF2B5EF4-FFF2-40B4-BE49-F238E27FC236}">
                  <a16:creationId xmlns:a16="http://schemas.microsoft.com/office/drawing/2014/main" id="{68048C6A-A180-2530-28B1-91B8D93E1F8C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2" name="Freeform 10511">
              <a:extLst>
                <a:ext uri="{FF2B5EF4-FFF2-40B4-BE49-F238E27FC236}">
                  <a16:creationId xmlns:a16="http://schemas.microsoft.com/office/drawing/2014/main" id="{59E14868-2E72-C994-33C6-BD494E175EB5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3" name="Freeform 10512">
              <a:extLst>
                <a:ext uri="{FF2B5EF4-FFF2-40B4-BE49-F238E27FC236}">
                  <a16:creationId xmlns:a16="http://schemas.microsoft.com/office/drawing/2014/main" id="{4D4D5BCE-5874-A910-879F-C6A34AF8AE6D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4" name="Freeform 10513">
              <a:extLst>
                <a:ext uri="{FF2B5EF4-FFF2-40B4-BE49-F238E27FC236}">
                  <a16:creationId xmlns:a16="http://schemas.microsoft.com/office/drawing/2014/main" id="{4E5E7588-32C7-71C9-990C-EFBBB9F3BA21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5" name="Freeform 10514">
              <a:extLst>
                <a:ext uri="{FF2B5EF4-FFF2-40B4-BE49-F238E27FC236}">
                  <a16:creationId xmlns:a16="http://schemas.microsoft.com/office/drawing/2014/main" id="{EA53318B-66FF-C172-D7C2-69C3E1CB0EAE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6" name="Freeform 10515">
              <a:extLst>
                <a:ext uri="{FF2B5EF4-FFF2-40B4-BE49-F238E27FC236}">
                  <a16:creationId xmlns:a16="http://schemas.microsoft.com/office/drawing/2014/main" id="{093BC15F-C398-6DDB-4E5A-3EA9D39A64B7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7" name="Freeform 10516">
              <a:extLst>
                <a:ext uri="{FF2B5EF4-FFF2-40B4-BE49-F238E27FC236}">
                  <a16:creationId xmlns:a16="http://schemas.microsoft.com/office/drawing/2014/main" id="{B4C1F075-1C77-8E43-7C99-9E85BB222BC6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8" name="Freeform 10517">
              <a:extLst>
                <a:ext uri="{FF2B5EF4-FFF2-40B4-BE49-F238E27FC236}">
                  <a16:creationId xmlns:a16="http://schemas.microsoft.com/office/drawing/2014/main" id="{F1E63D51-EFBA-6331-4614-939941603159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9" name="Freeform 10518">
              <a:extLst>
                <a:ext uri="{FF2B5EF4-FFF2-40B4-BE49-F238E27FC236}">
                  <a16:creationId xmlns:a16="http://schemas.microsoft.com/office/drawing/2014/main" id="{3E73827D-3100-C991-A8CE-DE5C43B346EB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0" name="Freeform 10519">
              <a:extLst>
                <a:ext uri="{FF2B5EF4-FFF2-40B4-BE49-F238E27FC236}">
                  <a16:creationId xmlns:a16="http://schemas.microsoft.com/office/drawing/2014/main" id="{0A82132A-5A78-3E34-7179-27CAFA21F45C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1" name="Freeform 10520">
              <a:extLst>
                <a:ext uri="{FF2B5EF4-FFF2-40B4-BE49-F238E27FC236}">
                  <a16:creationId xmlns:a16="http://schemas.microsoft.com/office/drawing/2014/main" id="{240939B5-744C-6EB0-DF06-60DCD59EA291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2" name="Freeform 10521">
              <a:extLst>
                <a:ext uri="{FF2B5EF4-FFF2-40B4-BE49-F238E27FC236}">
                  <a16:creationId xmlns:a16="http://schemas.microsoft.com/office/drawing/2014/main" id="{327B017F-B9B3-FE6F-7C35-8B172EC97988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3" name="Freeform 10522">
              <a:extLst>
                <a:ext uri="{FF2B5EF4-FFF2-40B4-BE49-F238E27FC236}">
                  <a16:creationId xmlns:a16="http://schemas.microsoft.com/office/drawing/2014/main" id="{34E974B5-4964-3FC6-E7DE-B1372D061786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4" name="Freeform 10523">
              <a:extLst>
                <a:ext uri="{FF2B5EF4-FFF2-40B4-BE49-F238E27FC236}">
                  <a16:creationId xmlns:a16="http://schemas.microsoft.com/office/drawing/2014/main" id="{608B9CE3-8178-CB7E-F3BE-2A203379B462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5" name="Freeform 10524">
              <a:extLst>
                <a:ext uri="{FF2B5EF4-FFF2-40B4-BE49-F238E27FC236}">
                  <a16:creationId xmlns:a16="http://schemas.microsoft.com/office/drawing/2014/main" id="{365B0217-C44F-AE15-8E6C-C1AD970D5226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6" name="Freeform 10525">
              <a:extLst>
                <a:ext uri="{FF2B5EF4-FFF2-40B4-BE49-F238E27FC236}">
                  <a16:creationId xmlns:a16="http://schemas.microsoft.com/office/drawing/2014/main" id="{E3C1CE8E-3E98-B8EC-AAA3-36FCAACD8267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7" name="Freeform 10526">
              <a:extLst>
                <a:ext uri="{FF2B5EF4-FFF2-40B4-BE49-F238E27FC236}">
                  <a16:creationId xmlns:a16="http://schemas.microsoft.com/office/drawing/2014/main" id="{25CC2022-7D2D-B8CB-9DC1-875808F3B95D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8" name="Freeform 10527">
              <a:extLst>
                <a:ext uri="{FF2B5EF4-FFF2-40B4-BE49-F238E27FC236}">
                  <a16:creationId xmlns:a16="http://schemas.microsoft.com/office/drawing/2014/main" id="{3FB9FEA3-E653-3907-0578-BB283C286407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9" name="Freeform 10528">
              <a:extLst>
                <a:ext uri="{FF2B5EF4-FFF2-40B4-BE49-F238E27FC236}">
                  <a16:creationId xmlns:a16="http://schemas.microsoft.com/office/drawing/2014/main" id="{B9668472-8D73-A639-BFD2-130FAA38AE4B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0" name="Freeform 10529">
              <a:extLst>
                <a:ext uri="{FF2B5EF4-FFF2-40B4-BE49-F238E27FC236}">
                  <a16:creationId xmlns:a16="http://schemas.microsoft.com/office/drawing/2014/main" id="{ACF91DB0-0CA8-7043-7462-D678F65D7E14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1" name="Freeform 10530">
              <a:extLst>
                <a:ext uri="{FF2B5EF4-FFF2-40B4-BE49-F238E27FC236}">
                  <a16:creationId xmlns:a16="http://schemas.microsoft.com/office/drawing/2014/main" id="{CE5DE8E7-6E8D-5CAB-97A8-D71B76CD1A17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2" name="Freeform 10531">
              <a:extLst>
                <a:ext uri="{FF2B5EF4-FFF2-40B4-BE49-F238E27FC236}">
                  <a16:creationId xmlns:a16="http://schemas.microsoft.com/office/drawing/2014/main" id="{67D9BE64-54FC-A465-FFA3-0D380826BF90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3" name="Freeform 10532">
              <a:extLst>
                <a:ext uri="{FF2B5EF4-FFF2-40B4-BE49-F238E27FC236}">
                  <a16:creationId xmlns:a16="http://schemas.microsoft.com/office/drawing/2014/main" id="{A60978A0-53F5-6F5E-7362-1EF37CE3CB07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4" name="Freeform 10533">
              <a:extLst>
                <a:ext uri="{FF2B5EF4-FFF2-40B4-BE49-F238E27FC236}">
                  <a16:creationId xmlns:a16="http://schemas.microsoft.com/office/drawing/2014/main" id="{1B046966-8B5A-F115-8249-D3252CA635AA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5" name="Freeform 10534">
              <a:extLst>
                <a:ext uri="{FF2B5EF4-FFF2-40B4-BE49-F238E27FC236}">
                  <a16:creationId xmlns:a16="http://schemas.microsoft.com/office/drawing/2014/main" id="{F3EA51FE-F0EE-886A-9737-37E3D71FD600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6" name="Freeform 10535">
              <a:extLst>
                <a:ext uri="{FF2B5EF4-FFF2-40B4-BE49-F238E27FC236}">
                  <a16:creationId xmlns:a16="http://schemas.microsoft.com/office/drawing/2014/main" id="{F8A82288-B3E7-1D1B-254A-FA5D00286C2B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7" name="Freeform 10536">
              <a:extLst>
                <a:ext uri="{FF2B5EF4-FFF2-40B4-BE49-F238E27FC236}">
                  <a16:creationId xmlns:a16="http://schemas.microsoft.com/office/drawing/2014/main" id="{A13B6151-D0C9-FE24-EB4E-CF5E8A2C3ABA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8" name="Freeform 10537">
              <a:extLst>
                <a:ext uri="{FF2B5EF4-FFF2-40B4-BE49-F238E27FC236}">
                  <a16:creationId xmlns:a16="http://schemas.microsoft.com/office/drawing/2014/main" id="{0201D05F-EE9F-6D5F-AB80-2E1F03B339F5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39" name="Freeform 10538">
              <a:extLst>
                <a:ext uri="{FF2B5EF4-FFF2-40B4-BE49-F238E27FC236}">
                  <a16:creationId xmlns:a16="http://schemas.microsoft.com/office/drawing/2014/main" id="{EFAA5098-665A-7D0F-4E51-0EA3054F2581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0" name="Freeform 10539">
              <a:extLst>
                <a:ext uri="{FF2B5EF4-FFF2-40B4-BE49-F238E27FC236}">
                  <a16:creationId xmlns:a16="http://schemas.microsoft.com/office/drawing/2014/main" id="{5E82B9FC-046E-7F15-A5B3-8C6E8EB401E6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1" name="Freeform 10540">
              <a:extLst>
                <a:ext uri="{FF2B5EF4-FFF2-40B4-BE49-F238E27FC236}">
                  <a16:creationId xmlns:a16="http://schemas.microsoft.com/office/drawing/2014/main" id="{2C363D91-8F67-DC26-D0B0-3D7C0B095385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2" name="Freeform 10541">
              <a:extLst>
                <a:ext uri="{FF2B5EF4-FFF2-40B4-BE49-F238E27FC236}">
                  <a16:creationId xmlns:a16="http://schemas.microsoft.com/office/drawing/2014/main" id="{CA55F726-5860-52C7-9BFD-27C28688785A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3" name="Freeform 10542">
              <a:extLst>
                <a:ext uri="{FF2B5EF4-FFF2-40B4-BE49-F238E27FC236}">
                  <a16:creationId xmlns:a16="http://schemas.microsoft.com/office/drawing/2014/main" id="{87366B01-0FBA-3D5A-49F9-4EEBFA81C20F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4" name="Freeform 10543">
              <a:extLst>
                <a:ext uri="{FF2B5EF4-FFF2-40B4-BE49-F238E27FC236}">
                  <a16:creationId xmlns:a16="http://schemas.microsoft.com/office/drawing/2014/main" id="{7DF7D4F2-A260-4F42-82E2-8D78CB7E1D81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5" name="Freeform 10544">
              <a:extLst>
                <a:ext uri="{FF2B5EF4-FFF2-40B4-BE49-F238E27FC236}">
                  <a16:creationId xmlns:a16="http://schemas.microsoft.com/office/drawing/2014/main" id="{A01ADC9C-BC74-68A7-0B23-55DA3036B4A0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6" name="Freeform 10545">
              <a:extLst>
                <a:ext uri="{FF2B5EF4-FFF2-40B4-BE49-F238E27FC236}">
                  <a16:creationId xmlns:a16="http://schemas.microsoft.com/office/drawing/2014/main" id="{2620B043-941E-F850-9E2F-C7A091F8AA15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7" name="Freeform 10546">
              <a:extLst>
                <a:ext uri="{FF2B5EF4-FFF2-40B4-BE49-F238E27FC236}">
                  <a16:creationId xmlns:a16="http://schemas.microsoft.com/office/drawing/2014/main" id="{55813F67-98C4-1AD5-03BB-2D19BD5292F7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8" name="Freeform 10547">
              <a:extLst>
                <a:ext uri="{FF2B5EF4-FFF2-40B4-BE49-F238E27FC236}">
                  <a16:creationId xmlns:a16="http://schemas.microsoft.com/office/drawing/2014/main" id="{B2A0834E-0A9B-F8ED-D50C-884EC09CB848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49" name="Freeform 10548">
              <a:extLst>
                <a:ext uri="{FF2B5EF4-FFF2-40B4-BE49-F238E27FC236}">
                  <a16:creationId xmlns:a16="http://schemas.microsoft.com/office/drawing/2014/main" id="{A875BF47-ABEB-FA16-5A3B-B0987F7BAF74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0" name="Freeform 10549">
              <a:extLst>
                <a:ext uri="{FF2B5EF4-FFF2-40B4-BE49-F238E27FC236}">
                  <a16:creationId xmlns:a16="http://schemas.microsoft.com/office/drawing/2014/main" id="{BF12DC60-05A2-80EC-8C92-3DD0B0D228BD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1" name="Freeform 10550">
              <a:extLst>
                <a:ext uri="{FF2B5EF4-FFF2-40B4-BE49-F238E27FC236}">
                  <a16:creationId xmlns:a16="http://schemas.microsoft.com/office/drawing/2014/main" id="{DA13AE38-BE2B-90BA-B208-93BC453C0D75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2" name="Freeform 10551">
              <a:extLst>
                <a:ext uri="{FF2B5EF4-FFF2-40B4-BE49-F238E27FC236}">
                  <a16:creationId xmlns:a16="http://schemas.microsoft.com/office/drawing/2014/main" id="{455D518E-D4B1-DF5C-597F-04D19C99825A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3" name="Freeform 10552">
              <a:extLst>
                <a:ext uri="{FF2B5EF4-FFF2-40B4-BE49-F238E27FC236}">
                  <a16:creationId xmlns:a16="http://schemas.microsoft.com/office/drawing/2014/main" id="{E1CB06B6-CD0D-C223-33C5-B7A7EA8049D0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4" name="Freeform 10553">
              <a:extLst>
                <a:ext uri="{FF2B5EF4-FFF2-40B4-BE49-F238E27FC236}">
                  <a16:creationId xmlns:a16="http://schemas.microsoft.com/office/drawing/2014/main" id="{2F9CE837-0702-371A-4B8F-C399B5F2DE60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5" name="Freeform 10554">
              <a:extLst>
                <a:ext uri="{FF2B5EF4-FFF2-40B4-BE49-F238E27FC236}">
                  <a16:creationId xmlns:a16="http://schemas.microsoft.com/office/drawing/2014/main" id="{7856E7D3-E01F-7D85-44FF-CB2FB9D58763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6" name="Freeform 10555">
              <a:extLst>
                <a:ext uri="{FF2B5EF4-FFF2-40B4-BE49-F238E27FC236}">
                  <a16:creationId xmlns:a16="http://schemas.microsoft.com/office/drawing/2014/main" id="{C5529363-AF93-C91D-0A94-5D987736E421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7" name="Freeform 10556">
              <a:extLst>
                <a:ext uri="{FF2B5EF4-FFF2-40B4-BE49-F238E27FC236}">
                  <a16:creationId xmlns:a16="http://schemas.microsoft.com/office/drawing/2014/main" id="{9C3436EF-4778-9DB1-8FC1-68767AADA145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8" name="Freeform 10557">
              <a:extLst>
                <a:ext uri="{FF2B5EF4-FFF2-40B4-BE49-F238E27FC236}">
                  <a16:creationId xmlns:a16="http://schemas.microsoft.com/office/drawing/2014/main" id="{E8812D61-F632-3930-48BD-6BF5AB105DDD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9" name="Freeform 10558">
              <a:extLst>
                <a:ext uri="{FF2B5EF4-FFF2-40B4-BE49-F238E27FC236}">
                  <a16:creationId xmlns:a16="http://schemas.microsoft.com/office/drawing/2014/main" id="{516F8978-EC1E-0C85-F331-95D5B40DD12C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0" name="Freeform 10559">
              <a:extLst>
                <a:ext uri="{FF2B5EF4-FFF2-40B4-BE49-F238E27FC236}">
                  <a16:creationId xmlns:a16="http://schemas.microsoft.com/office/drawing/2014/main" id="{6C4500D5-DCA7-A7B5-36E9-352CC55CE115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1" name="Freeform 10560">
              <a:extLst>
                <a:ext uri="{FF2B5EF4-FFF2-40B4-BE49-F238E27FC236}">
                  <a16:creationId xmlns:a16="http://schemas.microsoft.com/office/drawing/2014/main" id="{50967989-7406-E696-1672-7BA6AA6359CD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2" name="Freeform 10561">
              <a:extLst>
                <a:ext uri="{FF2B5EF4-FFF2-40B4-BE49-F238E27FC236}">
                  <a16:creationId xmlns:a16="http://schemas.microsoft.com/office/drawing/2014/main" id="{FE968842-D72B-6466-9F35-BBCB460B00ED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3" name="Freeform 10562">
              <a:extLst>
                <a:ext uri="{FF2B5EF4-FFF2-40B4-BE49-F238E27FC236}">
                  <a16:creationId xmlns:a16="http://schemas.microsoft.com/office/drawing/2014/main" id="{2A28077D-3377-976A-E89B-902DCBCBAD7A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4" name="Freeform 10563">
              <a:extLst>
                <a:ext uri="{FF2B5EF4-FFF2-40B4-BE49-F238E27FC236}">
                  <a16:creationId xmlns:a16="http://schemas.microsoft.com/office/drawing/2014/main" id="{710FC32F-3CEC-790F-8619-4669F3F480DC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5" name="Freeform 10564">
              <a:extLst>
                <a:ext uri="{FF2B5EF4-FFF2-40B4-BE49-F238E27FC236}">
                  <a16:creationId xmlns:a16="http://schemas.microsoft.com/office/drawing/2014/main" id="{07B85557-5688-9497-CB59-87256922B443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6" name="Freeform 10565">
              <a:extLst>
                <a:ext uri="{FF2B5EF4-FFF2-40B4-BE49-F238E27FC236}">
                  <a16:creationId xmlns:a16="http://schemas.microsoft.com/office/drawing/2014/main" id="{793EFBB4-28AF-0820-D4E7-5D79137D82D6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7" name="Freeform 10566">
              <a:extLst>
                <a:ext uri="{FF2B5EF4-FFF2-40B4-BE49-F238E27FC236}">
                  <a16:creationId xmlns:a16="http://schemas.microsoft.com/office/drawing/2014/main" id="{B4AFB704-8E85-37C7-E028-8BEBE589EFF1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8" name="Freeform 10567">
              <a:extLst>
                <a:ext uri="{FF2B5EF4-FFF2-40B4-BE49-F238E27FC236}">
                  <a16:creationId xmlns:a16="http://schemas.microsoft.com/office/drawing/2014/main" id="{20FF4C5C-0F81-5D75-01BA-B44D5636071E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9" name="Freeform 10568">
              <a:extLst>
                <a:ext uri="{FF2B5EF4-FFF2-40B4-BE49-F238E27FC236}">
                  <a16:creationId xmlns:a16="http://schemas.microsoft.com/office/drawing/2014/main" id="{6192935F-F0A6-4281-9D33-F516AEE0C14A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0" name="Freeform 10569">
              <a:extLst>
                <a:ext uri="{FF2B5EF4-FFF2-40B4-BE49-F238E27FC236}">
                  <a16:creationId xmlns:a16="http://schemas.microsoft.com/office/drawing/2014/main" id="{E8266E5D-690A-229F-2492-A82497AD378C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1" name="Freeform 10570">
              <a:extLst>
                <a:ext uri="{FF2B5EF4-FFF2-40B4-BE49-F238E27FC236}">
                  <a16:creationId xmlns:a16="http://schemas.microsoft.com/office/drawing/2014/main" id="{338E298F-819E-451F-A4A2-EB55AFE90178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2" name="Freeform 10571">
              <a:extLst>
                <a:ext uri="{FF2B5EF4-FFF2-40B4-BE49-F238E27FC236}">
                  <a16:creationId xmlns:a16="http://schemas.microsoft.com/office/drawing/2014/main" id="{4A6FD735-A37B-5B3F-246D-D0344BC20AB3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3" name="Freeform 10572">
              <a:extLst>
                <a:ext uri="{FF2B5EF4-FFF2-40B4-BE49-F238E27FC236}">
                  <a16:creationId xmlns:a16="http://schemas.microsoft.com/office/drawing/2014/main" id="{200E9B61-4534-88D0-B5D7-46C5F1E053AB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4" name="Freeform 10573">
              <a:extLst>
                <a:ext uri="{FF2B5EF4-FFF2-40B4-BE49-F238E27FC236}">
                  <a16:creationId xmlns:a16="http://schemas.microsoft.com/office/drawing/2014/main" id="{F6D5273F-D5DB-2969-7916-947D4B01C498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5" name="Freeform 10574">
              <a:extLst>
                <a:ext uri="{FF2B5EF4-FFF2-40B4-BE49-F238E27FC236}">
                  <a16:creationId xmlns:a16="http://schemas.microsoft.com/office/drawing/2014/main" id="{02301D73-413A-D36D-BC04-58A8D304089C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6" name="Freeform 10575">
              <a:extLst>
                <a:ext uri="{FF2B5EF4-FFF2-40B4-BE49-F238E27FC236}">
                  <a16:creationId xmlns:a16="http://schemas.microsoft.com/office/drawing/2014/main" id="{27E80EE1-19A7-4867-6A87-C02DC17B43F2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7" name="Freeform 10576">
              <a:extLst>
                <a:ext uri="{FF2B5EF4-FFF2-40B4-BE49-F238E27FC236}">
                  <a16:creationId xmlns:a16="http://schemas.microsoft.com/office/drawing/2014/main" id="{6D601CB8-8801-A75C-7B0A-A0EFBE476A0C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8" name="Freeform 10577">
              <a:extLst>
                <a:ext uri="{FF2B5EF4-FFF2-40B4-BE49-F238E27FC236}">
                  <a16:creationId xmlns:a16="http://schemas.microsoft.com/office/drawing/2014/main" id="{31A64B7B-6655-6407-9637-9C619AC89D77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9" name="Freeform 10578">
              <a:extLst>
                <a:ext uri="{FF2B5EF4-FFF2-40B4-BE49-F238E27FC236}">
                  <a16:creationId xmlns:a16="http://schemas.microsoft.com/office/drawing/2014/main" id="{95D7F792-B569-C61C-AEF5-71277255670E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0" name="Freeform 10579">
              <a:extLst>
                <a:ext uri="{FF2B5EF4-FFF2-40B4-BE49-F238E27FC236}">
                  <a16:creationId xmlns:a16="http://schemas.microsoft.com/office/drawing/2014/main" id="{5775E5EE-16CE-8B7B-E7A3-825A38EEE7D5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1" name="Freeform 10580">
              <a:extLst>
                <a:ext uri="{FF2B5EF4-FFF2-40B4-BE49-F238E27FC236}">
                  <a16:creationId xmlns:a16="http://schemas.microsoft.com/office/drawing/2014/main" id="{684D5656-814E-BF1B-3320-74634C57F4EC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2" name="Freeform 10581">
              <a:extLst>
                <a:ext uri="{FF2B5EF4-FFF2-40B4-BE49-F238E27FC236}">
                  <a16:creationId xmlns:a16="http://schemas.microsoft.com/office/drawing/2014/main" id="{96C3F3EE-D59E-59AA-7F8C-0B80D33FD01B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3" name="Freeform 10582">
              <a:extLst>
                <a:ext uri="{FF2B5EF4-FFF2-40B4-BE49-F238E27FC236}">
                  <a16:creationId xmlns:a16="http://schemas.microsoft.com/office/drawing/2014/main" id="{81D7612D-DB63-2436-FC4E-C34822191724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4" name="Freeform 10583">
              <a:extLst>
                <a:ext uri="{FF2B5EF4-FFF2-40B4-BE49-F238E27FC236}">
                  <a16:creationId xmlns:a16="http://schemas.microsoft.com/office/drawing/2014/main" id="{01909887-7DCB-6A91-0CC1-27F4197DD3A0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5" name="Freeform 10584">
              <a:extLst>
                <a:ext uri="{FF2B5EF4-FFF2-40B4-BE49-F238E27FC236}">
                  <a16:creationId xmlns:a16="http://schemas.microsoft.com/office/drawing/2014/main" id="{DB5D4109-09C4-920A-B22F-A8CDEE1E45BF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6" name="Freeform 10585">
              <a:extLst>
                <a:ext uri="{FF2B5EF4-FFF2-40B4-BE49-F238E27FC236}">
                  <a16:creationId xmlns:a16="http://schemas.microsoft.com/office/drawing/2014/main" id="{DA70FF8C-A015-7A63-1965-590181F881F2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7" name="Freeform 10586">
              <a:extLst>
                <a:ext uri="{FF2B5EF4-FFF2-40B4-BE49-F238E27FC236}">
                  <a16:creationId xmlns:a16="http://schemas.microsoft.com/office/drawing/2014/main" id="{E799A051-4EBC-90CB-4DD6-E5EE65E97DEE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8" name="Freeform 10587">
              <a:extLst>
                <a:ext uri="{FF2B5EF4-FFF2-40B4-BE49-F238E27FC236}">
                  <a16:creationId xmlns:a16="http://schemas.microsoft.com/office/drawing/2014/main" id="{C054F728-932A-A074-82CB-6F7C2B99F9D5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9" name="Freeform 10588">
              <a:extLst>
                <a:ext uri="{FF2B5EF4-FFF2-40B4-BE49-F238E27FC236}">
                  <a16:creationId xmlns:a16="http://schemas.microsoft.com/office/drawing/2014/main" id="{82559C3A-3EB2-A6C8-60C0-42E68F9130EC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0" name="Freeform 10589">
              <a:extLst>
                <a:ext uri="{FF2B5EF4-FFF2-40B4-BE49-F238E27FC236}">
                  <a16:creationId xmlns:a16="http://schemas.microsoft.com/office/drawing/2014/main" id="{E0314797-C943-2B99-2263-2AEA8CC4BC0D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1" name="Freeform 10590">
              <a:extLst>
                <a:ext uri="{FF2B5EF4-FFF2-40B4-BE49-F238E27FC236}">
                  <a16:creationId xmlns:a16="http://schemas.microsoft.com/office/drawing/2014/main" id="{2255B858-BE27-FE3A-1784-343F4D932813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2" name="Freeform 10591">
              <a:extLst>
                <a:ext uri="{FF2B5EF4-FFF2-40B4-BE49-F238E27FC236}">
                  <a16:creationId xmlns:a16="http://schemas.microsoft.com/office/drawing/2014/main" id="{9C52465D-4BAF-E04E-3087-24D09D80A51D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3" name="Freeform 10592">
              <a:extLst>
                <a:ext uri="{FF2B5EF4-FFF2-40B4-BE49-F238E27FC236}">
                  <a16:creationId xmlns:a16="http://schemas.microsoft.com/office/drawing/2014/main" id="{6F921EF6-EBB0-CEBB-CC91-838CFC70C485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4" name="Freeform 10593">
              <a:extLst>
                <a:ext uri="{FF2B5EF4-FFF2-40B4-BE49-F238E27FC236}">
                  <a16:creationId xmlns:a16="http://schemas.microsoft.com/office/drawing/2014/main" id="{C09F4087-E4B8-A5D7-D864-5E9547AF1850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5" name="Freeform 10594">
              <a:extLst>
                <a:ext uri="{FF2B5EF4-FFF2-40B4-BE49-F238E27FC236}">
                  <a16:creationId xmlns:a16="http://schemas.microsoft.com/office/drawing/2014/main" id="{F1E48888-3F55-6263-10FD-1C863F31C027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6" name="Freeform 10595">
              <a:extLst>
                <a:ext uri="{FF2B5EF4-FFF2-40B4-BE49-F238E27FC236}">
                  <a16:creationId xmlns:a16="http://schemas.microsoft.com/office/drawing/2014/main" id="{9798450D-0319-25F9-0DA8-BABFA597C2A4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7" name="Freeform 10596">
              <a:extLst>
                <a:ext uri="{FF2B5EF4-FFF2-40B4-BE49-F238E27FC236}">
                  <a16:creationId xmlns:a16="http://schemas.microsoft.com/office/drawing/2014/main" id="{EE20E13E-CC81-CFFF-F0EB-63DB8DDC81EA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8" name="Freeform 10597">
              <a:extLst>
                <a:ext uri="{FF2B5EF4-FFF2-40B4-BE49-F238E27FC236}">
                  <a16:creationId xmlns:a16="http://schemas.microsoft.com/office/drawing/2014/main" id="{DFE4190F-1C9F-AE46-809B-1781B3F4B108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9" name="Freeform 10598">
              <a:extLst>
                <a:ext uri="{FF2B5EF4-FFF2-40B4-BE49-F238E27FC236}">
                  <a16:creationId xmlns:a16="http://schemas.microsoft.com/office/drawing/2014/main" id="{DA0C7A22-DA2F-9E66-E072-772D5941C13B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0" name="Freeform 10599">
              <a:extLst>
                <a:ext uri="{FF2B5EF4-FFF2-40B4-BE49-F238E27FC236}">
                  <a16:creationId xmlns:a16="http://schemas.microsoft.com/office/drawing/2014/main" id="{741A088F-518C-3AE6-8A65-1E78F1A53A27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1" name="Freeform 10600">
              <a:extLst>
                <a:ext uri="{FF2B5EF4-FFF2-40B4-BE49-F238E27FC236}">
                  <a16:creationId xmlns:a16="http://schemas.microsoft.com/office/drawing/2014/main" id="{B2691E69-D2C8-1137-FF3F-BB4168B55BBE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2" name="Freeform 10601">
              <a:extLst>
                <a:ext uri="{FF2B5EF4-FFF2-40B4-BE49-F238E27FC236}">
                  <a16:creationId xmlns:a16="http://schemas.microsoft.com/office/drawing/2014/main" id="{4DF5F82F-9A98-DB5E-A744-9FDD8F18A36F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3" name="Freeform 10602">
              <a:extLst>
                <a:ext uri="{FF2B5EF4-FFF2-40B4-BE49-F238E27FC236}">
                  <a16:creationId xmlns:a16="http://schemas.microsoft.com/office/drawing/2014/main" id="{CB65B5ED-F795-CAEE-A146-C9A88D099087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4" name="Freeform 10603">
              <a:extLst>
                <a:ext uri="{FF2B5EF4-FFF2-40B4-BE49-F238E27FC236}">
                  <a16:creationId xmlns:a16="http://schemas.microsoft.com/office/drawing/2014/main" id="{72675B75-033B-7980-404A-56010B002AF3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5" name="Freeform 10604">
              <a:extLst>
                <a:ext uri="{FF2B5EF4-FFF2-40B4-BE49-F238E27FC236}">
                  <a16:creationId xmlns:a16="http://schemas.microsoft.com/office/drawing/2014/main" id="{456B164B-577C-87A8-80F6-6838AE27710F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6" name="Freeform 10605">
              <a:extLst>
                <a:ext uri="{FF2B5EF4-FFF2-40B4-BE49-F238E27FC236}">
                  <a16:creationId xmlns:a16="http://schemas.microsoft.com/office/drawing/2014/main" id="{B32828DB-7D79-3448-FD23-556F10D5ABC9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7" name="Freeform 10606">
              <a:extLst>
                <a:ext uri="{FF2B5EF4-FFF2-40B4-BE49-F238E27FC236}">
                  <a16:creationId xmlns:a16="http://schemas.microsoft.com/office/drawing/2014/main" id="{3D4E6123-0216-4CAE-E94C-551E2B508D51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8" name="Freeform 10607">
              <a:extLst>
                <a:ext uri="{FF2B5EF4-FFF2-40B4-BE49-F238E27FC236}">
                  <a16:creationId xmlns:a16="http://schemas.microsoft.com/office/drawing/2014/main" id="{3D0F0D4C-B0F9-D8D9-79C0-9661B05E3C02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9" name="Freeform 10608">
              <a:extLst>
                <a:ext uri="{FF2B5EF4-FFF2-40B4-BE49-F238E27FC236}">
                  <a16:creationId xmlns:a16="http://schemas.microsoft.com/office/drawing/2014/main" id="{A0CB5183-6174-6388-4CA3-6580E15F9C41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0" name="Freeform 10609">
              <a:extLst>
                <a:ext uri="{FF2B5EF4-FFF2-40B4-BE49-F238E27FC236}">
                  <a16:creationId xmlns:a16="http://schemas.microsoft.com/office/drawing/2014/main" id="{8B1E477C-64A3-FD60-315B-97215233CE4C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1" name="Freeform 10610">
              <a:extLst>
                <a:ext uri="{FF2B5EF4-FFF2-40B4-BE49-F238E27FC236}">
                  <a16:creationId xmlns:a16="http://schemas.microsoft.com/office/drawing/2014/main" id="{DF3F7516-FF8A-065F-3F24-1D4FEDD43035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2" name="Freeform 10611">
              <a:extLst>
                <a:ext uri="{FF2B5EF4-FFF2-40B4-BE49-F238E27FC236}">
                  <a16:creationId xmlns:a16="http://schemas.microsoft.com/office/drawing/2014/main" id="{5D43F4B5-7AFA-5FE0-9FE4-25ADD236D6C5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3" name="Freeform 10612">
              <a:extLst>
                <a:ext uri="{FF2B5EF4-FFF2-40B4-BE49-F238E27FC236}">
                  <a16:creationId xmlns:a16="http://schemas.microsoft.com/office/drawing/2014/main" id="{375D556B-9FD0-C458-A0CC-5B6A5951CCE3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4" name="Freeform 10613">
              <a:extLst>
                <a:ext uri="{FF2B5EF4-FFF2-40B4-BE49-F238E27FC236}">
                  <a16:creationId xmlns:a16="http://schemas.microsoft.com/office/drawing/2014/main" id="{CA5FBDCC-761B-C0D9-7386-69FD42FE1EEF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5" name="Freeform 10614">
              <a:extLst>
                <a:ext uri="{FF2B5EF4-FFF2-40B4-BE49-F238E27FC236}">
                  <a16:creationId xmlns:a16="http://schemas.microsoft.com/office/drawing/2014/main" id="{47D5942E-0660-CB87-317B-566BDDD35F37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6" name="Freeform 10615">
              <a:extLst>
                <a:ext uri="{FF2B5EF4-FFF2-40B4-BE49-F238E27FC236}">
                  <a16:creationId xmlns:a16="http://schemas.microsoft.com/office/drawing/2014/main" id="{454B5D71-38F4-6CD6-9584-00F94B73E075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7" name="Freeform 10616">
              <a:extLst>
                <a:ext uri="{FF2B5EF4-FFF2-40B4-BE49-F238E27FC236}">
                  <a16:creationId xmlns:a16="http://schemas.microsoft.com/office/drawing/2014/main" id="{99353309-7FE5-F834-3048-D43C2B028C84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8" name="Freeform 10617">
              <a:extLst>
                <a:ext uri="{FF2B5EF4-FFF2-40B4-BE49-F238E27FC236}">
                  <a16:creationId xmlns:a16="http://schemas.microsoft.com/office/drawing/2014/main" id="{E9E2A610-9D83-D04E-BD8F-861E45F1E27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9" name="Freeform 10618">
              <a:extLst>
                <a:ext uri="{FF2B5EF4-FFF2-40B4-BE49-F238E27FC236}">
                  <a16:creationId xmlns:a16="http://schemas.microsoft.com/office/drawing/2014/main" id="{10397C25-35E5-8761-7753-A96013DF78F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0" name="Freeform 10619">
              <a:extLst>
                <a:ext uri="{FF2B5EF4-FFF2-40B4-BE49-F238E27FC236}">
                  <a16:creationId xmlns:a16="http://schemas.microsoft.com/office/drawing/2014/main" id="{280EAA4E-11CB-E8C0-3D4B-8FF98B465575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1" name="Freeform 10620">
              <a:extLst>
                <a:ext uri="{FF2B5EF4-FFF2-40B4-BE49-F238E27FC236}">
                  <a16:creationId xmlns:a16="http://schemas.microsoft.com/office/drawing/2014/main" id="{352A4290-FC05-4134-1E8D-59E0A913CF2A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2" name="Freeform 10621">
              <a:extLst>
                <a:ext uri="{FF2B5EF4-FFF2-40B4-BE49-F238E27FC236}">
                  <a16:creationId xmlns:a16="http://schemas.microsoft.com/office/drawing/2014/main" id="{820ED8D7-DB1D-37D7-F149-05B7CB209057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3" name="Freeform 10622">
              <a:extLst>
                <a:ext uri="{FF2B5EF4-FFF2-40B4-BE49-F238E27FC236}">
                  <a16:creationId xmlns:a16="http://schemas.microsoft.com/office/drawing/2014/main" id="{6A628993-6341-E9B6-F6DE-A824B6C32216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4" name="Freeform 10623">
              <a:extLst>
                <a:ext uri="{FF2B5EF4-FFF2-40B4-BE49-F238E27FC236}">
                  <a16:creationId xmlns:a16="http://schemas.microsoft.com/office/drawing/2014/main" id="{EAA1E08E-901C-9D35-DAD8-BED2BD531806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5" name="Freeform 10624">
              <a:extLst>
                <a:ext uri="{FF2B5EF4-FFF2-40B4-BE49-F238E27FC236}">
                  <a16:creationId xmlns:a16="http://schemas.microsoft.com/office/drawing/2014/main" id="{BC18D6BA-7346-661F-C167-105DB0554C69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6" name="Freeform 10625">
              <a:extLst>
                <a:ext uri="{FF2B5EF4-FFF2-40B4-BE49-F238E27FC236}">
                  <a16:creationId xmlns:a16="http://schemas.microsoft.com/office/drawing/2014/main" id="{4437013B-1B5C-C70C-ACD5-1300C61D041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7" name="Freeform 10626">
              <a:extLst>
                <a:ext uri="{FF2B5EF4-FFF2-40B4-BE49-F238E27FC236}">
                  <a16:creationId xmlns:a16="http://schemas.microsoft.com/office/drawing/2014/main" id="{CB187960-9F91-60A5-3B2E-898C9053289F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8" name="Freeform 10627">
              <a:extLst>
                <a:ext uri="{FF2B5EF4-FFF2-40B4-BE49-F238E27FC236}">
                  <a16:creationId xmlns:a16="http://schemas.microsoft.com/office/drawing/2014/main" id="{94DA390B-EB05-326D-88FC-BB7ACC6A28DB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9" name="Freeform 10628">
              <a:extLst>
                <a:ext uri="{FF2B5EF4-FFF2-40B4-BE49-F238E27FC236}">
                  <a16:creationId xmlns:a16="http://schemas.microsoft.com/office/drawing/2014/main" id="{319ECC32-891E-6CAE-2698-84467F98CE94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0" name="Freeform 10629">
              <a:extLst>
                <a:ext uri="{FF2B5EF4-FFF2-40B4-BE49-F238E27FC236}">
                  <a16:creationId xmlns:a16="http://schemas.microsoft.com/office/drawing/2014/main" id="{8402D2DB-1CF4-9F7A-60E8-31DAA25E078E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1" name="Freeform 10630">
              <a:extLst>
                <a:ext uri="{FF2B5EF4-FFF2-40B4-BE49-F238E27FC236}">
                  <a16:creationId xmlns:a16="http://schemas.microsoft.com/office/drawing/2014/main" id="{402E367C-BCF4-1A5B-F9C4-07ADBA06F5BC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2" name="Freeform 10631">
              <a:extLst>
                <a:ext uri="{FF2B5EF4-FFF2-40B4-BE49-F238E27FC236}">
                  <a16:creationId xmlns:a16="http://schemas.microsoft.com/office/drawing/2014/main" id="{E0E351FE-062D-D845-65E9-34162B1485C6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3" name="Freeform 10632">
              <a:extLst>
                <a:ext uri="{FF2B5EF4-FFF2-40B4-BE49-F238E27FC236}">
                  <a16:creationId xmlns:a16="http://schemas.microsoft.com/office/drawing/2014/main" id="{B45D8715-A381-7A4D-3046-DAB426BE740D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4" name="Freeform 10633">
              <a:extLst>
                <a:ext uri="{FF2B5EF4-FFF2-40B4-BE49-F238E27FC236}">
                  <a16:creationId xmlns:a16="http://schemas.microsoft.com/office/drawing/2014/main" id="{EB911C20-12F1-DEAE-62A5-D6CBA5D94A70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5" name="Freeform 10634">
              <a:extLst>
                <a:ext uri="{FF2B5EF4-FFF2-40B4-BE49-F238E27FC236}">
                  <a16:creationId xmlns:a16="http://schemas.microsoft.com/office/drawing/2014/main" id="{DFCE6E7C-9B6A-4F1D-2D12-DF10AC98A784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6" name="Freeform 10635">
              <a:extLst>
                <a:ext uri="{FF2B5EF4-FFF2-40B4-BE49-F238E27FC236}">
                  <a16:creationId xmlns:a16="http://schemas.microsoft.com/office/drawing/2014/main" id="{2EF19A53-4DEE-AD50-EF86-2056C548F8B0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7" name="Freeform 10636">
              <a:extLst>
                <a:ext uri="{FF2B5EF4-FFF2-40B4-BE49-F238E27FC236}">
                  <a16:creationId xmlns:a16="http://schemas.microsoft.com/office/drawing/2014/main" id="{42032635-6AB0-7D30-FAFE-C81A6F829F06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8" name="Freeform 10637">
              <a:extLst>
                <a:ext uri="{FF2B5EF4-FFF2-40B4-BE49-F238E27FC236}">
                  <a16:creationId xmlns:a16="http://schemas.microsoft.com/office/drawing/2014/main" id="{B9E7BB29-8C81-4840-E0F8-AACCA8012003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9" name="Freeform 10638">
              <a:extLst>
                <a:ext uri="{FF2B5EF4-FFF2-40B4-BE49-F238E27FC236}">
                  <a16:creationId xmlns:a16="http://schemas.microsoft.com/office/drawing/2014/main" id="{881BA6F7-2FDD-369C-D099-3E25DF9B3D8D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0" name="Freeform 10639">
              <a:extLst>
                <a:ext uri="{FF2B5EF4-FFF2-40B4-BE49-F238E27FC236}">
                  <a16:creationId xmlns:a16="http://schemas.microsoft.com/office/drawing/2014/main" id="{55D0993C-7662-2817-9EDF-FA233E03B04D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1" name="Freeform 10640">
              <a:extLst>
                <a:ext uri="{FF2B5EF4-FFF2-40B4-BE49-F238E27FC236}">
                  <a16:creationId xmlns:a16="http://schemas.microsoft.com/office/drawing/2014/main" id="{1E5DC4FA-3ED0-0640-2E8B-AF37AE6441CB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2" name="Freeform 10641">
              <a:extLst>
                <a:ext uri="{FF2B5EF4-FFF2-40B4-BE49-F238E27FC236}">
                  <a16:creationId xmlns:a16="http://schemas.microsoft.com/office/drawing/2014/main" id="{3252F3B0-6E1A-B1F5-216D-3C8334EC31B4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3" name="Freeform 10642">
              <a:extLst>
                <a:ext uri="{FF2B5EF4-FFF2-40B4-BE49-F238E27FC236}">
                  <a16:creationId xmlns:a16="http://schemas.microsoft.com/office/drawing/2014/main" id="{E0A50F75-2B57-8422-12E6-9C1E50A87E1F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4" name="Freeform 10643">
              <a:extLst>
                <a:ext uri="{FF2B5EF4-FFF2-40B4-BE49-F238E27FC236}">
                  <a16:creationId xmlns:a16="http://schemas.microsoft.com/office/drawing/2014/main" id="{44B643BA-F8C3-5FA7-52FC-E8BF30F442E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5" name="Freeform 10644">
              <a:extLst>
                <a:ext uri="{FF2B5EF4-FFF2-40B4-BE49-F238E27FC236}">
                  <a16:creationId xmlns:a16="http://schemas.microsoft.com/office/drawing/2014/main" id="{854FFF25-2868-5B8F-D7F2-E5166008D2D0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6" name="Freeform 10645">
              <a:extLst>
                <a:ext uri="{FF2B5EF4-FFF2-40B4-BE49-F238E27FC236}">
                  <a16:creationId xmlns:a16="http://schemas.microsoft.com/office/drawing/2014/main" id="{DB2A349A-542A-59D3-9C72-2DC542F63F1A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7" name="Freeform 10646">
              <a:extLst>
                <a:ext uri="{FF2B5EF4-FFF2-40B4-BE49-F238E27FC236}">
                  <a16:creationId xmlns:a16="http://schemas.microsoft.com/office/drawing/2014/main" id="{5BF350AF-DDD6-06B0-7DA2-C722DE8BFE38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8" name="Freeform 10647">
              <a:extLst>
                <a:ext uri="{FF2B5EF4-FFF2-40B4-BE49-F238E27FC236}">
                  <a16:creationId xmlns:a16="http://schemas.microsoft.com/office/drawing/2014/main" id="{8B5832BC-2F4E-5FCA-6952-2F26B7004284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9" name="Freeform 10648">
              <a:extLst>
                <a:ext uri="{FF2B5EF4-FFF2-40B4-BE49-F238E27FC236}">
                  <a16:creationId xmlns:a16="http://schemas.microsoft.com/office/drawing/2014/main" id="{859B2A09-E910-D8B5-2DFD-4843F48FD64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0" name="Freeform 10649">
              <a:extLst>
                <a:ext uri="{FF2B5EF4-FFF2-40B4-BE49-F238E27FC236}">
                  <a16:creationId xmlns:a16="http://schemas.microsoft.com/office/drawing/2014/main" id="{76ECA015-90DC-D16D-822B-654170F19F2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1" name="Freeform 10650">
              <a:extLst>
                <a:ext uri="{FF2B5EF4-FFF2-40B4-BE49-F238E27FC236}">
                  <a16:creationId xmlns:a16="http://schemas.microsoft.com/office/drawing/2014/main" id="{B1FAB864-028B-1181-795B-98B0602424B8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2" name="Freeform 10651">
              <a:extLst>
                <a:ext uri="{FF2B5EF4-FFF2-40B4-BE49-F238E27FC236}">
                  <a16:creationId xmlns:a16="http://schemas.microsoft.com/office/drawing/2014/main" id="{19B4765D-094F-81C2-3953-64DF46BD1181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3" name="Freeform 10652">
              <a:extLst>
                <a:ext uri="{FF2B5EF4-FFF2-40B4-BE49-F238E27FC236}">
                  <a16:creationId xmlns:a16="http://schemas.microsoft.com/office/drawing/2014/main" id="{AD561011-AFAA-BD4F-45C7-EF273F0164E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4" name="Freeform 10653">
              <a:extLst>
                <a:ext uri="{FF2B5EF4-FFF2-40B4-BE49-F238E27FC236}">
                  <a16:creationId xmlns:a16="http://schemas.microsoft.com/office/drawing/2014/main" id="{7F09F74E-CCB9-4FEE-51F8-7B57B1916B05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5" name="Freeform 10654">
              <a:extLst>
                <a:ext uri="{FF2B5EF4-FFF2-40B4-BE49-F238E27FC236}">
                  <a16:creationId xmlns:a16="http://schemas.microsoft.com/office/drawing/2014/main" id="{EB195620-BFE0-E56E-5476-C85A680AA41D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6" name="Freeform 10655">
              <a:extLst>
                <a:ext uri="{FF2B5EF4-FFF2-40B4-BE49-F238E27FC236}">
                  <a16:creationId xmlns:a16="http://schemas.microsoft.com/office/drawing/2014/main" id="{8F0E927A-5A85-3B33-B763-F347309A633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7" name="Freeform 10656">
              <a:extLst>
                <a:ext uri="{FF2B5EF4-FFF2-40B4-BE49-F238E27FC236}">
                  <a16:creationId xmlns:a16="http://schemas.microsoft.com/office/drawing/2014/main" id="{29A7E7D3-3728-131A-BC62-357CAC88ECBB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8" name="Freeform 10657">
              <a:extLst>
                <a:ext uri="{FF2B5EF4-FFF2-40B4-BE49-F238E27FC236}">
                  <a16:creationId xmlns:a16="http://schemas.microsoft.com/office/drawing/2014/main" id="{EB0A87AD-59E2-DD62-F614-181486875E80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9" name="Freeform 10658">
              <a:extLst>
                <a:ext uri="{FF2B5EF4-FFF2-40B4-BE49-F238E27FC236}">
                  <a16:creationId xmlns:a16="http://schemas.microsoft.com/office/drawing/2014/main" id="{2D71A469-7B48-280B-29FE-53406D4B5B20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0" name="Freeform 10659">
              <a:extLst>
                <a:ext uri="{FF2B5EF4-FFF2-40B4-BE49-F238E27FC236}">
                  <a16:creationId xmlns:a16="http://schemas.microsoft.com/office/drawing/2014/main" id="{0A8698A3-638F-D71B-C1C3-ACD8F206B1BF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1" name="Freeform 10660">
              <a:extLst>
                <a:ext uri="{FF2B5EF4-FFF2-40B4-BE49-F238E27FC236}">
                  <a16:creationId xmlns:a16="http://schemas.microsoft.com/office/drawing/2014/main" id="{C23AD71E-4C30-220A-2425-F3CA95ABAD64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2" name="Freeform 10661">
              <a:extLst>
                <a:ext uri="{FF2B5EF4-FFF2-40B4-BE49-F238E27FC236}">
                  <a16:creationId xmlns:a16="http://schemas.microsoft.com/office/drawing/2014/main" id="{C7FC4067-40D6-2FB7-349A-6BE7E3A8DD81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3" name="Freeform 10662">
              <a:extLst>
                <a:ext uri="{FF2B5EF4-FFF2-40B4-BE49-F238E27FC236}">
                  <a16:creationId xmlns:a16="http://schemas.microsoft.com/office/drawing/2014/main" id="{7E269893-16E4-4F3C-0FA4-5D3349619411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4" name="Freeform 10663">
              <a:extLst>
                <a:ext uri="{FF2B5EF4-FFF2-40B4-BE49-F238E27FC236}">
                  <a16:creationId xmlns:a16="http://schemas.microsoft.com/office/drawing/2014/main" id="{E170C113-524D-EF8C-8C20-068426EC1CBE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5" name="Freeform 10664">
              <a:extLst>
                <a:ext uri="{FF2B5EF4-FFF2-40B4-BE49-F238E27FC236}">
                  <a16:creationId xmlns:a16="http://schemas.microsoft.com/office/drawing/2014/main" id="{C71A2910-323E-AAA0-69F3-A03E93CEA9AC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6" name="Freeform 10665">
              <a:extLst>
                <a:ext uri="{FF2B5EF4-FFF2-40B4-BE49-F238E27FC236}">
                  <a16:creationId xmlns:a16="http://schemas.microsoft.com/office/drawing/2014/main" id="{955E4492-7E0E-24D1-798E-DD3DF42609DC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7" name="Freeform 10666">
              <a:extLst>
                <a:ext uri="{FF2B5EF4-FFF2-40B4-BE49-F238E27FC236}">
                  <a16:creationId xmlns:a16="http://schemas.microsoft.com/office/drawing/2014/main" id="{78B38B8D-6120-CFD8-F2B8-C81E9B0C0E16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8" name="Freeform 10667">
              <a:extLst>
                <a:ext uri="{FF2B5EF4-FFF2-40B4-BE49-F238E27FC236}">
                  <a16:creationId xmlns:a16="http://schemas.microsoft.com/office/drawing/2014/main" id="{9E64585B-0CA8-2C04-D5E6-CAF382EC029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9" name="Freeform 10668">
              <a:extLst>
                <a:ext uri="{FF2B5EF4-FFF2-40B4-BE49-F238E27FC236}">
                  <a16:creationId xmlns:a16="http://schemas.microsoft.com/office/drawing/2014/main" id="{A3E086FE-AC70-4692-B42C-365762EE2C2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0" name="Freeform 10669">
              <a:extLst>
                <a:ext uri="{FF2B5EF4-FFF2-40B4-BE49-F238E27FC236}">
                  <a16:creationId xmlns:a16="http://schemas.microsoft.com/office/drawing/2014/main" id="{7C2AD49D-D35C-DDF8-84A5-CDB4E4A9BFED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1" name="Freeform 10670">
              <a:extLst>
                <a:ext uri="{FF2B5EF4-FFF2-40B4-BE49-F238E27FC236}">
                  <a16:creationId xmlns:a16="http://schemas.microsoft.com/office/drawing/2014/main" id="{1F34FCD8-5604-8F78-A24F-2B318C0E0851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2" name="Freeform 10671">
              <a:extLst>
                <a:ext uri="{FF2B5EF4-FFF2-40B4-BE49-F238E27FC236}">
                  <a16:creationId xmlns:a16="http://schemas.microsoft.com/office/drawing/2014/main" id="{0B5DE9D2-E9EA-3EBF-D184-696F0852E29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3" name="Freeform 10672">
              <a:extLst>
                <a:ext uri="{FF2B5EF4-FFF2-40B4-BE49-F238E27FC236}">
                  <a16:creationId xmlns:a16="http://schemas.microsoft.com/office/drawing/2014/main" id="{1068F447-32A5-C4B5-4658-E5EE77AA4D9C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4" name="Freeform 10673">
              <a:extLst>
                <a:ext uri="{FF2B5EF4-FFF2-40B4-BE49-F238E27FC236}">
                  <a16:creationId xmlns:a16="http://schemas.microsoft.com/office/drawing/2014/main" id="{B34368BB-6EF2-8DD6-27D9-219FA9FBDC25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5" name="Freeform 10674">
              <a:extLst>
                <a:ext uri="{FF2B5EF4-FFF2-40B4-BE49-F238E27FC236}">
                  <a16:creationId xmlns:a16="http://schemas.microsoft.com/office/drawing/2014/main" id="{4D6671EC-3E31-AEB9-9D5D-3B1C36D20930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6" name="Freeform 10675">
              <a:extLst>
                <a:ext uri="{FF2B5EF4-FFF2-40B4-BE49-F238E27FC236}">
                  <a16:creationId xmlns:a16="http://schemas.microsoft.com/office/drawing/2014/main" id="{AFE7C21D-5EF1-1473-A558-75772610C907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7" name="Freeform 10676">
              <a:extLst>
                <a:ext uri="{FF2B5EF4-FFF2-40B4-BE49-F238E27FC236}">
                  <a16:creationId xmlns:a16="http://schemas.microsoft.com/office/drawing/2014/main" id="{D09FFED6-C0C3-0D65-98AC-CE6F038C0F66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8" name="Freeform 10677">
              <a:extLst>
                <a:ext uri="{FF2B5EF4-FFF2-40B4-BE49-F238E27FC236}">
                  <a16:creationId xmlns:a16="http://schemas.microsoft.com/office/drawing/2014/main" id="{C794D597-FB91-8879-49FB-F38C14E13E47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9" name="Freeform 10678">
              <a:extLst>
                <a:ext uri="{FF2B5EF4-FFF2-40B4-BE49-F238E27FC236}">
                  <a16:creationId xmlns:a16="http://schemas.microsoft.com/office/drawing/2014/main" id="{623F286C-3F82-CB7B-7AE0-93AF833F9A34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0" name="Freeform 10679">
              <a:extLst>
                <a:ext uri="{FF2B5EF4-FFF2-40B4-BE49-F238E27FC236}">
                  <a16:creationId xmlns:a16="http://schemas.microsoft.com/office/drawing/2014/main" id="{22F0A630-2812-466B-DE68-08409E6AC2C6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1" name="Freeform 10680">
              <a:extLst>
                <a:ext uri="{FF2B5EF4-FFF2-40B4-BE49-F238E27FC236}">
                  <a16:creationId xmlns:a16="http://schemas.microsoft.com/office/drawing/2014/main" id="{59B66268-BD25-57F6-7A4C-91A63185EA9D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2" name="Freeform 10681">
              <a:extLst>
                <a:ext uri="{FF2B5EF4-FFF2-40B4-BE49-F238E27FC236}">
                  <a16:creationId xmlns:a16="http://schemas.microsoft.com/office/drawing/2014/main" id="{CFE42F17-A6AD-B348-50D5-09F3232436FF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3" name="Freeform 10682">
              <a:extLst>
                <a:ext uri="{FF2B5EF4-FFF2-40B4-BE49-F238E27FC236}">
                  <a16:creationId xmlns:a16="http://schemas.microsoft.com/office/drawing/2014/main" id="{AA4F7A21-9D10-E32B-3286-BBB94747A46B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4" name="Freeform 10683">
              <a:extLst>
                <a:ext uri="{FF2B5EF4-FFF2-40B4-BE49-F238E27FC236}">
                  <a16:creationId xmlns:a16="http://schemas.microsoft.com/office/drawing/2014/main" id="{3C542BAB-122D-32F5-C370-F58F03254758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5" name="Freeform 10684">
              <a:extLst>
                <a:ext uri="{FF2B5EF4-FFF2-40B4-BE49-F238E27FC236}">
                  <a16:creationId xmlns:a16="http://schemas.microsoft.com/office/drawing/2014/main" id="{7498D892-2C66-0142-AAA2-7326360E0A41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6" name="Freeform 10685">
              <a:extLst>
                <a:ext uri="{FF2B5EF4-FFF2-40B4-BE49-F238E27FC236}">
                  <a16:creationId xmlns:a16="http://schemas.microsoft.com/office/drawing/2014/main" id="{BD6BC61D-BEA3-7298-3308-0D0187F6B93D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7" name="Freeform 10686">
              <a:extLst>
                <a:ext uri="{FF2B5EF4-FFF2-40B4-BE49-F238E27FC236}">
                  <a16:creationId xmlns:a16="http://schemas.microsoft.com/office/drawing/2014/main" id="{BA9CB0D7-66EF-7153-048F-93F47C42617E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8" name="Freeform 10687">
              <a:extLst>
                <a:ext uri="{FF2B5EF4-FFF2-40B4-BE49-F238E27FC236}">
                  <a16:creationId xmlns:a16="http://schemas.microsoft.com/office/drawing/2014/main" id="{B6F6155C-12C3-8590-3E74-62D36309CC15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9" name="Freeform 10688">
              <a:extLst>
                <a:ext uri="{FF2B5EF4-FFF2-40B4-BE49-F238E27FC236}">
                  <a16:creationId xmlns:a16="http://schemas.microsoft.com/office/drawing/2014/main" id="{A62BF5BE-9E04-D4FF-7432-5A38639DA1D2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0" name="Freeform 10689">
              <a:extLst>
                <a:ext uri="{FF2B5EF4-FFF2-40B4-BE49-F238E27FC236}">
                  <a16:creationId xmlns:a16="http://schemas.microsoft.com/office/drawing/2014/main" id="{402C456C-0CC1-BB45-39D4-955BBA442001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1" name="Freeform 10690">
              <a:extLst>
                <a:ext uri="{FF2B5EF4-FFF2-40B4-BE49-F238E27FC236}">
                  <a16:creationId xmlns:a16="http://schemas.microsoft.com/office/drawing/2014/main" id="{19E032D3-0662-FC58-36B6-ED3F6DFC611C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2" name="Freeform 10691">
              <a:extLst>
                <a:ext uri="{FF2B5EF4-FFF2-40B4-BE49-F238E27FC236}">
                  <a16:creationId xmlns:a16="http://schemas.microsoft.com/office/drawing/2014/main" id="{81539B6A-EA97-8426-2F08-78C616DAFB65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3" name="Freeform 10692">
              <a:extLst>
                <a:ext uri="{FF2B5EF4-FFF2-40B4-BE49-F238E27FC236}">
                  <a16:creationId xmlns:a16="http://schemas.microsoft.com/office/drawing/2014/main" id="{8A970303-C237-1EB8-9A93-6B0756CB4791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4" name="Freeform 10693">
              <a:extLst>
                <a:ext uri="{FF2B5EF4-FFF2-40B4-BE49-F238E27FC236}">
                  <a16:creationId xmlns:a16="http://schemas.microsoft.com/office/drawing/2014/main" id="{DB7C7366-92D2-E59D-10EA-7F6C785CC227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5" name="Freeform 10694">
              <a:extLst>
                <a:ext uri="{FF2B5EF4-FFF2-40B4-BE49-F238E27FC236}">
                  <a16:creationId xmlns:a16="http://schemas.microsoft.com/office/drawing/2014/main" id="{821692B5-D98D-9198-BCD9-CF53BAA2432D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6" name="Freeform 10695">
              <a:extLst>
                <a:ext uri="{FF2B5EF4-FFF2-40B4-BE49-F238E27FC236}">
                  <a16:creationId xmlns:a16="http://schemas.microsoft.com/office/drawing/2014/main" id="{916750A2-7841-8A08-73B3-90196D900C32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7" name="Freeform 10696">
              <a:extLst>
                <a:ext uri="{FF2B5EF4-FFF2-40B4-BE49-F238E27FC236}">
                  <a16:creationId xmlns:a16="http://schemas.microsoft.com/office/drawing/2014/main" id="{F623F0DD-4CDE-ABA8-33AE-D4D920B437FB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8" name="Freeform 10697">
              <a:extLst>
                <a:ext uri="{FF2B5EF4-FFF2-40B4-BE49-F238E27FC236}">
                  <a16:creationId xmlns:a16="http://schemas.microsoft.com/office/drawing/2014/main" id="{F996A497-A700-4059-66D9-06AA8BD4170E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9" name="Freeform 10698">
              <a:extLst>
                <a:ext uri="{FF2B5EF4-FFF2-40B4-BE49-F238E27FC236}">
                  <a16:creationId xmlns:a16="http://schemas.microsoft.com/office/drawing/2014/main" id="{7A2BB6D3-36CE-02B0-9A53-A68D026F177D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0" name="Freeform 10699">
              <a:extLst>
                <a:ext uri="{FF2B5EF4-FFF2-40B4-BE49-F238E27FC236}">
                  <a16:creationId xmlns:a16="http://schemas.microsoft.com/office/drawing/2014/main" id="{DEAE66AF-57F7-1CF8-46FC-152EAAB0016E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1" name="Freeform 10700">
              <a:extLst>
                <a:ext uri="{FF2B5EF4-FFF2-40B4-BE49-F238E27FC236}">
                  <a16:creationId xmlns:a16="http://schemas.microsoft.com/office/drawing/2014/main" id="{587C9DD6-D1C7-DDDA-6A6F-1872A1415B14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2" name="Freeform 10701">
              <a:extLst>
                <a:ext uri="{FF2B5EF4-FFF2-40B4-BE49-F238E27FC236}">
                  <a16:creationId xmlns:a16="http://schemas.microsoft.com/office/drawing/2014/main" id="{8B12D4B5-15BD-0135-A7A3-28FDBE854E6D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3" name="Freeform 10702">
              <a:extLst>
                <a:ext uri="{FF2B5EF4-FFF2-40B4-BE49-F238E27FC236}">
                  <a16:creationId xmlns:a16="http://schemas.microsoft.com/office/drawing/2014/main" id="{C4063DC9-E83C-47B0-D7FF-BBDE1A508407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4" name="Freeform 10703">
              <a:extLst>
                <a:ext uri="{FF2B5EF4-FFF2-40B4-BE49-F238E27FC236}">
                  <a16:creationId xmlns:a16="http://schemas.microsoft.com/office/drawing/2014/main" id="{32BAEF01-8A79-579B-FD8D-5BBF7A3F9E99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5" name="Freeform 10704">
              <a:extLst>
                <a:ext uri="{FF2B5EF4-FFF2-40B4-BE49-F238E27FC236}">
                  <a16:creationId xmlns:a16="http://schemas.microsoft.com/office/drawing/2014/main" id="{5E03C79E-206F-AA0E-3559-FC4C33F4DB03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6" name="Freeform 10705">
              <a:extLst>
                <a:ext uri="{FF2B5EF4-FFF2-40B4-BE49-F238E27FC236}">
                  <a16:creationId xmlns:a16="http://schemas.microsoft.com/office/drawing/2014/main" id="{2E254E7C-DC43-D70E-544B-12C17638994C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7" name="Freeform 10706">
              <a:extLst>
                <a:ext uri="{FF2B5EF4-FFF2-40B4-BE49-F238E27FC236}">
                  <a16:creationId xmlns:a16="http://schemas.microsoft.com/office/drawing/2014/main" id="{6251D4E9-3815-591E-7ECD-DE0FB32F682F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8" name="Freeform 10707">
              <a:extLst>
                <a:ext uri="{FF2B5EF4-FFF2-40B4-BE49-F238E27FC236}">
                  <a16:creationId xmlns:a16="http://schemas.microsoft.com/office/drawing/2014/main" id="{EA3E8C24-68F8-D7AB-5D3D-278FF8E3EF79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9" name="Freeform 10708">
              <a:extLst>
                <a:ext uri="{FF2B5EF4-FFF2-40B4-BE49-F238E27FC236}">
                  <a16:creationId xmlns:a16="http://schemas.microsoft.com/office/drawing/2014/main" id="{1B91B0C5-586E-DBD3-CF2A-1E67B837310A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0" name="Freeform 10709">
              <a:extLst>
                <a:ext uri="{FF2B5EF4-FFF2-40B4-BE49-F238E27FC236}">
                  <a16:creationId xmlns:a16="http://schemas.microsoft.com/office/drawing/2014/main" id="{9ED8C0F1-9155-86FE-A8C6-4BF280F01163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1" name="Freeform 10710">
              <a:extLst>
                <a:ext uri="{FF2B5EF4-FFF2-40B4-BE49-F238E27FC236}">
                  <a16:creationId xmlns:a16="http://schemas.microsoft.com/office/drawing/2014/main" id="{2E9A8E8F-A7BD-EE9B-8445-B06CF3C53217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2" name="Freeform 10711">
              <a:extLst>
                <a:ext uri="{FF2B5EF4-FFF2-40B4-BE49-F238E27FC236}">
                  <a16:creationId xmlns:a16="http://schemas.microsoft.com/office/drawing/2014/main" id="{4E5DC240-F21F-A3DA-D86F-A22EF162F64D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3" name="Freeform 10712">
              <a:extLst>
                <a:ext uri="{FF2B5EF4-FFF2-40B4-BE49-F238E27FC236}">
                  <a16:creationId xmlns:a16="http://schemas.microsoft.com/office/drawing/2014/main" id="{8556ED93-23AC-2313-8A1A-5E04C96C46C3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4" name="Freeform 10713">
              <a:extLst>
                <a:ext uri="{FF2B5EF4-FFF2-40B4-BE49-F238E27FC236}">
                  <a16:creationId xmlns:a16="http://schemas.microsoft.com/office/drawing/2014/main" id="{563D4DAE-501E-1AE7-A3D8-FCA6A776B0F6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5" name="Freeform 10714">
              <a:extLst>
                <a:ext uri="{FF2B5EF4-FFF2-40B4-BE49-F238E27FC236}">
                  <a16:creationId xmlns:a16="http://schemas.microsoft.com/office/drawing/2014/main" id="{30511BD0-207D-7046-FFC1-1970804F9D7C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6" name="Freeform 10715">
              <a:extLst>
                <a:ext uri="{FF2B5EF4-FFF2-40B4-BE49-F238E27FC236}">
                  <a16:creationId xmlns:a16="http://schemas.microsoft.com/office/drawing/2014/main" id="{0B853F95-1EAC-293D-A946-882719A5847E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7" name="Freeform 10716">
              <a:extLst>
                <a:ext uri="{FF2B5EF4-FFF2-40B4-BE49-F238E27FC236}">
                  <a16:creationId xmlns:a16="http://schemas.microsoft.com/office/drawing/2014/main" id="{978C4F9A-EFF5-47EC-65F6-09A35991013B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8" name="Freeform 10717">
              <a:extLst>
                <a:ext uri="{FF2B5EF4-FFF2-40B4-BE49-F238E27FC236}">
                  <a16:creationId xmlns:a16="http://schemas.microsoft.com/office/drawing/2014/main" id="{BA29B6C4-7584-131D-E6E2-487FBE7311CC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9" name="Freeform 10718">
              <a:extLst>
                <a:ext uri="{FF2B5EF4-FFF2-40B4-BE49-F238E27FC236}">
                  <a16:creationId xmlns:a16="http://schemas.microsoft.com/office/drawing/2014/main" id="{A45186B4-EA13-9D20-A35B-62FE4A37478D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0" name="Freeform 10719">
              <a:extLst>
                <a:ext uri="{FF2B5EF4-FFF2-40B4-BE49-F238E27FC236}">
                  <a16:creationId xmlns:a16="http://schemas.microsoft.com/office/drawing/2014/main" id="{3ECEBE72-8DD0-A60F-2A74-73DE6823E4BB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1" name="Freeform 10720">
              <a:extLst>
                <a:ext uri="{FF2B5EF4-FFF2-40B4-BE49-F238E27FC236}">
                  <a16:creationId xmlns:a16="http://schemas.microsoft.com/office/drawing/2014/main" id="{FF423909-1EFB-709B-6C05-3B06D054D468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2" name="Freeform 10721">
              <a:extLst>
                <a:ext uri="{FF2B5EF4-FFF2-40B4-BE49-F238E27FC236}">
                  <a16:creationId xmlns:a16="http://schemas.microsoft.com/office/drawing/2014/main" id="{749DBF7B-7FD1-C454-978F-3C14FDC31DA6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3" name="Freeform 10722">
              <a:extLst>
                <a:ext uri="{FF2B5EF4-FFF2-40B4-BE49-F238E27FC236}">
                  <a16:creationId xmlns:a16="http://schemas.microsoft.com/office/drawing/2014/main" id="{2925118B-8062-092C-40A9-0C49BFDDFD29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4" name="Freeform 10723">
              <a:extLst>
                <a:ext uri="{FF2B5EF4-FFF2-40B4-BE49-F238E27FC236}">
                  <a16:creationId xmlns:a16="http://schemas.microsoft.com/office/drawing/2014/main" id="{764B3404-DDFD-E53E-D4A2-7562D6A03907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5" name="Freeform 10724">
              <a:extLst>
                <a:ext uri="{FF2B5EF4-FFF2-40B4-BE49-F238E27FC236}">
                  <a16:creationId xmlns:a16="http://schemas.microsoft.com/office/drawing/2014/main" id="{098F1DB1-60B1-D36E-972C-F207D8CE9536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6" name="Freeform 10725">
              <a:extLst>
                <a:ext uri="{FF2B5EF4-FFF2-40B4-BE49-F238E27FC236}">
                  <a16:creationId xmlns:a16="http://schemas.microsoft.com/office/drawing/2014/main" id="{43A481A9-6CFB-9861-7060-8535DACC854C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7" name="Freeform 10726">
              <a:extLst>
                <a:ext uri="{FF2B5EF4-FFF2-40B4-BE49-F238E27FC236}">
                  <a16:creationId xmlns:a16="http://schemas.microsoft.com/office/drawing/2014/main" id="{E4E627C7-146F-8AF9-E32E-C1DFEAFC9E6B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8" name="Freeform 10727">
              <a:extLst>
                <a:ext uri="{FF2B5EF4-FFF2-40B4-BE49-F238E27FC236}">
                  <a16:creationId xmlns:a16="http://schemas.microsoft.com/office/drawing/2014/main" id="{36807FE1-622A-904B-87D8-B81BA2B71338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9" name="Freeform 10728">
              <a:extLst>
                <a:ext uri="{FF2B5EF4-FFF2-40B4-BE49-F238E27FC236}">
                  <a16:creationId xmlns:a16="http://schemas.microsoft.com/office/drawing/2014/main" id="{0DBBD851-41F9-FC93-EB5D-2E2F1CD02462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0" name="Freeform 10729">
              <a:extLst>
                <a:ext uri="{FF2B5EF4-FFF2-40B4-BE49-F238E27FC236}">
                  <a16:creationId xmlns:a16="http://schemas.microsoft.com/office/drawing/2014/main" id="{D40E87E6-D064-39F4-E8E3-391A6400563C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1" name="Freeform 10730">
              <a:extLst>
                <a:ext uri="{FF2B5EF4-FFF2-40B4-BE49-F238E27FC236}">
                  <a16:creationId xmlns:a16="http://schemas.microsoft.com/office/drawing/2014/main" id="{CFF327D1-1020-981C-CC6C-64FDA207F8C5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2" name="Freeform 10731">
              <a:extLst>
                <a:ext uri="{FF2B5EF4-FFF2-40B4-BE49-F238E27FC236}">
                  <a16:creationId xmlns:a16="http://schemas.microsoft.com/office/drawing/2014/main" id="{1E030EB1-95DE-5A88-38F0-7C54C0138847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3" name="Freeform 10732">
              <a:extLst>
                <a:ext uri="{FF2B5EF4-FFF2-40B4-BE49-F238E27FC236}">
                  <a16:creationId xmlns:a16="http://schemas.microsoft.com/office/drawing/2014/main" id="{9AA30668-E29C-6393-C87F-5E95563BE35B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4" name="Freeform 10733">
              <a:extLst>
                <a:ext uri="{FF2B5EF4-FFF2-40B4-BE49-F238E27FC236}">
                  <a16:creationId xmlns:a16="http://schemas.microsoft.com/office/drawing/2014/main" id="{4DE909DA-EBDA-E8B9-5C41-D8C10DA4C770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5" name="Freeform 10734">
              <a:extLst>
                <a:ext uri="{FF2B5EF4-FFF2-40B4-BE49-F238E27FC236}">
                  <a16:creationId xmlns:a16="http://schemas.microsoft.com/office/drawing/2014/main" id="{1F587743-2C10-2B7B-6B5A-E9B9A2DD291E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6" name="Freeform 10735">
              <a:extLst>
                <a:ext uri="{FF2B5EF4-FFF2-40B4-BE49-F238E27FC236}">
                  <a16:creationId xmlns:a16="http://schemas.microsoft.com/office/drawing/2014/main" id="{69CE936D-DE9D-5FDA-C392-E90B96C04102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7" name="Freeform 10736">
              <a:extLst>
                <a:ext uri="{FF2B5EF4-FFF2-40B4-BE49-F238E27FC236}">
                  <a16:creationId xmlns:a16="http://schemas.microsoft.com/office/drawing/2014/main" id="{778A62F6-1B9F-D4F5-2353-1253407C9B74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8" name="Freeform 10737">
              <a:extLst>
                <a:ext uri="{FF2B5EF4-FFF2-40B4-BE49-F238E27FC236}">
                  <a16:creationId xmlns:a16="http://schemas.microsoft.com/office/drawing/2014/main" id="{4C1B7446-8165-0BB6-FD74-0D8543700713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9" name="Freeform 10738">
              <a:extLst>
                <a:ext uri="{FF2B5EF4-FFF2-40B4-BE49-F238E27FC236}">
                  <a16:creationId xmlns:a16="http://schemas.microsoft.com/office/drawing/2014/main" id="{D39B8C57-843F-6EF6-7F29-E668ADBEB411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0" name="Freeform 10739">
              <a:extLst>
                <a:ext uri="{FF2B5EF4-FFF2-40B4-BE49-F238E27FC236}">
                  <a16:creationId xmlns:a16="http://schemas.microsoft.com/office/drawing/2014/main" id="{EBF91211-375D-DB5F-074A-6D9DA45E3176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1" name="Freeform 10740">
              <a:extLst>
                <a:ext uri="{FF2B5EF4-FFF2-40B4-BE49-F238E27FC236}">
                  <a16:creationId xmlns:a16="http://schemas.microsoft.com/office/drawing/2014/main" id="{E537FE05-9F8F-DB2C-528A-49ED726CDAAB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2" name="Freeform 10741">
              <a:extLst>
                <a:ext uri="{FF2B5EF4-FFF2-40B4-BE49-F238E27FC236}">
                  <a16:creationId xmlns:a16="http://schemas.microsoft.com/office/drawing/2014/main" id="{D8FB183D-0C34-71E8-0D0B-B2E588657823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3" name="Freeform 10742">
              <a:extLst>
                <a:ext uri="{FF2B5EF4-FFF2-40B4-BE49-F238E27FC236}">
                  <a16:creationId xmlns:a16="http://schemas.microsoft.com/office/drawing/2014/main" id="{E39F3200-4F29-6D7F-C19D-B31ADCAFEF49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4" name="Freeform 10743">
              <a:extLst>
                <a:ext uri="{FF2B5EF4-FFF2-40B4-BE49-F238E27FC236}">
                  <a16:creationId xmlns:a16="http://schemas.microsoft.com/office/drawing/2014/main" id="{292D7D73-1983-08AC-6C13-48BA70999C5E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5" name="Freeform 10744">
              <a:extLst>
                <a:ext uri="{FF2B5EF4-FFF2-40B4-BE49-F238E27FC236}">
                  <a16:creationId xmlns:a16="http://schemas.microsoft.com/office/drawing/2014/main" id="{B9C24DE8-4B36-F1A5-57E8-AF8E8D8CF2C1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6" name="Freeform 10745">
              <a:extLst>
                <a:ext uri="{FF2B5EF4-FFF2-40B4-BE49-F238E27FC236}">
                  <a16:creationId xmlns:a16="http://schemas.microsoft.com/office/drawing/2014/main" id="{9A39A708-E719-8E1C-9C3F-0D09C96D2076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7" name="Freeform 10746">
              <a:extLst>
                <a:ext uri="{FF2B5EF4-FFF2-40B4-BE49-F238E27FC236}">
                  <a16:creationId xmlns:a16="http://schemas.microsoft.com/office/drawing/2014/main" id="{B6B902C1-8493-0495-C1B2-0866DE6E3985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8" name="Freeform 10747">
              <a:extLst>
                <a:ext uri="{FF2B5EF4-FFF2-40B4-BE49-F238E27FC236}">
                  <a16:creationId xmlns:a16="http://schemas.microsoft.com/office/drawing/2014/main" id="{7742C0A3-4CBE-D356-0ABE-85D2E2441F02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9" name="Freeform 10748">
              <a:extLst>
                <a:ext uri="{FF2B5EF4-FFF2-40B4-BE49-F238E27FC236}">
                  <a16:creationId xmlns:a16="http://schemas.microsoft.com/office/drawing/2014/main" id="{5D956F4B-3263-4219-6E90-9B730174163D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0" name="Freeform 10749">
              <a:extLst>
                <a:ext uri="{FF2B5EF4-FFF2-40B4-BE49-F238E27FC236}">
                  <a16:creationId xmlns:a16="http://schemas.microsoft.com/office/drawing/2014/main" id="{C7A58FDB-2C36-AA7D-64B6-A9AFD52B365D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1" name="Freeform 10750">
              <a:extLst>
                <a:ext uri="{FF2B5EF4-FFF2-40B4-BE49-F238E27FC236}">
                  <a16:creationId xmlns:a16="http://schemas.microsoft.com/office/drawing/2014/main" id="{FFD81EE5-2597-AD13-B917-664014994A93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2" name="Freeform 10751">
              <a:extLst>
                <a:ext uri="{FF2B5EF4-FFF2-40B4-BE49-F238E27FC236}">
                  <a16:creationId xmlns:a16="http://schemas.microsoft.com/office/drawing/2014/main" id="{EF0337A1-2100-9899-322C-61D83CDE731F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3" name="Freeform 10752">
              <a:extLst>
                <a:ext uri="{FF2B5EF4-FFF2-40B4-BE49-F238E27FC236}">
                  <a16:creationId xmlns:a16="http://schemas.microsoft.com/office/drawing/2014/main" id="{9C672427-8227-727F-2251-6730E1620759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4" name="Freeform 10753">
              <a:extLst>
                <a:ext uri="{FF2B5EF4-FFF2-40B4-BE49-F238E27FC236}">
                  <a16:creationId xmlns:a16="http://schemas.microsoft.com/office/drawing/2014/main" id="{03CC9EED-99C4-1FE9-23CE-F5B5F7361F13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5" name="Freeform 10754">
              <a:extLst>
                <a:ext uri="{FF2B5EF4-FFF2-40B4-BE49-F238E27FC236}">
                  <a16:creationId xmlns:a16="http://schemas.microsoft.com/office/drawing/2014/main" id="{5218E37B-944A-C746-92A2-B466F2E1C314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6" name="Freeform 10755">
              <a:extLst>
                <a:ext uri="{FF2B5EF4-FFF2-40B4-BE49-F238E27FC236}">
                  <a16:creationId xmlns:a16="http://schemas.microsoft.com/office/drawing/2014/main" id="{ACAD49F3-8AC4-4332-57DA-CD4FF7E025C5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7" name="Freeform 10756">
              <a:extLst>
                <a:ext uri="{FF2B5EF4-FFF2-40B4-BE49-F238E27FC236}">
                  <a16:creationId xmlns:a16="http://schemas.microsoft.com/office/drawing/2014/main" id="{0C760BDF-B612-CCB2-4EBC-4D8D7003028F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8" name="Freeform 10757">
              <a:extLst>
                <a:ext uri="{FF2B5EF4-FFF2-40B4-BE49-F238E27FC236}">
                  <a16:creationId xmlns:a16="http://schemas.microsoft.com/office/drawing/2014/main" id="{B2148C38-E83F-FDAA-EA66-965C4D693248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9" name="Freeform 10758">
              <a:extLst>
                <a:ext uri="{FF2B5EF4-FFF2-40B4-BE49-F238E27FC236}">
                  <a16:creationId xmlns:a16="http://schemas.microsoft.com/office/drawing/2014/main" id="{C7EE7E7F-91F7-9801-935A-5C5A371B27EC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0" name="Freeform 10759">
              <a:extLst>
                <a:ext uri="{FF2B5EF4-FFF2-40B4-BE49-F238E27FC236}">
                  <a16:creationId xmlns:a16="http://schemas.microsoft.com/office/drawing/2014/main" id="{D9178B67-4D14-B404-7CF1-0FB0E74E37B6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1" name="Freeform 10760">
              <a:extLst>
                <a:ext uri="{FF2B5EF4-FFF2-40B4-BE49-F238E27FC236}">
                  <a16:creationId xmlns:a16="http://schemas.microsoft.com/office/drawing/2014/main" id="{0C28557A-72FE-4602-92FE-4EF6BFB1C6B6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2" name="Freeform 10761">
              <a:extLst>
                <a:ext uri="{FF2B5EF4-FFF2-40B4-BE49-F238E27FC236}">
                  <a16:creationId xmlns:a16="http://schemas.microsoft.com/office/drawing/2014/main" id="{BFC036CB-3601-42DC-22A5-902AFC348571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3" name="Freeform 10762">
              <a:extLst>
                <a:ext uri="{FF2B5EF4-FFF2-40B4-BE49-F238E27FC236}">
                  <a16:creationId xmlns:a16="http://schemas.microsoft.com/office/drawing/2014/main" id="{0C13FD33-0F63-B2E4-585D-CF72373BDDC4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4" name="Freeform 10763">
              <a:extLst>
                <a:ext uri="{FF2B5EF4-FFF2-40B4-BE49-F238E27FC236}">
                  <a16:creationId xmlns:a16="http://schemas.microsoft.com/office/drawing/2014/main" id="{A9D24C4F-BC1F-DF8E-4616-6016DC1E6CD4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5" name="Freeform 10764">
              <a:extLst>
                <a:ext uri="{FF2B5EF4-FFF2-40B4-BE49-F238E27FC236}">
                  <a16:creationId xmlns:a16="http://schemas.microsoft.com/office/drawing/2014/main" id="{1018182D-64BA-1FDB-5B52-CB677C2C7B5F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6" name="Freeform 10765">
              <a:extLst>
                <a:ext uri="{FF2B5EF4-FFF2-40B4-BE49-F238E27FC236}">
                  <a16:creationId xmlns:a16="http://schemas.microsoft.com/office/drawing/2014/main" id="{D9A55C63-1FCF-D2B3-DE2D-487EE357F37B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7" name="Freeform 10766">
              <a:extLst>
                <a:ext uri="{FF2B5EF4-FFF2-40B4-BE49-F238E27FC236}">
                  <a16:creationId xmlns:a16="http://schemas.microsoft.com/office/drawing/2014/main" id="{DCAA1907-49C1-7DF6-8AF8-ACE641EE14B6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8" name="Freeform 10767">
              <a:extLst>
                <a:ext uri="{FF2B5EF4-FFF2-40B4-BE49-F238E27FC236}">
                  <a16:creationId xmlns:a16="http://schemas.microsoft.com/office/drawing/2014/main" id="{77523EFC-37AC-03E2-4AD8-362CA70DB30C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9" name="Freeform 10768">
              <a:extLst>
                <a:ext uri="{FF2B5EF4-FFF2-40B4-BE49-F238E27FC236}">
                  <a16:creationId xmlns:a16="http://schemas.microsoft.com/office/drawing/2014/main" id="{367D31F9-DD56-B91E-87FE-37B291A1A4A6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0" name="Freeform 10769">
              <a:extLst>
                <a:ext uri="{FF2B5EF4-FFF2-40B4-BE49-F238E27FC236}">
                  <a16:creationId xmlns:a16="http://schemas.microsoft.com/office/drawing/2014/main" id="{802866E0-DA7B-736B-7638-BFE31970A18C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1" name="Freeform 10770">
              <a:extLst>
                <a:ext uri="{FF2B5EF4-FFF2-40B4-BE49-F238E27FC236}">
                  <a16:creationId xmlns:a16="http://schemas.microsoft.com/office/drawing/2014/main" id="{5A947180-7EC1-9E8F-E16E-E81F406D2AAA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2" name="Freeform 10771">
              <a:extLst>
                <a:ext uri="{FF2B5EF4-FFF2-40B4-BE49-F238E27FC236}">
                  <a16:creationId xmlns:a16="http://schemas.microsoft.com/office/drawing/2014/main" id="{1D2F0188-CA3E-A173-52DB-9711AB2F48DA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3" name="Freeform 10772">
              <a:extLst>
                <a:ext uri="{FF2B5EF4-FFF2-40B4-BE49-F238E27FC236}">
                  <a16:creationId xmlns:a16="http://schemas.microsoft.com/office/drawing/2014/main" id="{7B898C21-4921-D8D6-3E0A-2EFA129F818E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4" name="Freeform 10773">
              <a:extLst>
                <a:ext uri="{FF2B5EF4-FFF2-40B4-BE49-F238E27FC236}">
                  <a16:creationId xmlns:a16="http://schemas.microsoft.com/office/drawing/2014/main" id="{0CF69DBA-4321-4472-847A-FAEA7868D51D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5" name="Freeform 10774">
              <a:extLst>
                <a:ext uri="{FF2B5EF4-FFF2-40B4-BE49-F238E27FC236}">
                  <a16:creationId xmlns:a16="http://schemas.microsoft.com/office/drawing/2014/main" id="{A129016D-40B2-4756-3CB7-93F461FBF9CD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6" name="Freeform 10775">
              <a:extLst>
                <a:ext uri="{FF2B5EF4-FFF2-40B4-BE49-F238E27FC236}">
                  <a16:creationId xmlns:a16="http://schemas.microsoft.com/office/drawing/2014/main" id="{D164F7F0-7DCB-BD88-5F36-3CCE4A632B3E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7" name="Freeform 10776">
              <a:extLst>
                <a:ext uri="{FF2B5EF4-FFF2-40B4-BE49-F238E27FC236}">
                  <a16:creationId xmlns:a16="http://schemas.microsoft.com/office/drawing/2014/main" id="{357B1EAF-2BD3-C667-EE70-440C6CBA0A14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8" name="Freeform 10777">
              <a:extLst>
                <a:ext uri="{FF2B5EF4-FFF2-40B4-BE49-F238E27FC236}">
                  <a16:creationId xmlns:a16="http://schemas.microsoft.com/office/drawing/2014/main" id="{E962B483-CBB5-CC5A-A55E-D58851BA3C96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9" name="Freeform 10778">
              <a:extLst>
                <a:ext uri="{FF2B5EF4-FFF2-40B4-BE49-F238E27FC236}">
                  <a16:creationId xmlns:a16="http://schemas.microsoft.com/office/drawing/2014/main" id="{78E5E236-29CA-44F7-3D1D-968A25F5BC23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0" name="Freeform 10779">
              <a:extLst>
                <a:ext uri="{FF2B5EF4-FFF2-40B4-BE49-F238E27FC236}">
                  <a16:creationId xmlns:a16="http://schemas.microsoft.com/office/drawing/2014/main" id="{B7704BC0-968E-B0CB-9A4F-3F9FD1C0A4A6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1" name="Freeform 10780">
              <a:extLst>
                <a:ext uri="{FF2B5EF4-FFF2-40B4-BE49-F238E27FC236}">
                  <a16:creationId xmlns:a16="http://schemas.microsoft.com/office/drawing/2014/main" id="{86EFEE39-650A-242F-A0F3-EE87A21F348A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2" name="Freeform 10781">
              <a:extLst>
                <a:ext uri="{FF2B5EF4-FFF2-40B4-BE49-F238E27FC236}">
                  <a16:creationId xmlns:a16="http://schemas.microsoft.com/office/drawing/2014/main" id="{509106BA-EF14-9B4E-CC38-CD5726A74B94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3" name="Freeform 10782">
              <a:extLst>
                <a:ext uri="{FF2B5EF4-FFF2-40B4-BE49-F238E27FC236}">
                  <a16:creationId xmlns:a16="http://schemas.microsoft.com/office/drawing/2014/main" id="{5CB7A580-EC50-8143-D52D-9169E8B0C06B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4" name="Freeform 10783">
              <a:extLst>
                <a:ext uri="{FF2B5EF4-FFF2-40B4-BE49-F238E27FC236}">
                  <a16:creationId xmlns:a16="http://schemas.microsoft.com/office/drawing/2014/main" id="{902394B2-4B46-14C7-F094-A890F10EE8FB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5" name="Freeform 10784">
              <a:extLst>
                <a:ext uri="{FF2B5EF4-FFF2-40B4-BE49-F238E27FC236}">
                  <a16:creationId xmlns:a16="http://schemas.microsoft.com/office/drawing/2014/main" id="{B2522AFA-ADC4-3011-4593-C8A65DEE4DF6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6" name="Freeform 10785">
              <a:extLst>
                <a:ext uri="{FF2B5EF4-FFF2-40B4-BE49-F238E27FC236}">
                  <a16:creationId xmlns:a16="http://schemas.microsoft.com/office/drawing/2014/main" id="{658AD181-33C3-2346-63A1-D3C5B4C58883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7" name="Freeform 10786">
              <a:extLst>
                <a:ext uri="{FF2B5EF4-FFF2-40B4-BE49-F238E27FC236}">
                  <a16:creationId xmlns:a16="http://schemas.microsoft.com/office/drawing/2014/main" id="{2BCC84AE-B59C-A58F-74E8-F33265265C74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8" name="Freeform 10787">
              <a:extLst>
                <a:ext uri="{FF2B5EF4-FFF2-40B4-BE49-F238E27FC236}">
                  <a16:creationId xmlns:a16="http://schemas.microsoft.com/office/drawing/2014/main" id="{52994A35-DA96-4F01-9471-92472A56AA27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9" name="Freeform 10788">
              <a:extLst>
                <a:ext uri="{FF2B5EF4-FFF2-40B4-BE49-F238E27FC236}">
                  <a16:creationId xmlns:a16="http://schemas.microsoft.com/office/drawing/2014/main" id="{88463C84-0594-17CB-2EE3-3D2FCEEE57D2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0" name="Freeform 10789">
              <a:extLst>
                <a:ext uri="{FF2B5EF4-FFF2-40B4-BE49-F238E27FC236}">
                  <a16:creationId xmlns:a16="http://schemas.microsoft.com/office/drawing/2014/main" id="{9BB0AF14-D2AF-5B60-B212-3A85B344EB08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1" name="Freeform 10790">
              <a:extLst>
                <a:ext uri="{FF2B5EF4-FFF2-40B4-BE49-F238E27FC236}">
                  <a16:creationId xmlns:a16="http://schemas.microsoft.com/office/drawing/2014/main" id="{9FB80215-647D-210C-8105-8F2EAF7F497F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2" name="Freeform 10791">
              <a:extLst>
                <a:ext uri="{FF2B5EF4-FFF2-40B4-BE49-F238E27FC236}">
                  <a16:creationId xmlns:a16="http://schemas.microsoft.com/office/drawing/2014/main" id="{D1659548-B5FC-E39A-A2DF-F12E0425BDF8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3" name="Freeform 10792">
              <a:extLst>
                <a:ext uri="{FF2B5EF4-FFF2-40B4-BE49-F238E27FC236}">
                  <a16:creationId xmlns:a16="http://schemas.microsoft.com/office/drawing/2014/main" id="{C7E89484-061A-6B8A-53AA-632097355AE7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4" name="Freeform 10793">
              <a:extLst>
                <a:ext uri="{FF2B5EF4-FFF2-40B4-BE49-F238E27FC236}">
                  <a16:creationId xmlns:a16="http://schemas.microsoft.com/office/drawing/2014/main" id="{2D6707FD-8BA6-D375-8634-A6CA0F31442E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666" name="Group 11665">
            <a:extLst>
              <a:ext uri="{FF2B5EF4-FFF2-40B4-BE49-F238E27FC236}">
                <a16:creationId xmlns:a16="http://schemas.microsoft.com/office/drawing/2014/main" id="{8BB0647C-7AE4-60E2-EDC1-36D87361BBEE}"/>
              </a:ext>
            </a:extLst>
          </p:cNvPr>
          <p:cNvGrpSpPr>
            <a:grpSpLocks noChangeAspect="1"/>
          </p:cNvGrpSpPr>
          <p:nvPr/>
        </p:nvGrpSpPr>
        <p:grpSpPr>
          <a:xfrm>
            <a:off x="5854153" y="8994484"/>
            <a:ext cx="170011" cy="274320"/>
            <a:chOff x="5739883" y="1855754"/>
            <a:chExt cx="2424275" cy="4513338"/>
          </a:xfrm>
        </p:grpSpPr>
        <p:sp>
          <p:nvSpPr>
            <p:cNvPr id="11667" name="Freeform 11666">
              <a:extLst>
                <a:ext uri="{FF2B5EF4-FFF2-40B4-BE49-F238E27FC236}">
                  <a16:creationId xmlns:a16="http://schemas.microsoft.com/office/drawing/2014/main" id="{E15FF132-F250-8F8E-FFA4-B856AD492432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68" name="Freeform 11667">
              <a:extLst>
                <a:ext uri="{FF2B5EF4-FFF2-40B4-BE49-F238E27FC236}">
                  <a16:creationId xmlns:a16="http://schemas.microsoft.com/office/drawing/2014/main" id="{4C7B8DEA-FA3F-FD05-E5F1-20D1C812071E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69" name="Freeform 11668">
              <a:extLst>
                <a:ext uri="{FF2B5EF4-FFF2-40B4-BE49-F238E27FC236}">
                  <a16:creationId xmlns:a16="http://schemas.microsoft.com/office/drawing/2014/main" id="{5879B24A-FFD2-6358-5873-1943852CA214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0" name="Freeform 11669">
              <a:extLst>
                <a:ext uri="{FF2B5EF4-FFF2-40B4-BE49-F238E27FC236}">
                  <a16:creationId xmlns:a16="http://schemas.microsoft.com/office/drawing/2014/main" id="{42E3A3C6-944A-741F-624B-6A6771CE1A22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1" name="Freeform 11670">
              <a:extLst>
                <a:ext uri="{FF2B5EF4-FFF2-40B4-BE49-F238E27FC236}">
                  <a16:creationId xmlns:a16="http://schemas.microsoft.com/office/drawing/2014/main" id="{383B0620-87E0-FBAD-CBCB-EBD56C8A8F77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2" name="Freeform 11671">
              <a:extLst>
                <a:ext uri="{FF2B5EF4-FFF2-40B4-BE49-F238E27FC236}">
                  <a16:creationId xmlns:a16="http://schemas.microsoft.com/office/drawing/2014/main" id="{C2E9014C-586A-79C1-C551-121EB3D4CEA8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3" name="Freeform 11672">
              <a:extLst>
                <a:ext uri="{FF2B5EF4-FFF2-40B4-BE49-F238E27FC236}">
                  <a16:creationId xmlns:a16="http://schemas.microsoft.com/office/drawing/2014/main" id="{C83AFE9F-C9A4-E417-B4F4-D9FEFF7A30C8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4" name="Freeform 11673">
              <a:extLst>
                <a:ext uri="{FF2B5EF4-FFF2-40B4-BE49-F238E27FC236}">
                  <a16:creationId xmlns:a16="http://schemas.microsoft.com/office/drawing/2014/main" id="{A49908B4-1BE5-3546-1F08-B9DC3AECBCBF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5" name="Freeform 11674">
              <a:extLst>
                <a:ext uri="{FF2B5EF4-FFF2-40B4-BE49-F238E27FC236}">
                  <a16:creationId xmlns:a16="http://schemas.microsoft.com/office/drawing/2014/main" id="{1C7D0FF5-8670-E4E8-40A0-696555713683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6" name="Freeform 11675">
              <a:extLst>
                <a:ext uri="{FF2B5EF4-FFF2-40B4-BE49-F238E27FC236}">
                  <a16:creationId xmlns:a16="http://schemas.microsoft.com/office/drawing/2014/main" id="{272A0FC4-0F5E-D74E-689E-B96ECE3538AB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7" name="Freeform 11676">
              <a:extLst>
                <a:ext uri="{FF2B5EF4-FFF2-40B4-BE49-F238E27FC236}">
                  <a16:creationId xmlns:a16="http://schemas.microsoft.com/office/drawing/2014/main" id="{C4983BBE-F7ED-37B5-932F-1D29F3B73FDF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8" name="Freeform 11677">
              <a:extLst>
                <a:ext uri="{FF2B5EF4-FFF2-40B4-BE49-F238E27FC236}">
                  <a16:creationId xmlns:a16="http://schemas.microsoft.com/office/drawing/2014/main" id="{00F0C2A9-301D-6A56-5BA9-71F7C7B2ACBE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79" name="Freeform 11678">
              <a:extLst>
                <a:ext uri="{FF2B5EF4-FFF2-40B4-BE49-F238E27FC236}">
                  <a16:creationId xmlns:a16="http://schemas.microsoft.com/office/drawing/2014/main" id="{E01454D6-AAB5-62EE-413E-7FADF497A9CC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0" name="Freeform 11679">
              <a:extLst>
                <a:ext uri="{FF2B5EF4-FFF2-40B4-BE49-F238E27FC236}">
                  <a16:creationId xmlns:a16="http://schemas.microsoft.com/office/drawing/2014/main" id="{E2E1565F-35F7-7408-F52B-3B084F50564E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1" name="Freeform 11680">
              <a:extLst>
                <a:ext uri="{FF2B5EF4-FFF2-40B4-BE49-F238E27FC236}">
                  <a16:creationId xmlns:a16="http://schemas.microsoft.com/office/drawing/2014/main" id="{2AC2331C-E8F7-1F11-CAB6-3C067A6935D0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2" name="Freeform 11681">
              <a:extLst>
                <a:ext uri="{FF2B5EF4-FFF2-40B4-BE49-F238E27FC236}">
                  <a16:creationId xmlns:a16="http://schemas.microsoft.com/office/drawing/2014/main" id="{ED42BBCD-0DE3-2F3F-C1FB-829151B3754C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3" name="Freeform 11682">
              <a:extLst>
                <a:ext uri="{FF2B5EF4-FFF2-40B4-BE49-F238E27FC236}">
                  <a16:creationId xmlns:a16="http://schemas.microsoft.com/office/drawing/2014/main" id="{B06A1829-4873-3E10-442E-3789D960F91B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4" name="Freeform 11683">
              <a:extLst>
                <a:ext uri="{FF2B5EF4-FFF2-40B4-BE49-F238E27FC236}">
                  <a16:creationId xmlns:a16="http://schemas.microsoft.com/office/drawing/2014/main" id="{CC9A2377-C515-5E4A-B9B3-7010D6D97DC2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5" name="Freeform 11684">
              <a:extLst>
                <a:ext uri="{FF2B5EF4-FFF2-40B4-BE49-F238E27FC236}">
                  <a16:creationId xmlns:a16="http://schemas.microsoft.com/office/drawing/2014/main" id="{81CB6EA6-8291-DB12-51D2-217EB0C54EA6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6" name="Freeform 11685">
              <a:extLst>
                <a:ext uri="{FF2B5EF4-FFF2-40B4-BE49-F238E27FC236}">
                  <a16:creationId xmlns:a16="http://schemas.microsoft.com/office/drawing/2014/main" id="{ECBD75C5-A28F-6658-D8CB-4D47FB279923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7" name="Freeform 11686">
              <a:extLst>
                <a:ext uri="{FF2B5EF4-FFF2-40B4-BE49-F238E27FC236}">
                  <a16:creationId xmlns:a16="http://schemas.microsoft.com/office/drawing/2014/main" id="{71C8FAED-DB33-A5C3-AE18-FB7AE0BE80AB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8" name="Freeform 11687">
              <a:extLst>
                <a:ext uri="{FF2B5EF4-FFF2-40B4-BE49-F238E27FC236}">
                  <a16:creationId xmlns:a16="http://schemas.microsoft.com/office/drawing/2014/main" id="{9CC353A2-27B5-E526-E0C0-458308E54CC7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89" name="Freeform 11688">
              <a:extLst>
                <a:ext uri="{FF2B5EF4-FFF2-40B4-BE49-F238E27FC236}">
                  <a16:creationId xmlns:a16="http://schemas.microsoft.com/office/drawing/2014/main" id="{49DC9692-37E1-6FF1-D69D-2D9A158BAE87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0" name="Freeform 11689">
              <a:extLst>
                <a:ext uri="{FF2B5EF4-FFF2-40B4-BE49-F238E27FC236}">
                  <a16:creationId xmlns:a16="http://schemas.microsoft.com/office/drawing/2014/main" id="{7107DC3A-ABA6-C5E6-D9C9-D8105E6B7D88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1" name="Freeform 11690">
              <a:extLst>
                <a:ext uri="{FF2B5EF4-FFF2-40B4-BE49-F238E27FC236}">
                  <a16:creationId xmlns:a16="http://schemas.microsoft.com/office/drawing/2014/main" id="{7D7BA5D2-9DC9-E1DE-2270-F68E9B619D96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2" name="Freeform 11691">
              <a:extLst>
                <a:ext uri="{FF2B5EF4-FFF2-40B4-BE49-F238E27FC236}">
                  <a16:creationId xmlns:a16="http://schemas.microsoft.com/office/drawing/2014/main" id="{C41C3C35-E414-6D73-EDE8-F1244BD6EAC4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3" name="Freeform 11692">
              <a:extLst>
                <a:ext uri="{FF2B5EF4-FFF2-40B4-BE49-F238E27FC236}">
                  <a16:creationId xmlns:a16="http://schemas.microsoft.com/office/drawing/2014/main" id="{5CDB6466-FE8F-47A3-DB3B-DEF6C0D6ADB7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4" name="Freeform 11693">
              <a:extLst>
                <a:ext uri="{FF2B5EF4-FFF2-40B4-BE49-F238E27FC236}">
                  <a16:creationId xmlns:a16="http://schemas.microsoft.com/office/drawing/2014/main" id="{E571D3C8-63B1-8485-09A0-B669221B90EB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5" name="Freeform 11694">
              <a:extLst>
                <a:ext uri="{FF2B5EF4-FFF2-40B4-BE49-F238E27FC236}">
                  <a16:creationId xmlns:a16="http://schemas.microsoft.com/office/drawing/2014/main" id="{272A67E5-79F7-68A3-498F-49CF73A587C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6" name="Freeform 11695">
              <a:extLst>
                <a:ext uri="{FF2B5EF4-FFF2-40B4-BE49-F238E27FC236}">
                  <a16:creationId xmlns:a16="http://schemas.microsoft.com/office/drawing/2014/main" id="{E5182D57-7359-B995-EBB8-B7D376335613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7" name="Freeform 11696">
              <a:extLst>
                <a:ext uri="{FF2B5EF4-FFF2-40B4-BE49-F238E27FC236}">
                  <a16:creationId xmlns:a16="http://schemas.microsoft.com/office/drawing/2014/main" id="{93B2C3CF-F6DA-D50D-A9BE-77AF5D1F82FF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8" name="Freeform 11697">
              <a:extLst>
                <a:ext uri="{FF2B5EF4-FFF2-40B4-BE49-F238E27FC236}">
                  <a16:creationId xmlns:a16="http://schemas.microsoft.com/office/drawing/2014/main" id="{5AC5676B-46C5-71A9-48F8-4E9B8F40657D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99" name="Freeform 11698">
              <a:extLst>
                <a:ext uri="{FF2B5EF4-FFF2-40B4-BE49-F238E27FC236}">
                  <a16:creationId xmlns:a16="http://schemas.microsoft.com/office/drawing/2014/main" id="{07093533-9C6D-82C8-527E-4996732AB22E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0" name="Freeform 11699">
              <a:extLst>
                <a:ext uri="{FF2B5EF4-FFF2-40B4-BE49-F238E27FC236}">
                  <a16:creationId xmlns:a16="http://schemas.microsoft.com/office/drawing/2014/main" id="{7BED8AEE-6A4D-DD17-528E-8999D16DCF03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1" name="Freeform 11700">
              <a:extLst>
                <a:ext uri="{FF2B5EF4-FFF2-40B4-BE49-F238E27FC236}">
                  <a16:creationId xmlns:a16="http://schemas.microsoft.com/office/drawing/2014/main" id="{AE1F0D4D-B687-7C34-8EC4-B96708F927A9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2" name="Freeform 11701">
              <a:extLst>
                <a:ext uri="{FF2B5EF4-FFF2-40B4-BE49-F238E27FC236}">
                  <a16:creationId xmlns:a16="http://schemas.microsoft.com/office/drawing/2014/main" id="{63B4260E-612F-0FCF-305C-98AA22A48FBB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3" name="Freeform 11702">
              <a:extLst>
                <a:ext uri="{FF2B5EF4-FFF2-40B4-BE49-F238E27FC236}">
                  <a16:creationId xmlns:a16="http://schemas.microsoft.com/office/drawing/2014/main" id="{70518291-C52F-5B9E-C154-2DB20E12E7C4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4" name="Freeform 11703">
              <a:extLst>
                <a:ext uri="{FF2B5EF4-FFF2-40B4-BE49-F238E27FC236}">
                  <a16:creationId xmlns:a16="http://schemas.microsoft.com/office/drawing/2014/main" id="{B1B95F6B-6A77-4DAA-5F54-A716627098AE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5" name="Freeform 11704">
              <a:extLst>
                <a:ext uri="{FF2B5EF4-FFF2-40B4-BE49-F238E27FC236}">
                  <a16:creationId xmlns:a16="http://schemas.microsoft.com/office/drawing/2014/main" id="{4E658E02-D4C5-FCB1-A28B-69A6A6249798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6" name="Freeform 11705">
              <a:extLst>
                <a:ext uri="{FF2B5EF4-FFF2-40B4-BE49-F238E27FC236}">
                  <a16:creationId xmlns:a16="http://schemas.microsoft.com/office/drawing/2014/main" id="{B1BC3584-02C6-FC64-A7B9-784F257A1BC1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7" name="Freeform 11706">
              <a:extLst>
                <a:ext uri="{FF2B5EF4-FFF2-40B4-BE49-F238E27FC236}">
                  <a16:creationId xmlns:a16="http://schemas.microsoft.com/office/drawing/2014/main" id="{70A4E2F4-46CC-E114-A684-ED7F334364A9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8" name="Freeform 11707">
              <a:extLst>
                <a:ext uri="{FF2B5EF4-FFF2-40B4-BE49-F238E27FC236}">
                  <a16:creationId xmlns:a16="http://schemas.microsoft.com/office/drawing/2014/main" id="{F719B85A-9F93-C79D-EE41-7C4A7FB3805D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9" name="Freeform 11708">
              <a:extLst>
                <a:ext uri="{FF2B5EF4-FFF2-40B4-BE49-F238E27FC236}">
                  <a16:creationId xmlns:a16="http://schemas.microsoft.com/office/drawing/2014/main" id="{59EBEFAD-31FB-2612-249E-4C959A01E5CF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0" name="Freeform 11709">
              <a:extLst>
                <a:ext uri="{FF2B5EF4-FFF2-40B4-BE49-F238E27FC236}">
                  <a16:creationId xmlns:a16="http://schemas.microsoft.com/office/drawing/2014/main" id="{50285716-3552-4A3A-6726-412DE1793F89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1" name="Freeform 11710">
              <a:extLst>
                <a:ext uri="{FF2B5EF4-FFF2-40B4-BE49-F238E27FC236}">
                  <a16:creationId xmlns:a16="http://schemas.microsoft.com/office/drawing/2014/main" id="{9A8E3FBD-2C37-0A68-C2CD-6D72319213DC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2" name="Freeform 11711">
              <a:extLst>
                <a:ext uri="{FF2B5EF4-FFF2-40B4-BE49-F238E27FC236}">
                  <a16:creationId xmlns:a16="http://schemas.microsoft.com/office/drawing/2014/main" id="{2D040B48-E3C0-9E7E-BB15-50D6D98611D0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3" name="Freeform 11712">
              <a:extLst>
                <a:ext uri="{FF2B5EF4-FFF2-40B4-BE49-F238E27FC236}">
                  <a16:creationId xmlns:a16="http://schemas.microsoft.com/office/drawing/2014/main" id="{04D5A948-0B8E-C921-0962-6F06446DF6BB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4" name="Freeform 11713">
              <a:extLst>
                <a:ext uri="{FF2B5EF4-FFF2-40B4-BE49-F238E27FC236}">
                  <a16:creationId xmlns:a16="http://schemas.microsoft.com/office/drawing/2014/main" id="{DD79B062-3343-9ADE-3612-1E9DB4EFAD48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5" name="Freeform 11714">
              <a:extLst>
                <a:ext uri="{FF2B5EF4-FFF2-40B4-BE49-F238E27FC236}">
                  <a16:creationId xmlns:a16="http://schemas.microsoft.com/office/drawing/2014/main" id="{189C95AF-5057-B4C7-BB1E-D35E7C22C1BC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6" name="Freeform 11715">
              <a:extLst>
                <a:ext uri="{FF2B5EF4-FFF2-40B4-BE49-F238E27FC236}">
                  <a16:creationId xmlns:a16="http://schemas.microsoft.com/office/drawing/2014/main" id="{588B1FCB-3F33-2231-ABCB-87F837B1A0D8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7" name="Freeform 11716">
              <a:extLst>
                <a:ext uri="{FF2B5EF4-FFF2-40B4-BE49-F238E27FC236}">
                  <a16:creationId xmlns:a16="http://schemas.microsoft.com/office/drawing/2014/main" id="{B4617EFE-F996-4D7A-7CAE-F133B9199A16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8" name="Freeform 11717">
              <a:extLst>
                <a:ext uri="{FF2B5EF4-FFF2-40B4-BE49-F238E27FC236}">
                  <a16:creationId xmlns:a16="http://schemas.microsoft.com/office/drawing/2014/main" id="{3AA0077A-815F-E7AD-611E-BF2D3938F540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9" name="Freeform 11718">
              <a:extLst>
                <a:ext uri="{FF2B5EF4-FFF2-40B4-BE49-F238E27FC236}">
                  <a16:creationId xmlns:a16="http://schemas.microsoft.com/office/drawing/2014/main" id="{A301CA74-FC39-0356-4D1B-43F5F65BD141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0" name="Freeform 11719">
              <a:extLst>
                <a:ext uri="{FF2B5EF4-FFF2-40B4-BE49-F238E27FC236}">
                  <a16:creationId xmlns:a16="http://schemas.microsoft.com/office/drawing/2014/main" id="{4CCB79B3-C4A2-8492-C1B5-A99B7063C896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1" name="Freeform 11720">
              <a:extLst>
                <a:ext uri="{FF2B5EF4-FFF2-40B4-BE49-F238E27FC236}">
                  <a16:creationId xmlns:a16="http://schemas.microsoft.com/office/drawing/2014/main" id="{D7CD1206-5320-CA36-75D6-C49693074243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2" name="Freeform 11721">
              <a:extLst>
                <a:ext uri="{FF2B5EF4-FFF2-40B4-BE49-F238E27FC236}">
                  <a16:creationId xmlns:a16="http://schemas.microsoft.com/office/drawing/2014/main" id="{16B610C5-653B-D707-A882-51F41A01166A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3" name="Freeform 11722">
              <a:extLst>
                <a:ext uri="{FF2B5EF4-FFF2-40B4-BE49-F238E27FC236}">
                  <a16:creationId xmlns:a16="http://schemas.microsoft.com/office/drawing/2014/main" id="{C30B6FAF-355C-ACBA-CB67-BF8B058CF4AB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4" name="Freeform 11723">
              <a:extLst>
                <a:ext uri="{FF2B5EF4-FFF2-40B4-BE49-F238E27FC236}">
                  <a16:creationId xmlns:a16="http://schemas.microsoft.com/office/drawing/2014/main" id="{88974D13-83D3-7F96-4C3B-4842A3CC27AF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5" name="Freeform 11724">
              <a:extLst>
                <a:ext uri="{FF2B5EF4-FFF2-40B4-BE49-F238E27FC236}">
                  <a16:creationId xmlns:a16="http://schemas.microsoft.com/office/drawing/2014/main" id="{35EE9BED-C2DA-C01C-0EC4-27AD6E406958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6" name="Freeform 11725">
              <a:extLst>
                <a:ext uri="{FF2B5EF4-FFF2-40B4-BE49-F238E27FC236}">
                  <a16:creationId xmlns:a16="http://schemas.microsoft.com/office/drawing/2014/main" id="{0F5B1C6D-83F2-4EAE-97ED-458D5F551ED5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7" name="Freeform 11726">
              <a:extLst>
                <a:ext uri="{FF2B5EF4-FFF2-40B4-BE49-F238E27FC236}">
                  <a16:creationId xmlns:a16="http://schemas.microsoft.com/office/drawing/2014/main" id="{740887E6-C215-C2BD-A3A6-A5088501C373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8" name="Freeform 11727">
              <a:extLst>
                <a:ext uri="{FF2B5EF4-FFF2-40B4-BE49-F238E27FC236}">
                  <a16:creationId xmlns:a16="http://schemas.microsoft.com/office/drawing/2014/main" id="{50009956-CDA4-AD43-C160-2C406D1BA642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29" name="Freeform 11728">
              <a:extLst>
                <a:ext uri="{FF2B5EF4-FFF2-40B4-BE49-F238E27FC236}">
                  <a16:creationId xmlns:a16="http://schemas.microsoft.com/office/drawing/2014/main" id="{A06F8D17-8FD8-233C-2CC6-7FA22CA9545C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0" name="Freeform 11729">
              <a:extLst>
                <a:ext uri="{FF2B5EF4-FFF2-40B4-BE49-F238E27FC236}">
                  <a16:creationId xmlns:a16="http://schemas.microsoft.com/office/drawing/2014/main" id="{F088656A-7D4F-3269-A877-4BC863FE3E38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1" name="Freeform 11730">
              <a:extLst>
                <a:ext uri="{FF2B5EF4-FFF2-40B4-BE49-F238E27FC236}">
                  <a16:creationId xmlns:a16="http://schemas.microsoft.com/office/drawing/2014/main" id="{AD7599F3-8DC6-855C-8382-9A591F3720D3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2" name="Freeform 11731">
              <a:extLst>
                <a:ext uri="{FF2B5EF4-FFF2-40B4-BE49-F238E27FC236}">
                  <a16:creationId xmlns:a16="http://schemas.microsoft.com/office/drawing/2014/main" id="{BB5046FF-DCDC-731E-058A-528FC3D7B733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3" name="Freeform 11732">
              <a:extLst>
                <a:ext uri="{FF2B5EF4-FFF2-40B4-BE49-F238E27FC236}">
                  <a16:creationId xmlns:a16="http://schemas.microsoft.com/office/drawing/2014/main" id="{C46A82DB-B725-157F-2576-CCFE4725B77F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4" name="Freeform 11733">
              <a:extLst>
                <a:ext uri="{FF2B5EF4-FFF2-40B4-BE49-F238E27FC236}">
                  <a16:creationId xmlns:a16="http://schemas.microsoft.com/office/drawing/2014/main" id="{11DB6AF2-E290-36D3-D9B9-A6656A06CB4B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5" name="Freeform 11734">
              <a:extLst>
                <a:ext uri="{FF2B5EF4-FFF2-40B4-BE49-F238E27FC236}">
                  <a16:creationId xmlns:a16="http://schemas.microsoft.com/office/drawing/2014/main" id="{59F72181-6D13-2185-C868-953C021F0674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6" name="Freeform 11735">
              <a:extLst>
                <a:ext uri="{FF2B5EF4-FFF2-40B4-BE49-F238E27FC236}">
                  <a16:creationId xmlns:a16="http://schemas.microsoft.com/office/drawing/2014/main" id="{BF047F85-EF87-D897-35C7-4E4D9D5D8FD5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7" name="Freeform 11736">
              <a:extLst>
                <a:ext uri="{FF2B5EF4-FFF2-40B4-BE49-F238E27FC236}">
                  <a16:creationId xmlns:a16="http://schemas.microsoft.com/office/drawing/2014/main" id="{615C968E-0E49-4B6F-449C-B6E7219EE1BF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8" name="Freeform 11737">
              <a:extLst>
                <a:ext uri="{FF2B5EF4-FFF2-40B4-BE49-F238E27FC236}">
                  <a16:creationId xmlns:a16="http://schemas.microsoft.com/office/drawing/2014/main" id="{FD1DD454-22D0-BAC8-0BF6-FCA74E175EBE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39" name="Freeform 11738">
              <a:extLst>
                <a:ext uri="{FF2B5EF4-FFF2-40B4-BE49-F238E27FC236}">
                  <a16:creationId xmlns:a16="http://schemas.microsoft.com/office/drawing/2014/main" id="{4C71C618-8776-D5F9-7DFC-893A7A378ED5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0" name="Freeform 11739">
              <a:extLst>
                <a:ext uri="{FF2B5EF4-FFF2-40B4-BE49-F238E27FC236}">
                  <a16:creationId xmlns:a16="http://schemas.microsoft.com/office/drawing/2014/main" id="{213A5A5C-5259-BCDC-791D-B8F32FFBB43A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1" name="Freeform 11740">
              <a:extLst>
                <a:ext uri="{FF2B5EF4-FFF2-40B4-BE49-F238E27FC236}">
                  <a16:creationId xmlns:a16="http://schemas.microsoft.com/office/drawing/2014/main" id="{FDF66C7B-2074-C69D-635C-FD617B07CED0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2" name="Freeform 11741">
              <a:extLst>
                <a:ext uri="{FF2B5EF4-FFF2-40B4-BE49-F238E27FC236}">
                  <a16:creationId xmlns:a16="http://schemas.microsoft.com/office/drawing/2014/main" id="{44C05DF5-45A7-17C8-2769-0E212DA5EF57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3" name="Freeform 11742">
              <a:extLst>
                <a:ext uri="{FF2B5EF4-FFF2-40B4-BE49-F238E27FC236}">
                  <a16:creationId xmlns:a16="http://schemas.microsoft.com/office/drawing/2014/main" id="{2923F614-24D7-1E33-5461-CD9A8057DC56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4" name="Freeform 11743">
              <a:extLst>
                <a:ext uri="{FF2B5EF4-FFF2-40B4-BE49-F238E27FC236}">
                  <a16:creationId xmlns:a16="http://schemas.microsoft.com/office/drawing/2014/main" id="{F709BA0A-5BC7-1D0A-F82B-2918733C2030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5" name="Freeform 11744">
              <a:extLst>
                <a:ext uri="{FF2B5EF4-FFF2-40B4-BE49-F238E27FC236}">
                  <a16:creationId xmlns:a16="http://schemas.microsoft.com/office/drawing/2014/main" id="{299E11ED-8DD7-0D07-BB9B-99C713DD0C2D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6" name="Freeform 11745">
              <a:extLst>
                <a:ext uri="{FF2B5EF4-FFF2-40B4-BE49-F238E27FC236}">
                  <a16:creationId xmlns:a16="http://schemas.microsoft.com/office/drawing/2014/main" id="{CB66C884-D7E7-9D41-8B4E-16F7942ACF16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7" name="Freeform 11746">
              <a:extLst>
                <a:ext uri="{FF2B5EF4-FFF2-40B4-BE49-F238E27FC236}">
                  <a16:creationId xmlns:a16="http://schemas.microsoft.com/office/drawing/2014/main" id="{C46F9BD4-AB92-E69A-73DD-4F3E86256F79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8" name="Freeform 11747">
              <a:extLst>
                <a:ext uri="{FF2B5EF4-FFF2-40B4-BE49-F238E27FC236}">
                  <a16:creationId xmlns:a16="http://schemas.microsoft.com/office/drawing/2014/main" id="{7C0714EF-582F-B5BE-9E5B-46826EB88793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49" name="Freeform 11748">
              <a:extLst>
                <a:ext uri="{FF2B5EF4-FFF2-40B4-BE49-F238E27FC236}">
                  <a16:creationId xmlns:a16="http://schemas.microsoft.com/office/drawing/2014/main" id="{01720211-E57F-7395-2299-255D98482820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0" name="Freeform 11749">
              <a:extLst>
                <a:ext uri="{FF2B5EF4-FFF2-40B4-BE49-F238E27FC236}">
                  <a16:creationId xmlns:a16="http://schemas.microsoft.com/office/drawing/2014/main" id="{351302C4-F29F-2CFA-321B-1C67E0694312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1" name="Freeform 11750">
              <a:extLst>
                <a:ext uri="{FF2B5EF4-FFF2-40B4-BE49-F238E27FC236}">
                  <a16:creationId xmlns:a16="http://schemas.microsoft.com/office/drawing/2014/main" id="{4BF54EC0-1F5F-84D4-28E8-48A06D272271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2" name="Freeform 11751">
              <a:extLst>
                <a:ext uri="{FF2B5EF4-FFF2-40B4-BE49-F238E27FC236}">
                  <a16:creationId xmlns:a16="http://schemas.microsoft.com/office/drawing/2014/main" id="{0F9AFB95-8C99-A5A1-50C2-EECACF6E4E8E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3" name="Freeform 11752">
              <a:extLst>
                <a:ext uri="{FF2B5EF4-FFF2-40B4-BE49-F238E27FC236}">
                  <a16:creationId xmlns:a16="http://schemas.microsoft.com/office/drawing/2014/main" id="{FDBC57F8-71DD-FB49-1B07-67920419D84B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4" name="Freeform 11753">
              <a:extLst>
                <a:ext uri="{FF2B5EF4-FFF2-40B4-BE49-F238E27FC236}">
                  <a16:creationId xmlns:a16="http://schemas.microsoft.com/office/drawing/2014/main" id="{FC84DB84-C284-4A32-4FD8-FEA6B2A2B32D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5" name="Freeform 11754">
              <a:extLst>
                <a:ext uri="{FF2B5EF4-FFF2-40B4-BE49-F238E27FC236}">
                  <a16:creationId xmlns:a16="http://schemas.microsoft.com/office/drawing/2014/main" id="{E397213C-EA16-0B68-3BF1-1FF845685B7D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6" name="Freeform 11755">
              <a:extLst>
                <a:ext uri="{FF2B5EF4-FFF2-40B4-BE49-F238E27FC236}">
                  <a16:creationId xmlns:a16="http://schemas.microsoft.com/office/drawing/2014/main" id="{67DA52E4-D1C7-E625-AC0F-1636EFE1665C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7" name="Freeform 11756">
              <a:extLst>
                <a:ext uri="{FF2B5EF4-FFF2-40B4-BE49-F238E27FC236}">
                  <a16:creationId xmlns:a16="http://schemas.microsoft.com/office/drawing/2014/main" id="{4AE72086-81FA-5283-F563-449D82065378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8" name="Freeform 11757">
              <a:extLst>
                <a:ext uri="{FF2B5EF4-FFF2-40B4-BE49-F238E27FC236}">
                  <a16:creationId xmlns:a16="http://schemas.microsoft.com/office/drawing/2014/main" id="{33D2CE02-347D-E9B1-BC16-EBF863E3410C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59" name="Freeform 11758">
              <a:extLst>
                <a:ext uri="{FF2B5EF4-FFF2-40B4-BE49-F238E27FC236}">
                  <a16:creationId xmlns:a16="http://schemas.microsoft.com/office/drawing/2014/main" id="{35C7A533-3D25-BDE9-A493-8A26260F2541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0" name="Freeform 11759">
              <a:extLst>
                <a:ext uri="{FF2B5EF4-FFF2-40B4-BE49-F238E27FC236}">
                  <a16:creationId xmlns:a16="http://schemas.microsoft.com/office/drawing/2014/main" id="{DBBA3D36-C12A-E9DE-B6F1-4C37B316A36C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1" name="Freeform 11760">
              <a:extLst>
                <a:ext uri="{FF2B5EF4-FFF2-40B4-BE49-F238E27FC236}">
                  <a16:creationId xmlns:a16="http://schemas.microsoft.com/office/drawing/2014/main" id="{643976E8-50E1-C67F-03DF-10F92F05FAF2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2" name="Freeform 11761">
              <a:extLst>
                <a:ext uri="{FF2B5EF4-FFF2-40B4-BE49-F238E27FC236}">
                  <a16:creationId xmlns:a16="http://schemas.microsoft.com/office/drawing/2014/main" id="{AD4B38AF-FB9C-F717-D2E2-AA2F246E07E0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3" name="Freeform 11762">
              <a:extLst>
                <a:ext uri="{FF2B5EF4-FFF2-40B4-BE49-F238E27FC236}">
                  <a16:creationId xmlns:a16="http://schemas.microsoft.com/office/drawing/2014/main" id="{21194560-8FF1-9566-0328-1F74D58E4801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4" name="Freeform 11763">
              <a:extLst>
                <a:ext uri="{FF2B5EF4-FFF2-40B4-BE49-F238E27FC236}">
                  <a16:creationId xmlns:a16="http://schemas.microsoft.com/office/drawing/2014/main" id="{6969006B-6462-88E9-4A6F-A2FB8C7FB6DF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5" name="Freeform 11764">
              <a:extLst>
                <a:ext uri="{FF2B5EF4-FFF2-40B4-BE49-F238E27FC236}">
                  <a16:creationId xmlns:a16="http://schemas.microsoft.com/office/drawing/2014/main" id="{2EBF155B-4F8A-0F86-AA51-D738AB917786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6" name="Freeform 11765">
              <a:extLst>
                <a:ext uri="{FF2B5EF4-FFF2-40B4-BE49-F238E27FC236}">
                  <a16:creationId xmlns:a16="http://schemas.microsoft.com/office/drawing/2014/main" id="{9D1AA441-5877-0C16-02C3-456E4D719FEB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7" name="Freeform 11766">
              <a:extLst>
                <a:ext uri="{FF2B5EF4-FFF2-40B4-BE49-F238E27FC236}">
                  <a16:creationId xmlns:a16="http://schemas.microsoft.com/office/drawing/2014/main" id="{DFC044D2-F199-39CC-4CEB-38505B00CE49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8" name="Freeform 11767">
              <a:extLst>
                <a:ext uri="{FF2B5EF4-FFF2-40B4-BE49-F238E27FC236}">
                  <a16:creationId xmlns:a16="http://schemas.microsoft.com/office/drawing/2014/main" id="{5195FFB9-9191-CB48-FAC6-99326DB1D084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69" name="Freeform 11768">
              <a:extLst>
                <a:ext uri="{FF2B5EF4-FFF2-40B4-BE49-F238E27FC236}">
                  <a16:creationId xmlns:a16="http://schemas.microsoft.com/office/drawing/2014/main" id="{1B51531B-869E-0094-E14A-797C88AA95DD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0" name="Freeform 11769">
              <a:extLst>
                <a:ext uri="{FF2B5EF4-FFF2-40B4-BE49-F238E27FC236}">
                  <a16:creationId xmlns:a16="http://schemas.microsoft.com/office/drawing/2014/main" id="{0EC6545A-8EEB-D1C9-5982-0744B8F11C35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1" name="Freeform 11770">
              <a:extLst>
                <a:ext uri="{FF2B5EF4-FFF2-40B4-BE49-F238E27FC236}">
                  <a16:creationId xmlns:a16="http://schemas.microsoft.com/office/drawing/2014/main" id="{6B3ED582-5073-EE67-4B77-01108CB08F05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2" name="Freeform 11771">
              <a:extLst>
                <a:ext uri="{FF2B5EF4-FFF2-40B4-BE49-F238E27FC236}">
                  <a16:creationId xmlns:a16="http://schemas.microsoft.com/office/drawing/2014/main" id="{59B67385-E271-F848-E268-43F1468605FA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3" name="Freeform 11772">
              <a:extLst>
                <a:ext uri="{FF2B5EF4-FFF2-40B4-BE49-F238E27FC236}">
                  <a16:creationId xmlns:a16="http://schemas.microsoft.com/office/drawing/2014/main" id="{8572060C-CFC3-B561-666F-F595B65E24B8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4" name="Freeform 11773">
              <a:extLst>
                <a:ext uri="{FF2B5EF4-FFF2-40B4-BE49-F238E27FC236}">
                  <a16:creationId xmlns:a16="http://schemas.microsoft.com/office/drawing/2014/main" id="{4DCAE18B-86BA-FEE9-7460-16A615DE018C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5" name="Freeform 11774">
              <a:extLst>
                <a:ext uri="{FF2B5EF4-FFF2-40B4-BE49-F238E27FC236}">
                  <a16:creationId xmlns:a16="http://schemas.microsoft.com/office/drawing/2014/main" id="{9340D741-7666-C021-4BEB-9AA298B67D27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6" name="Freeform 11775">
              <a:extLst>
                <a:ext uri="{FF2B5EF4-FFF2-40B4-BE49-F238E27FC236}">
                  <a16:creationId xmlns:a16="http://schemas.microsoft.com/office/drawing/2014/main" id="{12FFE056-C81E-6281-E71D-55D1C37F1F84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7" name="Freeform 11776">
              <a:extLst>
                <a:ext uri="{FF2B5EF4-FFF2-40B4-BE49-F238E27FC236}">
                  <a16:creationId xmlns:a16="http://schemas.microsoft.com/office/drawing/2014/main" id="{97C754AD-E6B8-E3CF-2198-D33DA6577EF1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8" name="Freeform 11777">
              <a:extLst>
                <a:ext uri="{FF2B5EF4-FFF2-40B4-BE49-F238E27FC236}">
                  <a16:creationId xmlns:a16="http://schemas.microsoft.com/office/drawing/2014/main" id="{3ADF5580-A0CD-4369-6D9B-2BD45540A17B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9" name="Freeform 11778">
              <a:extLst>
                <a:ext uri="{FF2B5EF4-FFF2-40B4-BE49-F238E27FC236}">
                  <a16:creationId xmlns:a16="http://schemas.microsoft.com/office/drawing/2014/main" id="{2480E514-0951-045B-396B-2696886F42B8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0" name="Freeform 11779">
              <a:extLst>
                <a:ext uri="{FF2B5EF4-FFF2-40B4-BE49-F238E27FC236}">
                  <a16:creationId xmlns:a16="http://schemas.microsoft.com/office/drawing/2014/main" id="{6824A1E2-C6BA-F69E-1B74-EB3AC77F3AEE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1" name="Freeform 11780">
              <a:extLst>
                <a:ext uri="{FF2B5EF4-FFF2-40B4-BE49-F238E27FC236}">
                  <a16:creationId xmlns:a16="http://schemas.microsoft.com/office/drawing/2014/main" id="{5DA08E26-19D4-34B6-6050-6183E9B942A4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2" name="Freeform 11781">
              <a:extLst>
                <a:ext uri="{FF2B5EF4-FFF2-40B4-BE49-F238E27FC236}">
                  <a16:creationId xmlns:a16="http://schemas.microsoft.com/office/drawing/2014/main" id="{EFB607C0-7603-5F41-EC4B-DF58D9BFE33C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3" name="Freeform 11782">
              <a:extLst>
                <a:ext uri="{FF2B5EF4-FFF2-40B4-BE49-F238E27FC236}">
                  <a16:creationId xmlns:a16="http://schemas.microsoft.com/office/drawing/2014/main" id="{74FFD72E-6F52-A53E-265D-FBEFEC33AF5F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4" name="Freeform 11783">
              <a:extLst>
                <a:ext uri="{FF2B5EF4-FFF2-40B4-BE49-F238E27FC236}">
                  <a16:creationId xmlns:a16="http://schemas.microsoft.com/office/drawing/2014/main" id="{67503FDD-EAF7-45DC-D946-F3552012B581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5" name="Freeform 11784">
              <a:extLst>
                <a:ext uri="{FF2B5EF4-FFF2-40B4-BE49-F238E27FC236}">
                  <a16:creationId xmlns:a16="http://schemas.microsoft.com/office/drawing/2014/main" id="{8FD7E1BC-4938-D3C5-FF96-E1CE989DD112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6" name="Freeform 11785">
              <a:extLst>
                <a:ext uri="{FF2B5EF4-FFF2-40B4-BE49-F238E27FC236}">
                  <a16:creationId xmlns:a16="http://schemas.microsoft.com/office/drawing/2014/main" id="{E3973842-1869-80E0-5CCA-789A618E8BC7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7" name="Freeform 11786">
              <a:extLst>
                <a:ext uri="{FF2B5EF4-FFF2-40B4-BE49-F238E27FC236}">
                  <a16:creationId xmlns:a16="http://schemas.microsoft.com/office/drawing/2014/main" id="{33C2FD1E-7C4D-64F8-14AC-D40ABC41E794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8" name="Freeform 11787">
              <a:extLst>
                <a:ext uri="{FF2B5EF4-FFF2-40B4-BE49-F238E27FC236}">
                  <a16:creationId xmlns:a16="http://schemas.microsoft.com/office/drawing/2014/main" id="{FE62F5F2-9041-2BC5-2AF0-F84206483380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9" name="Freeform 11788">
              <a:extLst>
                <a:ext uri="{FF2B5EF4-FFF2-40B4-BE49-F238E27FC236}">
                  <a16:creationId xmlns:a16="http://schemas.microsoft.com/office/drawing/2014/main" id="{88B3B6DA-95B2-AC16-6B81-367CB0CB46A0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0" name="Freeform 11789">
              <a:extLst>
                <a:ext uri="{FF2B5EF4-FFF2-40B4-BE49-F238E27FC236}">
                  <a16:creationId xmlns:a16="http://schemas.microsoft.com/office/drawing/2014/main" id="{3B76C49E-275A-F6EA-7CA3-1B70F3326178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1" name="Freeform 11790">
              <a:extLst>
                <a:ext uri="{FF2B5EF4-FFF2-40B4-BE49-F238E27FC236}">
                  <a16:creationId xmlns:a16="http://schemas.microsoft.com/office/drawing/2014/main" id="{D55C890A-2382-18BB-9ADA-99773428DA35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2" name="Freeform 11791">
              <a:extLst>
                <a:ext uri="{FF2B5EF4-FFF2-40B4-BE49-F238E27FC236}">
                  <a16:creationId xmlns:a16="http://schemas.microsoft.com/office/drawing/2014/main" id="{88DFCB46-08BE-6BEB-A10E-321B1BBDEFDD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3" name="Freeform 11792">
              <a:extLst>
                <a:ext uri="{FF2B5EF4-FFF2-40B4-BE49-F238E27FC236}">
                  <a16:creationId xmlns:a16="http://schemas.microsoft.com/office/drawing/2014/main" id="{38A89053-0352-EE12-0B71-B4630959ACAC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4" name="Freeform 11793">
              <a:extLst>
                <a:ext uri="{FF2B5EF4-FFF2-40B4-BE49-F238E27FC236}">
                  <a16:creationId xmlns:a16="http://schemas.microsoft.com/office/drawing/2014/main" id="{D7AA9C0D-CF1F-9ADD-E30D-A48CF62369EF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5" name="Freeform 11794">
              <a:extLst>
                <a:ext uri="{FF2B5EF4-FFF2-40B4-BE49-F238E27FC236}">
                  <a16:creationId xmlns:a16="http://schemas.microsoft.com/office/drawing/2014/main" id="{7758138E-ED9A-E4E3-CAD0-D2B7C064D9DF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6" name="Freeform 11795">
              <a:extLst>
                <a:ext uri="{FF2B5EF4-FFF2-40B4-BE49-F238E27FC236}">
                  <a16:creationId xmlns:a16="http://schemas.microsoft.com/office/drawing/2014/main" id="{30436B31-332D-B044-C3A3-455833FBFAC8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7" name="Freeform 11796">
              <a:extLst>
                <a:ext uri="{FF2B5EF4-FFF2-40B4-BE49-F238E27FC236}">
                  <a16:creationId xmlns:a16="http://schemas.microsoft.com/office/drawing/2014/main" id="{BD83656A-7898-7E46-25F2-E25A9984B583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8" name="Freeform 11797">
              <a:extLst>
                <a:ext uri="{FF2B5EF4-FFF2-40B4-BE49-F238E27FC236}">
                  <a16:creationId xmlns:a16="http://schemas.microsoft.com/office/drawing/2014/main" id="{CCA436C4-AF0B-F276-3D42-1A16B1CFCD18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99" name="Freeform 11798">
              <a:extLst>
                <a:ext uri="{FF2B5EF4-FFF2-40B4-BE49-F238E27FC236}">
                  <a16:creationId xmlns:a16="http://schemas.microsoft.com/office/drawing/2014/main" id="{7C8B8D0D-B58A-0CF9-3012-4FA3386783BC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0" name="Freeform 11799">
              <a:extLst>
                <a:ext uri="{FF2B5EF4-FFF2-40B4-BE49-F238E27FC236}">
                  <a16:creationId xmlns:a16="http://schemas.microsoft.com/office/drawing/2014/main" id="{5F14B62D-4E9A-D93A-1A3F-6A683D70D7EA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1" name="Freeform 11800">
              <a:extLst>
                <a:ext uri="{FF2B5EF4-FFF2-40B4-BE49-F238E27FC236}">
                  <a16:creationId xmlns:a16="http://schemas.microsoft.com/office/drawing/2014/main" id="{82E42F58-9BFE-EC18-9C12-A818D8996EC3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2" name="Freeform 11801">
              <a:extLst>
                <a:ext uri="{FF2B5EF4-FFF2-40B4-BE49-F238E27FC236}">
                  <a16:creationId xmlns:a16="http://schemas.microsoft.com/office/drawing/2014/main" id="{4FD6CF4B-ED08-769C-D4D7-5AABAF4EABB0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3" name="Freeform 11802">
              <a:extLst>
                <a:ext uri="{FF2B5EF4-FFF2-40B4-BE49-F238E27FC236}">
                  <a16:creationId xmlns:a16="http://schemas.microsoft.com/office/drawing/2014/main" id="{40E0718A-AFF6-2EAE-A017-3032F6B2CF87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4" name="Freeform 11803">
              <a:extLst>
                <a:ext uri="{FF2B5EF4-FFF2-40B4-BE49-F238E27FC236}">
                  <a16:creationId xmlns:a16="http://schemas.microsoft.com/office/drawing/2014/main" id="{9654FB8B-9E8C-E185-5854-C4BD5908D27F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5" name="Freeform 11804">
              <a:extLst>
                <a:ext uri="{FF2B5EF4-FFF2-40B4-BE49-F238E27FC236}">
                  <a16:creationId xmlns:a16="http://schemas.microsoft.com/office/drawing/2014/main" id="{FC7C2DB1-7C4F-4ED8-0944-AD3570D24CFA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6" name="Freeform 11805">
              <a:extLst>
                <a:ext uri="{FF2B5EF4-FFF2-40B4-BE49-F238E27FC236}">
                  <a16:creationId xmlns:a16="http://schemas.microsoft.com/office/drawing/2014/main" id="{7B7365A7-409E-5F79-0E65-18A05E1A44A3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7" name="Freeform 11806">
              <a:extLst>
                <a:ext uri="{FF2B5EF4-FFF2-40B4-BE49-F238E27FC236}">
                  <a16:creationId xmlns:a16="http://schemas.microsoft.com/office/drawing/2014/main" id="{F598674A-2963-E290-19FA-338F3CB8CE09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8" name="Freeform 11807">
              <a:extLst>
                <a:ext uri="{FF2B5EF4-FFF2-40B4-BE49-F238E27FC236}">
                  <a16:creationId xmlns:a16="http://schemas.microsoft.com/office/drawing/2014/main" id="{1A9B3808-8AE5-756F-795E-3C864AFE6F7C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09" name="Freeform 11808">
              <a:extLst>
                <a:ext uri="{FF2B5EF4-FFF2-40B4-BE49-F238E27FC236}">
                  <a16:creationId xmlns:a16="http://schemas.microsoft.com/office/drawing/2014/main" id="{E5CEC0AC-2376-C683-04BA-EC46FCEA055B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0" name="Freeform 11809">
              <a:extLst>
                <a:ext uri="{FF2B5EF4-FFF2-40B4-BE49-F238E27FC236}">
                  <a16:creationId xmlns:a16="http://schemas.microsoft.com/office/drawing/2014/main" id="{41FA1D7A-AE92-103B-44EC-728C7FA84778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1" name="Freeform 11810">
              <a:extLst>
                <a:ext uri="{FF2B5EF4-FFF2-40B4-BE49-F238E27FC236}">
                  <a16:creationId xmlns:a16="http://schemas.microsoft.com/office/drawing/2014/main" id="{32FBDF7D-1A65-7D15-8B62-314907390BF0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2" name="Freeform 11811">
              <a:extLst>
                <a:ext uri="{FF2B5EF4-FFF2-40B4-BE49-F238E27FC236}">
                  <a16:creationId xmlns:a16="http://schemas.microsoft.com/office/drawing/2014/main" id="{96457069-285D-CF27-ABB2-6FA4D9194378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3" name="Freeform 11812">
              <a:extLst>
                <a:ext uri="{FF2B5EF4-FFF2-40B4-BE49-F238E27FC236}">
                  <a16:creationId xmlns:a16="http://schemas.microsoft.com/office/drawing/2014/main" id="{C47A612E-A985-894B-69F9-B756A9CE8FAA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4" name="Freeform 11813">
              <a:extLst>
                <a:ext uri="{FF2B5EF4-FFF2-40B4-BE49-F238E27FC236}">
                  <a16:creationId xmlns:a16="http://schemas.microsoft.com/office/drawing/2014/main" id="{B8A842FF-2E61-F9E3-A0F1-A5CB1E083294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5" name="Freeform 11814">
              <a:extLst>
                <a:ext uri="{FF2B5EF4-FFF2-40B4-BE49-F238E27FC236}">
                  <a16:creationId xmlns:a16="http://schemas.microsoft.com/office/drawing/2014/main" id="{CE37B9E5-FCB7-8C15-5090-25CDE12A4CEB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6" name="Freeform 11815">
              <a:extLst>
                <a:ext uri="{FF2B5EF4-FFF2-40B4-BE49-F238E27FC236}">
                  <a16:creationId xmlns:a16="http://schemas.microsoft.com/office/drawing/2014/main" id="{F2EAD596-B4E5-7097-C1F3-BA64FBCBA266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7" name="Freeform 11816">
              <a:extLst>
                <a:ext uri="{FF2B5EF4-FFF2-40B4-BE49-F238E27FC236}">
                  <a16:creationId xmlns:a16="http://schemas.microsoft.com/office/drawing/2014/main" id="{9613BF8B-DF2D-00A0-D324-7B79D784ABF3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8" name="Freeform 11817">
              <a:extLst>
                <a:ext uri="{FF2B5EF4-FFF2-40B4-BE49-F238E27FC236}">
                  <a16:creationId xmlns:a16="http://schemas.microsoft.com/office/drawing/2014/main" id="{BC655298-541C-701F-3356-B974134546B3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19" name="Freeform 11818">
              <a:extLst>
                <a:ext uri="{FF2B5EF4-FFF2-40B4-BE49-F238E27FC236}">
                  <a16:creationId xmlns:a16="http://schemas.microsoft.com/office/drawing/2014/main" id="{B0B32316-BE49-C198-7677-E230DEE437B8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0" name="Freeform 11819">
              <a:extLst>
                <a:ext uri="{FF2B5EF4-FFF2-40B4-BE49-F238E27FC236}">
                  <a16:creationId xmlns:a16="http://schemas.microsoft.com/office/drawing/2014/main" id="{A4A49D8E-A782-5562-4F29-6E056E2005FA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1" name="Freeform 11820">
              <a:extLst>
                <a:ext uri="{FF2B5EF4-FFF2-40B4-BE49-F238E27FC236}">
                  <a16:creationId xmlns:a16="http://schemas.microsoft.com/office/drawing/2014/main" id="{9785B987-0B48-59DC-2B4C-008C81705147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2" name="Freeform 11821">
              <a:extLst>
                <a:ext uri="{FF2B5EF4-FFF2-40B4-BE49-F238E27FC236}">
                  <a16:creationId xmlns:a16="http://schemas.microsoft.com/office/drawing/2014/main" id="{B5298FB1-FDDE-449A-F37B-E0D9DAB4D796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3" name="Freeform 11822">
              <a:extLst>
                <a:ext uri="{FF2B5EF4-FFF2-40B4-BE49-F238E27FC236}">
                  <a16:creationId xmlns:a16="http://schemas.microsoft.com/office/drawing/2014/main" id="{DADB4F33-DD45-F93D-1FE5-CDFFCD11B559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4" name="Freeform 11823">
              <a:extLst>
                <a:ext uri="{FF2B5EF4-FFF2-40B4-BE49-F238E27FC236}">
                  <a16:creationId xmlns:a16="http://schemas.microsoft.com/office/drawing/2014/main" id="{CA28F96C-08D0-284C-488B-440A4D880DE6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5" name="Freeform 11824">
              <a:extLst>
                <a:ext uri="{FF2B5EF4-FFF2-40B4-BE49-F238E27FC236}">
                  <a16:creationId xmlns:a16="http://schemas.microsoft.com/office/drawing/2014/main" id="{269295A4-EE56-6AE3-7C9C-0C98F4469F02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6" name="Freeform 11825">
              <a:extLst>
                <a:ext uri="{FF2B5EF4-FFF2-40B4-BE49-F238E27FC236}">
                  <a16:creationId xmlns:a16="http://schemas.microsoft.com/office/drawing/2014/main" id="{FE0C2F2E-16C8-0FA9-348A-E24287479652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7" name="Freeform 11826">
              <a:extLst>
                <a:ext uri="{FF2B5EF4-FFF2-40B4-BE49-F238E27FC236}">
                  <a16:creationId xmlns:a16="http://schemas.microsoft.com/office/drawing/2014/main" id="{AFADD4B7-BEB7-E73E-F789-D4199263AD5F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8" name="Freeform 11827">
              <a:extLst>
                <a:ext uri="{FF2B5EF4-FFF2-40B4-BE49-F238E27FC236}">
                  <a16:creationId xmlns:a16="http://schemas.microsoft.com/office/drawing/2014/main" id="{1FF97865-0336-D3ED-25E0-949462A4B697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29" name="Freeform 11828">
              <a:extLst>
                <a:ext uri="{FF2B5EF4-FFF2-40B4-BE49-F238E27FC236}">
                  <a16:creationId xmlns:a16="http://schemas.microsoft.com/office/drawing/2014/main" id="{9952D426-BE08-E244-0F9A-95408304B150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0" name="Freeform 11829">
              <a:extLst>
                <a:ext uri="{FF2B5EF4-FFF2-40B4-BE49-F238E27FC236}">
                  <a16:creationId xmlns:a16="http://schemas.microsoft.com/office/drawing/2014/main" id="{04FEAA74-4BA3-FFCD-0D8A-E0AA5611AFD4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1" name="Freeform 11830">
              <a:extLst>
                <a:ext uri="{FF2B5EF4-FFF2-40B4-BE49-F238E27FC236}">
                  <a16:creationId xmlns:a16="http://schemas.microsoft.com/office/drawing/2014/main" id="{48C512C7-EE30-F156-0988-178811720E03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2" name="Freeform 11831">
              <a:extLst>
                <a:ext uri="{FF2B5EF4-FFF2-40B4-BE49-F238E27FC236}">
                  <a16:creationId xmlns:a16="http://schemas.microsoft.com/office/drawing/2014/main" id="{B99751EC-F1D5-6BC8-A98E-0EEE4442E741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3" name="Freeform 11832">
              <a:extLst>
                <a:ext uri="{FF2B5EF4-FFF2-40B4-BE49-F238E27FC236}">
                  <a16:creationId xmlns:a16="http://schemas.microsoft.com/office/drawing/2014/main" id="{3CA53396-350D-5303-3F29-5D292145943A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4" name="Freeform 11833">
              <a:extLst>
                <a:ext uri="{FF2B5EF4-FFF2-40B4-BE49-F238E27FC236}">
                  <a16:creationId xmlns:a16="http://schemas.microsoft.com/office/drawing/2014/main" id="{F3BEF87D-FC03-BA28-07F0-DA0516580A0D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5" name="Freeform 11834">
              <a:extLst>
                <a:ext uri="{FF2B5EF4-FFF2-40B4-BE49-F238E27FC236}">
                  <a16:creationId xmlns:a16="http://schemas.microsoft.com/office/drawing/2014/main" id="{25F12A6F-C19D-CE6D-BCB5-5BD6366C4D17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6" name="Freeform 11835">
              <a:extLst>
                <a:ext uri="{FF2B5EF4-FFF2-40B4-BE49-F238E27FC236}">
                  <a16:creationId xmlns:a16="http://schemas.microsoft.com/office/drawing/2014/main" id="{9F9830F7-78E7-C3D6-080F-15BF06AE3568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7" name="Freeform 11836">
              <a:extLst>
                <a:ext uri="{FF2B5EF4-FFF2-40B4-BE49-F238E27FC236}">
                  <a16:creationId xmlns:a16="http://schemas.microsoft.com/office/drawing/2014/main" id="{D7DC6653-DC25-8D24-77C3-2FAEEDE7863E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8" name="Freeform 11837">
              <a:extLst>
                <a:ext uri="{FF2B5EF4-FFF2-40B4-BE49-F238E27FC236}">
                  <a16:creationId xmlns:a16="http://schemas.microsoft.com/office/drawing/2014/main" id="{65C89F88-4097-E179-31F9-9EF9A1C5F029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39" name="Freeform 11838">
              <a:extLst>
                <a:ext uri="{FF2B5EF4-FFF2-40B4-BE49-F238E27FC236}">
                  <a16:creationId xmlns:a16="http://schemas.microsoft.com/office/drawing/2014/main" id="{4735C6A5-9424-2E59-64CE-F8EA54B12B26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0" name="Freeform 11839">
              <a:extLst>
                <a:ext uri="{FF2B5EF4-FFF2-40B4-BE49-F238E27FC236}">
                  <a16:creationId xmlns:a16="http://schemas.microsoft.com/office/drawing/2014/main" id="{2CD7F2CE-6AE4-2FB7-F4DB-69440D46637C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1" name="Freeform 11840">
              <a:extLst>
                <a:ext uri="{FF2B5EF4-FFF2-40B4-BE49-F238E27FC236}">
                  <a16:creationId xmlns:a16="http://schemas.microsoft.com/office/drawing/2014/main" id="{4F2BFC60-2E44-61FF-9BB5-F0B1BDE1D5D2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2" name="Freeform 11841">
              <a:extLst>
                <a:ext uri="{FF2B5EF4-FFF2-40B4-BE49-F238E27FC236}">
                  <a16:creationId xmlns:a16="http://schemas.microsoft.com/office/drawing/2014/main" id="{6E94E6EF-4B6D-F66C-4EAD-4D1C966A0986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3" name="Freeform 11842">
              <a:extLst>
                <a:ext uri="{FF2B5EF4-FFF2-40B4-BE49-F238E27FC236}">
                  <a16:creationId xmlns:a16="http://schemas.microsoft.com/office/drawing/2014/main" id="{781D610B-30AD-A1C0-76CD-5FA48DBDE396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4" name="Freeform 11843">
              <a:extLst>
                <a:ext uri="{FF2B5EF4-FFF2-40B4-BE49-F238E27FC236}">
                  <a16:creationId xmlns:a16="http://schemas.microsoft.com/office/drawing/2014/main" id="{B94E8A43-9D75-8D70-6AF7-77C769969091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5" name="Freeform 11844">
              <a:extLst>
                <a:ext uri="{FF2B5EF4-FFF2-40B4-BE49-F238E27FC236}">
                  <a16:creationId xmlns:a16="http://schemas.microsoft.com/office/drawing/2014/main" id="{2FF27182-4E20-D8AC-0F8E-D7BD85C159D0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6" name="Freeform 11845">
              <a:extLst>
                <a:ext uri="{FF2B5EF4-FFF2-40B4-BE49-F238E27FC236}">
                  <a16:creationId xmlns:a16="http://schemas.microsoft.com/office/drawing/2014/main" id="{3BEB6710-2129-BD7A-62C4-6C0654147016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7" name="Freeform 11846">
              <a:extLst>
                <a:ext uri="{FF2B5EF4-FFF2-40B4-BE49-F238E27FC236}">
                  <a16:creationId xmlns:a16="http://schemas.microsoft.com/office/drawing/2014/main" id="{7E1E3C7D-8602-3B66-F55B-BBF7AB999596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8" name="Freeform 11847">
              <a:extLst>
                <a:ext uri="{FF2B5EF4-FFF2-40B4-BE49-F238E27FC236}">
                  <a16:creationId xmlns:a16="http://schemas.microsoft.com/office/drawing/2014/main" id="{323BF470-DF9F-A433-EFA7-130227F8E3E3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49" name="Freeform 11848">
              <a:extLst>
                <a:ext uri="{FF2B5EF4-FFF2-40B4-BE49-F238E27FC236}">
                  <a16:creationId xmlns:a16="http://schemas.microsoft.com/office/drawing/2014/main" id="{FC29EDED-7289-FAD8-CEE7-E0B495D93D39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0" name="Freeform 11849">
              <a:extLst>
                <a:ext uri="{FF2B5EF4-FFF2-40B4-BE49-F238E27FC236}">
                  <a16:creationId xmlns:a16="http://schemas.microsoft.com/office/drawing/2014/main" id="{A4AF28DF-5D39-075B-E059-D9D985C2F9AE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1" name="Freeform 11850">
              <a:extLst>
                <a:ext uri="{FF2B5EF4-FFF2-40B4-BE49-F238E27FC236}">
                  <a16:creationId xmlns:a16="http://schemas.microsoft.com/office/drawing/2014/main" id="{AFB5F4EA-129A-E686-E97F-54968C10386D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2" name="Freeform 11851">
              <a:extLst>
                <a:ext uri="{FF2B5EF4-FFF2-40B4-BE49-F238E27FC236}">
                  <a16:creationId xmlns:a16="http://schemas.microsoft.com/office/drawing/2014/main" id="{52119EC3-6B89-7529-5816-D606039532A0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3" name="Freeform 11852">
              <a:extLst>
                <a:ext uri="{FF2B5EF4-FFF2-40B4-BE49-F238E27FC236}">
                  <a16:creationId xmlns:a16="http://schemas.microsoft.com/office/drawing/2014/main" id="{C9E86070-9221-096E-D284-0A2718DE17A4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4" name="Freeform 11853">
              <a:extLst>
                <a:ext uri="{FF2B5EF4-FFF2-40B4-BE49-F238E27FC236}">
                  <a16:creationId xmlns:a16="http://schemas.microsoft.com/office/drawing/2014/main" id="{65E3D506-5EEF-447E-1B69-D0D4F383E599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5" name="Freeform 11854">
              <a:extLst>
                <a:ext uri="{FF2B5EF4-FFF2-40B4-BE49-F238E27FC236}">
                  <a16:creationId xmlns:a16="http://schemas.microsoft.com/office/drawing/2014/main" id="{EE07CE9B-F8A3-C073-72DB-053D3B7777C8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6" name="Freeform 11855">
              <a:extLst>
                <a:ext uri="{FF2B5EF4-FFF2-40B4-BE49-F238E27FC236}">
                  <a16:creationId xmlns:a16="http://schemas.microsoft.com/office/drawing/2014/main" id="{BD1D3669-88A9-4A93-372F-74F394B5836E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7" name="Freeform 11856">
              <a:extLst>
                <a:ext uri="{FF2B5EF4-FFF2-40B4-BE49-F238E27FC236}">
                  <a16:creationId xmlns:a16="http://schemas.microsoft.com/office/drawing/2014/main" id="{8B9C79D0-5282-8160-E694-B3BCA7FA09B5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8" name="Freeform 11857">
              <a:extLst>
                <a:ext uri="{FF2B5EF4-FFF2-40B4-BE49-F238E27FC236}">
                  <a16:creationId xmlns:a16="http://schemas.microsoft.com/office/drawing/2014/main" id="{361108E5-92B5-9299-AD51-289C1687E677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59" name="Freeform 11858">
              <a:extLst>
                <a:ext uri="{FF2B5EF4-FFF2-40B4-BE49-F238E27FC236}">
                  <a16:creationId xmlns:a16="http://schemas.microsoft.com/office/drawing/2014/main" id="{0930529C-8B22-D01E-77B0-4873BFE4C226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0" name="Freeform 11859">
              <a:extLst>
                <a:ext uri="{FF2B5EF4-FFF2-40B4-BE49-F238E27FC236}">
                  <a16:creationId xmlns:a16="http://schemas.microsoft.com/office/drawing/2014/main" id="{ED925E63-73C0-99ED-0C77-C6C9DA12DB86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1" name="Freeform 11860">
              <a:extLst>
                <a:ext uri="{FF2B5EF4-FFF2-40B4-BE49-F238E27FC236}">
                  <a16:creationId xmlns:a16="http://schemas.microsoft.com/office/drawing/2014/main" id="{D5498B73-0ABE-3ABE-8866-C795F84DF76D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2" name="Freeform 11861">
              <a:extLst>
                <a:ext uri="{FF2B5EF4-FFF2-40B4-BE49-F238E27FC236}">
                  <a16:creationId xmlns:a16="http://schemas.microsoft.com/office/drawing/2014/main" id="{E17E1B48-01B6-8FD8-F8C0-CF3895FA7472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3" name="Freeform 11862">
              <a:extLst>
                <a:ext uri="{FF2B5EF4-FFF2-40B4-BE49-F238E27FC236}">
                  <a16:creationId xmlns:a16="http://schemas.microsoft.com/office/drawing/2014/main" id="{489D45C6-65B5-37EE-3EF6-27852157FDFF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4" name="Freeform 11863">
              <a:extLst>
                <a:ext uri="{FF2B5EF4-FFF2-40B4-BE49-F238E27FC236}">
                  <a16:creationId xmlns:a16="http://schemas.microsoft.com/office/drawing/2014/main" id="{CB2C6E07-48FF-A4E4-E21D-BDCBAAE2CC93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5" name="Freeform 11864">
              <a:extLst>
                <a:ext uri="{FF2B5EF4-FFF2-40B4-BE49-F238E27FC236}">
                  <a16:creationId xmlns:a16="http://schemas.microsoft.com/office/drawing/2014/main" id="{7FB86D14-4A45-0233-132B-22637F82CCF4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6" name="Freeform 11865">
              <a:extLst>
                <a:ext uri="{FF2B5EF4-FFF2-40B4-BE49-F238E27FC236}">
                  <a16:creationId xmlns:a16="http://schemas.microsoft.com/office/drawing/2014/main" id="{F8D487E9-1729-1819-FD62-8F6EC31D13FC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7" name="Freeform 11866">
              <a:extLst>
                <a:ext uri="{FF2B5EF4-FFF2-40B4-BE49-F238E27FC236}">
                  <a16:creationId xmlns:a16="http://schemas.microsoft.com/office/drawing/2014/main" id="{F29718BE-2A0F-5AE6-271E-B5E8E4836685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8" name="Freeform 11867">
              <a:extLst>
                <a:ext uri="{FF2B5EF4-FFF2-40B4-BE49-F238E27FC236}">
                  <a16:creationId xmlns:a16="http://schemas.microsoft.com/office/drawing/2014/main" id="{11058DA9-63A9-1B3A-C49E-82948BC8E026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69" name="Freeform 11868">
              <a:extLst>
                <a:ext uri="{FF2B5EF4-FFF2-40B4-BE49-F238E27FC236}">
                  <a16:creationId xmlns:a16="http://schemas.microsoft.com/office/drawing/2014/main" id="{71671A35-0FD6-ED17-1F41-F9E39715BD6F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0" name="Freeform 11869">
              <a:extLst>
                <a:ext uri="{FF2B5EF4-FFF2-40B4-BE49-F238E27FC236}">
                  <a16:creationId xmlns:a16="http://schemas.microsoft.com/office/drawing/2014/main" id="{9429E7A7-0EE0-482B-68DC-127ACE279DDD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1" name="Freeform 11870">
              <a:extLst>
                <a:ext uri="{FF2B5EF4-FFF2-40B4-BE49-F238E27FC236}">
                  <a16:creationId xmlns:a16="http://schemas.microsoft.com/office/drawing/2014/main" id="{A669AAB5-0068-0DE5-3707-84EE7F157513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2" name="Freeform 11871">
              <a:extLst>
                <a:ext uri="{FF2B5EF4-FFF2-40B4-BE49-F238E27FC236}">
                  <a16:creationId xmlns:a16="http://schemas.microsoft.com/office/drawing/2014/main" id="{B6635B63-B09B-BE96-51C6-72532262763B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3" name="Freeform 11872">
              <a:extLst>
                <a:ext uri="{FF2B5EF4-FFF2-40B4-BE49-F238E27FC236}">
                  <a16:creationId xmlns:a16="http://schemas.microsoft.com/office/drawing/2014/main" id="{FBC6AB96-0DA1-5E2E-1C8E-5BB28466C41F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4" name="Freeform 11873">
              <a:extLst>
                <a:ext uri="{FF2B5EF4-FFF2-40B4-BE49-F238E27FC236}">
                  <a16:creationId xmlns:a16="http://schemas.microsoft.com/office/drawing/2014/main" id="{A01730A7-1748-4FA5-7E7E-67137A30E554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5" name="Freeform 11874">
              <a:extLst>
                <a:ext uri="{FF2B5EF4-FFF2-40B4-BE49-F238E27FC236}">
                  <a16:creationId xmlns:a16="http://schemas.microsoft.com/office/drawing/2014/main" id="{A4A68EF9-D172-BB88-A821-0A601930DB85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6" name="Freeform 11875">
              <a:extLst>
                <a:ext uri="{FF2B5EF4-FFF2-40B4-BE49-F238E27FC236}">
                  <a16:creationId xmlns:a16="http://schemas.microsoft.com/office/drawing/2014/main" id="{B60CDB38-6F84-958D-248F-4030B9002506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7" name="Freeform 11876">
              <a:extLst>
                <a:ext uri="{FF2B5EF4-FFF2-40B4-BE49-F238E27FC236}">
                  <a16:creationId xmlns:a16="http://schemas.microsoft.com/office/drawing/2014/main" id="{E5C90E10-E850-5408-7D8C-24FCBA28EB26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8" name="Freeform 11877">
              <a:extLst>
                <a:ext uri="{FF2B5EF4-FFF2-40B4-BE49-F238E27FC236}">
                  <a16:creationId xmlns:a16="http://schemas.microsoft.com/office/drawing/2014/main" id="{03A50835-7AFB-624A-B765-4EDAEF043AE4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79" name="Freeform 11878">
              <a:extLst>
                <a:ext uri="{FF2B5EF4-FFF2-40B4-BE49-F238E27FC236}">
                  <a16:creationId xmlns:a16="http://schemas.microsoft.com/office/drawing/2014/main" id="{4E1717B3-546F-A2A2-E9D7-47AF186F7348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0" name="Freeform 11879">
              <a:extLst>
                <a:ext uri="{FF2B5EF4-FFF2-40B4-BE49-F238E27FC236}">
                  <a16:creationId xmlns:a16="http://schemas.microsoft.com/office/drawing/2014/main" id="{300A3038-3024-5C42-57F0-12085FA53B79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1" name="Freeform 11880">
              <a:extLst>
                <a:ext uri="{FF2B5EF4-FFF2-40B4-BE49-F238E27FC236}">
                  <a16:creationId xmlns:a16="http://schemas.microsoft.com/office/drawing/2014/main" id="{6060AE60-64A9-385C-595F-CC92231CE6B3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2" name="Freeform 11881">
              <a:extLst>
                <a:ext uri="{FF2B5EF4-FFF2-40B4-BE49-F238E27FC236}">
                  <a16:creationId xmlns:a16="http://schemas.microsoft.com/office/drawing/2014/main" id="{41EFD463-6E73-F0D8-57DB-C3CD68C914D4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3" name="Freeform 11882">
              <a:extLst>
                <a:ext uri="{FF2B5EF4-FFF2-40B4-BE49-F238E27FC236}">
                  <a16:creationId xmlns:a16="http://schemas.microsoft.com/office/drawing/2014/main" id="{AC189F78-6550-64AE-C13F-C77F597C2A38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4" name="Freeform 11883">
              <a:extLst>
                <a:ext uri="{FF2B5EF4-FFF2-40B4-BE49-F238E27FC236}">
                  <a16:creationId xmlns:a16="http://schemas.microsoft.com/office/drawing/2014/main" id="{6D2B9A2C-62D1-3C98-00C1-7212AC540788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5" name="Freeform 11884">
              <a:extLst>
                <a:ext uri="{FF2B5EF4-FFF2-40B4-BE49-F238E27FC236}">
                  <a16:creationId xmlns:a16="http://schemas.microsoft.com/office/drawing/2014/main" id="{8B23C882-0C2A-3229-EBFC-17D1C47888A8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6" name="Freeform 11885">
              <a:extLst>
                <a:ext uri="{FF2B5EF4-FFF2-40B4-BE49-F238E27FC236}">
                  <a16:creationId xmlns:a16="http://schemas.microsoft.com/office/drawing/2014/main" id="{A8BD863B-6DE9-C076-EA6A-FD978EA87375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7" name="Freeform 11886">
              <a:extLst>
                <a:ext uri="{FF2B5EF4-FFF2-40B4-BE49-F238E27FC236}">
                  <a16:creationId xmlns:a16="http://schemas.microsoft.com/office/drawing/2014/main" id="{23ADD8F9-0609-17D1-B56F-61AEA5BAB772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8" name="Freeform 11887">
              <a:extLst>
                <a:ext uri="{FF2B5EF4-FFF2-40B4-BE49-F238E27FC236}">
                  <a16:creationId xmlns:a16="http://schemas.microsoft.com/office/drawing/2014/main" id="{D169B58D-DCEA-71A1-FB17-24F17D047E09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89" name="Freeform 11888">
              <a:extLst>
                <a:ext uri="{FF2B5EF4-FFF2-40B4-BE49-F238E27FC236}">
                  <a16:creationId xmlns:a16="http://schemas.microsoft.com/office/drawing/2014/main" id="{C6BBB61B-4A35-8704-380C-44FB70D033D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0" name="Freeform 11889">
              <a:extLst>
                <a:ext uri="{FF2B5EF4-FFF2-40B4-BE49-F238E27FC236}">
                  <a16:creationId xmlns:a16="http://schemas.microsoft.com/office/drawing/2014/main" id="{05626A56-6AF3-E44F-F5D6-DE5F5967E1B6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1" name="Freeform 11890">
              <a:extLst>
                <a:ext uri="{FF2B5EF4-FFF2-40B4-BE49-F238E27FC236}">
                  <a16:creationId xmlns:a16="http://schemas.microsoft.com/office/drawing/2014/main" id="{5604C1DE-B672-C9F3-AA38-7D77B66B9F4E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2" name="Freeform 11891">
              <a:extLst>
                <a:ext uri="{FF2B5EF4-FFF2-40B4-BE49-F238E27FC236}">
                  <a16:creationId xmlns:a16="http://schemas.microsoft.com/office/drawing/2014/main" id="{815C741D-93ED-1918-7D42-CA270C32A238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3" name="Freeform 11892">
              <a:extLst>
                <a:ext uri="{FF2B5EF4-FFF2-40B4-BE49-F238E27FC236}">
                  <a16:creationId xmlns:a16="http://schemas.microsoft.com/office/drawing/2014/main" id="{EEB63425-E728-699B-EB4F-DBE94DFC6BF7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4" name="Freeform 11893">
              <a:extLst>
                <a:ext uri="{FF2B5EF4-FFF2-40B4-BE49-F238E27FC236}">
                  <a16:creationId xmlns:a16="http://schemas.microsoft.com/office/drawing/2014/main" id="{2E6C2F76-3B82-F2B7-7A7C-EE294908F0F9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5" name="Freeform 11894">
              <a:extLst>
                <a:ext uri="{FF2B5EF4-FFF2-40B4-BE49-F238E27FC236}">
                  <a16:creationId xmlns:a16="http://schemas.microsoft.com/office/drawing/2014/main" id="{0479758C-1CA9-8087-E76C-89B7F6FCF6A0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6" name="Freeform 11895">
              <a:extLst>
                <a:ext uri="{FF2B5EF4-FFF2-40B4-BE49-F238E27FC236}">
                  <a16:creationId xmlns:a16="http://schemas.microsoft.com/office/drawing/2014/main" id="{6C94FD2B-22F1-873A-8E02-DD75C535F79D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7" name="Freeform 11896">
              <a:extLst>
                <a:ext uri="{FF2B5EF4-FFF2-40B4-BE49-F238E27FC236}">
                  <a16:creationId xmlns:a16="http://schemas.microsoft.com/office/drawing/2014/main" id="{AAFAA268-02EA-86D0-E467-D6734F556194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8" name="Freeform 11897">
              <a:extLst>
                <a:ext uri="{FF2B5EF4-FFF2-40B4-BE49-F238E27FC236}">
                  <a16:creationId xmlns:a16="http://schemas.microsoft.com/office/drawing/2014/main" id="{E7F03BE3-9F64-D3D9-69EE-70C50829C611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99" name="Freeform 11898">
              <a:extLst>
                <a:ext uri="{FF2B5EF4-FFF2-40B4-BE49-F238E27FC236}">
                  <a16:creationId xmlns:a16="http://schemas.microsoft.com/office/drawing/2014/main" id="{8412063F-D364-DFFF-F578-6B4321B4B55C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0" name="Freeform 11899">
              <a:extLst>
                <a:ext uri="{FF2B5EF4-FFF2-40B4-BE49-F238E27FC236}">
                  <a16:creationId xmlns:a16="http://schemas.microsoft.com/office/drawing/2014/main" id="{A6A5F40F-DE1D-245E-767F-ED75CE98B818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1" name="Freeform 11900">
              <a:extLst>
                <a:ext uri="{FF2B5EF4-FFF2-40B4-BE49-F238E27FC236}">
                  <a16:creationId xmlns:a16="http://schemas.microsoft.com/office/drawing/2014/main" id="{2BF8B9BD-6579-C90B-C37D-357ADC5FC0C3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2" name="Freeform 11901">
              <a:extLst>
                <a:ext uri="{FF2B5EF4-FFF2-40B4-BE49-F238E27FC236}">
                  <a16:creationId xmlns:a16="http://schemas.microsoft.com/office/drawing/2014/main" id="{FAB35528-84D2-E6F2-BF2F-8645BF372132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3" name="Freeform 11902">
              <a:extLst>
                <a:ext uri="{FF2B5EF4-FFF2-40B4-BE49-F238E27FC236}">
                  <a16:creationId xmlns:a16="http://schemas.microsoft.com/office/drawing/2014/main" id="{603E8DF6-DF10-051F-64D0-122629E35BF8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4" name="Freeform 11903">
              <a:extLst>
                <a:ext uri="{FF2B5EF4-FFF2-40B4-BE49-F238E27FC236}">
                  <a16:creationId xmlns:a16="http://schemas.microsoft.com/office/drawing/2014/main" id="{50BAD54E-7705-A769-90A9-DD4E1B282A87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5" name="Freeform 11904">
              <a:extLst>
                <a:ext uri="{FF2B5EF4-FFF2-40B4-BE49-F238E27FC236}">
                  <a16:creationId xmlns:a16="http://schemas.microsoft.com/office/drawing/2014/main" id="{BEB2CA19-D3ED-5348-3C08-201202116FE7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6" name="Freeform 11905">
              <a:extLst>
                <a:ext uri="{FF2B5EF4-FFF2-40B4-BE49-F238E27FC236}">
                  <a16:creationId xmlns:a16="http://schemas.microsoft.com/office/drawing/2014/main" id="{3B7B03C7-415C-03BB-6A11-4D7A397538FB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7" name="Freeform 11906">
              <a:extLst>
                <a:ext uri="{FF2B5EF4-FFF2-40B4-BE49-F238E27FC236}">
                  <a16:creationId xmlns:a16="http://schemas.microsoft.com/office/drawing/2014/main" id="{87F59F6E-7F86-4BF9-1071-BFA06979B809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8" name="Freeform 11907">
              <a:extLst>
                <a:ext uri="{FF2B5EF4-FFF2-40B4-BE49-F238E27FC236}">
                  <a16:creationId xmlns:a16="http://schemas.microsoft.com/office/drawing/2014/main" id="{00769AE3-777A-A997-C475-99E4EACC156C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9" name="Freeform 11908">
              <a:extLst>
                <a:ext uri="{FF2B5EF4-FFF2-40B4-BE49-F238E27FC236}">
                  <a16:creationId xmlns:a16="http://schemas.microsoft.com/office/drawing/2014/main" id="{5A1C1C28-8617-E27E-A9F6-ED9EA56EC900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0" name="Freeform 11909">
              <a:extLst>
                <a:ext uri="{FF2B5EF4-FFF2-40B4-BE49-F238E27FC236}">
                  <a16:creationId xmlns:a16="http://schemas.microsoft.com/office/drawing/2014/main" id="{A82AE20B-01C4-8331-4DBE-8D5A2311F572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1" name="Freeform 11910">
              <a:extLst>
                <a:ext uri="{FF2B5EF4-FFF2-40B4-BE49-F238E27FC236}">
                  <a16:creationId xmlns:a16="http://schemas.microsoft.com/office/drawing/2014/main" id="{4633D52A-649D-6C7B-EC3A-EADA517E3DD9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2" name="Freeform 11911">
              <a:extLst>
                <a:ext uri="{FF2B5EF4-FFF2-40B4-BE49-F238E27FC236}">
                  <a16:creationId xmlns:a16="http://schemas.microsoft.com/office/drawing/2014/main" id="{993AC802-836F-9F75-D518-FF41AE6A2CFA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3" name="Freeform 11912">
              <a:extLst>
                <a:ext uri="{FF2B5EF4-FFF2-40B4-BE49-F238E27FC236}">
                  <a16:creationId xmlns:a16="http://schemas.microsoft.com/office/drawing/2014/main" id="{856530A9-7C3A-CB8E-361D-B437D55AF3E7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4" name="Freeform 11913">
              <a:extLst>
                <a:ext uri="{FF2B5EF4-FFF2-40B4-BE49-F238E27FC236}">
                  <a16:creationId xmlns:a16="http://schemas.microsoft.com/office/drawing/2014/main" id="{37A676F0-42A4-4DE6-B0E3-428936F0CF1A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5" name="Freeform 11914">
              <a:extLst>
                <a:ext uri="{FF2B5EF4-FFF2-40B4-BE49-F238E27FC236}">
                  <a16:creationId xmlns:a16="http://schemas.microsoft.com/office/drawing/2014/main" id="{3BD0957E-65CB-E028-79B4-BEDE50482DBE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6" name="Freeform 11915">
              <a:extLst>
                <a:ext uri="{FF2B5EF4-FFF2-40B4-BE49-F238E27FC236}">
                  <a16:creationId xmlns:a16="http://schemas.microsoft.com/office/drawing/2014/main" id="{20851DA0-38DD-5CB5-7728-3C4859435388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7" name="Freeform 11916">
              <a:extLst>
                <a:ext uri="{FF2B5EF4-FFF2-40B4-BE49-F238E27FC236}">
                  <a16:creationId xmlns:a16="http://schemas.microsoft.com/office/drawing/2014/main" id="{22A19A90-79E2-7A0E-F4B8-EBCA49460169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8" name="Freeform 11917">
              <a:extLst>
                <a:ext uri="{FF2B5EF4-FFF2-40B4-BE49-F238E27FC236}">
                  <a16:creationId xmlns:a16="http://schemas.microsoft.com/office/drawing/2014/main" id="{1FCA1E79-D6A0-BD95-7F8E-00E68399A968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9" name="Freeform 11918">
              <a:extLst>
                <a:ext uri="{FF2B5EF4-FFF2-40B4-BE49-F238E27FC236}">
                  <a16:creationId xmlns:a16="http://schemas.microsoft.com/office/drawing/2014/main" id="{F2A628D5-5246-D44C-A82A-024D34F568AF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0" name="Freeform 11919">
              <a:extLst>
                <a:ext uri="{FF2B5EF4-FFF2-40B4-BE49-F238E27FC236}">
                  <a16:creationId xmlns:a16="http://schemas.microsoft.com/office/drawing/2014/main" id="{1B2C4CC4-8B96-55CC-A4A8-4EBD4EC1E78A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1" name="Freeform 11920">
              <a:extLst>
                <a:ext uri="{FF2B5EF4-FFF2-40B4-BE49-F238E27FC236}">
                  <a16:creationId xmlns:a16="http://schemas.microsoft.com/office/drawing/2014/main" id="{D147E9FC-45CF-82F4-CCCA-4C1A98ABB7FE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2" name="Freeform 11921">
              <a:extLst>
                <a:ext uri="{FF2B5EF4-FFF2-40B4-BE49-F238E27FC236}">
                  <a16:creationId xmlns:a16="http://schemas.microsoft.com/office/drawing/2014/main" id="{4EF0907C-2069-E7FC-A506-2666BB751122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3" name="Freeform 11922">
              <a:extLst>
                <a:ext uri="{FF2B5EF4-FFF2-40B4-BE49-F238E27FC236}">
                  <a16:creationId xmlns:a16="http://schemas.microsoft.com/office/drawing/2014/main" id="{C443E208-53B7-F7F2-7456-9BB5A50FFAEC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4" name="Freeform 11923">
              <a:extLst>
                <a:ext uri="{FF2B5EF4-FFF2-40B4-BE49-F238E27FC236}">
                  <a16:creationId xmlns:a16="http://schemas.microsoft.com/office/drawing/2014/main" id="{840650FC-12F1-EAA2-AB9C-BA3CD579BDCB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5" name="Freeform 11924">
              <a:extLst>
                <a:ext uri="{FF2B5EF4-FFF2-40B4-BE49-F238E27FC236}">
                  <a16:creationId xmlns:a16="http://schemas.microsoft.com/office/drawing/2014/main" id="{49FB7B80-2322-287B-CB04-632270464B94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6" name="Freeform 11925">
              <a:extLst>
                <a:ext uri="{FF2B5EF4-FFF2-40B4-BE49-F238E27FC236}">
                  <a16:creationId xmlns:a16="http://schemas.microsoft.com/office/drawing/2014/main" id="{582B058B-7A35-D8EB-AE8B-DB4A418A31BD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7" name="Freeform 11926">
              <a:extLst>
                <a:ext uri="{FF2B5EF4-FFF2-40B4-BE49-F238E27FC236}">
                  <a16:creationId xmlns:a16="http://schemas.microsoft.com/office/drawing/2014/main" id="{18ADB88B-62DC-1FC4-7A95-3CA8A551264F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8" name="Freeform 11927">
              <a:extLst>
                <a:ext uri="{FF2B5EF4-FFF2-40B4-BE49-F238E27FC236}">
                  <a16:creationId xmlns:a16="http://schemas.microsoft.com/office/drawing/2014/main" id="{E15195AC-7997-1CD4-38CA-2C58B5D0EB8E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9" name="Freeform 11928">
              <a:extLst>
                <a:ext uri="{FF2B5EF4-FFF2-40B4-BE49-F238E27FC236}">
                  <a16:creationId xmlns:a16="http://schemas.microsoft.com/office/drawing/2014/main" id="{9C3F0363-F4C6-B6A4-C865-2BBBFE11DD48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0" name="Freeform 11929">
              <a:extLst>
                <a:ext uri="{FF2B5EF4-FFF2-40B4-BE49-F238E27FC236}">
                  <a16:creationId xmlns:a16="http://schemas.microsoft.com/office/drawing/2014/main" id="{B3969366-475E-0B67-6FC4-92C38D933936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1" name="Freeform 11930">
              <a:extLst>
                <a:ext uri="{FF2B5EF4-FFF2-40B4-BE49-F238E27FC236}">
                  <a16:creationId xmlns:a16="http://schemas.microsoft.com/office/drawing/2014/main" id="{A07BC720-A3FF-E531-6249-B8047F0A4149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2" name="Freeform 11931">
              <a:extLst>
                <a:ext uri="{FF2B5EF4-FFF2-40B4-BE49-F238E27FC236}">
                  <a16:creationId xmlns:a16="http://schemas.microsoft.com/office/drawing/2014/main" id="{ED95D5C6-DB6F-5FB6-2652-1237D24D5822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3" name="Freeform 11932">
              <a:extLst>
                <a:ext uri="{FF2B5EF4-FFF2-40B4-BE49-F238E27FC236}">
                  <a16:creationId xmlns:a16="http://schemas.microsoft.com/office/drawing/2014/main" id="{6B60CACC-96BD-9DC8-0863-D1D2ACD6FC68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4" name="Freeform 11933">
              <a:extLst>
                <a:ext uri="{FF2B5EF4-FFF2-40B4-BE49-F238E27FC236}">
                  <a16:creationId xmlns:a16="http://schemas.microsoft.com/office/drawing/2014/main" id="{A0B527DB-D058-AC37-76A5-3F1BC994B759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5" name="Freeform 11934">
              <a:extLst>
                <a:ext uri="{FF2B5EF4-FFF2-40B4-BE49-F238E27FC236}">
                  <a16:creationId xmlns:a16="http://schemas.microsoft.com/office/drawing/2014/main" id="{4FFA3C15-B4A4-DCF6-3F25-51ED4D067118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6" name="Freeform 11935">
              <a:extLst>
                <a:ext uri="{FF2B5EF4-FFF2-40B4-BE49-F238E27FC236}">
                  <a16:creationId xmlns:a16="http://schemas.microsoft.com/office/drawing/2014/main" id="{26804B20-A43C-A59D-D499-C01036AB57CA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7" name="Freeform 11936">
              <a:extLst>
                <a:ext uri="{FF2B5EF4-FFF2-40B4-BE49-F238E27FC236}">
                  <a16:creationId xmlns:a16="http://schemas.microsoft.com/office/drawing/2014/main" id="{E9DDA349-6D63-7177-BE7F-B28BED3D38F1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8" name="Freeform 11937">
              <a:extLst>
                <a:ext uri="{FF2B5EF4-FFF2-40B4-BE49-F238E27FC236}">
                  <a16:creationId xmlns:a16="http://schemas.microsoft.com/office/drawing/2014/main" id="{DBF643EF-4BC9-B768-5F02-A9AD8F0F7A88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9" name="Freeform 11938">
              <a:extLst>
                <a:ext uri="{FF2B5EF4-FFF2-40B4-BE49-F238E27FC236}">
                  <a16:creationId xmlns:a16="http://schemas.microsoft.com/office/drawing/2014/main" id="{18334453-44FD-559D-CCA0-64EFD6DA9B7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0" name="Freeform 11939">
              <a:extLst>
                <a:ext uri="{FF2B5EF4-FFF2-40B4-BE49-F238E27FC236}">
                  <a16:creationId xmlns:a16="http://schemas.microsoft.com/office/drawing/2014/main" id="{B17F306C-F382-644B-1CF5-E43C8CE18983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1" name="Freeform 11940">
              <a:extLst>
                <a:ext uri="{FF2B5EF4-FFF2-40B4-BE49-F238E27FC236}">
                  <a16:creationId xmlns:a16="http://schemas.microsoft.com/office/drawing/2014/main" id="{46E6A456-2540-40F4-10FD-A14AF40E4B17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2" name="Freeform 11941">
              <a:extLst>
                <a:ext uri="{FF2B5EF4-FFF2-40B4-BE49-F238E27FC236}">
                  <a16:creationId xmlns:a16="http://schemas.microsoft.com/office/drawing/2014/main" id="{2E09C70D-A665-665F-0912-0871A69F0377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3" name="Freeform 11942">
              <a:extLst>
                <a:ext uri="{FF2B5EF4-FFF2-40B4-BE49-F238E27FC236}">
                  <a16:creationId xmlns:a16="http://schemas.microsoft.com/office/drawing/2014/main" id="{E28C5FA0-9C0D-6EB7-8269-EA0B94BF03CB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4" name="Freeform 11943">
              <a:extLst>
                <a:ext uri="{FF2B5EF4-FFF2-40B4-BE49-F238E27FC236}">
                  <a16:creationId xmlns:a16="http://schemas.microsoft.com/office/drawing/2014/main" id="{026384DA-0BC0-74A3-F859-881E3E9BF0E7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5" name="Freeform 11944">
              <a:extLst>
                <a:ext uri="{FF2B5EF4-FFF2-40B4-BE49-F238E27FC236}">
                  <a16:creationId xmlns:a16="http://schemas.microsoft.com/office/drawing/2014/main" id="{D9855AE7-DA43-98BC-EEA3-38B3EA85346C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6" name="Freeform 11945">
              <a:extLst>
                <a:ext uri="{FF2B5EF4-FFF2-40B4-BE49-F238E27FC236}">
                  <a16:creationId xmlns:a16="http://schemas.microsoft.com/office/drawing/2014/main" id="{C35FC7D6-BE4F-433D-D562-3C14FF99FAE2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7" name="Freeform 11946">
              <a:extLst>
                <a:ext uri="{FF2B5EF4-FFF2-40B4-BE49-F238E27FC236}">
                  <a16:creationId xmlns:a16="http://schemas.microsoft.com/office/drawing/2014/main" id="{EE322D22-EFD7-818D-CA3F-A42C648748E9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8" name="Freeform 11947">
              <a:extLst>
                <a:ext uri="{FF2B5EF4-FFF2-40B4-BE49-F238E27FC236}">
                  <a16:creationId xmlns:a16="http://schemas.microsoft.com/office/drawing/2014/main" id="{6C4EAA8A-86B0-4F11-A374-2AE7E3EF8547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49" name="Freeform 11948">
              <a:extLst>
                <a:ext uri="{FF2B5EF4-FFF2-40B4-BE49-F238E27FC236}">
                  <a16:creationId xmlns:a16="http://schemas.microsoft.com/office/drawing/2014/main" id="{F5EE9040-502B-300D-3F58-EB4BF364AA20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0" name="Freeform 11949">
              <a:extLst>
                <a:ext uri="{FF2B5EF4-FFF2-40B4-BE49-F238E27FC236}">
                  <a16:creationId xmlns:a16="http://schemas.microsoft.com/office/drawing/2014/main" id="{B34D6A64-3CAF-3DA1-E331-8E6A3708867E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1" name="Freeform 11950">
              <a:extLst>
                <a:ext uri="{FF2B5EF4-FFF2-40B4-BE49-F238E27FC236}">
                  <a16:creationId xmlns:a16="http://schemas.microsoft.com/office/drawing/2014/main" id="{26DC0A4F-308D-54AE-6F9C-7B4AE9367EBD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2" name="Freeform 11951">
              <a:extLst>
                <a:ext uri="{FF2B5EF4-FFF2-40B4-BE49-F238E27FC236}">
                  <a16:creationId xmlns:a16="http://schemas.microsoft.com/office/drawing/2014/main" id="{467BABE6-784E-6108-4F33-02D8710AC66F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3" name="Freeform 11952">
              <a:extLst>
                <a:ext uri="{FF2B5EF4-FFF2-40B4-BE49-F238E27FC236}">
                  <a16:creationId xmlns:a16="http://schemas.microsoft.com/office/drawing/2014/main" id="{D608BD83-7256-DA7B-B819-CF2AA5614EBF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4" name="Freeform 11953">
              <a:extLst>
                <a:ext uri="{FF2B5EF4-FFF2-40B4-BE49-F238E27FC236}">
                  <a16:creationId xmlns:a16="http://schemas.microsoft.com/office/drawing/2014/main" id="{4620199E-FDB7-8003-49A9-F8BCC6DD7CE5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5" name="Freeform 11954">
              <a:extLst>
                <a:ext uri="{FF2B5EF4-FFF2-40B4-BE49-F238E27FC236}">
                  <a16:creationId xmlns:a16="http://schemas.microsoft.com/office/drawing/2014/main" id="{4B93ED1B-3870-C929-9751-D4D00BA64153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6" name="Freeform 11955">
              <a:extLst>
                <a:ext uri="{FF2B5EF4-FFF2-40B4-BE49-F238E27FC236}">
                  <a16:creationId xmlns:a16="http://schemas.microsoft.com/office/drawing/2014/main" id="{8DA8F3AA-BB29-7A74-20DD-A6783495FEE9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7" name="Freeform 11956">
              <a:extLst>
                <a:ext uri="{FF2B5EF4-FFF2-40B4-BE49-F238E27FC236}">
                  <a16:creationId xmlns:a16="http://schemas.microsoft.com/office/drawing/2014/main" id="{4036E5C9-8D9F-AC4A-B212-073924F3B110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8" name="Freeform 11957">
              <a:extLst>
                <a:ext uri="{FF2B5EF4-FFF2-40B4-BE49-F238E27FC236}">
                  <a16:creationId xmlns:a16="http://schemas.microsoft.com/office/drawing/2014/main" id="{9B6121DB-63E4-C120-9831-D96B9891EE9A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59" name="Freeform 11958">
              <a:extLst>
                <a:ext uri="{FF2B5EF4-FFF2-40B4-BE49-F238E27FC236}">
                  <a16:creationId xmlns:a16="http://schemas.microsoft.com/office/drawing/2014/main" id="{FE7379BE-9B37-4495-115E-7FCFF12418F9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0" name="Freeform 11959">
              <a:extLst>
                <a:ext uri="{FF2B5EF4-FFF2-40B4-BE49-F238E27FC236}">
                  <a16:creationId xmlns:a16="http://schemas.microsoft.com/office/drawing/2014/main" id="{07E5B1B9-2E1F-06D4-70C8-796C13550626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1" name="Freeform 11960">
              <a:extLst>
                <a:ext uri="{FF2B5EF4-FFF2-40B4-BE49-F238E27FC236}">
                  <a16:creationId xmlns:a16="http://schemas.microsoft.com/office/drawing/2014/main" id="{A1348340-3F59-A144-547F-0BA8BE51FBAE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2" name="Freeform 11961">
              <a:extLst>
                <a:ext uri="{FF2B5EF4-FFF2-40B4-BE49-F238E27FC236}">
                  <a16:creationId xmlns:a16="http://schemas.microsoft.com/office/drawing/2014/main" id="{5BFB95FC-80D6-F7B0-5F9A-65AD295C8301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3" name="Freeform 11962">
              <a:extLst>
                <a:ext uri="{FF2B5EF4-FFF2-40B4-BE49-F238E27FC236}">
                  <a16:creationId xmlns:a16="http://schemas.microsoft.com/office/drawing/2014/main" id="{A6EF8186-CC43-48AD-F83D-3126BBC9E122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4" name="Freeform 11963">
              <a:extLst>
                <a:ext uri="{FF2B5EF4-FFF2-40B4-BE49-F238E27FC236}">
                  <a16:creationId xmlns:a16="http://schemas.microsoft.com/office/drawing/2014/main" id="{2268DD18-FAB0-A07F-A860-A6DBBD74C708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5" name="Freeform 11964">
              <a:extLst>
                <a:ext uri="{FF2B5EF4-FFF2-40B4-BE49-F238E27FC236}">
                  <a16:creationId xmlns:a16="http://schemas.microsoft.com/office/drawing/2014/main" id="{9A7CFF03-F19C-8B88-7408-9B0241CB62CC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6" name="Freeform 11965">
              <a:extLst>
                <a:ext uri="{FF2B5EF4-FFF2-40B4-BE49-F238E27FC236}">
                  <a16:creationId xmlns:a16="http://schemas.microsoft.com/office/drawing/2014/main" id="{899C2D36-E06A-807D-2EBB-7E5D94C98532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7" name="Freeform 11966">
              <a:extLst>
                <a:ext uri="{FF2B5EF4-FFF2-40B4-BE49-F238E27FC236}">
                  <a16:creationId xmlns:a16="http://schemas.microsoft.com/office/drawing/2014/main" id="{13EBAB8D-9200-6CED-17F4-BAE412294F16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8" name="Freeform 11967">
              <a:extLst>
                <a:ext uri="{FF2B5EF4-FFF2-40B4-BE49-F238E27FC236}">
                  <a16:creationId xmlns:a16="http://schemas.microsoft.com/office/drawing/2014/main" id="{EB67B4A2-BD04-F226-C07C-B628ACB375D0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69" name="Freeform 11968">
              <a:extLst>
                <a:ext uri="{FF2B5EF4-FFF2-40B4-BE49-F238E27FC236}">
                  <a16:creationId xmlns:a16="http://schemas.microsoft.com/office/drawing/2014/main" id="{A182D905-9834-13B8-2A91-5DDCC455BF7D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0" name="Freeform 11969">
              <a:extLst>
                <a:ext uri="{FF2B5EF4-FFF2-40B4-BE49-F238E27FC236}">
                  <a16:creationId xmlns:a16="http://schemas.microsoft.com/office/drawing/2014/main" id="{4801AA19-0708-C05A-1DC5-CBD6C860050D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1" name="Freeform 11970">
              <a:extLst>
                <a:ext uri="{FF2B5EF4-FFF2-40B4-BE49-F238E27FC236}">
                  <a16:creationId xmlns:a16="http://schemas.microsoft.com/office/drawing/2014/main" id="{B2F86322-318C-9316-5D7B-9B80BB415995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2" name="Freeform 11971">
              <a:extLst>
                <a:ext uri="{FF2B5EF4-FFF2-40B4-BE49-F238E27FC236}">
                  <a16:creationId xmlns:a16="http://schemas.microsoft.com/office/drawing/2014/main" id="{8C8CFBAF-0639-5F44-1D24-DC92DEF7056A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3" name="Freeform 11972">
              <a:extLst>
                <a:ext uri="{FF2B5EF4-FFF2-40B4-BE49-F238E27FC236}">
                  <a16:creationId xmlns:a16="http://schemas.microsoft.com/office/drawing/2014/main" id="{A996C242-C7AC-A7B7-1CC0-118586B0EE8C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4" name="Freeform 11973">
              <a:extLst>
                <a:ext uri="{FF2B5EF4-FFF2-40B4-BE49-F238E27FC236}">
                  <a16:creationId xmlns:a16="http://schemas.microsoft.com/office/drawing/2014/main" id="{AA4BB30D-1334-A8F1-12C3-FDCCE804188B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5" name="Freeform 11974">
              <a:extLst>
                <a:ext uri="{FF2B5EF4-FFF2-40B4-BE49-F238E27FC236}">
                  <a16:creationId xmlns:a16="http://schemas.microsoft.com/office/drawing/2014/main" id="{983CFAF7-2848-5252-A6D6-2EF2A50125BD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6" name="Freeform 11975">
              <a:extLst>
                <a:ext uri="{FF2B5EF4-FFF2-40B4-BE49-F238E27FC236}">
                  <a16:creationId xmlns:a16="http://schemas.microsoft.com/office/drawing/2014/main" id="{9C44FE56-C15E-8163-8F17-7C9B768468AA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7" name="Freeform 11976">
              <a:extLst>
                <a:ext uri="{FF2B5EF4-FFF2-40B4-BE49-F238E27FC236}">
                  <a16:creationId xmlns:a16="http://schemas.microsoft.com/office/drawing/2014/main" id="{26367741-6118-6B69-3739-6753A9B57E0A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8" name="Freeform 11977">
              <a:extLst>
                <a:ext uri="{FF2B5EF4-FFF2-40B4-BE49-F238E27FC236}">
                  <a16:creationId xmlns:a16="http://schemas.microsoft.com/office/drawing/2014/main" id="{36CB6F9F-89CE-1D38-E747-CA3C92EA1435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79" name="Freeform 11978">
              <a:extLst>
                <a:ext uri="{FF2B5EF4-FFF2-40B4-BE49-F238E27FC236}">
                  <a16:creationId xmlns:a16="http://schemas.microsoft.com/office/drawing/2014/main" id="{1D480E33-2B5A-0A0B-9C27-6B20885C83ED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0" name="Freeform 11979">
              <a:extLst>
                <a:ext uri="{FF2B5EF4-FFF2-40B4-BE49-F238E27FC236}">
                  <a16:creationId xmlns:a16="http://schemas.microsoft.com/office/drawing/2014/main" id="{1F5B8B6B-B90A-0ED8-6375-9E6D75F199ED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1" name="Freeform 11980">
              <a:extLst>
                <a:ext uri="{FF2B5EF4-FFF2-40B4-BE49-F238E27FC236}">
                  <a16:creationId xmlns:a16="http://schemas.microsoft.com/office/drawing/2014/main" id="{7F5F156D-FB6F-F35D-B8CB-13A46093FAB9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2" name="Freeform 11981">
              <a:extLst>
                <a:ext uri="{FF2B5EF4-FFF2-40B4-BE49-F238E27FC236}">
                  <a16:creationId xmlns:a16="http://schemas.microsoft.com/office/drawing/2014/main" id="{C28B371A-36BC-E135-8459-4E8A4DB0C465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3" name="Freeform 11982">
              <a:extLst>
                <a:ext uri="{FF2B5EF4-FFF2-40B4-BE49-F238E27FC236}">
                  <a16:creationId xmlns:a16="http://schemas.microsoft.com/office/drawing/2014/main" id="{731AE37A-A5CB-AA29-7B60-6D06A12A1523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4" name="Freeform 11983">
              <a:extLst>
                <a:ext uri="{FF2B5EF4-FFF2-40B4-BE49-F238E27FC236}">
                  <a16:creationId xmlns:a16="http://schemas.microsoft.com/office/drawing/2014/main" id="{1214BCAE-7F2C-985C-2A12-E387A1CE8690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5" name="Freeform 11984">
              <a:extLst>
                <a:ext uri="{FF2B5EF4-FFF2-40B4-BE49-F238E27FC236}">
                  <a16:creationId xmlns:a16="http://schemas.microsoft.com/office/drawing/2014/main" id="{554E960C-8F7D-0A9F-349E-EA5F45DF11BF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6" name="Freeform 11985">
              <a:extLst>
                <a:ext uri="{FF2B5EF4-FFF2-40B4-BE49-F238E27FC236}">
                  <a16:creationId xmlns:a16="http://schemas.microsoft.com/office/drawing/2014/main" id="{1C869BB8-5D5A-B640-6CE8-2CE42E887823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7" name="Freeform 11986">
              <a:extLst>
                <a:ext uri="{FF2B5EF4-FFF2-40B4-BE49-F238E27FC236}">
                  <a16:creationId xmlns:a16="http://schemas.microsoft.com/office/drawing/2014/main" id="{2771061C-6E21-C94A-FE96-51FDF9111C09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8" name="Freeform 11987">
              <a:extLst>
                <a:ext uri="{FF2B5EF4-FFF2-40B4-BE49-F238E27FC236}">
                  <a16:creationId xmlns:a16="http://schemas.microsoft.com/office/drawing/2014/main" id="{85087C73-0D48-9E4F-1D12-CE74F79556C1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89" name="Freeform 11988">
              <a:extLst>
                <a:ext uri="{FF2B5EF4-FFF2-40B4-BE49-F238E27FC236}">
                  <a16:creationId xmlns:a16="http://schemas.microsoft.com/office/drawing/2014/main" id="{033A13E2-D7F5-877E-0125-7552772E7159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0" name="Freeform 11989">
              <a:extLst>
                <a:ext uri="{FF2B5EF4-FFF2-40B4-BE49-F238E27FC236}">
                  <a16:creationId xmlns:a16="http://schemas.microsoft.com/office/drawing/2014/main" id="{725D7C78-F0B7-21E3-7AD9-B5FCC125D574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1" name="Freeform 11990">
              <a:extLst>
                <a:ext uri="{FF2B5EF4-FFF2-40B4-BE49-F238E27FC236}">
                  <a16:creationId xmlns:a16="http://schemas.microsoft.com/office/drawing/2014/main" id="{10458266-2AF8-F00D-7A4C-89188B313A2B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2" name="Freeform 11991">
              <a:extLst>
                <a:ext uri="{FF2B5EF4-FFF2-40B4-BE49-F238E27FC236}">
                  <a16:creationId xmlns:a16="http://schemas.microsoft.com/office/drawing/2014/main" id="{15CEAB84-D31C-2889-A6A1-492CEF33088B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3" name="Freeform 11992">
              <a:extLst>
                <a:ext uri="{FF2B5EF4-FFF2-40B4-BE49-F238E27FC236}">
                  <a16:creationId xmlns:a16="http://schemas.microsoft.com/office/drawing/2014/main" id="{CB658D1E-D265-3484-EEAF-109824316875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4" name="Freeform 11993">
              <a:extLst>
                <a:ext uri="{FF2B5EF4-FFF2-40B4-BE49-F238E27FC236}">
                  <a16:creationId xmlns:a16="http://schemas.microsoft.com/office/drawing/2014/main" id="{D6CF63A0-AC28-3455-7B8B-8B048E597BFA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5" name="Freeform 11994">
              <a:extLst>
                <a:ext uri="{FF2B5EF4-FFF2-40B4-BE49-F238E27FC236}">
                  <a16:creationId xmlns:a16="http://schemas.microsoft.com/office/drawing/2014/main" id="{9BA3F53C-D337-93C5-F7A7-D8D5814C888D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6" name="Freeform 11995">
              <a:extLst>
                <a:ext uri="{FF2B5EF4-FFF2-40B4-BE49-F238E27FC236}">
                  <a16:creationId xmlns:a16="http://schemas.microsoft.com/office/drawing/2014/main" id="{9F874B88-C3B7-3912-11FC-518B95AD1094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7" name="Freeform 11996">
              <a:extLst>
                <a:ext uri="{FF2B5EF4-FFF2-40B4-BE49-F238E27FC236}">
                  <a16:creationId xmlns:a16="http://schemas.microsoft.com/office/drawing/2014/main" id="{2F4F25E4-37EF-EBC0-E5A1-1C06D77D3B15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8" name="Freeform 11997">
              <a:extLst>
                <a:ext uri="{FF2B5EF4-FFF2-40B4-BE49-F238E27FC236}">
                  <a16:creationId xmlns:a16="http://schemas.microsoft.com/office/drawing/2014/main" id="{75EBB141-9324-AD0D-4D52-C108F802694B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99" name="Freeform 11998">
              <a:extLst>
                <a:ext uri="{FF2B5EF4-FFF2-40B4-BE49-F238E27FC236}">
                  <a16:creationId xmlns:a16="http://schemas.microsoft.com/office/drawing/2014/main" id="{7C84B03F-F1BD-A9AA-F43C-BAD346A29BB6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0" name="Freeform 11999">
              <a:extLst>
                <a:ext uri="{FF2B5EF4-FFF2-40B4-BE49-F238E27FC236}">
                  <a16:creationId xmlns:a16="http://schemas.microsoft.com/office/drawing/2014/main" id="{914388B8-1F40-916D-B2CF-72A10421DC4F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1" name="Freeform 12000">
              <a:extLst>
                <a:ext uri="{FF2B5EF4-FFF2-40B4-BE49-F238E27FC236}">
                  <a16:creationId xmlns:a16="http://schemas.microsoft.com/office/drawing/2014/main" id="{FC771145-A655-99BA-1856-340A783B62D6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2" name="Freeform 12001">
              <a:extLst>
                <a:ext uri="{FF2B5EF4-FFF2-40B4-BE49-F238E27FC236}">
                  <a16:creationId xmlns:a16="http://schemas.microsoft.com/office/drawing/2014/main" id="{25711480-39E5-38B5-6BC9-DE7F0A990A98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3" name="Freeform 12002">
              <a:extLst>
                <a:ext uri="{FF2B5EF4-FFF2-40B4-BE49-F238E27FC236}">
                  <a16:creationId xmlns:a16="http://schemas.microsoft.com/office/drawing/2014/main" id="{99B8517C-5740-38BB-4881-2D097EE45610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4" name="Freeform 12003">
              <a:extLst>
                <a:ext uri="{FF2B5EF4-FFF2-40B4-BE49-F238E27FC236}">
                  <a16:creationId xmlns:a16="http://schemas.microsoft.com/office/drawing/2014/main" id="{99BBE06A-6AA6-32D9-F058-6E6E1580EB37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5" name="Freeform 12004">
              <a:extLst>
                <a:ext uri="{FF2B5EF4-FFF2-40B4-BE49-F238E27FC236}">
                  <a16:creationId xmlns:a16="http://schemas.microsoft.com/office/drawing/2014/main" id="{3D4951E9-9569-FEB8-1172-6E8D57A74239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6" name="Freeform 12005">
              <a:extLst>
                <a:ext uri="{FF2B5EF4-FFF2-40B4-BE49-F238E27FC236}">
                  <a16:creationId xmlns:a16="http://schemas.microsoft.com/office/drawing/2014/main" id="{17180F5F-CA71-15DB-12E2-D5075305EFCC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7" name="Freeform 12006">
              <a:extLst>
                <a:ext uri="{FF2B5EF4-FFF2-40B4-BE49-F238E27FC236}">
                  <a16:creationId xmlns:a16="http://schemas.microsoft.com/office/drawing/2014/main" id="{0EE59B34-DE07-3AB9-F256-B00CC934E55E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8" name="Freeform 12007">
              <a:extLst>
                <a:ext uri="{FF2B5EF4-FFF2-40B4-BE49-F238E27FC236}">
                  <a16:creationId xmlns:a16="http://schemas.microsoft.com/office/drawing/2014/main" id="{97DC7587-EF44-7AE3-118D-D265B07F89E0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9" name="Freeform 12008">
              <a:extLst>
                <a:ext uri="{FF2B5EF4-FFF2-40B4-BE49-F238E27FC236}">
                  <a16:creationId xmlns:a16="http://schemas.microsoft.com/office/drawing/2014/main" id="{4F5CF187-00E3-F5D8-FDE0-8B7B85722F99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0" name="Freeform 12009">
              <a:extLst>
                <a:ext uri="{FF2B5EF4-FFF2-40B4-BE49-F238E27FC236}">
                  <a16:creationId xmlns:a16="http://schemas.microsoft.com/office/drawing/2014/main" id="{CBFC3CCF-63CA-EDB4-AF75-4F518F083D1D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1" name="Freeform 12010">
              <a:extLst>
                <a:ext uri="{FF2B5EF4-FFF2-40B4-BE49-F238E27FC236}">
                  <a16:creationId xmlns:a16="http://schemas.microsoft.com/office/drawing/2014/main" id="{707A7449-A25A-C865-03CF-28EDF6FFD7B0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2" name="Freeform 12011">
              <a:extLst>
                <a:ext uri="{FF2B5EF4-FFF2-40B4-BE49-F238E27FC236}">
                  <a16:creationId xmlns:a16="http://schemas.microsoft.com/office/drawing/2014/main" id="{2D21CF1F-6BB1-A251-ADE2-E5278338B60E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3" name="Freeform 12012">
              <a:extLst>
                <a:ext uri="{FF2B5EF4-FFF2-40B4-BE49-F238E27FC236}">
                  <a16:creationId xmlns:a16="http://schemas.microsoft.com/office/drawing/2014/main" id="{0546EAEF-4425-ED6E-5202-32D87FB7B4E9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4" name="Freeform 12013">
              <a:extLst>
                <a:ext uri="{FF2B5EF4-FFF2-40B4-BE49-F238E27FC236}">
                  <a16:creationId xmlns:a16="http://schemas.microsoft.com/office/drawing/2014/main" id="{085F2A5E-A8F6-A9EC-2D39-5829FD8F3BCE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5" name="Freeform 12014">
              <a:extLst>
                <a:ext uri="{FF2B5EF4-FFF2-40B4-BE49-F238E27FC236}">
                  <a16:creationId xmlns:a16="http://schemas.microsoft.com/office/drawing/2014/main" id="{9B85FE0E-D157-5D8C-9A6E-8D917F306901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6" name="Freeform 12015">
              <a:extLst>
                <a:ext uri="{FF2B5EF4-FFF2-40B4-BE49-F238E27FC236}">
                  <a16:creationId xmlns:a16="http://schemas.microsoft.com/office/drawing/2014/main" id="{B53906A3-6B0B-4149-3F4C-D3A5CD954FC3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7" name="Freeform 12016">
              <a:extLst>
                <a:ext uri="{FF2B5EF4-FFF2-40B4-BE49-F238E27FC236}">
                  <a16:creationId xmlns:a16="http://schemas.microsoft.com/office/drawing/2014/main" id="{36AC295E-517A-2384-9D86-060BFCEF9F52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8" name="Freeform 12017">
              <a:extLst>
                <a:ext uri="{FF2B5EF4-FFF2-40B4-BE49-F238E27FC236}">
                  <a16:creationId xmlns:a16="http://schemas.microsoft.com/office/drawing/2014/main" id="{CA2FD9F9-7E83-9F76-8AC7-25FA20CE9E0F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9" name="Freeform 12018">
              <a:extLst>
                <a:ext uri="{FF2B5EF4-FFF2-40B4-BE49-F238E27FC236}">
                  <a16:creationId xmlns:a16="http://schemas.microsoft.com/office/drawing/2014/main" id="{9FDF3C8E-35DB-D5EB-4007-97FF3758375F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0" name="Freeform 12019">
              <a:extLst>
                <a:ext uri="{FF2B5EF4-FFF2-40B4-BE49-F238E27FC236}">
                  <a16:creationId xmlns:a16="http://schemas.microsoft.com/office/drawing/2014/main" id="{D531F434-A195-D959-528A-7831D5CFA328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1" name="Freeform 12020">
              <a:extLst>
                <a:ext uri="{FF2B5EF4-FFF2-40B4-BE49-F238E27FC236}">
                  <a16:creationId xmlns:a16="http://schemas.microsoft.com/office/drawing/2014/main" id="{D9083969-18FD-C177-747E-5BE6150852E2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2" name="Freeform 12021">
              <a:extLst>
                <a:ext uri="{FF2B5EF4-FFF2-40B4-BE49-F238E27FC236}">
                  <a16:creationId xmlns:a16="http://schemas.microsoft.com/office/drawing/2014/main" id="{C0A69AE0-2C6A-A8D2-965F-325FC0AC6335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3" name="Freeform 12022">
              <a:extLst>
                <a:ext uri="{FF2B5EF4-FFF2-40B4-BE49-F238E27FC236}">
                  <a16:creationId xmlns:a16="http://schemas.microsoft.com/office/drawing/2014/main" id="{FC7CCC91-C7E8-AE83-87C5-F3D1CDAEBFEB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4" name="Freeform 12023">
              <a:extLst>
                <a:ext uri="{FF2B5EF4-FFF2-40B4-BE49-F238E27FC236}">
                  <a16:creationId xmlns:a16="http://schemas.microsoft.com/office/drawing/2014/main" id="{C3ABC41C-BD76-B53C-522D-A46F75D19AE7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5" name="Freeform 12024">
              <a:extLst>
                <a:ext uri="{FF2B5EF4-FFF2-40B4-BE49-F238E27FC236}">
                  <a16:creationId xmlns:a16="http://schemas.microsoft.com/office/drawing/2014/main" id="{CBAD1F61-429F-6E43-72C3-B8322393897D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6" name="Freeform 12025">
              <a:extLst>
                <a:ext uri="{FF2B5EF4-FFF2-40B4-BE49-F238E27FC236}">
                  <a16:creationId xmlns:a16="http://schemas.microsoft.com/office/drawing/2014/main" id="{17D452B0-3FFE-C98F-4B55-4BCD51C05C7F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7" name="Freeform 12026">
              <a:extLst>
                <a:ext uri="{FF2B5EF4-FFF2-40B4-BE49-F238E27FC236}">
                  <a16:creationId xmlns:a16="http://schemas.microsoft.com/office/drawing/2014/main" id="{2550BD6D-2E33-82A8-8A0D-BD84CE75DB2B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8" name="Freeform 12027">
              <a:extLst>
                <a:ext uri="{FF2B5EF4-FFF2-40B4-BE49-F238E27FC236}">
                  <a16:creationId xmlns:a16="http://schemas.microsoft.com/office/drawing/2014/main" id="{E63B37B4-912E-C02C-D369-09018A167FAE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29" name="Freeform 12028">
              <a:extLst>
                <a:ext uri="{FF2B5EF4-FFF2-40B4-BE49-F238E27FC236}">
                  <a16:creationId xmlns:a16="http://schemas.microsoft.com/office/drawing/2014/main" id="{B56FA76C-AEBC-1E3D-CF50-CEFFC6330417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0" name="Freeform 12029">
              <a:extLst>
                <a:ext uri="{FF2B5EF4-FFF2-40B4-BE49-F238E27FC236}">
                  <a16:creationId xmlns:a16="http://schemas.microsoft.com/office/drawing/2014/main" id="{80CE00B7-6734-7391-0679-3B318FAAA698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1" name="Freeform 12030">
              <a:extLst>
                <a:ext uri="{FF2B5EF4-FFF2-40B4-BE49-F238E27FC236}">
                  <a16:creationId xmlns:a16="http://schemas.microsoft.com/office/drawing/2014/main" id="{EFE0F965-B1C7-D4AB-290A-D3C5F0D29E5E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2" name="Freeform 12031">
              <a:extLst>
                <a:ext uri="{FF2B5EF4-FFF2-40B4-BE49-F238E27FC236}">
                  <a16:creationId xmlns:a16="http://schemas.microsoft.com/office/drawing/2014/main" id="{6B25ADE3-C870-6B7A-25E2-84ACFB985895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3" name="Freeform 12032">
              <a:extLst>
                <a:ext uri="{FF2B5EF4-FFF2-40B4-BE49-F238E27FC236}">
                  <a16:creationId xmlns:a16="http://schemas.microsoft.com/office/drawing/2014/main" id="{B8D5CDE6-3219-64A5-B78C-4B297AFE50AE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4" name="Freeform 12033">
              <a:extLst>
                <a:ext uri="{FF2B5EF4-FFF2-40B4-BE49-F238E27FC236}">
                  <a16:creationId xmlns:a16="http://schemas.microsoft.com/office/drawing/2014/main" id="{8A41CE59-ABEE-8BC2-706A-D26EF2FB04C5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5" name="Freeform 12034">
              <a:extLst>
                <a:ext uri="{FF2B5EF4-FFF2-40B4-BE49-F238E27FC236}">
                  <a16:creationId xmlns:a16="http://schemas.microsoft.com/office/drawing/2014/main" id="{735B0C49-C442-DB27-17E7-80FA691EFCEB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6" name="Freeform 12035">
              <a:extLst>
                <a:ext uri="{FF2B5EF4-FFF2-40B4-BE49-F238E27FC236}">
                  <a16:creationId xmlns:a16="http://schemas.microsoft.com/office/drawing/2014/main" id="{15F51038-9D48-5FDC-ED24-2FAC4692BA75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7" name="Freeform 12036">
              <a:extLst>
                <a:ext uri="{FF2B5EF4-FFF2-40B4-BE49-F238E27FC236}">
                  <a16:creationId xmlns:a16="http://schemas.microsoft.com/office/drawing/2014/main" id="{737C1C1E-72B6-67B6-A953-5DE414110554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8" name="Freeform 12037">
              <a:extLst>
                <a:ext uri="{FF2B5EF4-FFF2-40B4-BE49-F238E27FC236}">
                  <a16:creationId xmlns:a16="http://schemas.microsoft.com/office/drawing/2014/main" id="{CD8C98F6-F4FB-D308-4096-FBFEB209013F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39" name="Freeform 12038">
              <a:extLst>
                <a:ext uri="{FF2B5EF4-FFF2-40B4-BE49-F238E27FC236}">
                  <a16:creationId xmlns:a16="http://schemas.microsoft.com/office/drawing/2014/main" id="{1B185619-2959-8257-7821-44F1BE68451F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0" name="Freeform 12039">
              <a:extLst>
                <a:ext uri="{FF2B5EF4-FFF2-40B4-BE49-F238E27FC236}">
                  <a16:creationId xmlns:a16="http://schemas.microsoft.com/office/drawing/2014/main" id="{350C3071-8E96-7607-0FE1-74FEE9D87843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1" name="Freeform 12040">
              <a:extLst>
                <a:ext uri="{FF2B5EF4-FFF2-40B4-BE49-F238E27FC236}">
                  <a16:creationId xmlns:a16="http://schemas.microsoft.com/office/drawing/2014/main" id="{A14D3CBC-614E-078C-1669-89C27DA9575A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2" name="Freeform 12041">
              <a:extLst>
                <a:ext uri="{FF2B5EF4-FFF2-40B4-BE49-F238E27FC236}">
                  <a16:creationId xmlns:a16="http://schemas.microsoft.com/office/drawing/2014/main" id="{8D0BFC44-671A-5D4A-2E2B-72A9F6F5087F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3" name="Freeform 12042">
              <a:extLst>
                <a:ext uri="{FF2B5EF4-FFF2-40B4-BE49-F238E27FC236}">
                  <a16:creationId xmlns:a16="http://schemas.microsoft.com/office/drawing/2014/main" id="{096C257C-5AD3-06E3-D9C8-D76A66E5F2D7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4" name="Freeform 12043">
              <a:extLst>
                <a:ext uri="{FF2B5EF4-FFF2-40B4-BE49-F238E27FC236}">
                  <a16:creationId xmlns:a16="http://schemas.microsoft.com/office/drawing/2014/main" id="{898866F4-2CED-5FC0-5807-CD6D3CB8F299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5" name="Freeform 12044">
              <a:extLst>
                <a:ext uri="{FF2B5EF4-FFF2-40B4-BE49-F238E27FC236}">
                  <a16:creationId xmlns:a16="http://schemas.microsoft.com/office/drawing/2014/main" id="{9858AB07-8452-28DA-F7F8-DE82048E07C0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6" name="Freeform 12045">
              <a:extLst>
                <a:ext uri="{FF2B5EF4-FFF2-40B4-BE49-F238E27FC236}">
                  <a16:creationId xmlns:a16="http://schemas.microsoft.com/office/drawing/2014/main" id="{5DD3F3E3-2608-3B34-8375-6F04EB0BCD75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7" name="Freeform 12046">
              <a:extLst>
                <a:ext uri="{FF2B5EF4-FFF2-40B4-BE49-F238E27FC236}">
                  <a16:creationId xmlns:a16="http://schemas.microsoft.com/office/drawing/2014/main" id="{B430267A-95E7-685B-61F9-555CAB10A30F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8" name="Freeform 12047">
              <a:extLst>
                <a:ext uri="{FF2B5EF4-FFF2-40B4-BE49-F238E27FC236}">
                  <a16:creationId xmlns:a16="http://schemas.microsoft.com/office/drawing/2014/main" id="{330FE55C-B098-A8FA-3CAB-A5CA128655A5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49" name="Freeform 12048">
              <a:extLst>
                <a:ext uri="{FF2B5EF4-FFF2-40B4-BE49-F238E27FC236}">
                  <a16:creationId xmlns:a16="http://schemas.microsoft.com/office/drawing/2014/main" id="{F024094C-CDCC-C0CD-F173-2DB679CD710F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0" name="Freeform 12049">
              <a:extLst>
                <a:ext uri="{FF2B5EF4-FFF2-40B4-BE49-F238E27FC236}">
                  <a16:creationId xmlns:a16="http://schemas.microsoft.com/office/drawing/2014/main" id="{A91C6581-2EE4-F27C-32FF-14862655723E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1" name="Freeform 12050">
              <a:extLst>
                <a:ext uri="{FF2B5EF4-FFF2-40B4-BE49-F238E27FC236}">
                  <a16:creationId xmlns:a16="http://schemas.microsoft.com/office/drawing/2014/main" id="{5590E24C-B377-E195-CFCC-B2434D85E7E2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2" name="Freeform 12051">
              <a:extLst>
                <a:ext uri="{FF2B5EF4-FFF2-40B4-BE49-F238E27FC236}">
                  <a16:creationId xmlns:a16="http://schemas.microsoft.com/office/drawing/2014/main" id="{C97575D9-BF52-2745-39C7-9425113861AE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3" name="Freeform 12052">
              <a:extLst>
                <a:ext uri="{FF2B5EF4-FFF2-40B4-BE49-F238E27FC236}">
                  <a16:creationId xmlns:a16="http://schemas.microsoft.com/office/drawing/2014/main" id="{02F2AC62-BB17-5405-ECF0-3E2A27678399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4" name="Freeform 12053">
              <a:extLst>
                <a:ext uri="{FF2B5EF4-FFF2-40B4-BE49-F238E27FC236}">
                  <a16:creationId xmlns:a16="http://schemas.microsoft.com/office/drawing/2014/main" id="{C8CEA788-FF0B-1D9F-D796-7786691AE4EB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5" name="Freeform 12054">
              <a:extLst>
                <a:ext uri="{FF2B5EF4-FFF2-40B4-BE49-F238E27FC236}">
                  <a16:creationId xmlns:a16="http://schemas.microsoft.com/office/drawing/2014/main" id="{670DCDD1-6246-0900-3E65-0F0933C9877F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6" name="Freeform 12055">
              <a:extLst>
                <a:ext uri="{FF2B5EF4-FFF2-40B4-BE49-F238E27FC236}">
                  <a16:creationId xmlns:a16="http://schemas.microsoft.com/office/drawing/2014/main" id="{B876C7D5-CF7F-79E5-B92C-213829751355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7" name="Freeform 12056">
              <a:extLst>
                <a:ext uri="{FF2B5EF4-FFF2-40B4-BE49-F238E27FC236}">
                  <a16:creationId xmlns:a16="http://schemas.microsoft.com/office/drawing/2014/main" id="{6A9021F7-7545-BC1C-40AC-AB3E4939A46F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8" name="Freeform 12057">
              <a:extLst>
                <a:ext uri="{FF2B5EF4-FFF2-40B4-BE49-F238E27FC236}">
                  <a16:creationId xmlns:a16="http://schemas.microsoft.com/office/drawing/2014/main" id="{7ED1EDD2-DF22-82F0-E7D7-35B11686D82E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59" name="Freeform 12058">
              <a:extLst>
                <a:ext uri="{FF2B5EF4-FFF2-40B4-BE49-F238E27FC236}">
                  <a16:creationId xmlns:a16="http://schemas.microsoft.com/office/drawing/2014/main" id="{4C1DF726-616F-5D97-D843-9BA2B26315C7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0" name="Freeform 12059">
              <a:extLst>
                <a:ext uri="{FF2B5EF4-FFF2-40B4-BE49-F238E27FC236}">
                  <a16:creationId xmlns:a16="http://schemas.microsoft.com/office/drawing/2014/main" id="{8B881C49-482F-B97E-5FFC-A5C08CEF8D5F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1" name="Freeform 12060">
              <a:extLst>
                <a:ext uri="{FF2B5EF4-FFF2-40B4-BE49-F238E27FC236}">
                  <a16:creationId xmlns:a16="http://schemas.microsoft.com/office/drawing/2014/main" id="{B4A35C3F-20DD-76EE-5FF7-F3A71BADAE6A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2" name="Freeform 12061">
              <a:extLst>
                <a:ext uri="{FF2B5EF4-FFF2-40B4-BE49-F238E27FC236}">
                  <a16:creationId xmlns:a16="http://schemas.microsoft.com/office/drawing/2014/main" id="{13322A8E-0195-1358-8609-33FB72267777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3" name="Freeform 12062">
              <a:extLst>
                <a:ext uri="{FF2B5EF4-FFF2-40B4-BE49-F238E27FC236}">
                  <a16:creationId xmlns:a16="http://schemas.microsoft.com/office/drawing/2014/main" id="{81D5275F-C1C5-CF46-3841-85BAD40EADBA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4" name="Freeform 12063">
              <a:extLst>
                <a:ext uri="{FF2B5EF4-FFF2-40B4-BE49-F238E27FC236}">
                  <a16:creationId xmlns:a16="http://schemas.microsoft.com/office/drawing/2014/main" id="{6D7192B4-12CF-E590-4D70-02C069D8296A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5" name="Freeform 12064">
              <a:extLst>
                <a:ext uri="{FF2B5EF4-FFF2-40B4-BE49-F238E27FC236}">
                  <a16:creationId xmlns:a16="http://schemas.microsoft.com/office/drawing/2014/main" id="{3AC3180D-E7DE-172E-DF8E-97F9942671FF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6" name="Freeform 12065">
              <a:extLst>
                <a:ext uri="{FF2B5EF4-FFF2-40B4-BE49-F238E27FC236}">
                  <a16:creationId xmlns:a16="http://schemas.microsoft.com/office/drawing/2014/main" id="{9CA085BE-7777-9B0F-4D29-66700626C97C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7" name="Freeform 12066">
              <a:extLst>
                <a:ext uri="{FF2B5EF4-FFF2-40B4-BE49-F238E27FC236}">
                  <a16:creationId xmlns:a16="http://schemas.microsoft.com/office/drawing/2014/main" id="{4416FE9B-5FDD-824F-792E-6D9D6298DF0F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8" name="Freeform 12067">
              <a:extLst>
                <a:ext uri="{FF2B5EF4-FFF2-40B4-BE49-F238E27FC236}">
                  <a16:creationId xmlns:a16="http://schemas.microsoft.com/office/drawing/2014/main" id="{6C3ADE89-03B7-F0FA-AC67-F7B4CA567228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69" name="Freeform 12068">
              <a:extLst>
                <a:ext uri="{FF2B5EF4-FFF2-40B4-BE49-F238E27FC236}">
                  <a16:creationId xmlns:a16="http://schemas.microsoft.com/office/drawing/2014/main" id="{C83F20BD-6364-3211-8254-7B28A65B502B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0" name="Freeform 12069">
              <a:extLst>
                <a:ext uri="{FF2B5EF4-FFF2-40B4-BE49-F238E27FC236}">
                  <a16:creationId xmlns:a16="http://schemas.microsoft.com/office/drawing/2014/main" id="{0AE1A40E-AF7C-090C-6968-807CF94F8D82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1" name="Freeform 12070">
              <a:extLst>
                <a:ext uri="{FF2B5EF4-FFF2-40B4-BE49-F238E27FC236}">
                  <a16:creationId xmlns:a16="http://schemas.microsoft.com/office/drawing/2014/main" id="{C25433B7-22F0-0795-6A77-051015AC5B87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2" name="Freeform 12071">
              <a:extLst>
                <a:ext uri="{FF2B5EF4-FFF2-40B4-BE49-F238E27FC236}">
                  <a16:creationId xmlns:a16="http://schemas.microsoft.com/office/drawing/2014/main" id="{9C5BBC7E-A2EB-EC18-3412-24B4B5DE4724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3" name="Freeform 12072">
              <a:extLst>
                <a:ext uri="{FF2B5EF4-FFF2-40B4-BE49-F238E27FC236}">
                  <a16:creationId xmlns:a16="http://schemas.microsoft.com/office/drawing/2014/main" id="{BF34D2EA-E96E-4070-547E-575BA420E1E9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4" name="Freeform 12073">
              <a:extLst>
                <a:ext uri="{FF2B5EF4-FFF2-40B4-BE49-F238E27FC236}">
                  <a16:creationId xmlns:a16="http://schemas.microsoft.com/office/drawing/2014/main" id="{DCB81064-5E6C-6A1B-33EE-73858704B82B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5" name="Freeform 12074">
              <a:extLst>
                <a:ext uri="{FF2B5EF4-FFF2-40B4-BE49-F238E27FC236}">
                  <a16:creationId xmlns:a16="http://schemas.microsoft.com/office/drawing/2014/main" id="{7D9EF541-C0A2-996C-2F88-E88DEB122769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6" name="Freeform 12075">
              <a:extLst>
                <a:ext uri="{FF2B5EF4-FFF2-40B4-BE49-F238E27FC236}">
                  <a16:creationId xmlns:a16="http://schemas.microsoft.com/office/drawing/2014/main" id="{CDEDA0A8-2570-BA4B-DBCE-FD21A5FFF048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7" name="Freeform 12076">
              <a:extLst>
                <a:ext uri="{FF2B5EF4-FFF2-40B4-BE49-F238E27FC236}">
                  <a16:creationId xmlns:a16="http://schemas.microsoft.com/office/drawing/2014/main" id="{E35E1A0C-AFB3-2D88-AD1D-A8FADDE5CEEF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8" name="Freeform 12077">
              <a:extLst>
                <a:ext uri="{FF2B5EF4-FFF2-40B4-BE49-F238E27FC236}">
                  <a16:creationId xmlns:a16="http://schemas.microsoft.com/office/drawing/2014/main" id="{78AFA4E2-A7CE-27B4-4068-FB37D168D49E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79" name="Freeform 12078">
              <a:extLst>
                <a:ext uri="{FF2B5EF4-FFF2-40B4-BE49-F238E27FC236}">
                  <a16:creationId xmlns:a16="http://schemas.microsoft.com/office/drawing/2014/main" id="{E4A5F858-12E0-C335-385F-59C2BA83EA75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0" name="Freeform 12079">
              <a:extLst>
                <a:ext uri="{FF2B5EF4-FFF2-40B4-BE49-F238E27FC236}">
                  <a16:creationId xmlns:a16="http://schemas.microsoft.com/office/drawing/2014/main" id="{C8FF0B5E-53AF-C71B-68EC-0163808ADE44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1" name="Freeform 12080">
              <a:extLst>
                <a:ext uri="{FF2B5EF4-FFF2-40B4-BE49-F238E27FC236}">
                  <a16:creationId xmlns:a16="http://schemas.microsoft.com/office/drawing/2014/main" id="{5444F882-174A-A3C9-9749-21F584A83077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2" name="Freeform 12081">
              <a:extLst>
                <a:ext uri="{FF2B5EF4-FFF2-40B4-BE49-F238E27FC236}">
                  <a16:creationId xmlns:a16="http://schemas.microsoft.com/office/drawing/2014/main" id="{923EF6C4-F96F-FF0C-BC12-04494E9E6317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3" name="Freeform 12082">
              <a:extLst>
                <a:ext uri="{FF2B5EF4-FFF2-40B4-BE49-F238E27FC236}">
                  <a16:creationId xmlns:a16="http://schemas.microsoft.com/office/drawing/2014/main" id="{49DF406B-E854-D48A-B87D-5003B30C7A29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4" name="Freeform 12083">
              <a:extLst>
                <a:ext uri="{FF2B5EF4-FFF2-40B4-BE49-F238E27FC236}">
                  <a16:creationId xmlns:a16="http://schemas.microsoft.com/office/drawing/2014/main" id="{AE04B6DB-2BBA-FCC3-F001-F96071F3ACBD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5" name="Freeform 12084">
              <a:extLst>
                <a:ext uri="{FF2B5EF4-FFF2-40B4-BE49-F238E27FC236}">
                  <a16:creationId xmlns:a16="http://schemas.microsoft.com/office/drawing/2014/main" id="{0AC84A3C-7725-5E3D-98FE-5F63E069942F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6" name="Freeform 12085">
              <a:extLst>
                <a:ext uri="{FF2B5EF4-FFF2-40B4-BE49-F238E27FC236}">
                  <a16:creationId xmlns:a16="http://schemas.microsoft.com/office/drawing/2014/main" id="{A525C496-99F0-5974-37A6-B216D0A10685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7" name="Freeform 12086">
              <a:extLst>
                <a:ext uri="{FF2B5EF4-FFF2-40B4-BE49-F238E27FC236}">
                  <a16:creationId xmlns:a16="http://schemas.microsoft.com/office/drawing/2014/main" id="{6AF89DA3-CA86-5773-8019-38C0B404CDD6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8" name="Freeform 12087">
              <a:extLst>
                <a:ext uri="{FF2B5EF4-FFF2-40B4-BE49-F238E27FC236}">
                  <a16:creationId xmlns:a16="http://schemas.microsoft.com/office/drawing/2014/main" id="{471B1480-305C-975C-56CD-51D819C4B367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89" name="Freeform 12088">
              <a:extLst>
                <a:ext uri="{FF2B5EF4-FFF2-40B4-BE49-F238E27FC236}">
                  <a16:creationId xmlns:a16="http://schemas.microsoft.com/office/drawing/2014/main" id="{2CE64523-AECC-3EE2-8392-770B6A847BD8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0" name="Freeform 12089">
              <a:extLst>
                <a:ext uri="{FF2B5EF4-FFF2-40B4-BE49-F238E27FC236}">
                  <a16:creationId xmlns:a16="http://schemas.microsoft.com/office/drawing/2014/main" id="{83124173-1511-64B6-CD2E-90D096F52D28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1" name="Freeform 12090">
              <a:extLst>
                <a:ext uri="{FF2B5EF4-FFF2-40B4-BE49-F238E27FC236}">
                  <a16:creationId xmlns:a16="http://schemas.microsoft.com/office/drawing/2014/main" id="{10460D10-0005-5A22-B5F5-88266A9E965D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2" name="Freeform 12091">
              <a:extLst>
                <a:ext uri="{FF2B5EF4-FFF2-40B4-BE49-F238E27FC236}">
                  <a16:creationId xmlns:a16="http://schemas.microsoft.com/office/drawing/2014/main" id="{7E95F8B3-6C6E-3D30-09F5-BA7679B548EC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3" name="Freeform 12092">
              <a:extLst>
                <a:ext uri="{FF2B5EF4-FFF2-40B4-BE49-F238E27FC236}">
                  <a16:creationId xmlns:a16="http://schemas.microsoft.com/office/drawing/2014/main" id="{45E06281-DA69-D91A-FC08-671F27C6E8A7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4" name="Freeform 12093">
              <a:extLst>
                <a:ext uri="{FF2B5EF4-FFF2-40B4-BE49-F238E27FC236}">
                  <a16:creationId xmlns:a16="http://schemas.microsoft.com/office/drawing/2014/main" id="{E612D3DA-CFCC-3914-C098-3DD7E02A8351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5" name="Freeform 12094">
              <a:extLst>
                <a:ext uri="{FF2B5EF4-FFF2-40B4-BE49-F238E27FC236}">
                  <a16:creationId xmlns:a16="http://schemas.microsoft.com/office/drawing/2014/main" id="{B3E16A39-C551-605E-08AA-8D42684E65C7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6" name="Freeform 12095">
              <a:extLst>
                <a:ext uri="{FF2B5EF4-FFF2-40B4-BE49-F238E27FC236}">
                  <a16:creationId xmlns:a16="http://schemas.microsoft.com/office/drawing/2014/main" id="{94D8E76B-6CDD-C46A-75DD-95035954EA2C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7" name="Freeform 12096">
              <a:extLst>
                <a:ext uri="{FF2B5EF4-FFF2-40B4-BE49-F238E27FC236}">
                  <a16:creationId xmlns:a16="http://schemas.microsoft.com/office/drawing/2014/main" id="{2D92DC74-EB17-A56A-2757-E436CD051FC2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8" name="Freeform 12097">
              <a:extLst>
                <a:ext uri="{FF2B5EF4-FFF2-40B4-BE49-F238E27FC236}">
                  <a16:creationId xmlns:a16="http://schemas.microsoft.com/office/drawing/2014/main" id="{61E7E250-3986-5E16-90C2-7157511EA2EA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99" name="Freeform 12098">
              <a:extLst>
                <a:ext uri="{FF2B5EF4-FFF2-40B4-BE49-F238E27FC236}">
                  <a16:creationId xmlns:a16="http://schemas.microsoft.com/office/drawing/2014/main" id="{EE405E81-2801-919D-1060-565458264BD2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0" name="Freeform 12099">
              <a:extLst>
                <a:ext uri="{FF2B5EF4-FFF2-40B4-BE49-F238E27FC236}">
                  <a16:creationId xmlns:a16="http://schemas.microsoft.com/office/drawing/2014/main" id="{60CB6B5D-3654-39B0-E277-1C5530FB941E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1" name="Freeform 12100">
              <a:extLst>
                <a:ext uri="{FF2B5EF4-FFF2-40B4-BE49-F238E27FC236}">
                  <a16:creationId xmlns:a16="http://schemas.microsoft.com/office/drawing/2014/main" id="{B803FC4A-F4ED-6438-8357-54753E34D160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2" name="Freeform 12101">
              <a:extLst>
                <a:ext uri="{FF2B5EF4-FFF2-40B4-BE49-F238E27FC236}">
                  <a16:creationId xmlns:a16="http://schemas.microsoft.com/office/drawing/2014/main" id="{24BD2B19-4105-ECAB-64EE-06EE958E325A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3" name="Freeform 12102">
              <a:extLst>
                <a:ext uri="{FF2B5EF4-FFF2-40B4-BE49-F238E27FC236}">
                  <a16:creationId xmlns:a16="http://schemas.microsoft.com/office/drawing/2014/main" id="{8E14F294-B21A-9AE9-3478-05F720592774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4" name="Freeform 12103">
              <a:extLst>
                <a:ext uri="{FF2B5EF4-FFF2-40B4-BE49-F238E27FC236}">
                  <a16:creationId xmlns:a16="http://schemas.microsoft.com/office/drawing/2014/main" id="{7D365D5D-4CCE-8AF4-FD88-656FB14A39C3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5" name="Freeform 12104">
              <a:extLst>
                <a:ext uri="{FF2B5EF4-FFF2-40B4-BE49-F238E27FC236}">
                  <a16:creationId xmlns:a16="http://schemas.microsoft.com/office/drawing/2014/main" id="{C07AF2FF-8BB6-00DD-7C7A-85C3C8D2346D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6" name="Freeform 12105">
              <a:extLst>
                <a:ext uri="{FF2B5EF4-FFF2-40B4-BE49-F238E27FC236}">
                  <a16:creationId xmlns:a16="http://schemas.microsoft.com/office/drawing/2014/main" id="{8A6B5E76-978B-647E-9543-66D5D0A4FFEB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7" name="Freeform 12106">
              <a:extLst>
                <a:ext uri="{FF2B5EF4-FFF2-40B4-BE49-F238E27FC236}">
                  <a16:creationId xmlns:a16="http://schemas.microsoft.com/office/drawing/2014/main" id="{24E02CCC-071A-FCFD-5715-0DFF96C1CBFF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8" name="Freeform 12107">
              <a:extLst>
                <a:ext uri="{FF2B5EF4-FFF2-40B4-BE49-F238E27FC236}">
                  <a16:creationId xmlns:a16="http://schemas.microsoft.com/office/drawing/2014/main" id="{4FC8A51E-60FD-B703-D3E2-00315F8290A8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9" name="Freeform 12108">
              <a:extLst>
                <a:ext uri="{FF2B5EF4-FFF2-40B4-BE49-F238E27FC236}">
                  <a16:creationId xmlns:a16="http://schemas.microsoft.com/office/drawing/2014/main" id="{1F2DE4BA-0B7E-4C92-4BF0-6B39EBE925DC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0" name="Freeform 12109">
              <a:extLst>
                <a:ext uri="{FF2B5EF4-FFF2-40B4-BE49-F238E27FC236}">
                  <a16:creationId xmlns:a16="http://schemas.microsoft.com/office/drawing/2014/main" id="{51F8CF91-15CA-B2A5-28D4-C902D9598740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1" name="Freeform 12110">
              <a:extLst>
                <a:ext uri="{FF2B5EF4-FFF2-40B4-BE49-F238E27FC236}">
                  <a16:creationId xmlns:a16="http://schemas.microsoft.com/office/drawing/2014/main" id="{B495FA12-D442-435F-D62D-C11D7A2C4705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2" name="Freeform 12111">
              <a:extLst>
                <a:ext uri="{FF2B5EF4-FFF2-40B4-BE49-F238E27FC236}">
                  <a16:creationId xmlns:a16="http://schemas.microsoft.com/office/drawing/2014/main" id="{46F15BCB-722B-E14C-6556-E7B37F3EA4BE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3" name="Freeform 12112">
              <a:extLst>
                <a:ext uri="{FF2B5EF4-FFF2-40B4-BE49-F238E27FC236}">
                  <a16:creationId xmlns:a16="http://schemas.microsoft.com/office/drawing/2014/main" id="{B347D87C-559C-9F06-4FAD-AD45DF2C1F01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4" name="Freeform 12113">
              <a:extLst>
                <a:ext uri="{FF2B5EF4-FFF2-40B4-BE49-F238E27FC236}">
                  <a16:creationId xmlns:a16="http://schemas.microsoft.com/office/drawing/2014/main" id="{A514A6D7-5668-078C-F077-C78DCB5D7AEE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5" name="Freeform 12114">
              <a:extLst>
                <a:ext uri="{FF2B5EF4-FFF2-40B4-BE49-F238E27FC236}">
                  <a16:creationId xmlns:a16="http://schemas.microsoft.com/office/drawing/2014/main" id="{6806D010-A706-1379-F697-6E80F07A034D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6" name="Freeform 12115">
              <a:extLst>
                <a:ext uri="{FF2B5EF4-FFF2-40B4-BE49-F238E27FC236}">
                  <a16:creationId xmlns:a16="http://schemas.microsoft.com/office/drawing/2014/main" id="{F8E999AC-3EAB-23DF-DC62-0781605039AF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7" name="Freeform 12116">
              <a:extLst>
                <a:ext uri="{FF2B5EF4-FFF2-40B4-BE49-F238E27FC236}">
                  <a16:creationId xmlns:a16="http://schemas.microsoft.com/office/drawing/2014/main" id="{B7C4015C-B8A5-CF9D-5591-38CDCA16734D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8" name="Freeform 12117">
              <a:extLst>
                <a:ext uri="{FF2B5EF4-FFF2-40B4-BE49-F238E27FC236}">
                  <a16:creationId xmlns:a16="http://schemas.microsoft.com/office/drawing/2014/main" id="{50E6D742-758D-99A4-41D5-3E960DAE904C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9" name="Freeform 12118">
              <a:extLst>
                <a:ext uri="{FF2B5EF4-FFF2-40B4-BE49-F238E27FC236}">
                  <a16:creationId xmlns:a16="http://schemas.microsoft.com/office/drawing/2014/main" id="{934E06CC-29FB-309B-5C7E-AF83E7F634B4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0" name="Freeform 12119">
              <a:extLst>
                <a:ext uri="{FF2B5EF4-FFF2-40B4-BE49-F238E27FC236}">
                  <a16:creationId xmlns:a16="http://schemas.microsoft.com/office/drawing/2014/main" id="{4DEB73BC-3F18-2C4C-CF5F-26F692B62751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1" name="Freeform 12120">
              <a:extLst>
                <a:ext uri="{FF2B5EF4-FFF2-40B4-BE49-F238E27FC236}">
                  <a16:creationId xmlns:a16="http://schemas.microsoft.com/office/drawing/2014/main" id="{D59FA450-512C-C58E-8246-F14BE15B8CFE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2" name="Freeform 12121">
              <a:extLst>
                <a:ext uri="{FF2B5EF4-FFF2-40B4-BE49-F238E27FC236}">
                  <a16:creationId xmlns:a16="http://schemas.microsoft.com/office/drawing/2014/main" id="{60FACC9C-80B2-BEDD-3D4D-093D6FC679AE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3" name="Freeform 12122">
              <a:extLst>
                <a:ext uri="{FF2B5EF4-FFF2-40B4-BE49-F238E27FC236}">
                  <a16:creationId xmlns:a16="http://schemas.microsoft.com/office/drawing/2014/main" id="{D4C9DD98-157C-EEDF-B8B0-FC32D05DD6BE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4" name="Freeform 12123">
              <a:extLst>
                <a:ext uri="{FF2B5EF4-FFF2-40B4-BE49-F238E27FC236}">
                  <a16:creationId xmlns:a16="http://schemas.microsoft.com/office/drawing/2014/main" id="{31FE0201-0BC8-541E-9B30-DC127A13C151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5" name="Freeform 12124">
              <a:extLst>
                <a:ext uri="{FF2B5EF4-FFF2-40B4-BE49-F238E27FC236}">
                  <a16:creationId xmlns:a16="http://schemas.microsoft.com/office/drawing/2014/main" id="{4C0FAA4D-B34E-7ACD-DC59-4669CC57BB6B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6" name="Freeform 12125">
              <a:extLst>
                <a:ext uri="{FF2B5EF4-FFF2-40B4-BE49-F238E27FC236}">
                  <a16:creationId xmlns:a16="http://schemas.microsoft.com/office/drawing/2014/main" id="{CA63FB7A-BBBE-C08E-56FC-6B6ED32F129D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7" name="Freeform 12126">
              <a:extLst>
                <a:ext uri="{FF2B5EF4-FFF2-40B4-BE49-F238E27FC236}">
                  <a16:creationId xmlns:a16="http://schemas.microsoft.com/office/drawing/2014/main" id="{6C00E95D-01CA-0D86-B45F-1BEDCE4E3E31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8" name="Freeform 12127">
              <a:extLst>
                <a:ext uri="{FF2B5EF4-FFF2-40B4-BE49-F238E27FC236}">
                  <a16:creationId xmlns:a16="http://schemas.microsoft.com/office/drawing/2014/main" id="{D8649BE3-134A-556D-63BC-922B5935AD47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29" name="Freeform 12128">
              <a:extLst>
                <a:ext uri="{FF2B5EF4-FFF2-40B4-BE49-F238E27FC236}">
                  <a16:creationId xmlns:a16="http://schemas.microsoft.com/office/drawing/2014/main" id="{B418F900-3E8B-E1C2-28CF-C512C5E803AC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0" name="Freeform 12129">
              <a:extLst>
                <a:ext uri="{FF2B5EF4-FFF2-40B4-BE49-F238E27FC236}">
                  <a16:creationId xmlns:a16="http://schemas.microsoft.com/office/drawing/2014/main" id="{3798833B-8FF0-9FF0-30E1-F932573B0B03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1" name="Freeform 12130">
              <a:extLst>
                <a:ext uri="{FF2B5EF4-FFF2-40B4-BE49-F238E27FC236}">
                  <a16:creationId xmlns:a16="http://schemas.microsoft.com/office/drawing/2014/main" id="{ED25A469-0AAF-AF99-6FA5-F6680C182CA6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2" name="Freeform 12131">
              <a:extLst>
                <a:ext uri="{FF2B5EF4-FFF2-40B4-BE49-F238E27FC236}">
                  <a16:creationId xmlns:a16="http://schemas.microsoft.com/office/drawing/2014/main" id="{53E1B490-26A8-36E8-C65A-59B875A0B258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3" name="Freeform 12132">
              <a:extLst>
                <a:ext uri="{FF2B5EF4-FFF2-40B4-BE49-F238E27FC236}">
                  <a16:creationId xmlns:a16="http://schemas.microsoft.com/office/drawing/2014/main" id="{96E4EDEB-9BE4-DB60-E80F-2A36651B1013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4" name="Freeform 12133">
              <a:extLst>
                <a:ext uri="{FF2B5EF4-FFF2-40B4-BE49-F238E27FC236}">
                  <a16:creationId xmlns:a16="http://schemas.microsoft.com/office/drawing/2014/main" id="{0F16D8EB-1ABC-80B7-FD58-521E9A0827C2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5" name="Freeform 12134">
              <a:extLst>
                <a:ext uri="{FF2B5EF4-FFF2-40B4-BE49-F238E27FC236}">
                  <a16:creationId xmlns:a16="http://schemas.microsoft.com/office/drawing/2014/main" id="{F7852A3E-9345-2B94-F100-15CF23F51B10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6" name="Freeform 12135">
              <a:extLst>
                <a:ext uri="{FF2B5EF4-FFF2-40B4-BE49-F238E27FC236}">
                  <a16:creationId xmlns:a16="http://schemas.microsoft.com/office/drawing/2014/main" id="{4CF6FC1B-E43A-7366-1831-810B74871932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7" name="Freeform 12136">
              <a:extLst>
                <a:ext uri="{FF2B5EF4-FFF2-40B4-BE49-F238E27FC236}">
                  <a16:creationId xmlns:a16="http://schemas.microsoft.com/office/drawing/2014/main" id="{6344A78E-C87C-68CD-C33E-10DED199B425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8" name="Freeform 12137">
              <a:extLst>
                <a:ext uri="{FF2B5EF4-FFF2-40B4-BE49-F238E27FC236}">
                  <a16:creationId xmlns:a16="http://schemas.microsoft.com/office/drawing/2014/main" id="{F192FA6C-C0E7-EF24-4EF2-8C38D4EC9D1D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39" name="Freeform 12138">
              <a:extLst>
                <a:ext uri="{FF2B5EF4-FFF2-40B4-BE49-F238E27FC236}">
                  <a16:creationId xmlns:a16="http://schemas.microsoft.com/office/drawing/2014/main" id="{C4371E16-35C8-F162-D435-097655833ECE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0" name="Freeform 12139">
              <a:extLst>
                <a:ext uri="{FF2B5EF4-FFF2-40B4-BE49-F238E27FC236}">
                  <a16:creationId xmlns:a16="http://schemas.microsoft.com/office/drawing/2014/main" id="{E07EB0DD-B174-DEFE-7867-D96F8A6655EA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1" name="Freeform 12140">
              <a:extLst>
                <a:ext uri="{FF2B5EF4-FFF2-40B4-BE49-F238E27FC236}">
                  <a16:creationId xmlns:a16="http://schemas.microsoft.com/office/drawing/2014/main" id="{24E21D75-73AE-C01E-3ACD-139078BF2B67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2" name="Freeform 12141">
              <a:extLst>
                <a:ext uri="{FF2B5EF4-FFF2-40B4-BE49-F238E27FC236}">
                  <a16:creationId xmlns:a16="http://schemas.microsoft.com/office/drawing/2014/main" id="{0022C3F0-9A02-01F3-544F-68AB9414F54B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3" name="Freeform 12142">
              <a:extLst>
                <a:ext uri="{FF2B5EF4-FFF2-40B4-BE49-F238E27FC236}">
                  <a16:creationId xmlns:a16="http://schemas.microsoft.com/office/drawing/2014/main" id="{47B3DB7B-EAA8-60FA-42F5-FBD8F6B74997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4" name="Freeform 12143">
              <a:extLst>
                <a:ext uri="{FF2B5EF4-FFF2-40B4-BE49-F238E27FC236}">
                  <a16:creationId xmlns:a16="http://schemas.microsoft.com/office/drawing/2014/main" id="{F167CE83-8C68-DA52-5985-AD7791229AAD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5" name="Freeform 12144">
              <a:extLst>
                <a:ext uri="{FF2B5EF4-FFF2-40B4-BE49-F238E27FC236}">
                  <a16:creationId xmlns:a16="http://schemas.microsoft.com/office/drawing/2014/main" id="{986C248C-6A28-3741-06EC-0808E8F71882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6" name="Freeform 12145">
              <a:extLst>
                <a:ext uri="{FF2B5EF4-FFF2-40B4-BE49-F238E27FC236}">
                  <a16:creationId xmlns:a16="http://schemas.microsoft.com/office/drawing/2014/main" id="{7B1E3CA7-9CD8-5877-445A-5E62496A1EB9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7" name="Freeform 12146">
              <a:extLst>
                <a:ext uri="{FF2B5EF4-FFF2-40B4-BE49-F238E27FC236}">
                  <a16:creationId xmlns:a16="http://schemas.microsoft.com/office/drawing/2014/main" id="{43B8B296-97B5-907E-5C22-48BEEC21F5CA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8" name="Freeform 12147">
              <a:extLst>
                <a:ext uri="{FF2B5EF4-FFF2-40B4-BE49-F238E27FC236}">
                  <a16:creationId xmlns:a16="http://schemas.microsoft.com/office/drawing/2014/main" id="{F0E6C789-A13B-1013-B9A6-F3116D9258F0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49" name="Freeform 12148">
              <a:extLst>
                <a:ext uri="{FF2B5EF4-FFF2-40B4-BE49-F238E27FC236}">
                  <a16:creationId xmlns:a16="http://schemas.microsoft.com/office/drawing/2014/main" id="{513D8384-1D24-0C68-F0D5-946EA4301415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0" name="Freeform 12149">
              <a:extLst>
                <a:ext uri="{FF2B5EF4-FFF2-40B4-BE49-F238E27FC236}">
                  <a16:creationId xmlns:a16="http://schemas.microsoft.com/office/drawing/2014/main" id="{C7E8AB47-0E4A-48BE-8BBC-E632EEBAFEA4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1" name="Freeform 12150">
              <a:extLst>
                <a:ext uri="{FF2B5EF4-FFF2-40B4-BE49-F238E27FC236}">
                  <a16:creationId xmlns:a16="http://schemas.microsoft.com/office/drawing/2014/main" id="{E8B0DF0F-32AB-CAE0-628B-903C80C61536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2" name="Freeform 12151">
              <a:extLst>
                <a:ext uri="{FF2B5EF4-FFF2-40B4-BE49-F238E27FC236}">
                  <a16:creationId xmlns:a16="http://schemas.microsoft.com/office/drawing/2014/main" id="{1275EF1E-CA75-F6A0-7CA5-7E755B9EBA94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3" name="Freeform 12152">
              <a:extLst>
                <a:ext uri="{FF2B5EF4-FFF2-40B4-BE49-F238E27FC236}">
                  <a16:creationId xmlns:a16="http://schemas.microsoft.com/office/drawing/2014/main" id="{80741D31-FDE8-9F5B-7C5A-571186A348AB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4" name="Freeform 12153">
              <a:extLst>
                <a:ext uri="{FF2B5EF4-FFF2-40B4-BE49-F238E27FC236}">
                  <a16:creationId xmlns:a16="http://schemas.microsoft.com/office/drawing/2014/main" id="{91EAAF8C-CD56-D6BF-492B-48FE1E388189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5" name="Freeform 12154">
              <a:extLst>
                <a:ext uri="{FF2B5EF4-FFF2-40B4-BE49-F238E27FC236}">
                  <a16:creationId xmlns:a16="http://schemas.microsoft.com/office/drawing/2014/main" id="{CB7F2697-15D5-69D0-F4A9-4DF7959F73A3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6" name="Freeform 12155">
              <a:extLst>
                <a:ext uri="{FF2B5EF4-FFF2-40B4-BE49-F238E27FC236}">
                  <a16:creationId xmlns:a16="http://schemas.microsoft.com/office/drawing/2014/main" id="{1E5ACCC0-CDD5-51A2-F223-BC84487F87D1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7" name="Freeform 12156">
              <a:extLst>
                <a:ext uri="{FF2B5EF4-FFF2-40B4-BE49-F238E27FC236}">
                  <a16:creationId xmlns:a16="http://schemas.microsoft.com/office/drawing/2014/main" id="{70E16F15-D23D-4E4B-4DF3-5C58AE1D59A3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8" name="Freeform 12157">
              <a:extLst>
                <a:ext uri="{FF2B5EF4-FFF2-40B4-BE49-F238E27FC236}">
                  <a16:creationId xmlns:a16="http://schemas.microsoft.com/office/drawing/2014/main" id="{A8E81D24-844B-DB57-DE27-D446C1095F3F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59" name="Freeform 12158">
              <a:extLst>
                <a:ext uri="{FF2B5EF4-FFF2-40B4-BE49-F238E27FC236}">
                  <a16:creationId xmlns:a16="http://schemas.microsoft.com/office/drawing/2014/main" id="{5E7AC0F4-2563-D4E9-6A53-CF465E45BE23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0" name="Freeform 12159">
              <a:extLst>
                <a:ext uri="{FF2B5EF4-FFF2-40B4-BE49-F238E27FC236}">
                  <a16:creationId xmlns:a16="http://schemas.microsoft.com/office/drawing/2014/main" id="{CA4B0F8D-1276-57E6-72C7-8C7C87916326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1" name="Freeform 12160">
              <a:extLst>
                <a:ext uri="{FF2B5EF4-FFF2-40B4-BE49-F238E27FC236}">
                  <a16:creationId xmlns:a16="http://schemas.microsoft.com/office/drawing/2014/main" id="{A831BCF3-3A3B-7CC8-DCC4-DC4AD3CE627F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2" name="Freeform 12161">
              <a:extLst>
                <a:ext uri="{FF2B5EF4-FFF2-40B4-BE49-F238E27FC236}">
                  <a16:creationId xmlns:a16="http://schemas.microsoft.com/office/drawing/2014/main" id="{701FE04B-1090-B15D-D1A7-34879E218A6D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3" name="Freeform 12162">
              <a:extLst>
                <a:ext uri="{FF2B5EF4-FFF2-40B4-BE49-F238E27FC236}">
                  <a16:creationId xmlns:a16="http://schemas.microsoft.com/office/drawing/2014/main" id="{3CB2C389-E9FF-D710-0C80-0F51A4D6DF42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4" name="Freeform 12163">
              <a:extLst>
                <a:ext uri="{FF2B5EF4-FFF2-40B4-BE49-F238E27FC236}">
                  <a16:creationId xmlns:a16="http://schemas.microsoft.com/office/drawing/2014/main" id="{EE2D398F-4751-D303-FE0A-80EF25022AD3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5" name="Freeform 12164">
              <a:extLst>
                <a:ext uri="{FF2B5EF4-FFF2-40B4-BE49-F238E27FC236}">
                  <a16:creationId xmlns:a16="http://schemas.microsoft.com/office/drawing/2014/main" id="{B35B7514-EDF2-986C-46BF-5D095835AF40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6" name="Freeform 12165">
              <a:extLst>
                <a:ext uri="{FF2B5EF4-FFF2-40B4-BE49-F238E27FC236}">
                  <a16:creationId xmlns:a16="http://schemas.microsoft.com/office/drawing/2014/main" id="{663C5428-1CE8-DEE8-79EE-DE470844CA93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7" name="Freeform 12166">
              <a:extLst>
                <a:ext uri="{FF2B5EF4-FFF2-40B4-BE49-F238E27FC236}">
                  <a16:creationId xmlns:a16="http://schemas.microsoft.com/office/drawing/2014/main" id="{8C47F78F-AAE0-8532-5BD4-B8231517E83A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8" name="Freeform 12167">
              <a:extLst>
                <a:ext uri="{FF2B5EF4-FFF2-40B4-BE49-F238E27FC236}">
                  <a16:creationId xmlns:a16="http://schemas.microsoft.com/office/drawing/2014/main" id="{8EB1A7C0-FF43-EAF8-2682-D184F297172E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9" name="Freeform 12168">
              <a:extLst>
                <a:ext uri="{FF2B5EF4-FFF2-40B4-BE49-F238E27FC236}">
                  <a16:creationId xmlns:a16="http://schemas.microsoft.com/office/drawing/2014/main" id="{FC1EB9CE-9767-CC38-4310-ACDF68CB9FFB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0" name="Freeform 12169">
              <a:extLst>
                <a:ext uri="{FF2B5EF4-FFF2-40B4-BE49-F238E27FC236}">
                  <a16:creationId xmlns:a16="http://schemas.microsoft.com/office/drawing/2014/main" id="{CEA1FEFF-B36B-32F6-D963-E055DC118B77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1" name="Freeform 12170">
              <a:extLst>
                <a:ext uri="{FF2B5EF4-FFF2-40B4-BE49-F238E27FC236}">
                  <a16:creationId xmlns:a16="http://schemas.microsoft.com/office/drawing/2014/main" id="{F9967DD9-8FC2-B4BE-D5B9-4FCAC9F6F05A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2" name="Freeform 12171">
              <a:extLst>
                <a:ext uri="{FF2B5EF4-FFF2-40B4-BE49-F238E27FC236}">
                  <a16:creationId xmlns:a16="http://schemas.microsoft.com/office/drawing/2014/main" id="{49902EE9-0CA3-6F5F-61B6-609F587ABE47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3" name="Freeform 12172">
              <a:extLst>
                <a:ext uri="{FF2B5EF4-FFF2-40B4-BE49-F238E27FC236}">
                  <a16:creationId xmlns:a16="http://schemas.microsoft.com/office/drawing/2014/main" id="{1F03E55F-A8EC-6A0F-C90D-6496C116A129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4" name="Freeform 12173">
              <a:extLst>
                <a:ext uri="{FF2B5EF4-FFF2-40B4-BE49-F238E27FC236}">
                  <a16:creationId xmlns:a16="http://schemas.microsoft.com/office/drawing/2014/main" id="{265788FB-3086-FDFA-2B27-A06CD41938FA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5" name="Freeform 12174">
              <a:extLst>
                <a:ext uri="{FF2B5EF4-FFF2-40B4-BE49-F238E27FC236}">
                  <a16:creationId xmlns:a16="http://schemas.microsoft.com/office/drawing/2014/main" id="{6CEE4FEC-F75E-84E1-779C-CDDDC6A4FD0A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6" name="Freeform 12175">
              <a:extLst>
                <a:ext uri="{FF2B5EF4-FFF2-40B4-BE49-F238E27FC236}">
                  <a16:creationId xmlns:a16="http://schemas.microsoft.com/office/drawing/2014/main" id="{30034F2B-0CCA-657D-CB88-FCB4B568B068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7" name="Freeform 12176">
              <a:extLst>
                <a:ext uri="{FF2B5EF4-FFF2-40B4-BE49-F238E27FC236}">
                  <a16:creationId xmlns:a16="http://schemas.microsoft.com/office/drawing/2014/main" id="{2C3012F7-53B4-C79F-011A-574A62B798B3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8" name="Freeform 12177">
              <a:extLst>
                <a:ext uri="{FF2B5EF4-FFF2-40B4-BE49-F238E27FC236}">
                  <a16:creationId xmlns:a16="http://schemas.microsoft.com/office/drawing/2014/main" id="{371439A0-3AB9-6096-5636-82C5449F84EE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79" name="Freeform 12178">
              <a:extLst>
                <a:ext uri="{FF2B5EF4-FFF2-40B4-BE49-F238E27FC236}">
                  <a16:creationId xmlns:a16="http://schemas.microsoft.com/office/drawing/2014/main" id="{8AD8C0A9-FAD1-8C80-E296-205BEE683520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0" name="Freeform 12179">
              <a:extLst>
                <a:ext uri="{FF2B5EF4-FFF2-40B4-BE49-F238E27FC236}">
                  <a16:creationId xmlns:a16="http://schemas.microsoft.com/office/drawing/2014/main" id="{4953B592-8A6A-74EA-3175-45B152B69991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1" name="Freeform 12180">
              <a:extLst>
                <a:ext uri="{FF2B5EF4-FFF2-40B4-BE49-F238E27FC236}">
                  <a16:creationId xmlns:a16="http://schemas.microsoft.com/office/drawing/2014/main" id="{099A7D69-4321-55C6-B2C8-454569B0C671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2" name="Freeform 12181">
              <a:extLst>
                <a:ext uri="{FF2B5EF4-FFF2-40B4-BE49-F238E27FC236}">
                  <a16:creationId xmlns:a16="http://schemas.microsoft.com/office/drawing/2014/main" id="{89C37196-3BC0-3979-E90F-8E1A62C8D2DC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3" name="Freeform 12182">
              <a:extLst>
                <a:ext uri="{FF2B5EF4-FFF2-40B4-BE49-F238E27FC236}">
                  <a16:creationId xmlns:a16="http://schemas.microsoft.com/office/drawing/2014/main" id="{810BEE8A-3A2D-714B-07C9-5CB504FF912A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4" name="Freeform 12183">
              <a:extLst>
                <a:ext uri="{FF2B5EF4-FFF2-40B4-BE49-F238E27FC236}">
                  <a16:creationId xmlns:a16="http://schemas.microsoft.com/office/drawing/2014/main" id="{40355539-33A8-A68F-7579-5DD49EA59EDD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5" name="Freeform 12184">
              <a:extLst>
                <a:ext uri="{FF2B5EF4-FFF2-40B4-BE49-F238E27FC236}">
                  <a16:creationId xmlns:a16="http://schemas.microsoft.com/office/drawing/2014/main" id="{E44EE6AB-0704-19F0-9F33-1942C0F1FA58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6" name="Freeform 12185">
              <a:extLst>
                <a:ext uri="{FF2B5EF4-FFF2-40B4-BE49-F238E27FC236}">
                  <a16:creationId xmlns:a16="http://schemas.microsoft.com/office/drawing/2014/main" id="{B9FD18AF-8868-8375-BE3D-B52B3513D507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7" name="Freeform 12186">
              <a:extLst>
                <a:ext uri="{FF2B5EF4-FFF2-40B4-BE49-F238E27FC236}">
                  <a16:creationId xmlns:a16="http://schemas.microsoft.com/office/drawing/2014/main" id="{369E25D2-6793-2F7E-09E4-E76D39BF82F8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8" name="Freeform 12187">
              <a:extLst>
                <a:ext uri="{FF2B5EF4-FFF2-40B4-BE49-F238E27FC236}">
                  <a16:creationId xmlns:a16="http://schemas.microsoft.com/office/drawing/2014/main" id="{29808028-60F8-51D5-947E-D9F3136A91EF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89" name="Freeform 12188">
              <a:extLst>
                <a:ext uri="{FF2B5EF4-FFF2-40B4-BE49-F238E27FC236}">
                  <a16:creationId xmlns:a16="http://schemas.microsoft.com/office/drawing/2014/main" id="{0EC5ABEC-70F4-00EF-24A5-6E1C8DA972C6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0" name="Freeform 12189">
              <a:extLst>
                <a:ext uri="{FF2B5EF4-FFF2-40B4-BE49-F238E27FC236}">
                  <a16:creationId xmlns:a16="http://schemas.microsoft.com/office/drawing/2014/main" id="{0721B11C-B1AA-0159-21DC-AA83806C69DC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1" name="Freeform 12190">
              <a:extLst>
                <a:ext uri="{FF2B5EF4-FFF2-40B4-BE49-F238E27FC236}">
                  <a16:creationId xmlns:a16="http://schemas.microsoft.com/office/drawing/2014/main" id="{A4E3A07C-0EEE-6299-E49B-1CE7F002331F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2" name="Freeform 12191">
              <a:extLst>
                <a:ext uri="{FF2B5EF4-FFF2-40B4-BE49-F238E27FC236}">
                  <a16:creationId xmlns:a16="http://schemas.microsoft.com/office/drawing/2014/main" id="{9CB1E601-724F-D550-7ED7-C2A1691549FF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3" name="Freeform 12192">
              <a:extLst>
                <a:ext uri="{FF2B5EF4-FFF2-40B4-BE49-F238E27FC236}">
                  <a16:creationId xmlns:a16="http://schemas.microsoft.com/office/drawing/2014/main" id="{C18BE11E-0C83-894A-9E3C-70ACE1A51A74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4" name="Freeform 12193">
              <a:extLst>
                <a:ext uri="{FF2B5EF4-FFF2-40B4-BE49-F238E27FC236}">
                  <a16:creationId xmlns:a16="http://schemas.microsoft.com/office/drawing/2014/main" id="{C49A7355-BDDF-C47E-D8B2-FC0EBC8CC6B9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5" name="Freeform 12194">
              <a:extLst>
                <a:ext uri="{FF2B5EF4-FFF2-40B4-BE49-F238E27FC236}">
                  <a16:creationId xmlns:a16="http://schemas.microsoft.com/office/drawing/2014/main" id="{16824E73-4C26-B72F-29FB-8DD7E14DB06D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6" name="Freeform 12195">
              <a:extLst>
                <a:ext uri="{FF2B5EF4-FFF2-40B4-BE49-F238E27FC236}">
                  <a16:creationId xmlns:a16="http://schemas.microsoft.com/office/drawing/2014/main" id="{6731032B-CC77-BE0E-83F5-5C1477E10FA7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7" name="Freeform 12196">
              <a:extLst>
                <a:ext uri="{FF2B5EF4-FFF2-40B4-BE49-F238E27FC236}">
                  <a16:creationId xmlns:a16="http://schemas.microsoft.com/office/drawing/2014/main" id="{2B3F5149-DBC7-5A28-296D-4BEC1E7C3421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8" name="Freeform 12197">
              <a:extLst>
                <a:ext uri="{FF2B5EF4-FFF2-40B4-BE49-F238E27FC236}">
                  <a16:creationId xmlns:a16="http://schemas.microsoft.com/office/drawing/2014/main" id="{3701BB9B-4D00-36F9-2ABE-D0BBCC9C1675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99" name="Freeform 12198">
              <a:extLst>
                <a:ext uri="{FF2B5EF4-FFF2-40B4-BE49-F238E27FC236}">
                  <a16:creationId xmlns:a16="http://schemas.microsoft.com/office/drawing/2014/main" id="{EF0C749E-C0A4-3B6D-160B-EFE1CC638C53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0" name="Freeform 12199">
              <a:extLst>
                <a:ext uri="{FF2B5EF4-FFF2-40B4-BE49-F238E27FC236}">
                  <a16:creationId xmlns:a16="http://schemas.microsoft.com/office/drawing/2014/main" id="{49C02E9D-8C49-1538-9AD0-FE30E6976986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1" name="Freeform 12200">
              <a:extLst>
                <a:ext uri="{FF2B5EF4-FFF2-40B4-BE49-F238E27FC236}">
                  <a16:creationId xmlns:a16="http://schemas.microsoft.com/office/drawing/2014/main" id="{8F93A521-8989-7A3A-EE6D-10B69C4E7089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2" name="Freeform 12201">
              <a:extLst>
                <a:ext uri="{FF2B5EF4-FFF2-40B4-BE49-F238E27FC236}">
                  <a16:creationId xmlns:a16="http://schemas.microsoft.com/office/drawing/2014/main" id="{8628FBBC-A737-41E2-66F2-20F30FEC3A29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3" name="Freeform 12202">
              <a:extLst>
                <a:ext uri="{FF2B5EF4-FFF2-40B4-BE49-F238E27FC236}">
                  <a16:creationId xmlns:a16="http://schemas.microsoft.com/office/drawing/2014/main" id="{591B59CC-311A-31BA-20EF-02F391A12A61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4" name="Freeform 12203">
              <a:extLst>
                <a:ext uri="{FF2B5EF4-FFF2-40B4-BE49-F238E27FC236}">
                  <a16:creationId xmlns:a16="http://schemas.microsoft.com/office/drawing/2014/main" id="{9A22AB5A-2855-DE16-5929-575C16606A4E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5" name="Freeform 12204">
              <a:extLst>
                <a:ext uri="{FF2B5EF4-FFF2-40B4-BE49-F238E27FC236}">
                  <a16:creationId xmlns:a16="http://schemas.microsoft.com/office/drawing/2014/main" id="{30346F3E-E3E6-4BC3-F96E-F590EAAA03AE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6" name="Freeform 12205">
              <a:extLst>
                <a:ext uri="{FF2B5EF4-FFF2-40B4-BE49-F238E27FC236}">
                  <a16:creationId xmlns:a16="http://schemas.microsoft.com/office/drawing/2014/main" id="{3D736031-9793-CD93-EFDC-9DD029CEF700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7" name="Freeform 12206">
              <a:extLst>
                <a:ext uri="{FF2B5EF4-FFF2-40B4-BE49-F238E27FC236}">
                  <a16:creationId xmlns:a16="http://schemas.microsoft.com/office/drawing/2014/main" id="{D3175840-A5C4-2FCA-0406-A607B44DE768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8" name="Freeform 12207">
              <a:extLst>
                <a:ext uri="{FF2B5EF4-FFF2-40B4-BE49-F238E27FC236}">
                  <a16:creationId xmlns:a16="http://schemas.microsoft.com/office/drawing/2014/main" id="{06DA1DFF-E627-1F2C-885A-06A2A1251DAF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9" name="Freeform 12208">
              <a:extLst>
                <a:ext uri="{FF2B5EF4-FFF2-40B4-BE49-F238E27FC236}">
                  <a16:creationId xmlns:a16="http://schemas.microsoft.com/office/drawing/2014/main" id="{84574F80-61C1-004D-78D8-F89255DCBEED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0" name="Freeform 12209">
              <a:extLst>
                <a:ext uri="{FF2B5EF4-FFF2-40B4-BE49-F238E27FC236}">
                  <a16:creationId xmlns:a16="http://schemas.microsoft.com/office/drawing/2014/main" id="{32A6C2BC-FA5B-FCBB-5E63-21EA4B271F2B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1" name="Freeform 12210">
              <a:extLst>
                <a:ext uri="{FF2B5EF4-FFF2-40B4-BE49-F238E27FC236}">
                  <a16:creationId xmlns:a16="http://schemas.microsoft.com/office/drawing/2014/main" id="{59990AB7-AD33-C818-F146-0DF1B56267CB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2" name="Freeform 12211">
              <a:extLst>
                <a:ext uri="{FF2B5EF4-FFF2-40B4-BE49-F238E27FC236}">
                  <a16:creationId xmlns:a16="http://schemas.microsoft.com/office/drawing/2014/main" id="{E7381192-BDAD-A0BE-33A6-9BB87991DE08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3" name="Freeform 12212">
              <a:extLst>
                <a:ext uri="{FF2B5EF4-FFF2-40B4-BE49-F238E27FC236}">
                  <a16:creationId xmlns:a16="http://schemas.microsoft.com/office/drawing/2014/main" id="{9549FA3E-957C-2F11-69D2-624A5B745C7A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4" name="Freeform 12213">
              <a:extLst>
                <a:ext uri="{FF2B5EF4-FFF2-40B4-BE49-F238E27FC236}">
                  <a16:creationId xmlns:a16="http://schemas.microsoft.com/office/drawing/2014/main" id="{6977C312-9451-EB16-6A43-D230D54325C9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5" name="Freeform 12214">
              <a:extLst>
                <a:ext uri="{FF2B5EF4-FFF2-40B4-BE49-F238E27FC236}">
                  <a16:creationId xmlns:a16="http://schemas.microsoft.com/office/drawing/2014/main" id="{0718AB23-9DD4-CEC2-FD22-C10E802D9CBC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6" name="Freeform 12215">
              <a:extLst>
                <a:ext uri="{FF2B5EF4-FFF2-40B4-BE49-F238E27FC236}">
                  <a16:creationId xmlns:a16="http://schemas.microsoft.com/office/drawing/2014/main" id="{5C5C7811-4E4F-27AE-DEC1-20F97B5B5F89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7" name="Freeform 12216">
              <a:extLst>
                <a:ext uri="{FF2B5EF4-FFF2-40B4-BE49-F238E27FC236}">
                  <a16:creationId xmlns:a16="http://schemas.microsoft.com/office/drawing/2014/main" id="{2E46F422-5DF9-9FA5-F7C7-D4679E463185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8" name="Freeform 12217">
              <a:extLst>
                <a:ext uri="{FF2B5EF4-FFF2-40B4-BE49-F238E27FC236}">
                  <a16:creationId xmlns:a16="http://schemas.microsoft.com/office/drawing/2014/main" id="{65FD05E9-C11B-7B10-44BE-6362A603593E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9" name="Freeform 12218">
              <a:extLst>
                <a:ext uri="{FF2B5EF4-FFF2-40B4-BE49-F238E27FC236}">
                  <a16:creationId xmlns:a16="http://schemas.microsoft.com/office/drawing/2014/main" id="{D7994A2B-4010-317C-82D3-68E8A01CFBD5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0" name="Freeform 12219">
              <a:extLst>
                <a:ext uri="{FF2B5EF4-FFF2-40B4-BE49-F238E27FC236}">
                  <a16:creationId xmlns:a16="http://schemas.microsoft.com/office/drawing/2014/main" id="{BACB74E8-1EB6-EEDD-37E3-673D0171F79C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1" name="Freeform 12220">
              <a:extLst>
                <a:ext uri="{FF2B5EF4-FFF2-40B4-BE49-F238E27FC236}">
                  <a16:creationId xmlns:a16="http://schemas.microsoft.com/office/drawing/2014/main" id="{901BBDE1-DAB8-5906-D7C2-D9361F918A5F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2" name="Freeform 12221">
              <a:extLst>
                <a:ext uri="{FF2B5EF4-FFF2-40B4-BE49-F238E27FC236}">
                  <a16:creationId xmlns:a16="http://schemas.microsoft.com/office/drawing/2014/main" id="{D4D3806C-29BF-F1C7-F355-6878BF0B5877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3" name="Freeform 12222">
              <a:extLst>
                <a:ext uri="{FF2B5EF4-FFF2-40B4-BE49-F238E27FC236}">
                  <a16:creationId xmlns:a16="http://schemas.microsoft.com/office/drawing/2014/main" id="{EC06208F-DAC0-C75C-5F92-56004FCEEA1E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4" name="Freeform 12223">
              <a:extLst>
                <a:ext uri="{FF2B5EF4-FFF2-40B4-BE49-F238E27FC236}">
                  <a16:creationId xmlns:a16="http://schemas.microsoft.com/office/drawing/2014/main" id="{BF575FA8-4FAF-8DF7-30D6-EF43D9E5C9D4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5" name="Freeform 12224">
              <a:extLst>
                <a:ext uri="{FF2B5EF4-FFF2-40B4-BE49-F238E27FC236}">
                  <a16:creationId xmlns:a16="http://schemas.microsoft.com/office/drawing/2014/main" id="{5A3C308B-1F9B-9F80-C609-20F7FF5915F7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6" name="Freeform 12225">
              <a:extLst>
                <a:ext uri="{FF2B5EF4-FFF2-40B4-BE49-F238E27FC236}">
                  <a16:creationId xmlns:a16="http://schemas.microsoft.com/office/drawing/2014/main" id="{FF8B71FA-501E-7EA6-ECDC-3124581BF5BD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7" name="Freeform 12226">
              <a:extLst>
                <a:ext uri="{FF2B5EF4-FFF2-40B4-BE49-F238E27FC236}">
                  <a16:creationId xmlns:a16="http://schemas.microsoft.com/office/drawing/2014/main" id="{4937FAB7-EA01-5FC5-696F-EC95610C96BC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8" name="Freeform 12227">
              <a:extLst>
                <a:ext uri="{FF2B5EF4-FFF2-40B4-BE49-F238E27FC236}">
                  <a16:creationId xmlns:a16="http://schemas.microsoft.com/office/drawing/2014/main" id="{C152A826-34C3-30CA-D131-94595926414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9" name="Freeform 12228">
              <a:extLst>
                <a:ext uri="{FF2B5EF4-FFF2-40B4-BE49-F238E27FC236}">
                  <a16:creationId xmlns:a16="http://schemas.microsoft.com/office/drawing/2014/main" id="{8721DAA1-E6BC-9E19-1F28-C6E1C2000E0F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0" name="Freeform 12229">
              <a:extLst>
                <a:ext uri="{FF2B5EF4-FFF2-40B4-BE49-F238E27FC236}">
                  <a16:creationId xmlns:a16="http://schemas.microsoft.com/office/drawing/2014/main" id="{0C71AAFC-1EEA-6FAD-231D-8F4536F584C3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1" name="Freeform 12230">
              <a:extLst>
                <a:ext uri="{FF2B5EF4-FFF2-40B4-BE49-F238E27FC236}">
                  <a16:creationId xmlns:a16="http://schemas.microsoft.com/office/drawing/2014/main" id="{98588944-9417-9888-D33D-8C9F958988DA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2" name="Freeform 12231">
              <a:extLst>
                <a:ext uri="{FF2B5EF4-FFF2-40B4-BE49-F238E27FC236}">
                  <a16:creationId xmlns:a16="http://schemas.microsoft.com/office/drawing/2014/main" id="{8FA9829E-6322-E95F-2988-05AAEAF8D52C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3" name="Freeform 12232">
              <a:extLst>
                <a:ext uri="{FF2B5EF4-FFF2-40B4-BE49-F238E27FC236}">
                  <a16:creationId xmlns:a16="http://schemas.microsoft.com/office/drawing/2014/main" id="{FD7E7577-0584-9078-11EB-305215886F22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4" name="Freeform 12233">
              <a:extLst>
                <a:ext uri="{FF2B5EF4-FFF2-40B4-BE49-F238E27FC236}">
                  <a16:creationId xmlns:a16="http://schemas.microsoft.com/office/drawing/2014/main" id="{44234F5D-D5EA-6BD2-9ED8-876F84DB686D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5" name="Freeform 12234">
              <a:extLst>
                <a:ext uri="{FF2B5EF4-FFF2-40B4-BE49-F238E27FC236}">
                  <a16:creationId xmlns:a16="http://schemas.microsoft.com/office/drawing/2014/main" id="{8E063E2F-2B6A-0892-BCE5-BD01F6EBFAAC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6" name="Freeform 12235">
              <a:extLst>
                <a:ext uri="{FF2B5EF4-FFF2-40B4-BE49-F238E27FC236}">
                  <a16:creationId xmlns:a16="http://schemas.microsoft.com/office/drawing/2014/main" id="{82EE0FD6-CFB1-73AE-6575-59F99267120B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7" name="Freeform 12236">
              <a:extLst>
                <a:ext uri="{FF2B5EF4-FFF2-40B4-BE49-F238E27FC236}">
                  <a16:creationId xmlns:a16="http://schemas.microsoft.com/office/drawing/2014/main" id="{D41CB814-895C-5DB3-8B5A-07836F35AA44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8" name="Freeform 12237">
              <a:extLst>
                <a:ext uri="{FF2B5EF4-FFF2-40B4-BE49-F238E27FC236}">
                  <a16:creationId xmlns:a16="http://schemas.microsoft.com/office/drawing/2014/main" id="{86EAD1B9-0C09-B1BF-8751-47F5CB76F823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39" name="Freeform 12238">
              <a:extLst>
                <a:ext uri="{FF2B5EF4-FFF2-40B4-BE49-F238E27FC236}">
                  <a16:creationId xmlns:a16="http://schemas.microsoft.com/office/drawing/2014/main" id="{663E7B26-5AA6-4841-D4DB-DE65D5AD8790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0" name="Freeform 12239">
              <a:extLst>
                <a:ext uri="{FF2B5EF4-FFF2-40B4-BE49-F238E27FC236}">
                  <a16:creationId xmlns:a16="http://schemas.microsoft.com/office/drawing/2014/main" id="{6C344104-044D-3192-A943-0C808820F0E9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1" name="Freeform 12240">
              <a:extLst>
                <a:ext uri="{FF2B5EF4-FFF2-40B4-BE49-F238E27FC236}">
                  <a16:creationId xmlns:a16="http://schemas.microsoft.com/office/drawing/2014/main" id="{95088FE1-FCE0-DC65-20D8-578E30F85CBD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2" name="Freeform 12241">
              <a:extLst>
                <a:ext uri="{FF2B5EF4-FFF2-40B4-BE49-F238E27FC236}">
                  <a16:creationId xmlns:a16="http://schemas.microsoft.com/office/drawing/2014/main" id="{EFC63D0A-AB7A-8B12-D80C-B082A6CDE538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3" name="Freeform 12242">
              <a:extLst>
                <a:ext uri="{FF2B5EF4-FFF2-40B4-BE49-F238E27FC236}">
                  <a16:creationId xmlns:a16="http://schemas.microsoft.com/office/drawing/2014/main" id="{A80CC59E-84E4-C321-F127-7E87F3D216F2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4" name="Freeform 12243">
              <a:extLst>
                <a:ext uri="{FF2B5EF4-FFF2-40B4-BE49-F238E27FC236}">
                  <a16:creationId xmlns:a16="http://schemas.microsoft.com/office/drawing/2014/main" id="{AF93CE84-127C-A26B-0A08-36791E459E29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5" name="Freeform 12244">
              <a:extLst>
                <a:ext uri="{FF2B5EF4-FFF2-40B4-BE49-F238E27FC236}">
                  <a16:creationId xmlns:a16="http://schemas.microsoft.com/office/drawing/2014/main" id="{0B33C8DA-7DFB-1F99-7A36-4C6E0D5D9128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6" name="Freeform 12245">
              <a:extLst>
                <a:ext uri="{FF2B5EF4-FFF2-40B4-BE49-F238E27FC236}">
                  <a16:creationId xmlns:a16="http://schemas.microsoft.com/office/drawing/2014/main" id="{0465CB1E-FBEE-E5FD-5D6C-E03C26E612E5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7" name="Freeform 12246">
              <a:extLst>
                <a:ext uri="{FF2B5EF4-FFF2-40B4-BE49-F238E27FC236}">
                  <a16:creationId xmlns:a16="http://schemas.microsoft.com/office/drawing/2014/main" id="{EE8BB4CF-E1AF-F5E7-08CE-CB592517F51C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8" name="Freeform 12247">
              <a:extLst>
                <a:ext uri="{FF2B5EF4-FFF2-40B4-BE49-F238E27FC236}">
                  <a16:creationId xmlns:a16="http://schemas.microsoft.com/office/drawing/2014/main" id="{B675E880-C0C6-7486-329B-A48977DD8310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49" name="Freeform 12248">
              <a:extLst>
                <a:ext uri="{FF2B5EF4-FFF2-40B4-BE49-F238E27FC236}">
                  <a16:creationId xmlns:a16="http://schemas.microsoft.com/office/drawing/2014/main" id="{04CEDB2C-3BAC-477C-A131-F40BE9A887EC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0" name="Freeform 12249">
              <a:extLst>
                <a:ext uri="{FF2B5EF4-FFF2-40B4-BE49-F238E27FC236}">
                  <a16:creationId xmlns:a16="http://schemas.microsoft.com/office/drawing/2014/main" id="{FD864A41-D51D-2D28-C2DF-5469A47A5AAC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1" name="Freeform 12250">
              <a:extLst>
                <a:ext uri="{FF2B5EF4-FFF2-40B4-BE49-F238E27FC236}">
                  <a16:creationId xmlns:a16="http://schemas.microsoft.com/office/drawing/2014/main" id="{AF3B0C02-3D7A-BDD2-2E8D-1F503B62396B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2" name="Freeform 12251">
              <a:extLst>
                <a:ext uri="{FF2B5EF4-FFF2-40B4-BE49-F238E27FC236}">
                  <a16:creationId xmlns:a16="http://schemas.microsoft.com/office/drawing/2014/main" id="{7D0A4583-1758-9A04-2CED-0B98785B26E2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3" name="Freeform 12252">
              <a:extLst>
                <a:ext uri="{FF2B5EF4-FFF2-40B4-BE49-F238E27FC236}">
                  <a16:creationId xmlns:a16="http://schemas.microsoft.com/office/drawing/2014/main" id="{0556AFDF-0102-FCD7-B86E-73BD71AC0487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4" name="Freeform 12253">
              <a:extLst>
                <a:ext uri="{FF2B5EF4-FFF2-40B4-BE49-F238E27FC236}">
                  <a16:creationId xmlns:a16="http://schemas.microsoft.com/office/drawing/2014/main" id="{C8EE7C95-D2D6-FE01-8F51-C18200DF4769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5" name="Freeform 12254">
              <a:extLst>
                <a:ext uri="{FF2B5EF4-FFF2-40B4-BE49-F238E27FC236}">
                  <a16:creationId xmlns:a16="http://schemas.microsoft.com/office/drawing/2014/main" id="{471D4F74-8B8A-D401-76E0-69F66360B438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6" name="Freeform 12255">
              <a:extLst>
                <a:ext uri="{FF2B5EF4-FFF2-40B4-BE49-F238E27FC236}">
                  <a16:creationId xmlns:a16="http://schemas.microsoft.com/office/drawing/2014/main" id="{096AB400-D491-F605-5B9E-FEE41181604F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7" name="Freeform 12256">
              <a:extLst>
                <a:ext uri="{FF2B5EF4-FFF2-40B4-BE49-F238E27FC236}">
                  <a16:creationId xmlns:a16="http://schemas.microsoft.com/office/drawing/2014/main" id="{1F759993-6895-0E8C-7D29-573670E8B7AB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8" name="Freeform 12257">
              <a:extLst>
                <a:ext uri="{FF2B5EF4-FFF2-40B4-BE49-F238E27FC236}">
                  <a16:creationId xmlns:a16="http://schemas.microsoft.com/office/drawing/2014/main" id="{705BD540-10BE-68BB-B388-0A88D2534B6E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59" name="Freeform 12258">
              <a:extLst>
                <a:ext uri="{FF2B5EF4-FFF2-40B4-BE49-F238E27FC236}">
                  <a16:creationId xmlns:a16="http://schemas.microsoft.com/office/drawing/2014/main" id="{788407EC-430A-5F07-5919-FA1DA678CB1D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0" name="Freeform 12259">
              <a:extLst>
                <a:ext uri="{FF2B5EF4-FFF2-40B4-BE49-F238E27FC236}">
                  <a16:creationId xmlns:a16="http://schemas.microsoft.com/office/drawing/2014/main" id="{0341E18F-12B8-A9F4-A07A-D78DDAE28B04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1" name="Freeform 12260">
              <a:extLst>
                <a:ext uri="{FF2B5EF4-FFF2-40B4-BE49-F238E27FC236}">
                  <a16:creationId xmlns:a16="http://schemas.microsoft.com/office/drawing/2014/main" id="{CB67F7E1-226F-3360-90F0-F712683F10CF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2" name="Freeform 12261">
              <a:extLst>
                <a:ext uri="{FF2B5EF4-FFF2-40B4-BE49-F238E27FC236}">
                  <a16:creationId xmlns:a16="http://schemas.microsoft.com/office/drawing/2014/main" id="{E8905DB7-92C0-F564-85C2-70BD004AD078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3" name="Freeform 12262">
              <a:extLst>
                <a:ext uri="{FF2B5EF4-FFF2-40B4-BE49-F238E27FC236}">
                  <a16:creationId xmlns:a16="http://schemas.microsoft.com/office/drawing/2014/main" id="{C60BF769-283E-DB16-A482-69970E171A24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4" name="Freeform 12263">
              <a:extLst>
                <a:ext uri="{FF2B5EF4-FFF2-40B4-BE49-F238E27FC236}">
                  <a16:creationId xmlns:a16="http://schemas.microsoft.com/office/drawing/2014/main" id="{DDFAAD50-EA38-D896-ED7C-4DA9919A9DAC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5" name="Freeform 12264">
              <a:extLst>
                <a:ext uri="{FF2B5EF4-FFF2-40B4-BE49-F238E27FC236}">
                  <a16:creationId xmlns:a16="http://schemas.microsoft.com/office/drawing/2014/main" id="{6242B3B7-0A04-F0AB-BEF0-F021B834621C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6" name="Freeform 12265">
              <a:extLst>
                <a:ext uri="{FF2B5EF4-FFF2-40B4-BE49-F238E27FC236}">
                  <a16:creationId xmlns:a16="http://schemas.microsoft.com/office/drawing/2014/main" id="{6DA54159-4594-811F-41A1-23E9EEF81733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7" name="Freeform 12266">
              <a:extLst>
                <a:ext uri="{FF2B5EF4-FFF2-40B4-BE49-F238E27FC236}">
                  <a16:creationId xmlns:a16="http://schemas.microsoft.com/office/drawing/2014/main" id="{B62E803E-9183-BA52-AEE9-B7004F9AF9DA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8" name="Freeform 12267">
              <a:extLst>
                <a:ext uri="{FF2B5EF4-FFF2-40B4-BE49-F238E27FC236}">
                  <a16:creationId xmlns:a16="http://schemas.microsoft.com/office/drawing/2014/main" id="{4A163F85-2772-5F81-0D9A-3C62CBE15F6C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69" name="Freeform 12268">
              <a:extLst>
                <a:ext uri="{FF2B5EF4-FFF2-40B4-BE49-F238E27FC236}">
                  <a16:creationId xmlns:a16="http://schemas.microsoft.com/office/drawing/2014/main" id="{AD3FCD9C-B01A-6E62-A092-91F8CC8E27D6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0" name="Freeform 12269">
              <a:extLst>
                <a:ext uri="{FF2B5EF4-FFF2-40B4-BE49-F238E27FC236}">
                  <a16:creationId xmlns:a16="http://schemas.microsoft.com/office/drawing/2014/main" id="{8C0E1355-E531-2792-D1B1-0262DF5B1B85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1" name="Freeform 12270">
              <a:extLst>
                <a:ext uri="{FF2B5EF4-FFF2-40B4-BE49-F238E27FC236}">
                  <a16:creationId xmlns:a16="http://schemas.microsoft.com/office/drawing/2014/main" id="{92CD2FA3-63A3-754D-EE19-92FC24AF2346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2" name="Freeform 12271">
              <a:extLst>
                <a:ext uri="{FF2B5EF4-FFF2-40B4-BE49-F238E27FC236}">
                  <a16:creationId xmlns:a16="http://schemas.microsoft.com/office/drawing/2014/main" id="{FAC6AF18-9E3B-F37C-8110-C00A4021AC40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3" name="Freeform 12272">
              <a:extLst>
                <a:ext uri="{FF2B5EF4-FFF2-40B4-BE49-F238E27FC236}">
                  <a16:creationId xmlns:a16="http://schemas.microsoft.com/office/drawing/2014/main" id="{59FAE7D4-85CC-0E0B-8027-E0272D821EA9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4" name="Freeform 12273">
              <a:extLst>
                <a:ext uri="{FF2B5EF4-FFF2-40B4-BE49-F238E27FC236}">
                  <a16:creationId xmlns:a16="http://schemas.microsoft.com/office/drawing/2014/main" id="{A364F677-C687-0C07-BE1E-444D7B3C61B0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5" name="Freeform 12274">
              <a:extLst>
                <a:ext uri="{FF2B5EF4-FFF2-40B4-BE49-F238E27FC236}">
                  <a16:creationId xmlns:a16="http://schemas.microsoft.com/office/drawing/2014/main" id="{8B41CDC9-64B7-0B6C-6CCC-F101B22A8B58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6" name="Freeform 12275">
              <a:extLst>
                <a:ext uri="{FF2B5EF4-FFF2-40B4-BE49-F238E27FC236}">
                  <a16:creationId xmlns:a16="http://schemas.microsoft.com/office/drawing/2014/main" id="{30C94D1D-63DD-5ADC-9B3D-E55707C4240A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7" name="Freeform 12276">
              <a:extLst>
                <a:ext uri="{FF2B5EF4-FFF2-40B4-BE49-F238E27FC236}">
                  <a16:creationId xmlns:a16="http://schemas.microsoft.com/office/drawing/2014/main" id="{15D02A42-B66D-28F5-94EE-EB131A1E4B3D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8" name="Freeform 12277">
              <a:extLst>
                <a:ext uri="{FF2B5EF4-FFF2-40B4-BE49-F238E27FC236}">
                  <a16:creationId xmlns:a16="http://schemas.microsoft.com/office/drawing/2014/main" id="{DD62F0B7-6144-448C-5414-8251F463C4FC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79" name="Freeform 12278">
              <a:extLst>
                <a:ext uri="{FF2B5EF4-FFF2-40B4-BE49-F238E27FC236}">
                  <a16:creationId xmlns:a16="http://schemas.microsoft.com/office/drawing/2014/main" id="{693118AE-CC3B-8C2A-AE0F-D4BDDD1F7554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0" name="Freeform 12279">
              <a:extLst>
                <a:ext uri="{FF2B5EF4-FFF2-40B4-BE49-F238E27FC236}">
                  <a16:creationId xmlns:a16="http://schemas.microsoft.com/office/drawing/2014/main" id="{452F14DA-A2F0-966E-5D7A-2D3C3E464217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1" name="Freeform 12280">
              <a:extLst>
                <a:ext uri="{FF2B5EF4-FFF2-40B4-BE49-F238E27FC236}">
                  <a16:creationId xmlns:a16="http://schemas.microsoft.com/office/drawing/2014/main" id="{773EDFAC-78BF-251B-4206-E28F14C05CEA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2" name="Freeform 12281">
              <a:extLst>
                <a:ext uri="{FF2B5EF4-FFF2-40B4-BE49-F238E27FC236}">
                  <a16:creationId xmlns:a16="http://schemas.microsoft.com/office/drawing/2014/main" id="{B1C0B794-B4CB-A5FA-701B-1C5DEB6289CD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3" name="Freeform 12282">
              <a:extLst>
                <a:ext uri="{FF2B5EF4-FFF2-40B4-BE49-F238E27FC236}">
                  <a16:creationId xmlns:a16="http://schemas.microsoft.com/office/drawing/2014/main" id="{8868E4B7-2FE9-40C7-3BAA-97C90323BEB3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4" name="Freeform 12283">
              <a:extLst>
                <a:ext uri="{FF2B5EF4-FFF2-40B4-BE49-F238E27FC236}">
                  <a16:creationId xmlns:a16="http://schemas.microsoft.com/office/drawing/2014/main" id="{8DE34992-4404-B504-59DB-A51A8061B2E3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5" name="Freeform 12284">
              <a:extLst>
                <a:ext uri="{FF2B5EF4-FFF2-40B4-BE49-F238E27FC236}">
                  <a16:creationId xmlns:a16="http://schemas.microsoft.com/office/drawing/2014/main" id="{329F550F-60D2-2E86-27D3-F26962261D21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6" name="Freeform 12285">
              <a:extLst>
                <a:ext uri="{FF2B5EF4-FFF2-40B4-BE49-F238E27FC236}">
                  <a16:creationId xmlns:a16="http://schemas.microsoft.com/office/drawing/2014/main" id="{30A4603C-6337-FCAF-6C0D-DA82C5A4864A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7" name="Freeform 12286">
              <a:extLst>
                <a:ext uri="{FF2B5EF4-FFF2-40B4-BE49-F238E27FC236}">
                  <a16:creationId xmlns:a16="http://schemas.microsoft.com/office/drawing/2014/main" id="{D862DB55-AF90-F664-AB25-AC998E02886B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8" name="Freeform 12287">
              <a:extLst>
                <a:ext uri="{FF2B5EF4-FFF2-40B4-BE49-F238E27FC236}">
                  <a16:creationId xmlns:a16="http://schemas.microsoft.com/office/drawing/2014/main" id="{6B60BE6D-A54D-3887-5076-493EA3A2BDE8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89" name="Freeform 12288">
              <a:extLst>
                <a:ext uri="{FF2B5EF4-FFF2-40B4-BE49-F238E27FC236}">
                  <a16:creationId xmlns:a16="http://schemas.microsoft.com/office/drawing/2014/main" id="{FADEFB9D-FCD6-7E69-4B4B-B9F6EA2B40D6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0" name="Freeform 12289">
              <a:extLst>
                <a:ext uri="{FF2B5EF4-FFF2-40B4-BE49-F238E27FC236}">
                  <a16:creationId xmlns:a16="http://schemas.microsoft.com/office/drawing/2014/main" id="{8060A488-6F72-72CC-2392-6C979F1609D3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1" name="Freeform 12290">
              <a:extLst>
                <a:ext uri="{FF2B5EF4-FFF2-40B4-BE49-F238E27FC236}">
                  <a16:creationId xmlns:a16="http://schemas.microsoft.com/office/drawing/2014/main" id="{E2D240FC-B032-47E9-7B17-2128C7702943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2" name="Freeform 12291">
              <a:extLst>
                <a:ext uri="{FF2B5EF4-FFF2-40B4-BE49-F238E27FC236}">
                  <a16:creationId xmlns:a16="http://schemas.microsoft.com/office/drawing/2014/main" id="{9A451BAB-E77F-9B86-3B29-8EF9AE455B6C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3" name="Freeform 12292">
              <a:extLst>
                <a:ext uri="{FF2B5EF4-FFF2-40B4-BE49-F238E27FC236}">
                  <a16:creationId xmlns:a16="http://schemas.microsoft.com/office/drawing/2014/main" id="{7CFF99E8-E52D-AEB9-5715-DBD5C2ACD98E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4" name="Freeform 12293">
              <a:extLst>
                <a:ext uri="{FF2B5EF4-FFF2-40B4-BE49-F238E27FC236}">
                  <a16:creationId xmlns:a16="http://schemas.microsoft.com/office/drawing/2014/main" id="{438F9A37-4B68-B430-0538-A9E7E57C1364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5" name="Freeform 12294">
              <a:extLst>
                <a:ext uri="{FF2B5EF4-FFF2-40B4-BE49-F238E27FC236}">
                  <a16:creationId xmlns:a16="http://schemas.microsoft.com/office/drawing/2014/main" id="{5889C03D-4E3F-B9E8-CA76-869C4E9BE899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6" name="Freeform 12295">
              <a:extLst>
                <a:ext uri="{FF2B5EF4-FFF2-40B4-BE49-F238E27FC236}">
                  <a16:creationId xmlns:a16="http://schemas.microsoft.com/office/drawing/2014/main" id="{D766539F-2165-A6FC-D80A-EF8D72F16E41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7" name="Freeform 12296">
              <a:extLst>
                <a:ext uri="{FF2B5EF4-FFF2-40B4-BE49-F238E27FC236}">
                  <a16:creationId xmlns:a16="http://schemas.microsoft.com/office/drawing/2014/main" id="{692CC252-ED6B-5E7A-A703-A46D117887B9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8" name="Freeform 12297">
              <a:extLst>
                <a:ext uri="{FF2B5EF4-FFF2-40B4-BE49-F238E27FC236}">
                  <a16:creationId xmlns:a16="http://schemas.microsoft.com/office/drawing/2014/main" id="{DC9C7DF0-635F-E6BA-DA46-EC778A8BA281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99" name="Freeform 12298">
              <a:extLst>
                <a:ext uri="{FF2B5EF4-FFF2-40B4-BE49-F238E27FC236}">
                  <a16:creationId xmlns:a16="http://schemas.microsoft.com/office/drawing/2014/main" id="{9F75F2AA-EAD9-2BA5-B886-9F1BEF1F8E42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0" name="Freeform 12299">
              <a:extLst>
                <a:ext uri="{FF2B5EF4-FFF2-40B4-BE49-F238E27FC236}">
                  <a16:creationId xmlns:a16="http://schemas.microsoft.com/office/drawing/2014/main" id="{2BC22A33-3899-7206-6820-51EFB60589B9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1" name="Freeform 12300">
              <a:extLst>
                <a:ext uri="{FF2B5EF4-FFF2-40B4-BE49-F238E27FC236}">
                  <a16:creationId xmlns:a16="http://schemas.microsoft.com/office/drawing/2014/main" id="{A2C9DAB9-97C2-76F6-4DB7-C99C3CD212F5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2" name="Freeform 12301">
              <a:extLst>
                <a:ext uri="{FF2B5EF4-FFF2-40B4-BE49-F238E27FC236}">
                  <a16:creationId xmlns:a16="http://schemas.microsoft.com/office/drawing/2014/main" id="{5AABD2C6-046C-CFC3-0EA6-69BB3BA6E3EF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3" name="Freeform 12302">
              <a:extLst>
                <a:ext uri="{FF2B5EF4-FFF2-40B4-BE49-F238E27FC236}">
                  <a16:creationId xmlns:a16="http://schemas.microsoft.com/office/drawing/2014/main" id="{196F2FF9-DD58-3070-1584-16F2228F97B4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4" name="Freeform 12303">
              <a:extLst>
                <a:ext uri="{FF2B5EF4-FFF2-40B4-BE49-F238E27FC236}">
                  <a16:creationId xmlns:a16="http://schemas.microsoft.com/office/drawing/2014/main" id="{74395107-01AE-908E-D016-E291429200EA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5" name="Freeform 12304">
              <a:extLst>
                <a:ext uri="{FF2B5EF4-FFF2-40B4-BE49-F238E27FC236}">
                  <a16:creationId xmlns:a16="http://schemas.microsoft.com/office/drawing/2014/main" id="{C2A4231D-0E86-2157-CC6B-3BC09551BA08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6" name="Freeform 12305">
              <a:extLst>
                <a:ext uri="{FF2B5EF4-FFF2-40B4-BE49-F238E27FC236}">
                  <a16:creationId xmlns:a16="http://schemas.microsoft.com/office/drawing/2014/main" id="{263661B0-3B35-D00E-4B6E-25ABDEAABF41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7" name="Freeform 12306">
              <a:extLst>
                <a:ext uri="{FF2B5EF4-FFF2-40B4-BE49-F238E27FC236}">
                  <a16:creationId xmlns:a16="http://schemas.microsoft.com/office/drawing/2014/main" id="{494AD005-DABA-4645-C582-DD7238FEEA25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8" name="Freeform 12307">
              <a:extLst>
                <a:ext uri="{FF2B5EF4-FFF2-40B4-BE49-F238E27FC236}">
                  <a16:creationId xmlns:a16="http://schemas.microsoft.com/office/drawing/2014/main" id="{5B594425-F951-A1DA-5AE1-C85147DDB622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9" name="Freeform 12308">
              <a:extLst>
                <a:ext uri="{FF2B5EF4-FFF2-40B4-BE49-F238E27FC236}">
                  <a16:creationId xmlns:a16="http://schemas.microsoft.com/office/drawing/2014/main" id="{C239A639-E28F-2807-BEA6-F0E0272028F1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0" name="Freeform 12309">
              <a:extLst>
                <a:ext uri="{FF2B5EF4-FFF2-40B4-BE49-F238E27FC236}">
                  <a16:creationId xmlns:a16="http://schemas.microsoft.com/office/drawing/2014/main" id="{0CF35A70-5629-8098-F5B7-73881142BC56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1" name="Freeform 12310">
              <a:extLst>
                <a:ext uri="{FF2B5EF4-FFF2-40B4-BE49-F238E27FC236}">
                  <a16:creationId xmlns:a16="http://schemas.microsoft.com/office/drawing/2014/main" id="{619F1BB1-189E-1F15-BD28-B12954A07FE7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2" name="Freeform 12311">
              <a:extLst>
                <a:ext uri="{FF2B5EF4-FFF2-40B4-BE49-F238E27FC236}">
                  <a16:creationId xmlns:a16="http://schemas.microsoft.com/office/drawing/2014/main" id="{DCB494EC-2701-0988-D1F6-AC0B1709A49A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3" name="Freeform 12312">
              <a:extLst>
                <a:ext uri="{FF2B5EF4-FFF2-40B4-BE49-F238E27FC236}">
                  <a16:creationId xmlns:a16="http://schemas.microsoft.com/office/drawing/2014/main" id="{037FED18-900F-0D6E-2048-0AD0892E6C3D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4" name="Freeform 12313">
              <a:extLst>
                <a:ext uri="{FF2B5EF4-FFF2-40B4-BE49-F238E27FC236}">
                  <a16:creationId xmlns:a16="http://schemas.microsoft.com/office/drawing/2014/main" id="{EF202409-7A4A-F7B7-2F15-DE3F2E9D447B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5" name="Freeform 12314">
              <a:extLst>
                <a:ext uri="{FF2B5EF4-FFF2-40B4-BE49-F238E27FC236}">
                  <a16:creationId xmlns:a16="http://schemas.microsoft.com/office/drawing/2014/main" id="{836F69FD-EA20-1641-57F9-2FDBE94463D1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6" name="Freeform 12315">
              <a:extLst>
                <a:ext uri="{FF2B5EF4-FFF2-40B4-BE49-F238E27FC236}">
                  <a16:creationId xmlns:a16="http://schemas.microsoft.com/office/drawing/2014/main" id="{A8DB0418-0BA9-9F94-81C8-B2DCE407452F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7" name="Freeform 12316">
              <a:extLst>
                <a:ext uri="{FF2B5EF4-FFF2-40B4-BE49-F238E27FC236}">
                  <a16:creationId xmlns:a16="http://schemas.microsoft.com/office/drawing/2014/main" id="{E0D6AD26-BAE4-CC9A-1E05-62A670CB4D09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8" name="Freeform 12317">
              <a:extLst>
                <a:ext uri="{FF2B5EF4-FFF2-40B4-BE49-F238E27FC236}">
                  <a16:creationId xmlns:a16="http://schemas.microsoft.com/office/drawing/2014/main" id="{2AE4D30D-FF90-32CF-17EF-A9D880AE2072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9" name="Freeform 12318">
              <a:extLst>
                <a:ext uri="{FF2B5EF4-FFF2-40B4-BE49-F238E27FC236}">
                  <a16:creationId xmlns:a16="http://schemas.microsoft.com/office/drawing/2014/main" id="{E91FF05B-B1B2-A1B7-4D61-2CC64318E93F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0" name="Freeform 12319">
              <a:extLst>
                <a:ext uri="{FF2B5EF4-FFF2-40B4-BE49-F238E27FC236}">
                  <a16:creationId xmlns:a16="http://schemas.microsoft.com/office/drawing/2014/main" id="{24D0198C-0286-B68C-E91A-1990D4F04E79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1" name="Freeform 12320">
              <a:extLst>
                <a:ext uri="{FF2B5EF4-FFF2-40B4-BE49-F238E27FC236}">
                  <a16:creationId xmlns:a16="http://schemas.microsoft.com/office/drawing/2014/main" id="{AA608DE2-91B0-9314-9191-EDB45FA30585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2" name="Freeform 12321">
              <a:extLst>
                <a:ext uri="{FF2B5EF4-FFF2-40B4-BE49-F238E27FC236}">
                  <a16:creationId xmlns:a16="http://schemas.microsoft.com/office/drawing/2014/main" id="{DA026878-06A6-B767-8413-5834AC109CCF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3" name="Freeform 12322">
              <a:extLst>
                <a:ext uri="{FF2B5EF4-FFF2-40B4-BE49-F238E27FC236}">
                  <a16:creationId xmlns:a16="http://schemas.microsoft.com/office/drawing/2014/main" id="{FC7A48E8-46B5-29E3-C07A-FC69AAA84A57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4" name="Freeform 12323">
              <a:extLst>
                <a:ext uri="{FF2B5EF4-FFF2-40B4-BE49-F238E27FC236}">
                  <a16:creationId xmlns:a16="http://schemas.microsoft.com/office/drawing/2014/main" id="{A247DB4F-FF05-A543-AF77-8A1E71E2893C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5" name="Freeform 12324">
              <a:extLst>
                <a:ext uri="{FF2B5EF4-FFF2-40B4-BE49-F238E27FC236}">
                  <a16:creationId xmlns:a16="http://schemas.microsoft.com/office/drawing/2014/main" id="{251C7DDF-976F-2525-9D2E-889AC2AA98F2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6" name="Freeform 12325">
              <a:extLst>
                <a:ext uri="{FF2B5EF4-FFF2-40B4-BE49-F238E27FC236}">
                  <a16:creationId xmlns:a16="http://schemas.microsoft.com/office/drawing/2014/main" id="{CEF8B294-2FE4-518F-E22E-EC395D7A39AC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7" name="Freeform 12326">
              <a:extLst>
                <a:ext uri="{FF2B5EF4-FFF2-40B4-BE49-F238E27FC236}">
                  <a16:creationId xmlns:a16="http://schemas.microsoft.com/office/drawing/2014/main" id="{CB7A61ED-E78B-04CD-C450-82EA1A729DA5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8" name="Freeform 12327">
              <a:extLst>
                <a:ext uri="{FF2B5EF4-FFF2-40B4-BE49-F238E27FC236}">
                  <a16:creationId xmlns:a16="http://schemas.microsoft.com/office/drawing/2014/main" id="{FE06FC9A-2E4E-81E9-669D-BAB7F3854140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9" name="Freeform 12328">
              <a:extLst>
                <a:ext uri="{FF2B5EF4-FFF2-40B4-BE49-F238E27FC236}">
                  <a16:creationId xmlns:a16="http://schemas.microsoft.com/office/drawing/2014/main" id="{D0F115CB-4452-B961-F0EE-79A15AEB3B0B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0" name="Freeform 12329">
              <a:extLst>
                <a:ext uri="{FF2B5EF4-FFF2-40B4-BE49-F238E27FC236}">
                  <a16:creationId xmlns:a16="http://schemas.microsoft.com/office/drawing/2014/main" id="{8B2829B4-2B93-D165-7AB0-79C9C770E835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1" name="Freeform 12330">
              <a:extLst>
                <a:ext uri="{FF2B5EF4-FFF2-40B4-BE49-F238E27FC236}">
                  <a16:creationId xmlns:a16="http://schemas.microsoft.com/office/drawing/2014/main" id="{4609C68A-FDC8-03B5-0DBC-89E6C35D54F5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2" name="Freeform 12331">
              <a:extLst>
                <a:ext uri="{FF2B5EF4-FFF2-40B4-BE49-F238E27FC236}">
                  <a16:creationId xmlns:a16="http://schemas.microsoft.com/office/drawing/2014/main" id="{DE164CF5-76BE-0451-4113-E5902C618305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3" name="Freeform 12332">
              <a:extLst>
                <a:ext uri="{FF2B5EF4-FFF2-40B4-BE49-F238E27FC236}">
                  <a16:creationId xmlns:a16="http://schemas.microsoft.com/office/drawing/2014/main" id="{23F9441E-E5CD-769D-7D19-826E39E1C98E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4" name="Freeform 12333">
              <a:extLst>
                <a:ext uri="{FF2B5EF4-FFF2-40B4-BE49-F238E27FC236}">
                  <a16:creationId xmlns:a16="http://schemas.microsoft.com/office/drawing/2014/main" id="{3A4D295B-DA10-1CC7-9C9B-46FD98D94CCA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5" name="Freeform 12334">
              <a:extLst>
                <a:ext uri="{FF2B5EF4-FFF2-40B4-BE49-F238E27FC236}">
                  <a16:creationId xmlns:a16="http://schemas.microsoft.com/office/drawing/2014/main" id="{C1A49AB0-D528-EE18-A81A-48CF31BA3CBA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6" name="Freeform 12335">
              <a:extLst>
                <a:ext uri="{FF2B5EF4-FFF2-40B4-BE49-F238E27FC236}">
                  <a16:creationId xmlns:a16="http://schemas.microsoft.com/office/drawing/2014/main" id="{21314D41-5430-6A1D-04DB-5C37788F423B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7" name="Freeform 12336">
              <a:extLst>
                <a:ext uri="{FF2B5EF4-FFF2-40B4-BE49-F238E27FC236}">
                  <a16:creationId xmlns:a16="http://schemas.microsoft.com/office/drawing/2014/main" id="{9F87A81C-76CC-3F34-9292-746DD3C5D294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8" name="Freeform 12337">
              <a:extLst>
                <a:ext uri="{FF2B5EF4-FFF2-40B4-BE49-F238E27FC236}">
                  <a16:creationId xmlns:a16="http://schemas.microsoft.com/office/drawing/2014/main" id="{214E6C09-585D-BCAF-86D7-1A8435082C43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39" name="Freeform 12338">
              <a:extLst>
                <a:ext uri="{FF2B5EF4-FFF2-40B4-BE49-F238E27FC236}">
                  <a16:creationId xmlns:a16="http://schemas.microsoft.com/office/drawing/2014/main" id="{ADA0FB92-8BD0-51AE-091D-42EE96A9CB75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0" name="Freeform 12339">
              <a:extLst>
                <a:ext uri="{FF2B5EF4-FFF2-40B4-BE49-F238E27FC236}">
                  <a16:creationId xmlns:a16="http://schemas.microsoft.com/office/drawing/2014/main" id="{3C52AD4B-F285-0CC4-0D9F-4DBF7A85662F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1" name="Freeform 12340">
              <a:extLst>
                <a:ext uri="{FF2B5EF4-FFF2-40B4-BE49-F238E27FC236}">
                  <a16:creationId xmlns:a16="http://schemas.microsoft.com/office/drawing/2014/main" id="{35FCCBAA-A54E-1C29-58A5-33CEE4CC1FD7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2" name="Freeform 12341">
              <a:extLst>
                <a:ext uri="{FF2B5EF4-FFF2-40B4-BE49-F238E27FC236}">
                  <a16:creationId xmlns:a16="http://schemas.microsoft.com/office/drawing/2014/main" id="{952F538C-DD74-E47C-9650-093B7CF5B8E0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3" name="Freeform 12342">
              <a:extLst>
                <a:ext uri="{FF2B5EF4-FFF2-40B4-BE49-F238E27FC236}">
                  <a16:creationId xmlns:a16="http://schemas.microsoft.com/office/drawing/2014/main" id="{B8016229-F99D-C140-E438-2F7B1572F229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4" name="Freeform 12343">
              <a:extLst>
                <a:ext uri="{FF2B5EF4-FFF2-40B4-BE49-F238E27FC236}">
                  <a16:creationId xmlns:a16="http://schemas.microsoft.com/office/drawing/2014/main" id="{648CE44E-06BF-4841-FAD2-E2516BE95744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5" name="Freeform 12344">
              <a:extLst>
                <a:ext uri="{FF2B5EF4-FFF2-40B4-BE49-F238E27FC236}">
                  <a16:creationId xmlns:a16="http://schemas.microsoft.com/office/drawing/2014/main" id="{834D6141-3596-89BB-D193-168551B2647E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6" name="Freeform 12345">
              <a:extLst>
                <a:ext uri="{FF2B5EF4-FFF2-40B4-BE49-F238E27FC236}">
                  <a16:creationId xmlns:a16="http://schemas.microsoft.com/office/drawing/2014/main" id="{9EA3A8FF-E159-B28E-2D0D-22F9FB55A5C4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7" name="Freeform 12346">
              <a:extLst>
                <a:ext uri="{FF2B5EF4-FFF2-40B4-BE49-F238E27FC236}">
                  <a16:creationId xmlns:a16="http://schemas.microsoft.com/office/drawing/2014/main" id="{85E23B5C-E56F-D9CE-6D41-3C9D4D749E3D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8" name="Freeform 12347">
              <a:extLst>
                <a:ext uri="{FF2B5EF4-FFF2-40B4-BE49-F238E27FC236}">
                  <a16:creationId xmlns:a16="http://schemas.microsoft.com/office/drawing/2014/main" id="{7AD01002-695C-0E3D-CDD0-330F8F8FF042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49" name="Freeform 12348">
              <a:extLst>
                <a:ext uri="{FF2B5EF4-FFF2-40B4-BE49-F238E27FC236}">
                  <a16:creationId xmlns:a16="http://schemas.microsoft.com/office/drawing/2014/main" id="{690D81D8-AF22-5B87-E0CE-83A71BC25C14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0" name="Freeform 12349">
              <a:extLst>
                <a:ext uri="{FF2B5EF4-FFF2-40B4-BE49-F238E27FC236}">
                  <a16:creationId xmlns:a16="http://schemas.microsoft.com/office/drawing/2014/main" id="{890FC2C9-4CAB-3D6A-33B6-CBD0218ED47D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1" name="Freeform 12350">
              <a:extLst>
                <a:ext uri="{FF2B5EF4-FFF2-40B4-BE49-F238E27FC236}">
                  <a16:creationId xmlns:a16="http://schemas.microsoft.com/office/drawing/2014/main" id="{9C43F85C-B75A-53B4-D6D3-2C945A49B4D9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2" name="Freeform 12351">
              <a:extLst>
                <a:ext uri="{FF2B5EF4-FFF2-40B4-BE49-F238E27FC236}">
                  <a16:creationId xmlns:a16="http://schemas.microsoft.com/office/drawing/2014/main" id="{6CFBA38F-18D7-5A15-06C8-DD80FA5EF7F6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3" name="Freeform 12352">
              <a:extLst>
                <a:ext uri="{FF2B5EF4-FFF2-40B4-BE49-F238E27FC236}">
                  <a16:creationId xmlns:a16="http://schemas.microsoft.com/office/drawing/2014/main" id="{4F8508AE-6752-23AF-4517-E44CF2FF066D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4" name="Freeform 12353">
              <a:extLst>
                <a:ext uri="{FF2B5EF4-FFF2-40B4-BE49-F238E27FC236}">
                  <a16:creationId xmlns:a16="http://schemas.microsoft.com/office/drawing/2014/main" id="{E5BC174D-C623-03F4-6280-80AC95F7E7C1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5" name="Freeform 12354">
              <a:extLst>
                <a:ext uri="{FF2B5EF4-FFF2-40B4-BE49-F238E27FC236}">
                  <a16:creationId xmlns:a16="http://schemas.microsoft.com/office/drawing/2014/main" id="{D01C4ABA-974F-439F-B33B-5E20B065F134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6" name="Freeform 12355">
              <a:extLst>
                <a:ext uri="{FF2B5EF4-FFF2-40B4-BE49-F238E27FC236}">
                  <a16:creationId xmlns:a16="http://schemas.microsoft.com/office/drawing/2014/main" id="{6BA8FE31-DC25-2C30-281F-B23A00A016AE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7" name="Freeform 12356">
              <a:extLst>
                <a:ext uri="{FF2B5EF4-FFF2-40B4-BE49-F238E27FC236}">
                  <a16:creationId xmlns:a16="http://schemas.microsoft.com/office/drawing/2014/main" id="{A882B8AE-8606-4501-0EDD-AC2B9A6C1673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8" name="Freeform 12357">
              <a:extLst>
                <a:ext uri="{FF2B5EF4-FFF2-40B4-BE49-F238E27FC236}">
                  <a16:creationId xmlns:a16="http://schemas.microsoft.com/office/drawing/2014/main" id="{E4F1E997-1A31-6B52-8D42-B3124676F69E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59" name="Freeform 12358">
              <a:extLst>
                <a:ext uri="{FF2B5EF4-FFF2-40B4-BE49-F238E27FC236}">
                  <a16:creationId xmlns:a16="http://schemas.microsoft.com/office/drawing/2014/main" id="{CDFB8878-8C37-7C9B-02D7-E4F991E828D7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0" name="Freeform 12359">
              <a:extLst>
                <a:ext uri="{FF2B5EF4-FFF2-40B4-BE49-F238E27FC236}">
                  <a16:creationId xmlns:a16="http://schemas.microsoft.com/office/drawing/2014/main" id="{BC6A332B-BD3D-FBE9-ED25-09FC1861C912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1" name="Freeform 12360">
              <a:extLst>
                <a:ext uri="{FF2B5EF4-FFF2-40B4-BE49-F238E27FC236}">
                  <a16:creationId xmlns:a16="http://schemas.microsoft.com/office/drawing/2014/main" id="{5FA502BD-5125-74E5-1BC4-9086BF9A4FD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2" name="Freeform 12361">
              <a:extLst>
                <a:ext uri="{FF2B5EF4-FFF2-40B4-BE49-F238E27FC236}">
                  <a16:creationId xmlns:a16="http://schemas.microsoft.com/office/drawing/2014/main" id="{CBED6B50-02E8-37E1-4220-B05C6D0E38D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3" name="Freeform 12362">
              <a:extLst>
                <a:ext uri="{FF2B5EF4-FFF2-40B4-BE49-F238E27FC236}">
                  <a16:creationId xmlns:a16="http://schemas.microsoft.com/office/drawing/2014/main" id="{C326EB22-BD5F-6C41-910D-BC30A86353BE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4" name="Freeform 12363">
              <a:extLst>
                <a:ext uri="{FF2B5EF4-FFF2-40B4-BE49-F238E27FC236}">
                  <a16:creationId xmlns:a16="http://schemas.microsoft.com/office/drawing/2014/main" id="{F8F89621-3664-CAEA-5388-690291A11AE6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5" name="Freeform 12364">
              <a:extLst>
                <a:ext uri="{FF2B5EF4-FFF2-40B4-BE49-F238E27FC236}">
                  <a16:creationId xmlns:a16="http://schemas.microsoft.com/office/drawing/2014/main" id="{C3E6D1B9-A607-0565-4C49-5F631106BF4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6" name="Freeform 12365">
              <a:extLst>
                <a:ext uri="{FF2B5EF4-FFF2-40B4-BE49-F238E27FC236}">
                  <a16:creationId xmlns:a16="http://schemas.microsoft.com/office/drawing/2014/main" id="{292B8875-0242-15A4-0510-29C02EA5C627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7" name="Freeform 12366">
              <a:extLst>
                <a:ext uri="{FF2B5EF4-FFF2-40B4-BE49-F238E27FC236}">
                  <a16:creationId xmlns:a16="http://schemas.microsoft.com/office/drawing/2014/main" id="{1DEC865E-C87C-3241-B625-6222305BB1E4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8" name="Freeform 12367">
              <a:extLst>
                <a:ext uri="{FF2B5EF4-FFF2-40B4-BE49-F238E27FC236}">
                  <a16:creationId xmlns:a16="http://schemas.microsoft.com/office/drawing/2014/main" id="{B92EE164-41C0-D98F-F1D0-B50BCB343D4D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69" name="Freeform 12368">
              <a:extLst>
                <a:ext uri="{FF2B5EF4-FFF2-40B4-BE49-F238E27FC236}">
                  <a16:creationId xmlns:a16="http://schemas.microsoft.com/office/drawing/2014/main" id="{C94308C3-1918-4881-DEF3-D9AC5123F2D7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0" name="Freeform 12369">
              <a:extLst>
                <a:ext uri="{FF2B5EF4-FFF2-40B4-BE49-F238E27FC236}">
                  <a16:creationId xmlns:a16="http://schemas.microsoft.com/office/drawing/2014/main" id="{F9AAB657-0C56-4401-2215-0314FE2A138A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1" name="Freeform 12370">
              <a:extLst>
                <a:ext uri="{FF2B5EF4-FFF2-40B4-BE49-F238E27FC236}">
                  <a16:creationId xmlns:a16="http://schemas.microsoft.com/office/drawing/2014/main" id="{D5E36CE6-A2E6-B4F3-EF47-FD0F642459E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2" name="Freeform 12371">
              <a:extLst>
                <a:ext uri="{FF2B5EF4-FFF2-40B4-BE49-F238E27FC236}">
                  <a16:creationId xmlns:a16="http://schemas.microsoft.com/office/drawing/2014/main" id="{0759AF0C-7207-9C87-1B58-23EE45286968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3" name="Freeform 12372">
              <a:extLst>
                <a:ext uri="{FF2B5EF4-FFF2-40B4-BE49-F238E27FC236}">
                  <a16:creationId xmlns:a16="http://schemas.microsoft.com/office/drawing/2014/main" id="{04EA9205-9EDC-ECDA-B719-E51A5E8404F4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4" name="Freeform 12373">
              <a:extLst>
                <a:ext uri="{FF2B5EF4-FFF2-40B4-BE49-F238E27FC236}">
                  <a16:creationId xmlns:a16="http://schemas.microsoft.com/office/drawing/2014/main" id="{19090E0C-78ED-9990-F457-42D5798F4624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5" name="Freeform 12374">
              <a:extLst>
                <a:ext uri="{FF2B5EF4-FFF2-40B4-BE49-F238E27FC236}">
                  <a16:creationId xmlns:a16="http://schemas.microsoft.com/office/drawing/2014/main" id="{EB4B0749-6AB0-A9A1-53ED-57A8BBA04116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6" name="Freeform 12375">
              <a:extLst>
                <a:ext uri="{FF2B5EF4-FFF2-40B4-BE49-F238E27FC236}">
                  <a16:creationId xmlns:a16="http://schemas.microsoft.com/office/drawing/2014/main" id="{DB90A35B-7913-771B-9483-8DB86E23BC24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7" name="Freeform 12376">
              <a:extLst>
                <a:ext uri="{FF2B5EF4-FFF2-40B4-BE49-F238E27FC236}">
                  <a16:creationId xmlns:a16="http://schemas.microsoft.com/office/drawing/2014/main" id="{379B0B1A-02DF-CE90-8CB1-327EBAC663F7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8" name="Freeform 12377">
              <a:extLst>
                <a:ext uri="{FF2B5EF4-FFF2-40B4-BE49-F238E27FC236}">
                  <a16:creationId xmlns:a16="http://schemas.microsoft.com/office/drawing/2014/main" id="{C8642C3E-5FC0-D502-C612-D9719FCF8C52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9" name="Freeform 12378">
              <a:extLst>
                <a:ext uri="{FF2B5EF4-FFF2-40B4-BE49-F238E27FC236}">
                  <a16:creationId xmlns:a16="http://schemas.microsoft.com/office/drawing/2014/main" id="{DC35B313-F45B-F340-77A6-290F3CB4618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0" name="Freeform 12379">
              <a:extLst>
                <a:ext uri="{FF2B5EF4-FFF2-40B4-BE49-F238E27FC236}">
                  <a16:creationId xmlns:a16="http://schemas.microsoft.com/office/drawing/2014/main" id="{C8340FE8-2B77-EA1C-F197-E8737412CD74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1" name="Freeform 12380">
              <a:extLst>
                <a:ext uri="{FF2B5EF4-FFF2-40B4-BE49-F238E27FC236}">
                  <a16:creationId xmlns:a16="http://schemas.microsoft.com/office/drawing/2014/main" id="{A42AD2FE-D7D4-0135-2BEF-DE7A5A905A45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2" name="Freeform 12381">
              <a:extLst>
                <a:ext uri="{FF2B5EF4-FFF2-40B4-BE49-F238E27FC236}">
                  <a16:creationId xmlns:a16="http://schemas.microsoft.com/office/drawing/2014/main" id="{83E05484-5B3F-2FEF-EDF9-6FC70AEFFB07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3" name="Freeform 12382">
              <a:extLst>
                <a:ext uri="{FF2B5EF4-FFF2-40B4-BE49-F238E27FC236}">
                  <a16:creationId xmlns:a16="http://schemas.microsoft.com/office/drawing/2014/main" id="{C0B9BE3B-4C39-290F-6834-4BCF6DBC51DA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4" name="Freeform 12383">
              <a:extLst>
                <a:ext uri="{FF2B5EF4-FFF2-40B4-BE49-F238E27FC236}">
                  <a16:creationId xmlns:a16="http://schemas.microsoft.com/office/drawing/2014/main" id="{F10F0208-C9DB-9E10-CD58-76FE2E7E86D7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5" name="Freeform 12384">
              <a:extLst>
                <a:ext uri="{FF2B5EF4-FFF2-40B4-BE49-F238E27FC236}">
                  <a16:creationId xmlns:a16="http://schemas.microsoft.com/office/drawing/2014/main" id="{380DE412-93AB-9D7A-F315-62C1C86CC4F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6" name="Freeform 12385">
              <a:extLst>
                <a:ext uri="{FF2B5EF4-FFF2-40B4-BE49-F238E27FC236}">
                  <a16:creationId xmlns:a16="http://schemas.microsoft.com/office/drawing/2014/main" id="{82FF1CAF-DCA9-3617-79E7-43E41E9D1F88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7" name="Freeform 12386">
              <a:extLst>
                <a:ext uri="{FF2B5EF4-FFF2-40B4-BE49-F238E27FC236}">
                  <a16:creationId xmlns:a16="http://schemas.microsoft.com/office/drawing/2014/main" id="{D392B5FF-F690-49DF-C3C4-E0B7EE43C461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8" name="Freeform 12387">
              <a:extLst>
                <a:ext uri="{FF2B5EF4-FFF2-40B4-BE49-F238E27FC236}">
                  <a16:creationId xmlns:a16="http://schemas.microsoft.com/office/drawing/2014/main" id="{65E734DA-B9BB-410B-8B7F-E59475393D5C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9" name="Freeform 12388">
              <a:extLst>
                <a:ext uri="{FF2B5EF4-FFF2-40B4-BE49-F238E27FC236}">
                  <a16:creationId xmlns:a16="http://schemas.microsoft.com/office/drawing/2014/main" id="{47758547-D472-D84E-0631-D0F9E3630D06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0" name="Freeform 12389">
              <a:extLst>
                <a:ext uri="{FF2B5EF4-FFF2-40B4-BE49-F238E27FC236}">
                  <a16:creationId xmlns:a16="http://schemas.microsoft.com/office/drawing/2014/main" id="{318A74BD-CB6D-6B0D-80EB-9B4B668F0BE2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1" name="Freeform 12390">
              <a:extLst>
                <a:ext uri="{FF2B5EF4-FFF2-40B4-BE49-F238E27FC236}">
                  <a16:creationId xmlns:a16="http://schemas.microsoft.com/office/drawing/2014/main" id="{FAEF9E40-3566-EECE-0881-5F3DE5A17F3E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2" name="Freeform 12391">
              <a:extLst>
                <a:ext uri="{FF2B5EF4-FFF2-40B4-BE49-F238E27FC236}">
                  <a16:creationId xmlns:a16="http://schemas.microsoft.com/office/drawing/2014/main" id="{F1BE0ADE-6ABA-52E2-B98D-C221E7A7664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3" name="Freeform 12392">
              <a:extLst>
                <a:ext uri="{FF2B5EF4-FFF2-40B4-BE49-F238E27FC236}">
                  <a16:creationId xmlns:a16="http://schemas.microsoft.com/office/drawing/2014/main" id="{54E6ED1D-7BC9-9D10-468A-F06FC5F12FC5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4" name="Freeform 12393">
              <a:extLst>
                <a:ext uri="{FF2B5EF4-FFF2-40B4-BE49-F238E27FC236}">
                  <a16:creationId xmlns:a16="http://schemas.microsoft.com/office/drawing/2014/main" id="{45148A93-50B8-5C2B-F83B-C3BA74C8D2A7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5" name="Freeform 12394">
              <a:extLst>
                <a:ext uri="{FF2B5EF4-FFF2-40B4-BE49-F238E27FC236}">
                  <a16:creationId xmlns:a16="http://schemas.microsoft.com/office/drawing/2014/main" id="{D7FAC201-F601-F4A3-F475-32570AF5CD1F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6" name="Freeform 12395">
              <a:extLst>
                <a:ext uri="{FF2B5EF4-FFF2-40B4-BE49-F238E27FC236}">
                  <a16:creationId xmlns:a16="http://schemas.microsoft.com/office/drawing/2014/main" id="{A6A08F1C-524A-9097-6521-5DA5627A0871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7" name="Freeform 12396">
              <a:extLst>
                <a:ext uri="{FF2B5EF4-FFF2-40B4-BE49-F238E27FC236}">
                  <a16:creationId xmlns:a16="http://schemas.microsoft.com/office/drawing/2014/main" id="{EC455589-6801-63B4-A8C9-E573B84697C1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8" name="Freeform 12397">
              <a:extLst>
                <a:ext uri="{FF2B5EF4-FFF2-40B4-BE49-F238E27FC236}">
                  <a16:creationId xmlns:a16="http://schemas.microsoft.com/office/drawing/2014/main" id="{97571574-5079-E660-863C-3E48B8B51ED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99" name="Freeform 12398">
              <a:extLst>
                <a:ext uri="{FF2B5EF4-FFF2-40B4-BE49-F238E27FC236}">
                  <a16:creationId xmlns:a16="http://schemas.microsoft.com/office/drawing/2014/main" id="{31254C82-5449-F6F6-2761-4DF3BE62EAAA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0" name="Freeform 12399">
              <a:extLst>
                <a:ext uri="{FF2B5EF4-FFF2-40B4-BE49-F238E27FC236}">
                  <a16:creationId xmlns:a16="http://schemas.microsoft.com/office/drawing/2014/main" id="{B168596E-C69D-E5EB-9C47-775DE8C41A38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1" name="Freeform 12400">
              <a:extLst>
                <a:ext uri="{FF2B5EF4-FFF2-40B4-BE49-F238E27FC236}">
                  <a16:creationId xmlns:a16="http://schemas.microsoft.com/office/drawing/2014/main" id="{0D371640-4BB3-2485-409E-03EB938ACC55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2" name="Freeform 12401">
              <a:extLst>
                <a:ext uri="{FF2B5EF4-FFF2-40B4-BE49-F238E27FC236}">
                  <a16:creationId xmlns:a16="http://schemas.microsoft.com/office/drawing/2014/main" id="{1F611A75-9C92-CE69-BA2F-6505FB4955D5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3" name="Freeform 12402">
              <a:extLst>
                <a:ext uri="{FF2B5EF4-FFF2-40B4-BE49-F238E27FC236}">
                  <a16:creationId xmlns:a16="http://schemas.microsoft.com/office/drawing/2014/main" id="{F5ED5B5E-933B-B951-F3B1-B80AF637121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4" name="Freeform 12403">
              <a:extLst>
                <a:ext uri="{FF2B5EF4-FFF2-40B4-BE49-F238E27FC236}">
                  <a16:creationId xmlns:a16="http://schemas.microsoft.com/office/drawing/2014/main" id="{FE50C416-72EA-F8B0-47AB-C35C1D47FE67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5" name="Freeform 12404">
              <a:extLst>
                <a:ext uri="{FF2B5EF4-FFF2-40B4-BE49-F238E27FC236}">
                  <a16:creationId xmlns:a16="http://schemas.microsoft.com/office/drawing/2014/main" id="{34C39481-4381-5BEB-F9DF-9812DD4E9709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6" name="Freeform 12405">
              <a:extLst>
                <a:ext uri="{FF2B5EF4-FFF2-40B4-BE49-F238E27FC236}">
                  <a16:creationId xmlns:a16="http://schemas.microsoft.com/office/drawing/2014/main" id="{9D14F780-E275-5E7B-466E-CBA591067C0A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7" name="Freeform 12406">
              <a:extLst>
                <a:ext uri="{FF2B5EF4-FFF2-40B4-BE49-F238E27FC236}">
                  <a16:creationId xmlns:a16="http://schemas.microsoft.com/office/drawing/2014/main" id="{1845F2E2-964D-7A1F-BADE-8CFC8825BA7B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8" name="Freeform 12407">
              <a:extLst>
                <a:ext uri="{FF2B5EF4-FFF2-40B4-BE49-F238E27FC236}">
                  <a16:creationId xmlns:a16="http://schemas.microsoft.com/office/drawing/2014/main" id="{7DD45DD3-AEBF-B044-C59E-D051577DFD34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9" name="Freeform 12408">
              <a:extLst>
                <a:ext uri="{FF2B5EF4-FFF2-40B4-BE49-F238E27FC236}">
                  <a16:creationId xmlns:a16="http://schemas.microsoft.com/office/drawing/2014/main" id="{4062D48D-41CD-F53E-2107-9D4FFF989833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0" name="Freeform 12409">
              <a:extLst>
                <a:ext uri="{FF2B5EF4-FFF2-40B4-BE49-F238E27FC236}">
                  <a16:creationId xmlns:a16="http://schemas.microsoft.com/office/drawing/2014/main" id="{0F67754C-0692-C1E1-3B20-8F7AE0A02954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1" name="Freeform 12410">
              <a:extLst>
                <a:ext uri="{FF2B5EF4-FFF2-40B4-BE49-F238E27FC236}">
                  <a16:creationId xmlns:a16="http://schemas.microsoft.com/office/drawing/2014/main" id="{B0B4B22B-9C65-06F9-1176-117F4E80EDC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2" name="Freeform 12411">
              <a:extLst>
                <a:ext uri="{FF2B5EF4-FFF2-40B4-BE49-F238E27FC236}">
                  <a16:creationId xmlns:a16="http://schemas.microsoft.com/office/drawing/2014/main" id="{0AB1CBEF-A5E2-380B-DBB2-EDDB00BD734B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3" name="Freeform 12412">
              <a:extLst>
                <a:ext uri="{FF2B5EF4-FFF2-40B4-BE49-F238E27FC236}">
                  <a16:creationId xmlns:a16="http://schemas.microsoft.com/office/drawing/2014/main" id="{A825813F-6B8E-A653-1A66-BD6D2640CC12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4" name="Freeform 12413">
              <a:extLst>
                <a:ext uri="{FF2B5EF4-FFF2-40B4-BE49-F238E27FC236}">
                  <a16:creationId xmlns:a16="http://schemas.microsoft.com/office/drawing/2014/main" id="{BDB56991-A934-057F-6732-665E2F51754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5" name="Freeform 12414">
              <a:extLst>
                <a:ext uri="{FF2B5EF4-FFF2-40B4-BE49-F238E27FC236}">
                  <a16:creationId xmlns:a16="http://schemas.microsoft.com/office/drawing/2014/main" id="{823346E5-F9D0-2EF2-EDB2-9BD4F8DD760C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6" name="Freeform 12415">
              <a:extLst>
                <a:ext uri="{FF2B5EF4-FFF2-40B4-BE49-F238E27FC236}">
                  <a16:creationId xmlns:a16="http://schemas.microsoft.com/office/drawing/2014/main" id="{F0AC36F3-CCC3-5CA7-40B8-5E24ABBCAE6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7" name="Freeform 12416">
              <a:extLst>
                <a:ext uri="{FF2B5EF4-FFF2-40B4-BE49-F238E27FC236}">
                  <a16:creationId xmlns:a16="http://schemas.microsoft.com/office/drawing/2014/main" id="{F60B7A59-1E24-2DCA-F130-2BE22C1FFBA7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8" name="Freeform 12417">
              <a:extLst>
                <a:ext uri="{FF2B5EF4-FFF2-40B4-BE49-F238E27FC236}">
                  <a16:creationId xmlns:a16="http://schemas.microsoft.com/office/drawing/2014/main" id="{27130FD4-61AC-8D1C-0F29-41A6B1358E64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9" name="Freeform 12418">
              <a:extLst>
                <a:ext uri="{FF2B5EF4-FFF2-40B4-BE49-F238E27FC236}">
                  <a16:creationId xmlns:a16="http://schemas.microsoft.com/office/drawing/2014/main" id="{03B5CB4B-783F-5FFC-A63F-5B2D8E89F046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0" name="Freeform 12419">
              <a:extLst>
                <a:ext uri="{FF2B5EF4-FFF2-40B4-BE49-F238E27FC236}">
                  <a16:creationId xmlns:a16="http://schemas.microsoft.com/office/drawing/2014/main" id="{A31FFEDB-0120-3BCF-781D-1122C14EBF9D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1" name="Freeform 12420">
              <a:extLst>
                <a:ext uri="{FF2B5EF4-FFF2-40B4-BE49-F238E27FC236}">
                  <a16:creationId xmlns:a16="http://schemas.microsoft.com/office/drawing/2014/main" id="{CC60DEAB-71A1-F58E-D0FA-67F41C890804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2" name="Freeform 12421">
              <a:extLst>
                <a:ext uri="{FF2B5EF4-FFF2-40B4-BE49-F238E27FC236}">
                  <a16:creationId xmlns:a16="http://schemas.microsoft.com/office/drawing/2014/main" id="{E091C791-46AE-0456-FF8A-E9EBD283894B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3" name="Freeform 12422">
              <a:extLst>
                <a:ext uri="{FF2B5EF4-FFF2-40B4-BE49-F238E27FC236}">
                  <a16:creationId xmlns:a16="http://schemas.microsoft.com/office/drawing/2014/main" id="{7DA0E828-AD48-C5B2-1B79-C3C342841B7E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4" name="Freeform 12423">
              <a:extLst>
                <a:ext uri="{FF2B5EF4-FFF2-40B4-BE49-F238E27FC236}">
                  <a16:creationId xmlns:a16="http://schemas.microsoft.com/office/drawing/2014/main" id="{CC11B6EE-B584-B265-3C1E-9CF8F926C879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5" name="Freeform 12424">
              <a:extLst>
                <a:ext uri="{FF2B5EF4-FFF2-40B4-BE49-F238E27FC236}">
                  <a16:creationId xmlns:a16="http://schemas.microsoft.com/office/drawing/2014/main" id="{E6CBBAE6-CA80-41AD-8ACA-9F9E752D6045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6" name="Freeform 12425">
              <a:extLst>
                <a:ext uri="{FF2B5EF4-FFF2-40B4-BE49-F238E27FC236}">
                  <a16:creationId xmlns:a16="http://schemas.microsoft.com/office/drawing/2014/main" id="{99050DE5-7FA5-43D9-E4A2-76226B3B3F58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7" name="Freeform 12426">
              <a:extLst>
                <a:ext uri="{FF2B5EF4-FFF2-40B4-BE49-F238E27FC236}">
                  <a16:creationId xmlns:a16="http://schemas.microsoft.com/office/drawing/2014/main" id="{6863AF75-7407-4C03-A0CA-961C84145C73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8" name="Freeform 12427">
              <a:extLst>
                <a:ext uri="{FF2B5EF4-FFF2-40B4-BE49-F238E27FC236}">
                  <a16:creationId xmlns:a16="http://schemas.microsoft.com/office/drawing/2014/main" id="{BA21D453-106C-7D66-3C2B-BF332C65B7F5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9" name="Freeform 12428">
              <a:extLst>
                <a:ext uri="{FF2B5EF4-FFF2-40B4-BE49-F238E27FC236}">
                  <a16:creationId xmlns:a16="http://schemas.microsoft.com/office/drawing/2014/main" id="{3ABB24E5-B5C4-8F41-3F19-C57478B31697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0" name="Freeform 12429">
              <a:extLst>
                <a:ext uri="{FF2B5EF4-FFF2-40B4-BE49-F238E27FC236}">
                  <a16:creationId xmlns:a16="http://schemas.microsoft.com/office/drawing/2014/main" id="{0A2E0F62-8EDC-09E1-BCF4-20103789BAAC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1" name="Freeform 12430">
              <a:extLst>
                <a:ext uri="{FF2B5EF4-FFF2-40B4-BE49-F238E27FC236}">
                  <a16:creationId xmlns:a16="http://schemas.microsoft.com/office/drawing/2014/main" id="{3C1F9A51-1949-7E27-01CB-3B321656FE6B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2" name="Freeform 12431">
              <a:extLst>
                <a:ext uri="{FF2B5EF4-FFF2-40B4-BE49-F238E27FC236}">
                  <a16:creationId xmlns:a16="http://schemas.microsoft.com/office/drawing/2014/main" id="{8165014F-5FF6-1759-DEBF-B409D8AD0E36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3" name="Freeform 12432">
              <a:extLst>
                <a:ext uri="{FF2B5EF4-FFF2-40B4-BE49-F238E27FC236}">
                  <a16:creationId xmlns:a16="http://schemas.microsoft.com/office/drawing/2014/main" id="{4839ED11-7803-14CB-33B4-142DEBE70270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4" name="Freeform 12433">
              <a:extLst>
                <a:ext uri="{FF2B5EF4-FFF2-40B4-BE49-F238E27FC236}">
                  <a16:creationId xmlns:a16="http://schemas.microsoft.com/office/drawing/2014/main" id="{CFE2565F-84B7-1E2B-3A0F-35A38835FF35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5" name="Freeform 12434">
              <a:extLst>
                <a:ext uri="{FF2B5EF4-FFF2-40B4-BE49-F238E27FC236}">
                  <a16:creationId xmlns:a16="http://schemas.microsoft.com/office/drawing/2014/main" id="{EB0BA4EF-DD42-460C-9BB6-5142470C662D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6" name="Freeform 12435">
              <a:extLst>
                <a:ext uri="{FF2B5EF4-FFF2-40B4-BE49-F238E27FC236}">
                  <a16:creationId xmlns:a16="http://schemas.microsoft.com/office/drawing/2014/main" id="{810869B5-6DFA-69C7-BF5C-909A468B639E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7" name="Freeform 12436">
              <a:extLst>
                <a:ext uri="{FF2B5EF4-FFF2-40B4-BE49-F238E27FC236}">
                  <a16:creationId xmlns:a16="http://schemas.microsoft.com/office/drawing/2014/main" id="{00C5E48A-8B5A-7837-936A-9E594FD5C45E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8" name="Freeform 12437">
              <a:extLst>
                <a:ext uri="{FF2B5EF4-FFF2-40B4-BE49-F238E27FC236}">
                  <a16:creationId xmlns:a16="http://schemas.microsoft.com/office/drawing/2014/main" id="{76F85932-E4DA-C93C-3A63-81B98B23788B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9" name="Freeform 12438">
              <a:extLst>
                <a:ext uri="{FF2B5EF4-FFF2-40B4-BE49-F238E27FC236}">
                  <a16:creationId xmlns:a16="http://schemas.microsoft.com/office/drawing/2014/main" id="{83C091C4-5FE7-7037-2CA0-0FFA73A4432F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0" name="Freeform 12439">
              <a:extLst>
                <a:ext uri="{FF2B5EF4-FFF2-40B4-BE49-F238E27FC236}">
                  <a16:creationId xmlns:a16="http://schemas.microsoft.com/office/drawing/2014/main" id="{B6B3C14D-5EDB-8839-9072-1797EC552163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1" name="Freeform 12440">
              <a:extLst>
                <a:ext uri="{FF2B5EF4-FFF2-40B4-BE49-F238E27FC236}">
                  <a16:creationId xmlns:a16="http://schemas.microsoft.com/office/drawing/2014/main" id="{065A67FB-AFA6-ABFF-47AA-BFB312C7B594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2" name="Freeform 12441">
              <a:extLst>
                <a:ext uri="{FF2B5EF4-FFF2-40B4-BE49-F238E27FC236}">
                  <a16:creationId xmlns:a16="http://schemas.microsoft.com/office/drawing/2014/main" id="{36E68755-A5C8-07DB-6A07-D78991A362FA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3" name="Freeform 12442">
              <a:extLst>
                <a:ext uri="{FF2B5EF4-FFF2-40B4-BE49-F238E27FC236}">
                  <a16:creationId xmlns:a16="http://schemas.microsoft.com/office/drawing/2014/main" id="{2279F9CA-3A8B-0CD2-46C0-E376D1C66FD4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4" name="Freeform 12443">
              <a:extLst>
                <a:ext uri="{FF2B5EF4-FFF2-40B4-BE49-F238E27FC236}">
                  <a16:creationId xmlns:a16="http://schemas.microsoft.com/office/drawing/2014/main" id="{BE59FC97-D3CD-0485-33CE-06F619FE66FF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5" name="Freeform 12444">
              <a:extLst>
                <a:ext uri="{FF2B5EF4-FFF2-40B4-BE49-F238E27FC236}">
                  <a16:creationId xmlns:a16="http://schemas.microsoft.com/office/drawing/2014/main" id="{B3F8CBB3-5485-57F3-E0C5-B33A37E0BBBE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6" name="Freeform 12445">
              <a:extLst>
                <a:ext uri="{FF2B5EF4-FFF2-40B4-BE49-F238E27FC236}">
                  <a16:creationId xmlns:a16="http://schemas.microsoft.com/office/drawing/2014/main" id="{22AFFCE4-071C-57A7-1A70-329E96B6D5A4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7" name="Freeform 12446">
              <a:extLst>
                <a:ext uri="{FF2B5EF4-FFF2-40B4-BE49-F238E27FC236}">
                  <a16:creationId xmlns:a16="http://schemas.microsoft.com/office/drawing/2014/main" id="{A31245F8-4F13-5616-26B8-77F757E926C8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8" name="Freeform 12447">
              <a:extLst>
                <a:ext uri="{FF2B5EF4-FFF2-40B4-BE49-F238E27FC236}">
                  <a16:creationId xmlns:a16="http://schemas.microsoft.com/office/drawing/2014/main" id="{A4C2CB30-F18E-728B-D44E-89A140D8B831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49" name="Freeform 12448">
              <a:extLst>
                <a:ext uri="{FF2B5EF4-FFF2-40B4-BE49-F238E27FC236}">
                  <a16:creationId xmlns:a16="http://schemas.microsoft.com/office/drawing/2014/main" id="{8F7CEECE-4F75-F56C-4DED-758D3FB4942E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0" name="Freeform 12449">
              <a:extLst>
                <a:ext uri="{FF2B5EF4-FFF2-40B4-BE49-F238E27FC236}">
                  <a16:creationId xmlns:a16="http://schemas.microsoft.com/office/drawing/2014/main" id="{BBA64F5F-0760-18FC-192F-0CF49CA67BE0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1" name="Freeform 12450">
              <a:extLst>
                <a:ext uri="{FF2B5EF4-FFF2-40B4-BE49-F238E27FC236}">
                  <a16:creationId xmlns:a16="http://schemas.microsoft.com/office/drawing/2014/main" id="{1FE5CD83-713A-8035-F264-6E1185F78D22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2" name="Freeform 12451">
              <a:extLst>
                <a:ext uri="{FF2B5EF4-FFF2-40B4-BE49-F238E27FC236}">
                  <a16:creationId xmlns:a16="http://schemas.microsoft.com/office/drawing/2014/main" id="{1C00AFDC-A602-7DAB-42F3-A179A4F4E119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3" name="Freeform 12452">
              <a:extLst>
                <a:ext uri="{FF2B5EF4-FFF2-40B4-BE49-F238E27FC236}">
                  <a16:creationId xmlns:a16="http://schemas.microsoft.com/office/drawing/2014/main" id="{40536DC9-87E4-6BD2-5899-E32E603AB6EB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4" name="Freeform 12453">
              <a:extLst>
                <a:ext uri="{FF2B5EF4-FFF2-40B4-BE49-F238E27FC236}">
                  <a16:creationId xmlns:a16="http://schemas.microsoft.com/office/drawing/2014/main" id="{9F7C6E24-BF06-DE93-1FE4-A27235AEB384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5" name="Freeform 12454">
              <a:extLst>
                <a:ext uri="{FF2B5EF4-FFF2-40B4-BE49-F238E27FC236}">
                  <a16:creationId xmlns:a16="http://schemas.microsoft.com/office/drawing/2014/main" id="{C13FD1EB-93E1-0796-6013-8B7477F2C4F2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6" name="Freeform 12455">
              <a:extLst>
                <a:ext uri="{FF2B5EF4-FFF2-40B4-BE49-F238E27FC236}">
                  <a16:creationId xmlns:a16="http://schemas.microsoft.com/office/drawing/2014/main" id="{C113AFF3-7FAB-BCC0-4015-C83F5ADAC278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7" name="Freeform 12456">
              <a:extLst>
                <a:ext uri="{FF2B5EF4-FFF2-40B4-BE49-F238E27FC236}">
                  <a16:creationId xmlns:a16="http://schemas.microsoft.com/office/drawing/2014/main" id="{0CC5E390-A465-1584-6B8F-AB9C11DFABCF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8" name="Freeform 12457">
              <a:extLst>
                <a:ext uri="{FF2B5EF4-FFF2-40B4-BE49-F238E27FC236}">
                  <a16:creationId xmlns:a16="http://schemas.microsoft.com/office/drawing/2014/main" id="{2D9848E3-ED27-CBE5-CF76-D1233A9E3646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59" name="Freeform 12458">
              <a:extLst>
                <a:ext uri="{FF2B5EF4-FFF2-40B4-BE49-F238E27FC236}">
                  <a16:creationId xmlns:a16="http://schemas.microsoft.com/office/drawing/2014/main" id="{5A36CDBF-E0B5-0929-8770-B42781B3FF7C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0" name="Freeform 12459">
              <a:extLst>
                <a:ext uri="{FF2B5EF4-FFF2-40B4-BE49-F238E27FC236}">
                  <a16:creationId xmlns:a16="http://schemas.microsoft.com/office/drawing/2014/main" id="{82F11878-9E8A-EA83-5262-42CD20DABFFE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1" name="Freeform 12460">
              <a:extLst>
                <a:ext uri="{FF2B5EF4-FFF2-40B4-BE49-F238E27FC236}">
                  <a16:creationId xmlns:a16="http://schemas.microsoft.com/office/drawing/2014/main" id="{4E72848F-97D7-CBB8-6050-8DA6B39C99A1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2" name="Freeform 12461">
              <a:extLst>
                <a:ext uri="{FF2B5EF4-FFF2-40B4-BE49-F238E27FC236}">
                  <a16:creationId xmlns:a16="http://schemas.microsoft.com/office/drawing/2014/main" id="{A9064297-5108-972F-0B84-0D52FBD72A54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3" name="Freeform 12462">
              <a:extLst>
                <a:ext uri="{FF2B5EF4-FFF2-40B4-BE49-F238E27FC236}">
                  <a16:creationId xmlns:a16="http://schemas.microsoft.com/office/drawing/2014/main" id="{E7583341-F350-D77C-1A25-730451690C03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4" name="Freeform 12463">
              <a:extLst>
                <a:ext uri="{FF2B5EF4-FFF2-40B4-BE49-F238E27FC236}">
                  <a16:creationId xmlns:a16="http://schemas.microsoft.com/office/drawing/2014/main" id="{E7C7C9A4-001B-42C3-B4D0-09962B307A10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5" name="Freeform 12464">
              <a:extLst>
                <a:ext uri="{FF2B5EF4-FFF2-40B4-BE49-F238E27FC236}">
                  <a16:creationId xmlns:a16="http://schemas.microsoft.com/office/drawing/2014/main" id="{6BE185BD-7AE2-98D1-0F49-5B01AAA4E882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6" name="Freeform 12465">
              <a:extLst>
                <a:ext uri="{FF2B5EF4-FFF2-40B4-BE49-F238E27FC236}">
                  <a16:creationId xmlns:a16="http://schemas.microsoft.com/office/drawing/2014/main" id="{CD2E9CE2-5E65-9876-F6A7-73E7955D7747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7" name="Freeform 12466">
              <a:extLst>
                <a:ext uri="{FF2B5EF4-FFF2-40B4-BE49-F238E27FC236}">
                  <a16:creationId xmlns:a16="http://schemas.microsoft.com/office/drawing/2014/main" id="{54A63E1E-C964-1610-92AC-DF6475947EAC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8" name="Freeform 12467">
              <a:extLst>
                <a:ext uri="{FF2B5EF4-FFF2-40B4-BE49-F238E27FC236}">
                  <a16:creationId xmlns:a16="http://schemas.microsoft.com/office/drawing/2014/main" id="{7A3AFC75-C14A-2BCB-F386-FB73AF0CF662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69" name="Freeform 12468">
              <a:extLst>
                <a:ext uri="{FF2B5EF4-FFF2-40B4-BE49-F238E27FC236}">
                  <a16:creationId xmlns:a16="http://schemas.microsoft.com/office/drawing/2014/main" id="{C4C4D9A1-6A5A-BAEA-D655-E5AE6E27D7BF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0" name="Freeform 12469">
              <a:extLst>
                <a:ext uri="{FF2B5EF4-FFF2-40B4-BE49-F238E27FC236}">
                  <a16:creationId xmlns:a16="http://schemas.microsoft.com/office/drawing/2014/main" id="{6994B04D-4FB1-2BE5-B788-6D0CF6BB9968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1" name="Freeform 12470">
              <a:extLst>
                <a:ext uri="{FF2B5EF4-FFF2-40B4-BE49-F238E27FC236}">
                  <a16:creationId xmlns:a16="http://schemas.microsoft.com/office/drawing/2014/main" id="{9B48DF06-384D-422E-885B-0817F1C49554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2" name="Freeform 12471">
              <a:extLst>
                <a:ext uri="{FF2B5EF4-FFF2-40B4-BE49-F238E27FC236}">
                  <a16:creationId xmlns:a16="http://schemas.microsoft.com/office/drawing/2014/main" id="{8948407E-CFDE-681F-DAC6-57C62E3D23E2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3" name="Freeform 12472">
              <a:extLst>
                <a:ext uri="{FF2B5EF4-FFF2-40B4-BE49-F238E27FC236}">
                  <a16:creationId xmlns:a16="http://schemas.microsoft.com/office/drawing/2014/main" id="{6078F558-85E5-67A3-B9C1-C654524A6DCF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4" name="Freeform 12473">
              <a:extLst>
                <a:ext uri="{FF2B5EF4-FFF2-40B4-BE49-F238E27FC236}">
                  <a16:creationId xmlns:a16="http://schemas.microsoft.com/office/drawing/2014/main" id="{312BEE65-7D0D-334E-4824-D0A199ABEBA9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5" name="Freeform 12474">
              <a:extLst>
                <a:ext uri="{FF2B5EF4-FFF2-40B4-BE49-F238E27FC236}">
                  <a16:creationId xmlns:a16="http://schemas.microsoft.com/office/drawing/2014/main" id="{7D602CB7-4EF6-7D9E-2CC9-D32A3987C04B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6" name="Freeform 12475">
              <a:extLst>
                <a:ext uri="{FF2B5EF4-FFF2-40B4-BE49-F238E27FC236}">
                  <a16:creationId xmlns:a16="http://schemas.microsoft.com/office/drawing/2014/main" id="{B9846BAF-7AE0-801E-41BF-692C615FF228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7" name="Freeform 12476">
              <a:extLst>
                <a:ext uri="{FF2B5EF4-FFF2-40B4-BE49-F238E27FC236}">
                  <a16:creationId xmlns:a16="http://schemas.microsoft.com/office/drawing/2014/main" id="{CDD4BCDC-3161-C6A9-CC71-04B0972699B2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8" name="Freeform 12477">
              <a:extLst>
                <a:ext uri="{FF2B5EF4-FFF2-40B4-BE49-F238E27FC236}">
                  <a16:creationId xmlns:a16="http://schemas.microsoft.com/office/drawing/2014/main" id="{C3180B6B-D6E9-F0F8-48C8-793BDF939CA8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9" name="Freeform 12478">
              <a:extLst>
                <a:ext uri="{FF2B5EF4-FFF2-40B4-BE49-F238E27FC236}">
                  <a16:creationId xmlns:a16="http://schemas.microsoft.com/office/drawing/2014/main" id="{63132A80-1491-E575-D58F-C3C79B6206EB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0" name="Freeform 12479">
              <a:extLst>
                <a:ext uri="{FF2B5EF4-FFF2-40B4-BE49-F238E27FC236}">
                  <a16:creationId xmlns:a16="http://schemas.microsoft.com/office/drawing/2014/main" id="{4495AC04-8C2F-EA04-B8FF-B63AA90E1859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1" name="Freeform 12480">
              <a:extLst>
                <a:ext uri="{FF2B5EF4-FFF2-40B4-BE49-F238E27FC236}">
                  <a16:creationId xmlns:a16="http://schemas.microsoft.com/office/drawing/2014/main" id="{12207811-58C5-8619-BE22-997C92526979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2" name="Freeform 12481">
              <a:extLst>
                <a:ext uri="{FF2B5EF4-FFF2-40B4-BE49-F238E27FC236}">
                  <a16:creationId xmlns:a16="http://schemas.microsoft.com/office/drawing/2014/main" id="{A4EFDAEF-18C9-5BB5-10C6-9FFEB5D2FB75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3" name="Freeform 12482">
              <a:extLst>
                <a:ext uri="{FF2B5EF4-FFF2-40B4-BE49-F238E27FC236}">
                  <a16:creationId xmlns:a16="http://schemas.microsoft.com/office/drawing/2014/main" id="{EBD3370D-D35B-887A-E340-A6B0668F66E8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4" name="Freeform 12483">
              <a:extLst>
                <a:ext uri="{FF2B5EF4-FFF2-40B4-BE49-F238E27FC236}">
                  <a16:creationId xmlns:a16="http://schemas.microsoft.com/office/drawing/2014/main" id="{4B8042D2-72D7-EAB5-D43F-4F82CBA53057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5" name="Freeform 12484">
              <a:extLst>
                <a:ext uri="{FF2B5EF4-FFF2-40B4-BE49-F238E27FC236}">
                  <a16:creationId xmlns:a16="http://schemas.microsoft.com/office/drawing/2014/main" id="{C18E18B8-AC2B-490B-6936-0BDEEE4A9CDC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6" name="Freeform 12485">
              <a:extLst>
                <a:ext uri="{FF2B5EF4-FFF2-40B4-BE49-F238E27FC236}">
                  <a16:creationId xmlns:a16="http://schemas.microsoft.com/office/drawing/2014/main" id="{7C55FB67-C4CB-9E1B-D349-F9D0EF41139E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7" name="Freeform 12486">
              <a:extLst>
                <a:ext uri="{FF2B5EF4-FFF2-40B4-BE49-F238E27FC236}">
                  <a16:creationId xmlns:a16="http://schemas.microsoft.com/office/drawing/2014/main" id="{E508EF33-2A59-5D27-11D9-8F8A0D317FAB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8" name="Freeform 12487">
              <a:extLst>
                <a:ext uri="{FF2B5EF4-FFF2-40B4-BE49-F238E27FC236}">
                  <a16:creationId xmlns:a16="http://schemas.microsoft.com/office/drawing/2014/main" id="{0D720C9D-E5B7-62C6-C966-BEC2E05902E5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89" name="Freeform 12488">
              <a:extLst>
                <a:ext uri="{FF2B5EF4-FFF2-40B4-BE49-F238E27FC236}">
                  <a16:creationId xmlns:a16="http://schemas.microsoft.com/office/drawing/2014/main" id="{5433A25E-568D-B9F5-244D-E87A8631A07E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0" name="Freeform 12489">
              <a:extLst>
                <a:ext uri="{FF2B5EF4-FFF2-40B4-BE49-F238E27FC236}">
                  <a16:creationId xmlns:a16="http://schemas.microsoft.com/office/drawing/2014/main" id="{DE544037-7731-7AB5-47DF-6C2FFE60202B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1" name="Freeform 12490">
              <a:extLst>
                <a:ext uri="{FF2B5EF4-FFF2-40B4-BE49-F238E27FC236}">
                  <a16:creationId xmlns:a16="http://schemas.microsoft.com/office/drawing/2014/main" id="{052B870F-3E5C-C694-7D4D-C50BAFFCB41E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2" name="Freeform 12491">
              <a:extLst>
                <a:ext uri="{FF2B5EF4-FFF2-40B4-BE49-F238E27FC236}">
                  <a16:creationId xmlns:a16="http://schemas.microsoft.com/office/drawing/2014/main" id="{F2C7D044-0F08-130D-F754-6BD004F21FA8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3" name="Freeform 12492">
              <a:extLst>
                <a:ext uri="{FF2B5EF4-FFF2-40B4-BE49-F238E27FC236}">
                  <a16:creationId xmlns:a16="http://schemas.microsoft.com/office/drawing/2014/main" id="{F641F195-F931-5A7E-E630-080420F91197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4" name="Freeform 12493">
              <a:extLst>
                <a:ext uri="{FF2B5EF4-FFF2-40B4-BE49-F238E27FC236}">
                  <a16:creationId xmlns:a16="http://schemas.microsoft.com/office/drawing/2014/main" id="{8055792A-5FA4-B2FC-1667-D9A769E2834D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5" name="Freeform 12494">
              <a:extLst>
                <a:ext uri="{FF2B5EF4-FFF2-40B4-BE49-F238E27FC236}">
                  <a16:creationId xmlns:a16="http://schemas.microsoft.com/office/drawing/2014/main" id="{29A23496-0541-90CA-5DBD-288AC36B8525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6" name="Freeform 12495">
              <a:extLst>
                <a:ext uri="{FF2B5EF4-FFF2-40B4-BE49-F238E27FC236}">
                  <a16:creationId xmlns:a16="http://schemas.microsoft.com/office/drawing/2014/main" id="{B71B65F6-80F4-9C74-A196-2448EDAE0FE2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7" name="Freeform 12496">
              <a:extLst>
                <a:ext uri="{FF2B5EF4-FFF2-40B4-BE49-F238E27FC236}">
                  <a16:creationId xmlns:a16="http://schemas.microsoft.com/office/drawing/2014/main" id="{9C02E575-2118-6329-8EBA-37B8B060845B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8" name="Freeform 12497">
              <a:extLst>
                <a:ext uri="{FF2B5EF4-FFF2-40B4-BE49-F238E27FC236}">
                  <a16:creationId xmlns:a16="http://schemas.microsoft.com/office/drawing/2014/main" id="{80FABBBE-2884-C482-ED79-391CEDC3DC91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99" name="Freeform 12498">
              <a:extLst>
                <a:ext uri="{FF2B5EF4-FFF2-40B4-BE49-F238E27FC236}">
                  <a16:creationId xmlns:a16="http://schemas.microsoft.com/office/drawing/2014/main" id="{8F9385AA-ED08-F743-D7F9-2E8133B7E308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0" name="Freeform 12499">
              <a:extLst>
                <a:ext uri="{FF2B5EF4-FFF2-40B4-BE49-F238E27FC236}">
                  <a16:creationId xmlns:a16="http://schemas.microsoft.com/office/drawing/2014/main" id="{45BE063D-48E2-9BD7-5F4E-941CEA424B99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1" name="Freeform 12500">
              <a:extLst>
                <a:ext uri="{FF2B5EF4-FFF2-40B4-BE49-F238E27FC236}">
                  <a16:creationId xmlns:a16="http://schemas.microsoft.com/office/drawing/2014/main" id="{0954C953-F706-BC08-57D8-DF8F010907B5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2" name="Freeform 12501">
              <a:extLst>
                <a:ext uri="{FF2B5EF4-FFF2-40B4-BE49-F238E27FC236}">
                  <a16:creationId xmlns:a16="http://schemas.microsoft.com/office/drawing/2014/main" id="{D89AADBB-44C8-6D74-0EC4-4EC75B1521A7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3" name="Freeform 12502">
              <a:extLst>
                <a:ext uri="{FF2B5EF4-FFF2-40B4-BE49-F238E27FC236}">
                  <a16:creationId xmlns:a16="http://schemas.microsoft.com/office/drawing/2014/main" id="{A3312C39-B0E5-532A-A4AB-0E689A7CC443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4" name="Freeform 12503">
              <a:extLst>
                <a:ext uri="{FF2B5EF4-FFF2-40B4-BE49-F238E27FC236}">
                  <a16:creationId xmlns:a16="http://schemas.microsoft.com/office/drawing/2014/main" id="{6BDB159E-7110-1D57-E726-F592DD40D5FF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5" name="Freeform 12504">
              <a:extLst>
                <a:ext uri="{FF2B5EF4-FFF2-40B4-BE49-F238E27FC236}">
                  <a16:creationId xmlns:a16="http://schemas.microsoft.com/office/drawing/2014/main" id="{A5F79F19-8ECA-B08D-D85C-C4CD5C709706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6" name="Freeform 12505">
              <a:extLst>
                <a:ext uri="{FF2B5EF4-FFF2-40B4-BE49-F238E27FC236}">
                  <a16:creationId xmlns:a16="http://schemas.microsoft.com/office/drawing/2014/main" id="{50BEB71F-6901-D8D9-B878-CD4521DB5A9A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7" name="Freeform 12506">
              <a:extLst>
                <a:ext uri="{FF2B5EF4-FFF2-40B4-BE49-F238E27FC236}">
                  <a16:creationId xmlns:a16="http://schemas.microsoft.com/office/drawing/2014/main" id="{4FCFD9D4-380F-48BB-13A7-3B4B14276314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8" name="Freeform 12507">
              <a:extLst>
                <a:ext uri="{FF2B5EF4-FFF2-40B4-BE49-F238E27FC236}">
                  <a16:creationId xmlns:a16="http://schemas.microsoft.com/office/drawing/2014/main" id="{1F926AC4-10A9-CD4D-BAD6-7B49AFD98796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9" name="Freeform 12508">
              <a:extLst>
                <a:ext uri="{FF2B5EF4-FFF2-40B4-BE49-F238E27FC236}">
                  <a16:creationId xmlns:a16="http://schemas.microsoft.com/office/drawing/2014/main" id="{DC92640D-6BFC-814F-A02F-7DD0400E842D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0" name="Freeform 12509">
              <a:extLst>
                <a:ext uri="{FF2B5EF4-FFF2-40B4-BE49-F238E27FC236}">
                  <a16:creationId xmlns:a16="http://schemas.microsoft.com/office/drawing/2014/main" id="{565BA4AB-6976-A3FB-24C8-B921AEA24076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1" name="Freeform 12510">
              <a:extLst>
                <a:ext uri="{FF2B5EF4-FFF2-40B4-BE49-F238E27FC236}">
                  <a16:creationId xmlns:a16="http://schemas.microsoft.com/office/drawing/2014/main" id="{C2CDCD75-1711-7850-DF59-E735E1B17967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2" name="Freeform 12511">
              <a:extLst>
                <a:ext uri="{FF2B5EF4-FFF2-40B4-BE49-F238E27FC236}">
                  <a16:creationId xmlns:a16="http://schemas.microsoft.com/office/drawing/2014/main" id="{80BD2878-F95B-6392-F99D-A8719F0ECC8E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3" name="Freeform 12512">
              <a:extLst>
                <a:ext uri="{FF2B5EF4-FFF2-40B4-BE49-F238E27FC236}">
                  <a16:creationId xmlns:a16="http://schemas.microsoft.com/office/drawing/2014/main" id="{8AF506C7-F292-60E9-FDF4-7D61133E8B9F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4" name="Freeform 12513">
              <a:extLst>
                <a:ext uri="{FF2B5EF4-FFF2-40B4-BE49-F238E27FC236}">
                  <a16:creationId xmlns:a16="http://schemas.microsoft.com/office/drawing/2014/main" id="{553FCF9B-86E9-72FF-D008-3A3158B7DC39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5" name="Freeform 12514">
              <a:extLst>
                <a:ext uri="{FF2B5EF4-FFF2-40B4-BE49-F238E27FC236}">
                  <a16:creationId xmlns:a16="http://schemas.microsoft.com/office/drawing/2014/main" id="{403BD1AC-C4CF-94F4-8433-5465369AB9E3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6" name="Freeform 12515">
              <a:extLst>
                <a:ext uri="{FF2B5EF4-FFF2-40B4-BE49-F238E27FC236}">
                  <a16:creationId xmlns:a16="http://schemas.microsoft.com/office/drawing/2014/main" id="{7F60DB06-C96C-62CB-FAF8-A05719DC0F1E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7" name="Freeform 12516">
              <a:extLst>
                <a:ext uri="{FF2B5EF4-FFF2-40B4-BE49-F238E27FC236}">
                  <a16:creationId xmlns:a16="http://schemas.microsoft.com/office/drawing/2014/main" id="{CBBE271A-2676-2B02-68E4-BC929AFC5629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8" name="Freeform 12517">
              <a:extLst>
                <a:ext uri="{FF2B5EF4-FFF2-40B4-BE49-F238E27FC236}">
                  <a16:creationId xmlns:a16="http://schemas.microsoft.com/office/drawing/2014/main" id="{7F8F2E80-ADC3-4048-7249-85B755152737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9" name="Freeform 12518">
              <a:extLst>
                <a:ext uri="{FF2B5EF4-FFF2-40B4-BE49-F238E27FC236}">
                  <a16:creationId xmlns:a16="http://schemas.microsoft.com/office/drawing/2014/main" id="{90C26DDA-18D9-0F7E-F972-5E78291893F0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0" name="Freeform 12519">
              <a:extLst>
                <a:ext uri="{FF2B5EF4-FFF2-40B4-BE49-F238E27FC236}">
                  <a16:creationId xmlns:a16="http://schemas.microsoft.com/office/drawing/2014/main" id="{C072F82C-2C1A-AD48-6AA3-BBA5CD33975D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1" name="Freeform 12520">
              <a:extLst>
                <a:ext uri="{FF2B5EF4-FFF2-40B4-BE49-F238E27FC236}">
                  <a16:creationId xmlns:a16="http://schemas.microsoft.com/office/drawing/2014/main" id="{221B21A0-7554-418F-FDA5-6BA25865D09C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2" name="Freeform 12521">
              <a:extLst>
                <a:ext uri="{FF2B5EF4-FFF2-40B4-BE49-F238E27FC236}">
                  <a16:creationId xmlns:a16="http://schemas.microsoft.com/office/drawing/2014/main" id="{EA680130-B262-6E21-D37C-07270300CC9D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3" name="Freeform 12522">
              <a:extLst>
                <a:ext uri="{FF2B5EF4-FFF2-40B4-BE49-F238E27FC236}">
                  <a16:creationId xmlns:a16="http://schemas.microsoft.com/office/drawing/2014/main" id="{83A965F6-8983-193D-F445-B408E18A605D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4" name="Freeform 12523">
              <a:extLst>
                <a:ext uri="{FF2B5EF4-FFF2-40B4-BE49-F238E27FC236}">
                  <a16:creationId xmlns:a16="http://schemas.microsoft.com/office/drawing/2014/main" id="{8F199331-1285-108E-935A-EB483E970B54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5" name="Freeform 12524">
              <a:extLst>
                <a:ext uri="{FF2B5EF4-FFF2-40B4-BE49-F238E27FC236}">
                  <a16:creationId xmlns:a16="http://schemas.microsoft.com/office/drawing/2014/main" id="{43375FA4-8D21-3DDA-6770-0C58A4047F91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6" name="Freeform 12525">
              <a:extLst>
                <a:ext uri="{FF2B5EF4-FFF2-40B4-BE49-F238E27FC236}">
                  <a16:creationId xmlns:a16="http://schemas.microsoft.com/office/drawing/2014/main" id="{FF9B08A1-B70B-D21A-2EBC-AB9CFD5E52A6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7" name="Freeform 12526">
              <a:extLst>
                <a:ext uri="{FF2B5EF4-FFF2-40B4-BE49-F238E27FC236}">
                  <a16:creationId xmlns:a16="http://schemas.microsoft.com/office/drawing/2014/main" id="{2508D0D8-0D72-78A4-4F3F-4C34388E271F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8" name="Freeform 12527">
              <a:extLst>
                <a:ext uri="{FF2B5EF4-FFF2-40B4-BE49-F238E27FC236}">
                  <a16:creationId xmlns:a16="http://schemas.microsoft.com/office/drawing/2014/main" id="{6165DA7C-FC41-7159-9E6D-33B20BF0FBCE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29" name="Freeform 12528">
              <a:extLst>
                <a:ext uri="{FF2B5EF4-FFF2-40B4-BE49-F238E27FC236}">
                  <a16:creationId xmlns:a16="http://schemas.microsoft.com/office/drawing/2014/main" id="{57FAF2E9-481F-473D-26A7-6D830A1CD68E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0" name="Freeform 12529">
              <a:extLst>
                <a:ext uri="{FF2B5EF4-FFF2-40B4-BE49-F238E27FC236}">
                  <a16:creationId xmlns:a16="http://schemas.microsoft.com/office/drawing/2014/main" id="{6F55CD78-F883-232E-DFC0-B049E28656F6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1" name="Freeform 12530">
              <a:extLst>
                <a:ext uri="{FF2B5EF4-FFF2-40B4-BE49-F238E27FC236}">
                  <a16:creationId xmlns:a16="http://schemas.microsoft.com/office/drawing/2014/main" id="{357D80F6-8972-ACC5-AADA-BB3451231AAB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2" name="Freeform 12531">
              <a:extLst>
                <a:ext uri="{FF2B5EF4-FFF2-40B4-BE49-F238E27FC236}">
                  <a16:creationId xmlns:a16="http://schemas.microsoft.com/office/drawing/2014/main" id="{50DD7DA7-D474-39B0-2020-C504AF587D02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3" name="Freeform 12532">
              <a:extLst>
                <a:ext uri="{FF2B5EF4-FFF2-40B4-BE49-F238E27FC236}">
                  <a16:creationId xmlns:a16="http://schemas.microsoft.com/office/drawing/2014/main" id="{3DB6816D-62DD-29FF-A34D-358206B88748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4" name="Freeform 12533">
              <a:extLst>
                <a:ext uri="{FF2B5EF4-FFF2-40B4-BE49-F238E27FC236}">
                  <a16:creationId xmlns:a16="http://schemas.microsoft.com/office/drawing/2014/main" id="{3916C143-2278-4B23-6162-253BB4A9BFD8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5" name="Freeform 12534">
              <a:extLst>
                <a:ext uri="{FF2B5EF4-FFF2-40B4-BE49-F238E27FC236}">
                  <a16:creationId xmlns:a16="http://schemas.microsoft.com/office/drawing/2014/main" id="{330ED08D-2632-34E2-F2C6-B5E1C7807FA0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6" name="Freeform 12535">
              <a:extLst>
                <a:ext uri="{FF2B5EF4-FFF2-40B4-BE49-F238E27FC236}">
                  <a16:creationId xmlns:a16="http://schemas.microsoft.com/office/drawing/2014/main" id="{C7B26EA0-3440-4198-E516-5FF69ADDBE44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537" name="Group 12536">
            <a:extLst>
              <a:ext uri="{FF2B5EF4-FFF2-40B4-BE49-F238E27FC236}">
                <a16:creationId xmlns:a16="http://schemas.microsoft.com/office/drawing/2014/main" id="{490D4244-55ED-8FEB-7DDC-A65B5674A61B}"/>
              </a:ext>
            </a:extLst>
          </p:cNvPr>
          <p:cNvGrpSpPr>
            <a:grpSpLocks noChangeAspect="1"/>
          </p:cNvGrpSpPr>
          <p:nvPr/>
        </p:nvGrpSpPr>
        <p:grpSpPr>
          <a:xfrm>
            <a:off x="6163187" y="9243141"/>
            <a:ext cx="170011" cy="274320"/>
            <a:chOff x="5739883" y="1855754"/>
            <a:chExt cx="2424275" cy="4513338"/>
          </a:xfrm>
        </p:grpSpPr>
        <p:sp>
          <p:nvSpPr>
            <p:cNvPr id="12538" name="Freeform 12537">
              <a:extLst>
                <a:ext uri="{FF2B5EF4-FFF2-40B4-BE49-F238E27FC236}">
                  <a16:creationId xmlns:a16="http://schemas.microsoft.com/office/drawing/2014/main" id="{63A644D2-9C09-1900-08CA-A4BC181BBD5B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39" name="Freeform 12538">
              <a:extLst>
                <a:ext uri="{FF2B5EF4-FFF2-40B4-BE49-F238E27FC236}">
                  <a16:creationId xmlns:a16="http://schemas.microsoft.com/office/drawing/2014/main" id="{2EFEFA7D-07F5-3648-E4AC-321E2218DDDF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0" name="Freeform 12539">
              <a:extLst>
                <a:ext uri="{FF2B5EF4-FFF2-40B4-BE49-F238E27FC236}">
                  <a16:creationId xmlns:a16="http://schemas.microsoft.com/office/drawing/2014/main" id="{F863EB48-5681-E01C-D9FA-2E116668E99F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1" name="Freeform 12540">
              <a:extLst>
                <a:ext uri="{FF2B5EF4-FFF2-40B4-BE49-F238E27FC236}">
                  <a16:creationId xmlns:a16="http://schemas.microsoft.com/office/drawing/2014/main" id="{AF580100-F87A-84DB-624F-F7EBD860105C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2" name="Freeform 12541">
              <a:extLst>
                <a:ext uri="{FF2B5EF4-FFF2-40B4-BE49-F238E27FC236}">
                  <a16:creationId xmlns:a16="http://schemas.microsoft.com/office/drawing/2014/main" id="{57843B4F-5B2D-B4B5-19AA-E2AE1C36EFDF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3" name="Freeform 12542">
              <a:extLst>
                <a:ext uri="{FF2B5EF4-FFF2-40B4-BE49-F238E27FC236}">
                  <a16:creationId xmlns:a16="http://schemas.microsoft.com/office/drawing/2014/main" id="{3BAACD59-65C1-651C-CAA6-E591E02E9CC2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4" name="Freeform 12543">
              <a:extLst>
                <a:ext uri="{FF2B5EF4-FFF2-40B4-BE49-F238E27FC236}">
                  <a16:creationId xmlns:a16="http://schemas.microsoft.com/office/drawing/2014/main" id="{5B23872D-72F4-710B-7D8E-0E8C6B3898CF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5" name="Freeform 12544">
              <a:extLst>
                <a:ext uri="{FF2B5EF4-FFF2-40B4-BE49-F238E27FC236}">
                  <a16:creationId xmlns:a16="http://schemas.microsoft.com/office/drawing/2014/main" id="{AAAD9C09-D39D-3AD0-8E46-806C4805FA81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6" name="Freeform 12545">
              <a:extLst>
                <a:ext uri="{FF2B5EF4-FFF2-40B4-BE49-F238E27FC236}">
                  <a16:creationId xmlns:a16="http://schemas.microsoft.com/office/drawing/2014/main" id="{7CFD9DAA-63FE-67D4-2C32-7D32A9FD8DFC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7" name="Freeform 12546">
              <a:extLst>
                <a:ext uri="{FF2B5EF4-FFF2-40B4-BE49-F238E27FC236}">
                  <a16:creationId xmlns:a16="http://schemas.microsoft.com/office/drawing/2014/main" id="{30F7B449-76BF-A1C6-A397-488B18225D4D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8" name="Freeform 12547">
              <a:extLst>
                <a:ext uri="{FF2B5EF4-FFF2-40B4-BE49-F238E27FC236}">
                  <a16:creationId xmlns:a16="http://schemas.microsoft.com/office/drawing/2014/main" id="{243AC9D3-654F-56B9-383E-7D179C197481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49" name="Freeform 12548">
              <a:extLst>
                <a:ext uri="{FF2B5EF4-FFF2-40B4-BE49-F238E27FC236}">
                  <a16:creationId xmlns:a16="http://schemas.microsoft.com/office/drawing/2014/main" id="{792DC77B-7360-74B8-2BFD-BDD598380BAD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0" name="Freeform 12549">
              <a:extLst>
                <a:ext uri="{FF2B5EF4-FFF2-40B4-BE49-F238E27FC236}">
                  <a16:creationId xmlns:a16="http://schemas.microsoft.com/office/drawing/2014/main" id="{A27AEF83-A79A-60C9-F5A8-FC0202219C0C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1" name="Freeform 12550">
              <a:extLst>
                <a:ext uri="{FF2B5EF4-FFF2-40B4-BE49-F238E27FC236}">
                  <a16:creationId xmlns:a16="http://schemas.microsoft.com/office/drawing/2014/main" id="{C7FFF6C5-2DA3-443D-BEF9-CF97477ED9DB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2" name="Freeform 12551">
              <a:extLst>
                <a:ext uri="{FF2B5EF4-FFF2-40B4-BE49-F238E27FC236}">
                  <a16:creationId xmlns:a16="http://schemas.microsoft.com/office/drawing/2014/main" id="{3186AA85-6D35-A583-CD53-765B9729B348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3" name="Freeform 12552">
              <a:extLst>
                <a:ext uri="{FF2B5EF4-FFF2-40B4-BE49-F238E27FC236}">
                  <a16:creationId xmlns:a16="http://schemas.microsoft.com/office/drawing/2014/main" id="{231CFA8F-157F-3196-3AA7-AF98540EB949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4" name="Freeform 12553">
              <a:extLst>
                <a:ext uri="{FF2B5EF4-FFF2-40B4-BE49-F238E27FC236}">
                  <a16:creationId xmlns:a16="http://schemas.microsoft.com/office/drawing/2014/main" id="{85FBA04A-C249-D6C5-E8A8-DC76EB1BFF52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5" name="Freeform 12554">
              <a:extLst>
                <a:ext uri="{FF2B5EF4-FFF2-40B4-BE49-F238E27FC236}">
                  <a16:creationId xmlns:a16="http://schemas.microsoft.com/office/drawing/2014/main" id="{4155BF2B-A5FC-B89B-47E6-68617938B2BC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6" name="Freeform 12555">
              <a:extLst>
                <a:ext uri="{FF2B5EF4-FFF2-40B4-BE49-F238E27FC236}">
                  <a16:creationId xmlns:a16="http://schemas.microsoft.com/office/drawing/2014/main" id="{BF7D1FC9-9F46-34B3-39A3-0528342E7B1D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7" name="Freeform 12556">
              <a:extLst>
                <a:ext uri="{FF2B5EF4-FFF2-40B4-BE49-F238E27FC236}">
                  <a16:creationId xmlns:a16="http://schemas.microsoft.com/office/drawing/2014/main" id="{87A13DEF-5F15-9C9E-B065-5A1267C1B68F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8" name="Freeform 12557">
              <a:extLst>
                <a:ext uri="{FF2B5EF4-FFF2-40B4-BE49-F238E27FC236}">
                  <a16:creationId xmlns:a16="http://schemas.microsoft.com/office/drawing/2014/main" id="{DC4536A7-2914-7BFA-C091-8A0ED9EB0A74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59" name="Freeform 12558">
              <a:extLst>
                <a:ext uri="{FF2B5EF4-FFF2-40B4-BE49-F238E27FC236}">
                  <a16:creationId xmlns:a16="http://schemas.microsoft.com/office/drawing/2014/main" id="{85EBDC0F-E610-22DA-B66D-CBD644AB3E4A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0" name="Freeform 12559">
              <a:extLst>
                <a:ext uri="{FF2B5EF4-FFF2-40B4-BE49-F238E27FC236}">
                  <a16:creationId xmlns:a16="http://schemas.microsoft.com/office/drawing/2014/main" id="{B5104320-6864-4184-6674-532032B9A6C6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1" name="Freeform 12560">
              <a:extLst>
                <a:ext uri="{FF2B5EF4-FFF2-40B4-BE49-F238E27FC236}">
                  <a16:creationId xmlns:a16="http://schemas.microsoft.com/office/drawing/2014/main" id="{37AC861E-9A69-E9FD-E2F2-77FA325709F8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2" name="Freeform 12561">
              <a:extLst>
                <a:ext uri="{FF2B5EF4-FFF2-40B4-BE49-F238E27FC236}">
                  <a16:creationId xmlns:a16="http://schemas.microsoft.com/office/drawing/2014/main" id="{3678D8AB-0AD6-2ACB-C3DC-9087AEE3DBB3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3" name="Freeform 12562">
              <a:extLst>
                <a:ext uri="{FF2B5EF4-FFF2-40B4-BE49-F238E27FC236}">
                  <a16:creationId xmlns:a16="http://schemas.microsoft.com/office/drawing/2014/main" id="{038F9D22-5E75-E4F2-76B7-CA0DB6262C68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4" name="Freeform 12563">
              <a:extLst>
                <a:ext uri="{FF2B5EF4-FFF2-40B4-BE49-F238E27FC236}">
                  <a16:creationId xmlns:a16="http://schemas.microsoft.com/office/drawing/2014/main" id="{16A1D6FA-D3A4-2A68-E663-692113FED40D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5" name="Freeform 12564">
              <a:extLst>
                <a:ext uri="{FF2B5EF4-FFF2-40B4-BE49-F238E27FC236}">
                  <a16:creationId xmlns:a16="http://schemas.microsoft.com/office/drawing/2014/main" id="{4B1AFDE8-4695-3BB5-444A-07C653AC26BB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6" name="Freeform 12565">
              <a:extLst>
                <a:ext uri="{FF2B5EF4-FFF2-40B4-BE49-F238E27FC236}">
                  <a16:creationId xmlns:a16="http://schemas.microsoft.com/office/drawing/2014/main" id="{BEF99769-F3FC-24E6-0B3F-ECCD16FB1D4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7" name="Freeform 12566">
              <a:extLst>
                <a:ext uri="{FF2B5EF4-FFF2-40B4-BE49-F238E27FC236}">
                  <a16:creationId xmlns:a16="http://schemas.microsoft.com/office/drawing/2014/main" id="{F00828A4-A371-416B-E427-B851497AFF8A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8" name="Freeform 12567">
              <a:extLst>
                <a:ext uri="{FF2B5EF4-FFF2-40B4-BE49-F238E27FC236}">
                  <a16:creationId xmlns:a16="http://schemas.microsoft.com/office/drawing/2014/main" id="{96F3AB2A-6DE4-047F-4344-263931FC4774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69" name="Freeform 12568">
              <a:extLst>
                <a:ext uri="{FF2B5EF4-FFF2-40B4-BE49-F238E27FC236}">
                  <a16:creationId xmlns:a16="http://schemas.microsoft.com/office/drawing/2014/main" id="{F0D0D891-6017-9C71-454B-130CEC7E9901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0" name="Freeform 12569">
              <a:extLst>
                <a:ext uri="{FF2B5EF4-FFF2-40B4-BE49-F238E27FC236}">
                  <a16:creationId xmlns:a16="http://schemas.microsoft.com/office/drawing/2014/main" id="{1A343895-D779-B700-EE09-F76C5D3E660F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1" name="Freeform 12570">
              <a:extLst>
                <a:ext uri="{FF2B5EF4-FFF2-40B4-BE49-F238E27FC236}">
                  <a16:creationId xmlns:a16="http://schemas.microsoft.com/office/drawing/2014/main" id="{61D4AFE0-AC99-405D-6EE7-CD24E7E49EB6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2" name="Freeform 12571">
              <a:extLst>
                <a:ext uri="{FF2B5EF4-FFF2-40B4-BE49-F238E27FC236}">
                  <a16:creationId xmlns:a16="http://schemas.microsoft.com/office/drawing/2014/main" id="{473DB66C-546E-FB2A-BB4B-3BF578E5E577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3" name="Freeform 12572">
              <a:extLst>
                <a:ext uri="{FF2B5EF4-FFF2-40B4-BE49-F238E27FC236}">
                  <a16:creationId xmlns:a16="http://schemas.microsoft.com/office/drawing/2014/main" id="{5AAAF14F-C853-61CB-8DAA-E919B4E2B631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4" name="Freeform 12573">
              <a:extLst>
                <a:ext uri="{FF2B5EF4-FFF2-40B4-BE49-F238E27FC236}">
                  <a16:creationId xmlns:a16="http://schemas.microsoft.com/office/drawing/2014/main" id="{97A1AF52-B9A9-CA32-D72B-1072614F978A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5" name="Freeform 12574">
              <a:extLst>
                <a:ext uri="{FF2B5EF4-FFF2-40B4-BE49-F238E27FC236}">
                  <a16:creationId xmlns:a16="http://schemas.microsoft.com/office/drawing/2014/main" id="{EE851843-C126-43D4-BD70-D0EF2BFEEBE1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6" name="Freeform 12575">
              <a:extLst>
                <a:ext uri="{FF2B5EF4-FFF2-40B4-BE49-F238E27FC236}">
                  <a16:creationId xmlns:a16="http://schemas.microsoft.com/office/drawing/2014/main" id="{87570D40-FD70-770B-4967-B0F4608ACF56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7" name="Freeform 12576">
              <a:extLst>
                <a:ext uri="{FF2B5EF4-FFF2-40B4-BE49-F238E27FC236}">
                  <a16:creationId xmlns:a16="http://schemas.microsoft.com/office/drawing/2014/main" id="{37AD2841-F8FB-C0D1-A69D-3E4A314CF466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8" name="Freeform 12577">
              <a:extLst>
                <a:ext uri="{FF2B5EF4-FFF2-40B4-BE49-F238E27FC236}">
                  <a16:creationId xmlns:a16="http://schemas.microsoft.com/office/drawing/2014/main" id="{76A6D602-4DCD-DA6E-6448-3118FC26995F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79" name="Freeform 12578">
              <a:extLst>
                <a:ext uri="{FF2B5EF4-FFF2-40B4-BE49-F238E27FC236}">
                  <a16:creationId xmlns:a16="http://schemas.microsoft.com/office/drawing/2014/main" id="{E144E867-4AC4-C6A3-8D55-8D9C01FE8E85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0" name="Freeform 12579">
              <a:extLst>
                <a:ext uri="{FF2B5EF4-FFF2-40B4-BE49-F238E27FC236}">
                  <a16:creationId xmlns:a16="http://schemas.microsoft.com/office/drawing/2014/main" id="{017D0CB4-7F2F-4A89-6935-E67C91FD0EDF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1" name="Freeform 12580">
              <a:extLst>
                <a:ext uri="{FF2B5EF4-FFF2-40B4-BE49-F238E27FC236}">
                  <a16:creationId xmlns:a16="http://schemas.microsoft.com/office/drawing/2014/main" id="{2B8A4108-275F-3507-D7FC-24357373C1BF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2" name="Freeform 12581">
              <a:extLst>
                <a:ext uri="{FF2B5EF4-FFF2-40B4-BE49-F238E27FC236}">
                  <a16:creationId xmlns:a16="http://schemas.microsoft.com/office/drawing/2014/main" id="{93ADF368-6FC4-746C-65D7-7391F6FDA3C1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3" name="Freeform 12582">
              <a:extLst>
                <a:ext uri="{FF2B5EF4-FFF2-40B4-BE49-F238E27FC236}">
                  <a16:creationId xmlns:a16="http://schemas.microsoft.com/office/drawing/2014/main" id="{085323D0-5195-7C6F-ACE0-62DE12FEC191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4" name="Freeform 12583">
              <a:extLst>
                <a:ext uri="{FF2B5EF4-FFF2-40B4-BE49-F238E27FC236}">
                  <a16:creationId xmlns:a16="http://schemas.microsoft.com/office/drawing/2014/main" id="{DFA00360-A16B-43BC-945B-8C8360C46B7B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5" name="Freeform 12584">
              <a:extLst>
                <a:ext uri="{FF2B5EF4-FFF2-40B4-BE49-F238E27FC236}">
                  <a16:creationId xmlns:a16="http://schemas.microsoft.com/office/drawing/2014/main" id="{D339C719-E389-11ED-C4E5-93AE1CA5CBBE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6" name="Freeform 12585">
              <a:extLst>
                <a:ext uri="{FF2B5EF4-FFF2-40B4-BE49-F238E27FC236}">
                  <a16:creationId xmlns:a16="http://schemas.microsoft.com/office/drawing/2014/main" id="{84FF5EF8-80E7-ABF0-EE66-F74362664666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7" name="Freeform 12586">
              <a:extLst>
                <a:ext uri="{FF2B5EF4-FFF2-40B4-BE49-F238E27FC236}">
                  <a16:creationId xmlns:a16="http://schemas.microsoft.com/office/drawing/2014/main" id="{DA8A90DA-8465-C609-516A-C5F44ED1E919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8" name="Freeform 12587">
              <a:extLst>
                <a:ext uri="{FF2B5EF4-FFF2-40B4-BE49-F238E27FC236}">
                  <a16:creationId xmlns:a16="http://schemas.microsoft.com/office/drawing/2014/main" id="{4501165D-561E-22B2-1424-524FCECBB24D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89" name="Freeform 12588">
              <a:extLst>
                <a:ext uri="{FF2B5EF4-FFF2-40B4-BE49-F238E27FC236}">
                  <a16:creationId xmlns:a16="http://schemas.microsoft.com/office/drawing/2014/main" id="{1938FC69-3406-C3B6-C012-6771CE251705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0" name="Freeform 12589">
              <a:extLst>
                <a:ext uri="{FF2B5EF4-FFF2-40B4-BE49-F238E27FC236}">
                  <a16:creationId xmlns:a16="http://schemas.microsoft.com/office/drawing/2014/main" id="{640BE5DA-659A-CA59-3B2F-476EAD834A67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1" name="Freeform 12590">
              <a:extLst>
                <a:ext uri="{FF2B5EF4-FFF2-40B4-BE49-F238E27FC236}">
                  <a16:creationId xmlns:a16="http://schemas.microsoft.com/office/drawing/2014/main" id="{AB603EB1-1D7C-7420-9175-0A8188A4BC50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2" name="Freeform 12591">
              <a:extLst>
                <a:ext uri="{FF2B5EF4-FFF2-40B4-BE49-F238E27FC236}">
                  <a16:creationId xmlns:a16="http://schemas.microsoft.com/office/drawing/2014/main" id="{8B23807E-7B59-A642-EE73-06F61F04CB15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3" name="Freeform 12592">
              <a:extLst>
                <a:ext uri="{FF2B5EF4-FFF2-40B4-BE49-F238E27FC236}">
                  <a16:creationId xmlns:a16="http://schemas.microsoft.com/office/drawing/2014/main" id="{0E443693-C0A2-99A2-4C09-152F00993E36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4" name="Freeform 12593">
              <a:extLst>
                <a:ext uri="{FF2B5EF4-FFF2-40B4-BE49-F238E27FC236}">
                  <a16:creationId xmlns:a16="http://schemas.microsoft.com/office/drawing/2014/main" id="{E593B59F-7677-9527-29BA-765E51786943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5" name="Freeform 12594">
              <a:extLst>
                <a:ext uri="{FF2B5EF4-FFF2-40B4-BE49-F238E27FC236}">
                  <a16:creationId xmlns:a16="http://schemas.microsoft.com/office/drawing/2014/main" id="{F1403370-B01F-7B93-6D49-4F03C2FEB8C3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6" name="Freeform 12595">
              <a:extLst>
                <a:ext uri="{FF2B5EF4-FFF2-40B4-BE49-F238E27FC236}">
                  <a16:creationId xmlns:a16="http://schemas.microsoft.com/office/drawing/2014/main" id="{9B870492-308D-FADE-CE6D-254F730D30ED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7" name="Freeform 12596">
              <a:extLst>
                <a:ext uri="{FF2B5EF4-FFF2-40B4-BE49-F238E27FC236}">
                  <a16:creationId xmlns:a16="http://schemas.microsoft.com/office/drawing/2014/main" id="{F7763B31-2F6A-FD24-E348-131072CD96C2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8" name="Freeform 12597">
              <a:extLst>
                <a:ext uri="{FF2B5EF4-FFF2-40B4-BE49-F238E27FC236}">
                  <a16:creationId xmlns:a16="http://schemas.microsoft.com/office/drawing/2014/main" id="{BD3F6C30-F73D-CA90-A862-0AF6FEA6171B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99" name="Freeform 12598">
              <a:extLst>
                <a:ext uri="{FF2B5EF4-FFF2-40B4-BE49-F238E27FC236}">
                  <a16:creationId xmlns:a16="http://schemas.microsoft.com/office/drawing/2014/main" id="{63C0835C-4E2B-FD65-1D63-0A70057ADCC6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0" name="Freeform 12599">
              <a:extLst>
                <a:ext uri="{FF2B5EF4-FFF2-40B4-BE49-F238E27FC236}">
                  <a16:creationId xmlns:a16="http://schemas.microsoft.com/office/drawing/2014/main" id="{D7E2ECE3-B368-68E9-A684-BBA0BE633715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1" name="Freeform 12600">
              <a:extLst>
                <a:ext uri="{FF2B5EF4-FFF2-40B4-BE49-F238E27FC236}">
                  <a16:creationId xmlns:a16="http://schemas.microsoft.com/office/drawing/2014/main" id="{1FF62CA1-AB28-E602-4382-10E353372640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2" name="Freeform 12601">
              <a:extLst>
                <a:ext uri="{FF2B5EF4-FFF2-40B4-BE49-F238E27FC236}">
                  <a16:creationId xmlns:a16="http://schemas.microsoft.com/office/drawing/2014/main" id="{3F4663C6-A20C-69FE-77D3-B663BDE74587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3" name="Freeform 12602">
              <a:extLst>
                <a:ext uri="{FF2B5EF4-FFF2-40B4-BE49-F238E27FC236}">
                  <a16:creationId xmlns:a16="http://schemas.microsoft.com/office/drawing/2014/main" id="{25BD18E4-FD75-2009-BA8D-E9519E5FF149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4" name="Freeform 12603">
              <a:extLst>
                <a:ext uri="{FF2B5EF4-FFF2-40B4-BE49-F238E27FC236}">
                  <a16:creationId xmlns:a16="http://schemas.microsoft.com/office/drawing/2014/main" id="{FBD2F153-0C2C-08AA-972B-351208AF9F25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5" name="Freeform 12604">
              <a:extLst>
                <a:ext uri="{FF2B5EF4-FFF2-40B4-BE49-F238E27FC236}">
                  <a16:creationId xmlns:a16="http://schemas.microsoft.com/office/drawing/2014/main" id="{98010ECD-58F6-4119-300E-9D6A4719DF70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6" name="Freeform 12605">
              <a:extLst>
                <a:ext uri="{FF2B5EF4-FFF2-40B4-BE49-F238E27FC236}">
                  <a16:creationId xmlns:a16="http://schemas.microsoft.com/office/drawing/2014/main" id="{2DE0A626-D4F8-0D28-24F5-ADE9E3966699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7" name="Freeform 12606">
              <a:extLst>
                <a:ext uri="{FF2B5EF4-FFF2-40B4-BE49-F238E27FC236}">
                  <a16:creationId xmlns:a16="http://schemas.microsoft.com/office/drawing/2014/main" id="{4BB5463D-3737-341F-FEE5-BC40B15C8AAA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8" name="Freeform 12607">
              <a:extLst>
                <a:ext uri="{FF2B5EF4-FFF2-40B4-BE49-F238E27FC236}">
                  <a16:creationId xmlns:a16="http://schemas.microsoft.com/office/drawing/2014/main" id="{1B88B15F-3088-83EF-CE61-BCCF8E73ACE3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9" name="Freeform 12608">
              <a:extLst>
                <a:ext uri="{FF2B5EF4-FFF2-40B4-BE49-F238E27FC236}">
                  <a16:creationId xmlns:a16="http://schemas.microsoft.com/office/drawing/2014/main" id="{5776C88C-98BE-06AE-4CF8-777E050AE1D9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0" name="Freeform 12609">
              <a:extLst>
                <a:ext uri="{FF2B5EF4-FFF2-40B4-BE49-F238E27FC236}">
                  <a16:creationId xmlns:a16="http://schemas.microsoft.com/office/drawing/2014/main" id="{365AACCD-2F16-2046-81C9-4568FC35C53B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1" name="Freeform 12610">
              <a:extLst>
                <a:ext uri="{FF2B5EF4-FFF2-40B4-BE49-F238E27FC236}">
                  <a16:creationId xmlns:a16="http://schemas.microsoft.com/office/drawing/2014/main" id="{A95310D7-313C-A364-6CEB-B5294B65A503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2" name="Freeform 12611">
              <a:extLst>
                <a:ext uri="{FF2B5EF4-FFF2-40B4-BE49-F238E27FC236}">
                  <a16:creationId xmlns:a16="http://schemas.microsoft.com/office/drawing/2014/main" id="{11398E95-3EC8-A58F-4824-345382B7411E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3" name="Freeform 12612">
              <a:extLst>
                <a:ext uri="{FF2B5EF4-FFF2-40B4-BE49-F238E27FC236}">
                  <a16:creationId xmlns:a16="http://schemas.microsoft.com/office/drawing/2014/main" id="{CDF50A59-437F-0264-E7E6-F6BE6850B061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4" name="Freeform 12613">
              <a:extLst>
                <a:ext uri="{FF2B5EF4-FFF2-40B4-BE49-F238E27FC236}">
                  <a16:creationId xmlns:a16="http://schemas.microsoft.com/office/drawing/2014/main" id="{CE50FDDD-BA59-C6CC-0774-14EDBB847B6D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5" name="Freeform 12614">
              <a:extLst>
                <a:ext uri="{FF2B5EF4-FFF2-40B4-BE49-F238E27FC236}">
                  <a16:creationId xmlns:a16="http://schemas.microsoft.com/office/drawing/2014/main" id="{A3AD2818-6122-51CC-A859-B1B192158068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6" name="Freeform 12615">
              <a:extLst>
                <a:ext uri="{FF2B5EF4-FFF2-40B4-BE49-F238E27FC236}">
                  <a16:creationId xmlns:a16="http://schemas.microsoft.com/office/drawing/2014/main" id="{0F6C05EB-BA81-7C3F-1FA5-B8864161CE7D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7" name="Freeform 12616">
              <a:extLst>
                <a:ext uri="{FF2B5EF4-FFF2-40B4-BE49-F238E27FC236}">
                  <a16:creationId xmlns:a16="http://schemas.microsoft.com/office/drawing/2014/main" id="{DE6CE0CC-8DC0-207A-C244-A63E21BA94A4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8" name="Freeform 12617">
              <a:extLst>
                <a:ext uri="{FF2B5EF4-FFF2-40B4-BE49-F238E27FC236}">
                  <a16:creationId xmlns:a16="http://schemas.microsoft.com/office/drawing/2014/main" id="{97B96FD8-3371-A169-F33B-CBF60AD3E6E6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9" name="Freeform 12618">
              <a:extLst>
                <a:ext uri="{FF2B5EF4-FFF2-40B4-BE49-F238E27FC236}">
                  <a16:creationId xmlns:a16="http://schemas.microsoft.com/office/drawing/2014/main" id="{1231DF31-3A52-48BB-5812-11EE8864CDA4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0" name="Freeform 12619">
              <a:extLst>
                <a:ext uri="{FF2B5EF4-FFF2-40B4-BE49-F238E27FC236}">
                  <a16:creationId xmlns:a16="http://schemas.microsoft.com/office/drawing/2014/main" id="{A2AE48AB-8EF0-63DE-24E6-592CB8DE915C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1" name="Freeform 12620">
              <a:extLst>
                <a:ext uri="{FF2B5EF4-FFF2-40B4-BE49-F238E27FC236}">
                  <a16:creationId xmlns:a16="http://schemas.microsoft.com/office/drawing/2014/main" id="{62EC4598-E109-6E35-E9E0-170FAD479AD9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2" name="Freeform 12621">
              <a:extLst>
                <a:ext uri="{FF2B5EF4-FFF2-40B4-BE49-F238E27FC236}">
                  <a16:creationId xmlns:a16="http://schemas.microsoft.com/office/drawing/2014/main" id="{B0FAA3FC-B7A2-D543-EBF4-2ACABD0B1E72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3" name="Freeform 12622">
              <a:extLst>
                <a:ext uri="{FF2B5EF4-FFF2-40B4-BE49-F238E27FC236}">
                  <a16:creationId xmlns:a16="http://schemas.microsoft.com/office/drawing/2014/main" id="{14E860A1-E797-4EC5-2C4B-575FC7146A8E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4" name="Freeform 12623">
              <a:extLst>
                <a:ext uri="{FF2B5EF4-FFF2-40B4-BE49-F238E27FC236}">
                  <a16:creationId xmlns:a16="http://schemas.microsoft.com/office/drawing/2014/main" id="{D496BCB1-4499-E154-4682-90D4A3C9C74E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5" name="Freeform 12624">
              <a:extLst>
                <a:ext uri="{FF2B5EF4-FFF2-40B4-BE49-F238E27FC236}">
                  <a16:creationId xmlns:a16="http://schemas.microsoft.com/office/drawing/2014/main" id="{438A32D5-53B7-320A-B04D-AFDAC60A644E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6" name="Freeform 12625">
              <a:extLst>
                <a:ext uri="{FF2B5EF4-FFF2-40B4-BE49-F238E27FC236}">
                  <a16:creationId xmlns:a16="http://schemas.microsoft.com/office/drawing/2014/main" id="{99656B7A-C1D0-4E3A-A54F-AE121F2402AF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7" name="Freeform 12626">
              <a:extLst>
                <a:ext uri="{FF2B5EF4-FFF2-40B4-BE49-F238E27FC236}">
                  <a16:creationId xmlns:a16="http://schemas.microsoft.com/office/drawing/2014/main" id="{643BEA6F-DED9-180B-C90C-75CA4A6A3680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8" name="Freeform 12627">
              <a:extLst>
                <a:ext uri="{FF2B5EF4-FFF2-40B4-BE49-F238E27FC236}">
                  <a16:creationId xmlns:a16="http://schemas.microsoft.com/office/drawing/2014/main" id="{4B0103F7-19BB-4876-40D7-45AD01C0E4B3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9" name="Freeform 12628">
              <a:extLst>
                <a:ext uri="{FF2B5EF4-FFF2-40B4-BE49-F238E27FC236}">
                  <a16:creationId xmlns:a16="http://schemas.microsoft.com/office/drawing/2014/main" id="{DD8BC4D9-FB66-77C2-8444-0851CDF0625E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0" name="Freeform 12629">
              <a:extLst>
                <a:ext uri="{FF2B5EF4-FFF2-40B4-BE49-F238E27FC236}">
                  <a16:creationId xmlns:a16="http://schemas.microsoft.com/office/drawing/2014/main" id="{473F3418-3F55-778B-3DF0-C306638E8E8B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1" name="Freeform 12630">
              <a:extLst>
                <a:ext uri="{FF2B5EF4-FFF2-40B4-BE49-F238E27FC236}">
                  <a16:creationId xmlns:a16="http://schemas.microsoft.com/office/drawing/2014/main" id="{7D3BA8A9-28E9-328C-5086-A44A7758E372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2" name="Freeform 12631">
              <a:extLst>
                <a:ext uri="{FF2B5EF4-FFF2-40B4-BE49-F238E27FC236}">
                  <a16:creationId xmlns:a16="http://schemas.microsoft.com/office/drawing/2014/main" id="{0976C527-068C-A779-BF30-9577F3F9223F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3" name="Freeform 12632">
              <a:extLst>
                <a:ext uri="{FF2B5EF4-FFF2-40B4-BE49-F238E27FC236}">
                  <a16:creationId xmlns:a16="http://schemas.microsoft.com/office/drawing/2014/main" id="{B7A7F931-E39A-2280-333A-DB04B9A44655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4" name="Freeform 12633">
              <a:extLst>
                <a:ext uri="{FF2B5EF4-FFF2-40B4-BE49-F238E27FC236}">
                  <a16:creationId xmlns:a16="http://schemas.microsoft.com/office/drawing/2014/main" id="{25AE2F73-6E28-7E16-E741-9AE1E877ED3E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5" name="Freeform 12634">
              <a:extLst>
                <a:ext uri="{FF2B5EF4-FFF2-40B4-BE49-F238E27FC236}">
                  <a16:creationId xmlns:a16="http://schemas.microsoft.com/office/drawing/2014/main" id="{45254AE2-65B6-ACCA-0271-EDE71AC6F069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6" name="Freeform 12635">
              <a:extLst>
                <a:ext uri="{FF2B5EF4-FFF2-40B4-BE49-F238E27FC236}">
                  <a16:creationId xmlns:a16="http://schemas.microsoft.com/office/drawing/2014/main" id="{8C8ED91D-BAE2-6A2B-67F7-F82B0A2764DE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7" name="Freeform 12636">
              <a:extLst>
                <a:ext uri="{FF2B5EF4-FFF2-40B4-BE49-F238E27FC236}">
                  <a16:creationId xmlns:a16="http://schemas.microsoft.com/office/drawing/2014/main" id="{B9B8EB36-ECAC-770E-AC32-05E67C55583D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8" name="Freeform 12637">
              <a:extLst>
                <a:ext uri="{FF2B5EF4-FFF2-40B4-BE49-F238E27FC236}">
                  <a16:creationId xmlns:a16="http://schemas.microsoft.com/office/drawing/2014/main" id="{C17FBC58-260B-E95E-CF19-05908EDC75EE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9" name="Freeform 12638">
              <a:extLst>
                <a:ext uri="{FF2B5EF4-FFF2-40B4-BE49-F238E27FC236}">
                  <a16:creationId xmlns:a16="http://schemas.microsoft.com/office/drawing/2014/main" id="{5CA5DD0E-7760-1572-2276-8C5FF8694297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0" name="Freeform 12639">
              <a:extLst>
                <a:ext uri="{FF2B5EF4-FFF2-40B4-BE49-F238E27FC236}">
                  <a16:creationId xmlns:a16="http://schemas.microsoft.com/office/drawing/2014/main" id="{A856C458-63B1-E73E-206B-B21E1F302A70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1" name="Freeform 12640">
              <a:extLst>
                <a:ext uri="{FF2B5EF4-FFF2-40B4-BE49-F238E27FC236}">
                  <a16:creationId xmlns:a16="http://schemas.microsoft.com/office/drawing/2014/main" id="{AE582C56-7C30-87A7-9862-6CCA43E3E51F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2" name="Freeform 12641">
              <a:extLst>
                <a:ext uri="{FF2B5EF4-FFF2-40B4-BE49-F238E27FC236}">
                  <a16:creationId xmlns:a16="http://schemas.microsoft.com/office/drawing/2014/main" id="{6E316AC7-F480-508D-76F2-A54D8CDAED35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3" name="Freeform 12642">
              <a:extLst>
                <a:ext uri="{FF2B5EF4-FFF2-40B4-BE49-F238E27FC236}">
                  <a16:creationId xmlns:a16="http://schemas.microsoft.com/office/drawing/2014/main" id="{A70BB299-2939-35FB-83E3-1D0F904E6951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4" name="Freeform 12643">
              <a:extLst>
                <a:ext uri="{FF2B5EF4-FFF2-40B4-BE49-F238E27FC236}">
                  <a16:creationId xmlns:a16="http://schemas.microsoft.com/office/drawing/2014/main" id="{124F3C21-6244-8A2D-96A9-2E9E04D2B15F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5" name="Freeform 12644">
              <a:extLst>
                <a:ext uri="{FF2B5EF4-FFF2-40B4-BE49-F238E27FC236}">
                  <a16:creationId xmlns:a16="http://schemas.microsoft.com/office/drawing/2014/main" id="{5DDF0BB3-A68D-3936-3199-F336B1704EBA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6" name="Freeform 12645">
              <a:extLst>
                <a:ext uri="{FF2B5EF4-FFF2-40B4-BE49-F238E27FC236}">
                  <a16:creationId xmlns:a16="http://schemas.microsoft.com/office/drawing/2014/main" id="{86D85DCF-4E33-25DA-8016-4855A9E5B1D2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7" name="Freeform 12646">
              <a:extLst>
                <a:ext uri="{FF2B5EF4-FFF2-40B4-BE49-F238E27FC236}">
                  <a16:creationId xmlns:a16="http://schemas.microsoft.com/office/drawing/2014/main" id="{906FE56D-9040-2804-4E2B-811FD4D78642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8" name="Freeform 12647">
              <a:extLst>
                <a:ext uri="{FF2B5EF4-FFF2-40B4-BE49-F238E27FC236}">
                  <a16:creationId xmlns:a16="http://schemas.microsoft.com/office/drawing/2014/main" id="{FC681557-AE1D-DE02-B32E-2F57458591F6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9" name="Freeform 12648">
              <a:extLst>
                <a:ext uri="{FF2B5EF4-FFF2-40B4-BE49-F238E27FC236}">
                  <a16:creationId xmlns:a16="http://schemas.microsoft.com/office/drawing/2014/main" id="{586D8D8B-F6EF-862C-230F-10A3881592C3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0" name="Freeform 12649">
              <a:extLst>
                <a:ext uri="{FF2B5EF4-FFF2-40B4-BE49-F238E27FC236}">
                  <a16:creationId xmlns:a16="http://schemas.microsoft.com/office/drawing/2014/main" id="{C50C6DFE-457C-F7E7-B028-5D9D3BC92E1A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1" name="Freeform 12650">
              <a:extLst>
                <a:ext uri="{FF2B5EF4-FFF2-40B4-BE49-F238E27FC236}">
                  <a16:creationId xmlns:a16="http://schemas.microsoft.com/office/drawing/2014/main" id="{3BFDD210-579A-ABDB-93A8-987B61A7477F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2" name="Freeform 12651">
              <a:extLst>
                <a:ext uri="{FF2B5EF4-FFF2-40B4-BE49-F238E27FC236}">
                  <a16:creationId xmlns:a16="http://schemas.microsoft.com/office/drawing/2014/main" id="{A4DC29FA-BFBD-73D5-3B5D-64B96B36EC6C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3" name="Freeform 12652">
              <a:extLst>
                <a:ext uri="{FF2B5EF4-FFF2-40B4-BE49-F238E27FC236}">
                  <a16:creationId xmlns:a16="http://schemas.microsoft.com/office/drawing/2014/main" id="{8CAC8DE2-9186-CE15-AC31-3883EB46F9BB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4" name="Freeform 12653">
              <a:extLst>
                <a:ext uri="{FF2B5EF4-FFF2-40B4-BE49-F238E27FC236}">
                  <a16:creationId xmlns:a16="http://schemas.microsoft.com/office/drawing/2014/main" id="{2AD49CDB-2957-593F-C278-CF6F4AC38534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5" name="Freeform 12654">
              <a:extLst>
                <a:ext uri="{FF2B5EF4-FFF2-40B4-BE49-F238E27FC236}">
                  <a16:creationId xmlns:a16="http://schemas.microsoft.com/office/drawing/2014/main" id="{38920E08-B54E-2AC0-273A-4AA258CEF74B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6" name="Freeform 12655">
              <a:extLst>
                <a:ext uri="{FF2B5EF4-FFF2-40B4-BE49-F238E27FC236}">
                  <a16:creationId xmlns:a16="http://schemas.microsoft.com/office/drawing/2014/main" id="{286E1572-545C-5927-CC69-DDE51EDF793B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7" name="Freeform 12656">
              <a:extLst>
                <a:ext uri="{FF2B5EF4-FFF2-40B4-BE49-F238E27FC236}">
                  <a16:creationId xmlns:a16="http://schemas.microsoft.com/office/drawing/2014/main" id="{C5AAA173-E071-0AF9-7B02-D7493F56BE21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8" name="Freeform 12657">
              <a:extLst>
                <a:ext uri="{FF2B5EF4-FFF2-40B4-BE49-F238E27FC236}">
                  <a16:creationId xmlns:a16="http://schemas.microsoft.com/office/drawing/2014/main" id="{C921958E-3683-90C6-7264-5E7D746E1617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59" name="Freeform 12658">
              <a:extLst>
                <a:ext uri="{FF2B5EF4-FFF2-40B4-BE49-F238E27FC236}">
                  <a16:creationId xmlns:a16="http://schemas.microsoft.com/office/drawing/2014/main" id="{0B3F6921-FD05-F6F6-5841-DE3B258E0742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0" name="Freeform 12659">
              <a:extLst>
                <a:ext uri="{FF2B5EF4-FFF2-40B4-BE49-F238E27FC236}">
                  <a16:creationId xmlns:a16="http://schemas.microsoft.com/office/drawing/2014/main" id="{42E46CD9-5FCC-6D21-C7D7-7599D2E6893B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1" name="Freeform 12660">
              <a:extLst>
                <a:ext uri="{FF2B5EF4-FFF2-40B4-BE49-F238E27FC236}">
                  <a16:creationId xmlns:a16="http://schemas.microsoft.com/office/drawing/2014/main" id="{73EC8D7C-ED48-E2C3-143A-808E24122710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2" name="Freeform 12661">
              <a:extLst>
                <a:ext uri="{FF2B5EF4-FFF2-40B4-BE49-F238E27FC236}">
                  <a16:creationId xmlns:a16="http://schemas.microsoft.com/office/drawing/2014/main" id="{039B0A19-FD84-4689-6E14-836D8FFCE8DA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3" name="Freeform 12662">
              <a:extLst>
                <a:ext uri="{FF2B5EF4-FFF2-40B4-BE49-F238E27FC236}">
                  <a16:creationId xmlns:a16="http://schemas.microsoft.com/office/drawing/2014/main" id="{FBEC9F65-28CE-E81D-93A3-F1A00B91455E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4" name="Freeform 12663">
              <a:extLst>
                <a:ext uri="{FF2B5EF4-FFF2-40B4-BE49-F238E27FC236}">
                  <a16:creationId xmlns:a16="http://schemas.microsoft.com/office/drawing/2014/main" id="{9584898F-83D4-4CFA-9D12-FC5C780FEBAF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5" name="Freeform 12664">
              <a:extLst>
                <a:ext uri="{FF2B5EF4-FFF2-40B4-BE49-F238E27FC236}">
                  <a16:creationId xmlns:a16="http://schemas.microsoft.com/office/drawing/2014/main" id="{BFB4248D-7963-D89B-5A33-86B2E956C423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6" name="Freeform 12665">
              <a:extLst>
                <a:ext uri="{FF2B5EF4-FFF2-40B4-BE49-F238E27FC236}">
                  <a16:creationId xmlns:a16="http://schemas.microsoft.com/office/drawing/2014/main" id="{86CD3300-AB97-7527-CC9D-170ED4759855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7" name="Freeform 12666">
              <a:extLst>
                <a:ext uri="{FF2B5EF4-FFF2-40B4-BE49-F238E27FC236}">
                  <a16:creationId xmlns:a16="http://schemas.microsoft.com/office/drawing/2014/main" id="{7BA67B85-152A-4251-8D7D-602804D2D3F7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8" name="Freeform 12667">
              <a:extLst>
                <a:ext uri="{FF2B5EF4-FFF2-40B4-BE49-F238E27FC236}">
                  <a16:creationId xmlns:a16="http://schemas.microsoft.com/office/drawing/2014/main" id="{015F290F-EF86-181F-A2F3-830CCA1CD1B2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69" name="Freeform 12668">
              <a:extLst>
                <a:ext uri="{FF2B5EF4-FFF2-40B4-BE49-F238E27FC236}">
                  <a16:creationId xmlns:a16="http://schemas.microsoft.com/office/drawing/2014/main" id="{F6962A19-AA77-751D-C47F-1DDBDF8F4955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0" name="Freeform 12669">
              <a:extLst>
                <a:ext uri="{FF2B5EF4-FFF2-40B4-BE49-F238E27FC236}">
                  <a16:creationId xmlns:a16="http://schemas.microsoft.com/office/drawing/2014/main" id="{C5FDC468-DE3D-EC24-7EFA-214F7E274F5A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1" name="Freeform 12670">
              <a:extLst>
                <a:ext uri="{FF2B5EF4-FFF2-40B4-BE49-F238E27FC236}">
                  <a16:creationId xmlns:a16="http://schemas.microsoft.com/office/drawing/2014/main" id="{70B41486-1C00-8806-B60C-EAD3458CF71A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2" name="Freeform 12671">
              <a:extLst>
                <a:ext uri="{FF2B5EF4-FFF2-40B4-BE49-F238E27FC236}">
                  <a16:creationId xmlns:a16="http://schemas.microsoft.com/office/drawing/2014/main" id="{06F21DD8-1C97-2333-2D23-DBAEE424CBEF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3" name="Freeform 12672">
              <a:extLst>
                <a:ext uri="{FF2B5EF4-FFF2-40B4-BE49-F238E27FC236}">
                  <a16:creationId xmlns:a16="http://schemas.microsoft.com/office/drawing/2014/main" id="{36D43CA7-E300-53CD-6D04-ECEC6D0007B6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4" name="Freeform 12673">
              <a:extLst>
                <a:ext uri="{FF2B5EF4-FFF2-40B4-BE49-F238E27FC236}">
                  <a16:creationId xmlns:a16="http://schemas.microsoft.com/office/drawing/2014/main" id="{5A7704BA-0FA9-0450-1D8F-1D110F3AF5AB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5" name="Freeform 12674">
              <a:extLst>
                <a:ext uri="{FF2B5EF4-FFF2-40B4-BE49-F238E27FC236}">
                  <a16:creationId xmlns:a16="http://schemas.microsoft.com/office/drawing/2014/main" id="{8765DA43-F921-5EB9-4C46-43E769EF69EC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6" name="Freeform 12675">
              <a:extLst>
                <a:ext uri="{FF2B5EF4-FFF2-40B4-BE49-F238E27FC236}">
                  <a16:creationId xmlns:a16="http://schemas.microsoft.com/office/drawing/2014/main" id="{D6F59A98-C0E7-4BD1-33F2-6A68915DC338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7" name="Freeform 12676">
              <a:extLst>
                <a:ext uri="{FF2B5EF4-FFF2-40B4-BE49-F238E27FC236}">
                  <a16:creationId xmlns:a16="http://schemas.microsoft.com/office/drawing/2014/main" id="{D805ABEF-7AE9-0541-B7E0-C5CB192EE2B1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8" name="Freeform 12677">
              <a:extLst>
                <a:ext uri="{FF2B5EF4-FFF2-40B4-BE49-F238E27FC236}">
                  <a16:creationId xmlns:a16="http://schemas.microsoft.com/office/drawing/2014/main" id="{48B8EFDC-F3F0-3C15-550D-4AEF3C5B6F2A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79" name="Freeform 12678">
              <a:extLst>
                <a:ext uri="{FF2B5EF4-FFF2-40B4-BE49-F238E27FC236}">
                  <a16:creationId xmlns:a16="http://schemas.microsoft.com/office/drawing/2014/main" id="{03D9C7CE-AE1B-1E3A-377B-D3B260A96CDA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0" name="Freeform 12679">
              <a:extLst>
                <a:ext uri="{FF2B5EF4-FFF2-40B4-BE49-F238E27FC236}">
                  <a16:creationId xmlns:a16="http://schemas.microsoft.com/office/drawing/2014/main" id="{28E6A34A-918F-A530-20CE-B96D0E0DB1E3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1" name="Freeform 12680">
              <a:extLst>
                <a:ext uri="{FF2B5EF4-FFF2-40B4-BE49-F238E27FC236}">
                  <a16:creationId xmlns:a16="http://schemas.microsoft.com/office/drawing/2014/main" id="{B689D139-E52D-90F9-941C-EC9611951FD5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2" name="Freeform 12681">
              <a:extLst>
                <a:ext uri="{FF2B5EF4-FFF2-40B4-BE49-F238E27FC236}">
                  <a16:creationId xmlns:a16="http://schemas.microsoft.com/office/drawing/2014/main" id="{7E01D4EE-6364-D7B1-34E3-ED094EEB9727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3" name="Freeform 12682">
              <a:extLst>
                <a:ext uri="{FF2B5EF4-FFF2-40B4-BE49-F238E27FC236}">
                  <a16:creationId xmlns:a16="http://schemas.microsoft.com/office/drawing/2014/main" id="{5EA62292-14CD-0719-8470-CCDC2126AC8D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4" name="Freeform 12683">
              <a:extLst>
                <a:ext uri="{FF2B5EF4-FFF2-40B4-BE49-F238E27FC236}">
                  <a16:creationId xmlns:a16="http://schemas.microsoft.com/office/drawing/2014/main" id="{C11EADD4-9A2C-8F60-A10F-89B71B3D850E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5" name="Freeform 12684">
              <a:extLst>
                <a:ext uri="{FF2B5EF4-FFF2-40B4-BE49-F238E27FC236}">
                  <a16:creationId xmlns:a16="http://schemas.microsoft.com/office/drawing/2014/main" id="{B999F66A-1827-B28A-12C8-52706EFCBD9B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6" name="Freeform 12685">
              <a:extLst>
                <a:ext uri="{FF2B5EF4-FFF2-40B4-BE49-F238E27FC236}">
                  <a16:creationId xmlns:a16="http://schemas.microsoft.com/office/drawing/2014/main" id="{702C188C-2BB2-010E-8009-C4E5198E8526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7" name="Freeform 12686">
              <a:extLst>
                <a:ext uri="{FF2B5EF4-FFF2-40B4-BE49-F238E27FC236}">
                  <a16:creationId xmlns:a16="http://schemas.microsoft.com/office/drawing/2014/main" id="{64F1154A-6BD9-916A-772B-30010B956BC9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8" name="Freeform 12687">
              <a:extLst>
                <a:ext uri="{FF2B5EF4-FFF2-40B4-BE49-F238E27FC236}">
                  <a16:creationId xmlns:a16="http://schemas.microsoft.com/office/drawing/2014/main" id="{551BF2C2-08B8-D34B-2961-42208E9D7017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89" name="Freeform 12688">
              <a:extLst>
                <a:ext uri="{FF2B5EF4-FFF2-40B4-BE49-F238E27FC236}">
                  <a16:creationId xmlns:a16="http://schemas.microsoft.com/office/drawing/2014/main" id="{52249CB6-2178-7A47-E7B2-56A88434F897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0" name="Freeform 12689">
              <a:extLst>
                <a:ext uri="{FF2B5EF4-FFF2-40B4-BE49-F238E27FC236}">
                  <a16:creationId xmlns:a16="http://schemas.microsoft.com/office/drawing/2014/main" id="{2248FD9D-5C33-9347-9081-398753AC1476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1" name="Freeform 12690">
              <a:extLst>
                <a:ext uri="{FF2B5EF4-FFF2-40B4-BE49-F238E27FC236}">
                  <a16:creationId xmlns:a16="http://schemas.microsoft.com/office/drawing/2014/main" id="{D39781DE-CDC2-749F-113B-98086A60D671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2" name="Freeform 12691">
              <a:extLst>
                <a:ext uri="{FF2B5EF4-FFF2-40B4-BE49-F238E27FC236}">
                  <a16:creationId xmlns:a16="http://schemas.microsoft.com/office/drawing/2014/main" id="{519512A7-D9E6-6963-4179-CBBF34495884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3" name="Freeform 12692">
              <a:extLst>
                <a:ext uri="{FF2B5EF4-FFF2-40B4-BE49-F238E27FC236}">
                  <a16:creationId xmlns:a16="http://schemas.microsoft.com/office/drawing/2014/main" id="{BEDA5B9C-B56E-624F-2A1F-5C0948269B6E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4" name="Freeform 12693">
              <a:extLst>
                <a:ext uri="{FF2B5EF4-FFF2-40B4-BE49-F238E27FC236}">
                  <a16:creationId xmlns:a16="http://schemas.microsoft.com/office/drawing/2014/main" id="{6D3EA8DD-7C6A-2450-AFA6-73C020DE3BB0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5" name="Freeform 12694">
              <a:extLst>
                <a:ext uri="{FF2B5EF4-FFF2-40B4-BE49-F238E27FC236}">
                  <a16:creationId xmlns:a16="http://schemas.microsoft.com/office/drawing/2014/main" id="{4C5A4AD8-36DF-26F4-C9A0-54A454B21C00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6" name="Freeform 12695">
              <a:extLst>
                <a:ext uri="{FF2B5EF4-FFF2-40B4-BE49-F238E27FC236}">
                  <a16:creationId xmlns:a16="http://schemas.microsoft.com/office/drawing/2014/main" id="{D3FA33B5-B480-5159-58FF-3596AD03949A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7" name="Freeform 12696">
              <a:extLst>
                <a:ext uri="{FF2B5EF4-FFF2-40B4-BE49-F238E27FC236}">
                  <a16:creationId xmlns:a16="http://schemas.microsoft.com/office/drawing/2014/main" id="{9CC179C1-BE1C-227E-42FA-EAFFED563B3E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8" name="Freeform 12697">
              <a:extLst>
                <a:ext uri="{FF2B5EF4-FFF2-40B4-BE49-F238E27FC236}">
                  <a16:creationId xmlns:a16="http://schemas.microsoft.com/office/drawing/2014/main" id="{4D050857-D9C2-E5B7-431B-574433E87000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99" name="Freeform 12698">
              <a:extLst>
                <a:ext uri="{FF2B5EF4-FFF2-40B4-BE49-F238E27FC236}">
                  <a16:creationId xmlns:a16="http://schemas.microsoft.com/office/drawing/2014/main" id="{28D34A49-F1DB-B4AC-75DB-0459BE4D3990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0" name="Freeform 12699">
              <a:extLst>
                <a:ext uri="{FF2B5EF4-FFF2-40B4-BE49-F238E27FC236}">
                  <a16:creationId xmlns:a16="http://schemas.microsoft.com/office/drawing/2014/main" id="{F0B688B3-626F-661B-333A-BE6AD8A0D49E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1" name="Freeform 12700">
              <a:extLst>
                <a:ext uri="{FF2B5EF4-FFF2-40B4-BE49-F238E27FC236}">
                  <a16:creationId xmlns:a16="http://schemas.microsoft.com/office/drawing/2014/main" id="{DB8B626C-E063-B6DE-F833-350A41498403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2" name="Freeform 12701">
              <a:extLst>
                <a:ext uri="{FF2B5EF4-FFF2-40B4-BE49-F238E27FC236}">
                  <a16:creationId xmlns:a16="http://schemas.microsoft.com/office/drawing/2014/main" id="{BED283F3-21CB-7FE8-FCD0-3CC3DC134569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3" name="Freeform 12702">
              <a:extLst>
                <a:ext uri="{FF2B5EF4-FFF2-40B4-BE49-F238E27FC236}">
                  <a16:creationId xmlns:a16="http://schemas.microsoft.com/office/drawing/2014/main" id="{05D519D4-38DE-C0AC-9D3B-210ADF234D81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4" name="Freeform 12703">
              <a:extLst>
                <a:ext uri="{FF2B5EF4-FFF2-40B4-BE49-F238E27FC236}">
                  <a16:creationId xmlns:a16="http://schemas.microsoft.com/office/drawing/2014/main" id="{27D2EF46-8151-56DD-BB2F-08C5147846B7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5" name="Freeform 12704">
              <a:extLst>
                <a:ext uri="{FF2B5EF4-FFF2-40B4-BE49-F238E27FC236}">
                  <a16:creationId xmlns:a16="http://schemas.microsoft.com/office/drawing/2014/main" id="{CC334F96-6168-020F-29D6-33A923428C59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6" name="Freeform 12705">
              <a:extLst>
                <a:ext uri="{FF2B5EF4-FFF2-40B4-BE49-F238E27FC236}">
                  <a16:creationId xmlns:a16="http://schemas.microsoft.com/office/drawing/2014/main" id="{7191F63F-F87D-BF11-42F9-C61AA63048FA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7" name="Freeform 12706">
              <a:extLst>
                <a:ext uri="{FF2B5EF4-FFF2-40B4-BE49-F238E27FC236}">
                  <a16:creationId xmlns:a16="http://schemas.microsoft.com/office/drawing/2014/main" id="{95786186-A7F1-3B48-1DEB-BC87B96B5A23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8" name="Freeform 12707">
              <a:extLst>
                <a:ext uri="{FF2B5EF4-FFF2-40B4-BE49-F238E27FC236}">
                  <a16:creationId xmlns:a16="http://schemas.microsoft.com/office/drawing/2014/main" id="{B1DFBE13-63B4-9497-C49F-091F98AD8AB8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9" name="Freeform 12708">
              <a:extLst>
                <a:ext uri="{FF2B5EF4-FFF2-40B4-BE49-F238E27FC236}">
                  <a16:creationId xmlns:a16="http://schemas.microsoft.com/office/drawing/2014/main" id="{27BFAA05-41EA-6A67-452B-C4AA3D5FE138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0" name="Freeform 12709">
              <a:extLst>
                <a:ext uri="{FF2B5EF4-FFF2-40B4-BE49-F238E27FC236}">
                  <a16:creationId xmlns:a16="http://schemas.microsoft.com/office/drawing/2014/main" id="{B3D35A8E-DAE5-BC63-A7D4-9495CC4E481A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1" name="Freeform 12710">
              <a:extLst>
                <a:ext uri="{FF2B5EF4-FFF2-40B4-BE49-F238E27FC236}">
                  <a16:creationId xmlns:a16="http://schemas.microsoft.com/office/drawing/2014/main" id="{9442CD44-CB16-48D5-10D9-C1FE19B96FA1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2" name="Freeform 12711">
              <a:extLst>
                <a:ext uri="{FF2B5EF4-FFF2-40B4-BE49-F238E27FC236}">
                  <a16:creationId xmlns:a16="http://schemas.microsoft.com/office/drawing/2014/main" id="{631A5C7D-0EF1-D46A-B69C-C7BD4DC7123A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3" name="Freeform 12712">
              <a:extLst>
                <a:ext uri="{FF2B5EF4-FFF2-40B4-BE49-F238E27FC236}">
                  <a16:creationId xmlns:a16="http://schemas.microsoft.com/office/drawing/2014/main" id="{4894E83D-8C02-781F-1A74-37161410E48E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4" name="Freeform 12713">
              <a:extLst>
                <a:ext uri="{FF2B5EF4-FFF2-40B4-BE49-F238E27FC236}">
                  <a16:creationId xmlns:a16="http://schemas.microsoft.com/office/drawing/2014/main" id="{B2B5CA1E-8E0F-E251-0AE0-AAD01FEE1968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5" name="Freeform 12714">
              <a:extLst>
                <a:ext uri="{FF2B5EF4-FFF2-40B4-BE49-F238E27FC236}">
                  <a16:creationId xmlns:a16="http://schemas.microsoft.com/office/drawing/2014/main" id="{DE876ADF-DD9C-FEF6-736C-5FCAD72E0AEE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6" name="Freeform 12715">
              <a:extLst>
                <a:ext uri="{FF2B5EF4-FFF2-40B4-BE49-F238E27FC236}">
                  <a16:creationId xmlns:a16="http://schemas.microsoft.com/office/drawing/2014/main" id="{EBF1F544-146F-433A-2641-3F5F49B5294D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7" name="Freeform 12716">
              <a:extLst>
                <a:ext uri="{FF2B5EF4-FFF2-40B4-BE49-F238E27FC236}">
                  <a16:creationId xmlns:a16="http://schemas.microsoft.com/office/drawing/2014/main" id="{A5079F5E-C081-566A-1C62-1D163A6CED78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8" name="Freeform 12717">
              <a:extLst>
                <a:ext uri="{FF2B5EF4-FFF2-40B4-BE49-F238E27FC236}">
                  <a16:creationId xmlns:a16="http://schemas.microsoft.com/office/drawing/2014/main" id="{ABABADF9-C68F-983E-4639-6F095C21F170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9" name="Freeform 12718">
              <a:extLst>
                <a:ext uri="{FF2B5EF4-FFF2-40B4-BE49-F238E27FC236}">
                  <a16:creationId xmlns:a16="http://schemas.microsoft.com/office/drawing/2014/main" id="{D4419E47-3A2F-18E9-15FE-68094A33A59C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0" name="Freeform 12719">
              <a:extLst>
                <a:ext uri="{FF2B5EF4-FFF2-40B4-BE49-F238E27FC236}">
                  <a16:creationId xmlns:a16="http://schemas.microsoft.com/office/drawing/2014/main" id="{734A74D7-63F7-5E72-6202-6B9159BC17D1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1" name="Freeform 12720">
              <a:extLst>
                <a:ext uri="{FF2B5EF4-FFF2-40B4-BE49-F238E27FC236}">
                  <a16:creationId xmlns:a16="http://schemas.microsoft.com/office/drawing/2014/main" id="{7858F55B-A68F-4F81-05E1-EAB13EFB00E9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2" name="Freeform 12721">
              <a:extLst>
                <a:ext uri="{FF2B5EF4-FFF2-40B4-BE49-F238E27FC236}">
                  <a16:creationId xmlns:a16="http://schemas.microsoft.com/office/drawing/2014/main" id="{43C16607-9982-7C2E-0A18-BEA1A420233B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3" name="Freeform 12722">
              <a:extLst>
                <a:ext uri="{FF2B5EF4-FFF2-40B4-BE49-F238E27FC236}">
                  <a16:creationId xmlns:a16="http://schemas.microsoft.com/office/drawing/2014/main" id="{D235251D-0B75-9329-A398-842CBA46EC38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4" name="Freeform 12723">
              <a:extLst>
                <a:ext uri="{FF2B5EF4-FFF2-40B4-BE49-F238E27FC236}">
                  <a16:creationId xmlns:a16="http://schemas.microsoft.com/office/drawing/2014/main" id="{55832EC7-8330-B808-18E4-D497E327C7C5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5" name="Freeform 12724">
              <a:extLst>
                <a:ext uri="{FF2B5EF4-FFF2-40B4-BE49-F238E27FC236}">
                  <a16:creationId xmlns:a16="http://schemas.microsoft.com/office/drawing/2014/main" id="{82F06EE0-1634-116B-B913-0AD461154B06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6" name="Freeform 12725">
              <a:extLst>
                <a:ext uri="{FF2B5EF4-FFF2-40B4-BE49-F238E27FC236}">
                  <a16:creationId xmlns:a16="http://schemas.microsoft.com/office/drawing/2014/main" id="{163D2AA7-3C0C-D1E3-D162-951720B78E6C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7" name="Freeform 12726">
              <a:extLst>
                <a:ext uri="{FF2B5EF4-FFF2-40B4-BE49-F238E27FC236}">
                  <a16:creationId xmlns:a16="http://schemas.microsoft.com/office/drawing/2014/main" id="{F008E254-3CE5-BD99-AF17-8CDF1F93020E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8" name="Freeform 12727">
              <a:extLst>
                <a:ext uri="{FF2B5EF4-FFF2-40B4-BE49-F238E27FC236}">
                  <a16:creationId xmlns:a16="http://schemas.microsoft.com/office/drawing/2014/main" id="{B15F1557-0CC2-9F6C-DEC4-9E2DAA94CAD1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9" name="Freeform 12728">
              <a:extLst>
                <a:ext uri="{FF2B5EF4-FFF2-40B4-BE49-F238E27FC236}">
                  <a16:creationId xmlns:a16="http://schemas.microsoft.com/office/drawing/2014/main" id="{A4DB98A1-EFD2-8B1E-91AD-7BDA15689C4B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0" name="Freeform 12729">
              <a:extLst>
                <a:ext uri="{FF2B5EF4-FFF2-40B4-BE49-F238E27FC236}">
                  <a16:creationId xmlns:a16="http://schemas.microsoft.com/office/drawing/2014/main" id="{29B0B730-1303-D6D4-4B15-5FA9EAC652CE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1" name="Freeform 12730">
              <a:extLst>
                <a:ext uri="{FF2B5EF4-FFF2-40B4-BE49-F238E27FC236}">
                  <a16:creationId xmlns:a16="http://schemas.microsoft.com/office/drawing/2014/main" id="{2EFCE98B-9676-4D93-0459-F1703AB1575E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2" name="Freeform 12731">
              <a:extLst>
                <a:ext uri="{FF2B5EF4-FFF2-40B4-BE49-F238E27FC236}">
                  <a16:creationId xmlns:a16="http://schemas.microsoft.com/office/drawing/2014/main" id="{34A91DD9-A65A-5E67-5D7C-8D09184CA23C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3" name="Freeform 12732">
              <a:extLst>
                <a:ext uri="{FF2B5EF4-FFF2-40B4-BE49-F238E27FC236}">
                  <a16:creationId xmlns:a16="http://schemas.microsoft.com/office/drawing/2014/main" id="{3A3FD96F-FAF3-A102-807B-F1DAD558C278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4" name="Freeform 12733">
              <a:extLst>
                <a:ext uri="{FF2B5EF4-FFF2-40B4-BE49-F238E27FC236}">
                  <a16:creationId xmlns:a16="http://schemas.microsoft.com/office/drawing/2014/main" id="{070E1C13-46B3-6509-C6ED-4021D77B9D5A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5" name="Freeform 12734">
              <a:extLst>
                <a:ext uri="{FF2B5EF4-FFF2-40B4-BE49-F238E27FC236}">
                  <a16:creationId xmlns:a16="http://schemas.microsoft.com/office/drawing/2014/main" id="{06ED09F2-897A-49ED-4772-7BF1A1D59911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6" name="Freeform 12735">
              <a:extLst>
                <a:ext uri="{FF2B5EF4-FFF2-40B4-BE49-F238E27FC236}">
                  <a16:creationId xmlns:a16="http://schemas.microsoft.com/office/drawing/2014/main" id="{5C2AAFEC-030C-490F-0294-6D2367975843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7" name="Freeform 12736">
              <a:extLst>
                <a:ext uri="{FF2B5EF4-FFF2-40B4-BE49-F238E27FC236}">
                  <a16:creationId xmlns:a16="http://schemas.microsoft.com/office/drawing/2014/main" id="{E4D7B416-CECF-ECC2-7EDD-FD91625A12BE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8" name="Freeform 12737">
              <a:extLst>
                <a:ext uri="{FF2B5EF4-FFF2-40B4-BE49-F238E27FC236}">
                  <a16:creationId xmlns:a16="http://schemas.microsoft.com/office/drawing/2014/main" id="{B9B3CA3A-8034-098A-BFE1-F51C1F7D0B82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39" name="Freeform 12738">
              <a:extLst>
                <a:ext uri="{FF2B5EF4-FFF2-40B4-BE49-F238E27FC236}">
                  <a16:creationId xmlns:a16="http://schemas.microsoft.com/office/drawing/2014/main" id="{2B9B81AB-FF13-0456-EFC5-A69505EF9E30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0" name="Freeform 12739">
              <a:extLst>
                <a:ext uri="{FF2B5EF4-FFF2-40B4-BE49-F238E27FC236}">
                  <a16:creationId xmlns:a16="http://schemas.microsoft.com/office/drawing/2014/main" id="{D1274975-DD10-BAE6-E884-4C37B26A59D4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1" name="Freeform 12740">
              <a:extLst>
                <a:ext uri="{FF2B5EF4-FFF2-40B4-BE49-F238E27FC236}">
                  <a16:creationId xmlns:a16="http://schemas.microsoft.com/office/drawing/2014/main" id="{DC498B1B-6D73-6305-64E2-5B61260975EB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2" name="Freeform 12741">
              <a:extLst>
                <a:ext uri="{FF2B5EF4-FFF2-40B4-BE49-F238E27FC236}">
                  <a16:creationId xmlns:a16="http://schemas.microsoft.com/office/drawing/2014/main" id="{5B830627-AD33-2727-1F03-428E47F320CD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3" name="Freeform 12742">
              <a:extLst>
                <a:ext uri="{FF2B5EF4-FFF2-40B4-BE49-F238E27FC236}">
                  <a16:creationId xmlns:a16="http://schemas.microsoft.com/office/drawing/2014/main" id="{C3CC006E-7782-B20C-4173-943A83BA2DD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4" name="Freeform 12743">
              <a:extLst>
                <a:ext uri="{FF2B5EF4-FFF2-40B4-BE49-F238E27FC236}">
                  <a16:creationId xmlns:a16="http://schemas.microsoft.com/office/drawing/2014/main" id="{5824D03F-C8E4-90BC-13B5-8A797D295FEA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5" name="Freeform 12744">
              <a:extLst>
                <a:ext uri="{FF2B5EF4-FFF2-40B4-BE49-F238E27FC236}">
                  <a16:creationId xmlns:a16="http://schemas.microsoft.com/office/drawing/2014/main" id="{290555DB-BF71-889D-BACD-B559DD4171B6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6" name="Freeform 12745">
              <a:extLst>
                <a:ext uri="{FF2B5EF4-FFF2-40B4-BE49-F238E27FC236}">
                  <a16:creationId xmlns:a16="http://schemas.microsoft.com/office/drawing/2014/main" id="{05F4AB47-1D67-08F4-08B1-6F618F1868AA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7" name="Freeform 12746">
              <a:extLst>
                <a:ext uri="{FF2B5EF4-FFF2-40B4-BE49-F238E27FC236}">
                  <a16:creationId xmlns:a16="http://schemas.microsoft.com/office/drawing/2014/main" id="{8700109B-5D7A-CEB5-CF77-0A935B5D00A9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8" name="Freeform 12747">
              <a:extLst>
                <a:ext uri="{FF2B5EF4-FFF2-40B4-BE49-F238E27FC236}">
                  <a16:creationId xmlns:a16="http://schemas.microsoft.com/office/drawing/2014/main" id="{EB3CCBB8-D8A4-F17B-E2D4-439E44E412C7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49" name="Freeform 12748">
              <a:extLst>
                <a:ext uri="{FF2B5EF4-FFF2-40B4-BE49-F238E27FC236}">
                  <a16:creationId xmlns:a16="http://schemas.microsoft.com/office/drawing/2014/main" id="{1EF4E731-A909-DAFB-97A5-9930A4EB8018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0" name="Freeform 12749">
              <a:extLst>
                <a:ext uri="{FF2B5EF4-FFF2-40B4-BE49-F238E27FC236}">
                  <a16:creationId xmlns:a16="http://schemas.microsoft.com/office/drawing/2014/main" id="{084B43EB-63F0-7624-1508-FF671D3C2CBE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1" name="Freeform 12750">
              <a:extLst>
                <a:ext uri="{FF2B5EF4-FFF2-40B4-BE49-F238E27FC236}">
                  <a16:creationId xmlns:a16="http://schemas.microsoft.com/office/drawing/2014/main" id="{F265D1E0-C8B3-A549-12C5-3368CB7068AE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2" name="Freeform 12751">
              <a:extLst>
                <a:ext uri="{FF2B5EF4-FFF2-40B4-BE49-F238E27FC236}">
                  <a16:creationId xmlns:a16="http://schemas.microsoft.com/office/drawing/2014/main" id="{9745618C-0CFD-69E4-B469-02CBFDAB7282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3" name="Freeform 12752">
              <a:extLst>
                <a:ext uri="{FF2B5EF4-FFF2-40B4-BE49-F238E27FC236}">
                  <a16:creationId xmlns:a16="http://schemas.microsoft.com/office/drawing/2014/main" id="{266237A6-E7DE-7F53-8F7C-41519FBAAD50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4" name="Freeform 12753">
              <a:extLst>
                <a:ext uri="{FF2B5EF4-FFF2-40B4-BE49-F238E27FC236}">
                  <a16:creationId xmlns:a16="http://schemas.microsoft.com/office/drawing/2014/main" id="{9F612CCB-A738-4FF4-959E-13B76C92A7FC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5" name="Freeform 12754">
              <a:extLst>
                <a:ext uri="{FF2B5EF4-FFF2-40B4-BE49-F238E27FC236}">
                  <a16:creationId xmlns:a16="http://schemas.microsoft.com/office/drawing/2014/main" id="{653BDB59-198E-41AA-8312-967B0C25B00A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6" name="Freeform 12755">
              <a:extLst>
                <a:ext uri="{FF2B5EF4-FFF2-40B4-BE49-F238E27FC236}">
                  <a16:creationId xmlns:a16="http://schemas.microsoft.com/office/drawing/2014/main" id="{74B5FA15-908C-D004-9DAC-9F8E098827A1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7" name="Freeform 12756">
              <a:extLst>
                <a:ext uri="{FF2B5EF4-FFF2-40B4-BE49-F238E27FC236}">
                  <a16:creationId xmlns:a16="http://schemas.microsoft.com/office/drawing/2014/main" id="{20A5CD09-1A9E-5300-F765-03E91FD5E4C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8" name="Freeform 12757">
              <a:extLst>
                <a:ext uri="{FF2B5EF4-FFF2-40B4-BE49-F238E27FC236}">
                  <a16:creationId xmlns:a16="http://schemas.microsoft.com/office/drawing/2014/main" id="{4CA67CA8-4040-C9F5-BC24-854A55A51543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59" name="Freeform 12758">
              <a:extLst>
                <a:ext uri="{FF2B5EF4-FFF2-40B4-BE49-F238E27FC236}">
                  <a16:creationId xmlns:a16="http://schemas.microsoft.com/office/drawing/2014/main" id="{BAA78949-03DA-6759-8E28-DEECC2AE4CFC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0" name="Freeform 12759">
              <a:extLst>
                <a:ext uri="{FF2B5EF4-FFF2-40B4-BE49-F238E27FC236}">
                  <a16:creationId xmlns:a16="http://schemas.microsoft.com/office/drawing/2014/main" id="{6653DE70-9C27-E852-698D-90350E1BECDB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1" name="Freeform 12760">
              <a:extLst>
                <a:ext uri="{FF2B5EF4-FFF2-40B4-BE49-F238E27FC236}">
                  <a16:creationId xmlns:a16="http://schemas.microsoft.com/office/drawing/2014/main" id="{7E1103FA-BA39-68A1-AF9C-315CD4AAAC82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2" name="Freeform 12761">
              <a:extLst>
                <a:ext uri="{FF2B5EF4-FFF2-40B4-BE49-F238E27FC236}">
                  <a16:creationId xmlns:a16="http://schemas.microsoft.com/office/drawing/2014/main" id="{490E95F9-FAC6-1475-7D1F-56649C0FA95D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3" name="Freeform 12762">
              <a:extLst>
                <a:ext uri="{FF2B5EF4-FFF2-40B4-BE49-F238E27FC236}">
                  <a16:creationId xmlns:a16="http://schemas.microsoft.com/office/drawing/2014/main" id="{B9A5372B-0B86-1B25-8747-65662B4C1AE7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4" name="Freeform 12763">
              <a:extLst>
                <a:ext uri="{FF2B5EF4-FFF2-40B4-BE49-F238E27FC236}">
                  <a16:creationId xmlns:a16="http://schemas.microsoft.com/office/drawing/2014/main" id="{BD85502E-BCD8-6EF3-750F-7AF29AD0143F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5" name="Freeform 12764">
              <a:extLst>
                <a:ext uri="{FF2B5EF4-FFF2-40B4-BE49-F238E27FC236}">
                  <a16:creationId xmlns:a16="http://schemas.microsoft.com/office/drawing/2014/main" id="{E2CC0202-3FB4-4F1B-172D-F590C5A0C180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6" name="Freeform 12765">
              <a:extLst>
                <a:ext uri="{FF2B5EF4-FFF2-40B4-BE49-F238E27FC236}">
                  <a16:creationId xmlns:a16="http://schemas.microsoft.com/office/drawing/2014/main" id="{0C75C998-45F4-5F4B-140E-208BB87E84F9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7" name="Freeform 12766">
              <a:extLst>
                <a:ext uri="{FF2B5EF4-FFF2-40B4-BE49-F238E27FC236}">
                  <a16:creationId xmlns:a16="http://schemas.microsoft.com/office/drawing/2014/main" id="{AEEADFDF-6B11-FA74-4855-8DA24E9536F2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8" name="Freeform 12767">
              <a:extLst>
                <a:ext uri="{FF2B5EF4-FFF2-40B4-BE49-F238E27FC236}">
                  <a16:creationId xmlns:a16="http://schemas.microsoft.com/office/drawing/2014/main" id="{8E92C9CE-1AE7-B362-0467-AE63297D6A04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69" name="Freeform 12768">
              <a:extLst>
                <a:ext uri="{FF2B5EF4-FFF2-40B4-BE49-F238E27FC236}">
                  <a16:creationId xmlns:a16="http://schemas.microsoft.com/office/drawing/2014/main" id="{47110F11-93DF-CAAA-5409-1FB959B30288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0" name="Freeform 12769">
              <a:extLst>
                <a:ext uri="{FF2B5EF4-FFF2-40B4-BE49-F238E27FC236}">
                  <a16:creationId xmlns:a16="http://schemas.microsoft.com/office/drawing/2014/main" id="{AFFEDE85-6C26-0139-DEE1-460B8D4B4EC8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1" name="Freeform 12770">
              <a:extLst>
                <a:ext uri="{FF2B5EF4-FFF2-40B4-BE49-F238E27FC236}">
                  <a16:creationId xmlns:a16="http://schemas.microsoft.com/office/drawing/2014/main" id="{9402319A-F8ED-8B0D-B30F-92F9B2EB658B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2" name="Freeform 12771">
              <a:extLst>
                <a:ext uri="{FF2B5EF4-FFF2-40B4-BE49-F238E27FC236}">
                  <a16:creationId xmlns:a16="http://schemas.microsoft.com/office/drawing/2014/main" id="{87AD07EA-A2C8-FC46-22FD-3461E1B02068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3" name="Freeform 12772">
              <a:extLst>
                <a:ext uri="{FF2B5EF4-FFF2-40B4-BE49-F238E27FC236}">
                  <a16:creationId xmlns:a16="http://schemas.microsoft.com/office/drawing/2014/main" id="{B800BF23-462D-6A1A-953F-1F09DF52DF6C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4" name="Freeform 12773">
              <a:extLst>
                <a:ext uri="{FF2B5EF4-FFF2-40B4-BE49-F238E27FC236}">
                  <a16:creationId xmlns:a16="http://schemas.microsoft.com/office/drawing/2014/main" id="{84498552-DBDF-4E45-8877-22CF963837A9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5" name="Freeform 12774">
              <a:extLst>
                <a:ext uri="{FF2B5EF4-FFF2-40B4-BE49-F238E27FC236}">
                  <a16:creationId xmlns:a16="http://schemas.microsoft.com/office/drawing/2014/main" id="{B9D66ADF-66E9-569E-63D1-F7EA89250A64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6" name="Freeform 12775">
              <a:extLst>
                <a:ext uri="{FF2B5EF4-FFF2-40B4-BE49-F238E27FC236}">
                  <a16:creationId xmlns:a16="http://schemas.microsoft.com/office/drawing/2014/main" id="{4FC3ED5F-AD12-BD0A-DB1A-5C072AD342DF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7" name="Freeform 12776">
              <a:extLst>
                <a:ext uri="{FF2B5EF4-FFF2-40B4-BE49-F238E27FC236}">
                  <a16:creationId xmlns:a16="http://schemas.microsoft.com/office/drawing/2014/main" id="{D7B966C2-8BC3-8722-CCAB-28303E04C0AA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8" name="Freeform 12777">
              <a:extLst>
                <a:ext uri="{FF2B5EF4-FFF2-40B4-BE49-F238E27FC236}">
                  <a16:creationId xmlns:a16="http://schemas.microsoft.com/office/drawing/2014/main" id="{0AF0F41C-A737-D1EC-1E3E-A306CADF9F0A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79" name="Freeform 12778">
              <a:extLst>
                <a:ext uri="{FF2B5EF4-FFF2-40B4-BE49-F238E27FC236}">
                  <a16:creationId xmlns:a16="http://schemas.microsoft.com/office/drawing/2014/main" id="{C0FDECAC-0B9F-A7B1-1303-9136ABBF71F9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0" name="Freeform 12779">
              <a:extLst>
                <a:ext uri="{FF2B5EF4-FFF2-40B4-BE49-F238E27FC236}">
                  <a16:creationId xmlns:a16="http://schemas.microsoft.com/office/drawing/2014/main" id="{6946A9DA-86BE-57B3-8E47-D0D0B87EA8F7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1" name="Freeform 12780">
              <a:extLst>
                <a:ext uri="{FF2B5EF4-FFF2-40B4-BE49-F238E27FC236}">
                  <a16:creationId xmlns:a16="http://schemas.microsoft.com/office/drawing/2014/main" id="{D6DB231A-B82E-5C9B-19E2-94F419573A2E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2" name="Freeform 12781">
              <a:extLst>
                <a:ext uri="{FF2B5EF4-FFF2-40B4-BE49-F238E27FC236}">
                  <a16:creationId xmlns:a16="http://schemas.microsoft.com/office/drawing/2014/main" id="{547D41A5-CC96-B406-C734-165AE2FCF799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3" name="Freeform 12782">
              <a:extLst>
                <a:ext uri="{FF2B5EF4-FFF2-40B4-BE49-F238E27FC236}">
                  <a16:creationId xmlns:a16="http://schemas.microsoft.com/office/drawing/2014/main" id="{C986A359-C238-7F71-91FD-ADFC864BD5FA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4" name="Freeform 12783">
              <a:extLst>
                <a:ext uri="{FF2B5EF4-FFF2-40B4-BE49-F238E27FC236}">
                  <a16:creationId xmlns:a16="http://schemas.microsoft.com/office/drawing/2014/main" id="{EF440063-5501-03D9-2546-02131D7C6CC9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5" name="Freeform 12784">
              <a:extLst>
                <a:ext uri="{FF2B5EF4-FFF2-40B4-BE49-F238E27FC236}">
                  <a16:creationId xmlns:a16="http://schemas.microsoft.com/office/drawing/2014/main" id="{7420F08B-D371-1DDA-906F-2AA597D6F99D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6" name="Freeform 12785">
              <a:extLst>
                <a:ext uri="{FF2B5EF4-FFF2-40B4-BE49-F238E27FC236}">
                  <a16:creationId xmlns:a16="http://schemas.microsoft.com/office/drawing/2014/main" id="{7A94C5CC-6BF3-9253-97FE-9DE19E464264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7" name="Freeform 12786">
              <a:extLst>
                <a:ext uri="{FF2B5EF4-FFF2-40B4-BE49-F238E27FC236}">
                  <a16:creationId xmlns:a16="http://schemas.microsoft.com/office/drawing/2014/main" id="{D3DBB050-F235-C4D4-A3AB-C8FD58BC0039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8" name="Freeform 12787">
              <a:extLst>
                <a:ext uri="{FF2B5EF4-FFF2-40B4-BE49-F238E27FC236}">
                  <a16:creationId xmlns:a16="http://schemas.microsoft.com/office/drawing/2014/main" id="{9A081E75-C0C8-7F5C-1BB8-A794964E5AFD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89" name="Freeform 12788">
              <a:extLst>
                <a:ext uri="{FF2B5EF4-FFF2-40B4-BE49-F238E27FC236}">
                  <a16:creationId xmlns:a16="http://schemas.microsoft.com/office/drawing/2014/main" id="{60291103-04A1-4789-89D0-407D682AA29D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0" name="Freeform 12789">
              <a:extLst>
                <a:ext uri="{FF2B5EF4-FFF2-40B4-BE49-F238E27FC236}">
                  <a16:creationId xmlns:a16="http://schemas.microsoft.com/office/drawing/2014/main" id="{851F48A4-5DA2-779C-A471-0F6A239D2A9F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1" name="Freeform 12790">
              <a:extLst>
                <a:ext uri="{FF2B5EF4-FFF2-40B4-BE49-F238E27FC236}">
                  <a16:creationId xmlns:a16="http://schemas.microsoft.com/office/drawing/2014/main" id="{9A4D22FD-885E-B5E1-1EC0-C268B88BE812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2" name="Freeform 12791">
              <a:extLst>
                <a:ext uri="{FF2B5EF4-FFF2-40B4-BE49-F238E27FC236}">
                  <a16:creationId xmlns:a16="http://schemas.microsoft.com/office/drawing/2014/main" id="{401C01F8-4DED-5731-A5CB-BD783C3802C1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3" name="Freeform 12792">
              <a:extLst>
                <a:ext uri="{FF2B5EF4-FFF2-40B4-BE49-F238E27FC236}">
                  <a16:creationId xmlns:a16="http://schemas.microsoft.com/office/drawing/2014/main" id="{101EB799-9337-723D-3389-FBF8B6BB4B0F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4" name="Freeform 12793">
              <a:extLst>
                <a:ext uri="{FF2B5EF4-FFF2-40B4-BE49-F238E27FC236}">
                  <a16:creationId xmlns:a16="http://schemas.microsoft.com/office/drawing/2014/main" id="{3D809361-3781-E338-1E07-6C258C5913C6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5" name="Freeform 12794">
              <a:extLst>
                <a:ext uri="{FF2B5EF4-FFF2-40B4-BE49-F238E27FC236}">
                  <a16:creationId xmlns:a16="http://schemas.microsoft.com/office/drawing/2014/main" id="{168642EB-2362-4FD3-9FD0-36324A6281BF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6" name="Freeform 12795">
              <a:extLst>
                <a:ext uri="{FF2B5EF4-FFF2-40B4-BE49-F238E27FC236}">
                  <a16:creationId xmlns:a16="http://schemas.microsoft.com/office/drawing/2014/main" id="{1F31F417-41B6-E72A-0E22-01D1E80B6C83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7" name="Freeform 12796">
              <a:extLst>
                <a:ext uri="{FF2B5EF4-FFF2-40B4-BE49-F238E27FC236}">
                  <a16:creationId xmlns:a16="http://schemas.microsoft.com/office/drawing/2014/main" id="{4DE22C4C-6D7F-4480-482C-9A0A71CFD9BA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8" name="Freeform 12797">
              <a:extLst>
                <a:ext uri="{FF2B5EF4-FFF2-40B4-BE49-F238E27FC236}">
                  <a16:creationId xmlns:a16="http://schemas.microsoft.com/office/drawing/2014/main" id="{5F034070-98C0-83CA-C440-3F5C28B830CB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99" name="Freeform 12798">
              <a:extLst>
                <a:ext uri="{FF2B5EF4-FFF2-40B4-BE49-F238E27FC236}">
                  <a16:creationId xmlns:a16="http://schemas.microsoft.com/office/drawing/2014/main" id="{41C85BA1-1851-545A-82C2-3B9B7634B856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0" name="Freeform 12799">
              <a:extLst>
                <a:ext uri="{FF2B5EF4-FFF2-40B4-BE49-F238E27FC236}">
                  <a16:creationId xmlns:a16="http://schemas.microsoft.com/office/drawing/2014/main" id="{65B43730-B1D2-AE9A-6884-B09B858A1AD4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1" name="Freeform 12800">
              <a:extLst>
                <a:ext uri="{FF2B5EF4-FFF2-40B4-BE49-F238E27FC236}">
                  <a16:creationId xmlns:a16="http://schemas.microsoft.com/office/drawing/2014/main" id="{7798DF84-2429-BC97-F583-DA957329B382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2" name="Freeform 12801">
              <a:extLst>
                <a:ext uri="{FF2B5EF4-FFF2-40B4-BE49-F238E27FC236}">
                  <a16:creationId xmlns:a16="http://schemas.microsoft.com/office/drawing/2014/main" id="{2D3DF748-42E1-07B9-DA15-A191F379E392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3" name="Freeform 12802">
              <a:extLst>
                <a:ext uri="{FF2B5EF4-FFF2-40B4-BE49-F238E27FC236}">
                  <a16:creationId xmlns:a16="http://schemas.microsoft.com/office/drawing/2014/main" id="{13D2DB32-6494-0AA3-000B-A1C279CF036A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4" name="Freeform 12803">
              <a:extLst>
                <a:ext uri="{FF2B5EF4-FFF2-40B4-BE49-F238E27FC236}">
                  <a16:creationId xmlns:a16="http://schemas.microsoft.com/office/drawing/2014/main" id="{04C937F8-748A-D597-88E8-9501CA830EEA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5" name="Freeform 12804">
              <a:extLst>
                <a:ext uri="{FF2B5EF4-FFF2-40B4-BE49-F238E27FC236}">
                  <a16:creationId xmlns:a16="http://schemas.microsoft.com/office/drawing/2014/main" id="{4FA6FD31-5742-76B0-9440-6B6F59E22A51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6" name="Freeform 12805">
              <a:extLst>
                <a:ext uri="{FF2B5EF4-FFF2-40B4-BE49-F238E27FC236}">
                  <a16:creationId xmlns:a16="http://schemas.microsoft.com/office/drawing/2014/main" id="{FE644AEB-E9A7-E301-8CE4-7C751D89DBC2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7" name="Freeform 12806">
              <a:extLst>
                <a:ext uri="{FF2B5EF4-FFF2-40B4-BE49-F238E27FC236}">
                  <a16:creationId xmlns:a16="http://schemas.microsoft.com/office/drawing/2014/main" id="{40CFEA8F-277A-8CFE-9663-1B996AF14EFB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8" name="Freeform 12807">
              <a:extLst>
                <a:ext uri="{FF2B5EF4-FFF2-40B4-BE49-F238E27FC236}">
                  <a16:creationId xmlns:a16="http://schemas.microsoft.com/office/drawing/2014/main" id="{15C9B96B-3E9C-AD45-3B5F-9012C9FA6D05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9" name="Freeform 12808">
              <a:extLst>
                <a:ext uri="{FF2B5EF4-FFF2-40B4-BE49-F238E27FC236}">
                  <a16:creationId xmlns:a16="http://schemas.microsoft.com/office/drawing/2014/main" id="{F49387AC-5709-2330-4CC1-848907A95D17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0" name="Freeform 12809">
              <a:extLst>
                <a:ext uri="{FF2B5EF4-FFF2-40B4-BE49-F238E27FC236}">
                  <a16:creationId xmlns:a16="http://schemas.microsoft.com/office/drawing/2014/main" id="{0275FB12-EEFE-6BA5-6834-6639A9C0395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1" name="Freeform 12810">
              <a:extLst>
                <a:ext uri="{FF2B5EF4-FFF2-40B4-BE49-F238E27FC236}">
                  <a16:creationId xmlns:a16="http://schemas.microsoft.com/office/drawing/2014/main" id="{6877EF8C-ECC3-8A1B-8FD3-95A283D8460B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2" name="Freeform 12811">
              <a:extLst>
                <a:ext uri="{FF2B5EF4-FFF2-40B4-BE49-F238E27FC236}">
                  <a16:creationId xmlns:a16="http://schemas.microsoft.com/office/drawing/2014/main" id="{A9DFFECA-A008-2704-498C-ABEC78F72C1A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3" name="Freeform 12812">
              <a:extLst>
                <a:ext uri="{FF2B5EF4-FFF2-40B4-BE49-F238E27FC236}">
                  <a16:creationId xmlns:a16="http://schemas.microsoft.com/office/drawing/2014/main" id="{CF2E98F8-2EC0-5E94-C297-A6D8A5DB59B2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4" name="Freeform 12813">
              <a:extLst>
                <a:ext uri="{FF2B5EF4-FFF2-40B4-BE49-F238E27FC236}">
                  <a16:creationId xmlns:a16="http://schemas.microsoft.com/office/drawing/2014/main" id="{37FE71D1-2C15-374C-FCDC-653D5D405AF0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5" name="Freeform 12814">
              <a:extLst>
                <a:ext uri="{FF2B5EF4-FFF2-40B4-BE49-F238E27FC236}">
                  <a16:creationId xmlns:a16="http://schemas.microsoft.com/office/drawing/2014/main" id="{428EFB59-BFA9-2BDA-57BD-89AC6BCA8639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6" name="Freeform 12815">
              <a:extLst>
                <a:ext uri="{FF2B5EF4-FFF2-40B4-BE49-F238E27FC236}">
                  <a16:creationId xmlns:a16="http://schemas.microsoft.com/office/drawing/2014/main" id="{9600C7FD-100A-57CD-3197-8F4B10C9C6D5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7" name="Freeform 12816">
              <a:extLst>
                <a:ext uri="{FF2B5EF4-FFF2-40B4-BE49-F238E27FC236}">
                  <a16:creationId xmlns:a16="http://schemas.microsoft.com/office/drawing/2014/main" id="{9899A345-F951-838A-83EA-66CA8FF9C935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8" name="Freeform 12817">
              <a:extLst>
                <a:ext uri="{FF2B5EF4-FFF2-40B4-BE49-F238E27FC236}">
                  <a16:creationId xmlns:a16="http://schemas.microsoft.com/office/drawing/2014/main" id="{E8096126-27F0-69E6-AD84-DB258A23B1AE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9" name="Freeform 12818">
              <a:extLst>
                <a:ext uri="{FF2B5EF4-FFF2-40B4-BE49-F238E27FC236}">
                  <a16:creationId xmlns:a16="http://schemas.microsoft.com/office/drawing/2014/main" id="{F7A9606A-2CF1-DEAD-DEDC-48BDA9ED2D5C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0" name="Freeform 12819">
              <a:extLst>
                <a:ext uri="{FF2B5EF4-FFF2-40B4-BE49-F238E27FC236}">
                  <a16:creationId xmlns:a16="http://schemas.microsoft.com/office/drawing/2014/main" id="{2F9918DF-C448-58EA-C865-230B00D0A6EE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1" name="Freeform 12820">
              <a:extLst>
                <a:ext uri="{FF2B5EF4-FFF2-40B4-BE49-F238E27FC236}">
                  <a16:creationId xmlns:a16="http://schemas.microsoft.com/office/drawing/2014/main" id="{7FA8E244-C235-BA2A-5BCE-7186287E5D2F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2" name="Freeform 12821">
              <a:extLst>
                <a:ext uri="{FF2B5EF4-FFF2-40B4-BE49-F238E27FC236}">
                  <a16:creationId xmlns:a16="http://schemas.microsoft.com/office/drawing/2014/main" id="{8749129F-5709-381E-CFFB-2B99959F3F36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3" name="Freeform 12822">
              <a:extLst>
                <a:ext uri="{FF2B5EF4-FFF2-40B4-BE49-F238E27FC236}">
                  <a16:creationId xmlns:a16="http://schemas.microsoft.com/office/drawing/2014/main" id="{37DBE85A-EAEB-6387-A511-60B553FDA61F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4" name="Freeform 12823">
              <a:extLst>
                <a:ext uri="{FF2B5EF4-FFF2-40B4-BE49-F238E27FC236}">
                  <a16:creationId xmlns:a16="http://schemas.microsoft.com/office/drawing/2014/main" id="{EC33C053-374D-B2E6-BB84-FB4F4BEBE44E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5" name="Freeform 12824">
              <a:extLst>
                <a:ext uri="{FF2B5EF4-FFF2-40B4-BE49-F238E27FC236}">
                  <a16:creationId xmlns:a16="http://schemas.microsoft.com/office/drawing/2014/main" id="{CD6A92B3-8CE5-AA79-53F2-86AB0A014389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6" name="Freeform 12825">
              <a:extLst>
                <a:ext uri="{FF2B5EF4-FFF2-40B4-BE49-F238E27FC236}">
                  <a16:creationId xmlns:a16="http://schemas.microsoft.com/office/drawing/2014/main" id="{B76D2F89-1F71-86B0-6EB0-15FFBA820886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7" name="Freeform 12826">
              <a:extLst>
                <a:ext uri="{FF2B5EF4-FFF2-40B4-BE49-F238E27FC236}">
                  <a16:creationId xmlns:a16="http://schemas.microsoft.com/office/drawing/2014/main" id="{0D23F9E3-55C1-8CC7-89B2-E89C2F2B6C9A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8" name="Freeform 12827">
              <a:extLst>
                <a:ext uri="{FF2B5EF4-FFF2-40B4-BE49-F238E27FC236}">
                  <a16:creationId xmlns:a16="http://schemas.microsoft.com/office/drawing/2014/main" id="{624DA19F-30A3-29EB-CFBF-D6CCFE35E516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9" name="Freeform 12828">
              <a:extLst>
                <a:ext uri="{FF2B5EF4-FFF2-40B4-BE49-F238E27FC236}">
                  <a16:creationId xmlns:a16="http://schemas.microsoft.com/office/drawing/2014/main" id="{B019DF27-8BFC-D087-205C-7CE370773C12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0" name="Freeform 12829">
              <a:extLst>
                <a:ext uri="{FF2B5EF4-FFF2-40B4-BE49-F238E27FC236}">
                  <a16:creationId xmlns:a16="http://schemas.microsoft.com/office/drawing/2014/main" id="{3B05634A-D80F-2991-CB32-374EB0E610D8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1" name="Freeform 12830">
              <a:extLst>
                <a:ext uri="{FF2B5EF4-FFF2-40B4-BE49-F238E27FC236}">
                  <a16:creationId xmlns:a16="http://schemas.microsoft.com/office/drawing/2014/main" id="{EC674DFF-CC8F-086B-17D9-485EABB54587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2" name="Freeform 12831">
              <a:extLst>
                <a:ext uri="{FF2B5EF4-FFF2-40B4-BE49-F238E27FC236}">
                  <a16:creationId xmlns:a16="http://schemas.microsoft.com/office/drawing/2014/main" id="{7B9B9E07-AB84-4FBF-2EC7-69BE95984E92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3" name="Freeform 12832">
              <a:extLst>
                <a:ext uri="{FF2B5EF4-FFF2-40B4-BE49-F238E27FC236}">
                  <a16:creationId xmlns:a16="http://schemas.microsoft.com/office/drawing/2014/main" id="{99B5DE97-FA7B-5460-2ABD-F334E0F86A6E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4" name="Freeform 12833">
              <a:extLst>
                <a:ext uri="{FF2B5EF4-FFF2-40B4-BE49-F238E27FC236}">
                  <a16:creationId xmlns:a16="http://schemas.microsoft.com/office/drawing/2014/main" id="{1C830F0D-7E07-BF42-0801-6030C2136468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5" name="Freeform 12834">
              <a:extLst>
                <a:ext uri="{FF2B5EF4-FFF2-40B4-BE49-F238E27FC236}">
                  <a16:creationId xmlns:a16="http://schemas.microsoft.com/office/drawing/2014/main" id="{82A59D4A-6EB3-B57E-4CF3-0316F1878A2C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6" name="Freeform 12835">
              <a:extLst>
                <a:ext uri="{FF2B5EF4-FFF2-40B4-BE49-F238E27FC236}">
                  <a16:creationId xmlns:a16="http://schemas.microsoft.com/office/drawing/2014/main" id="{A1E44404-AE54-9CC1-6331-C394D9DF6FF9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7" name="Freeform 12836">
              <a:extLst>
                <a:ext uri="{FF2B5EF4-FFF2-40B4-BE49-F238E27FC236}">
                  <a16:creationId xmlns:a16="http://schemas.microsoft.com/office/drawing/2014/main" id="{36054EEB-2434-B441-137E-1DB3E241E356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8" name="Freeform 12837">
              <a:extLst>
                <a:ext uri="{FF2B5EF4-FFF2-40B4-BE49-F238E27FC236}">
                  <a16:creationId xmlns:a16="http://schemas.microsoft.com/office/drawing/2014/main" id="{45B4212A-1B3E-E5E5-54CC-D4730AD61BC6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9" name="Freeform 12838">
              <a:extLst>
                <a:ext uri="{FF2B5EF4-FFF2-40B4-BE49-F238E27FC236}">
                  <a16:creationId xmlns:a16="http://schemas.microsoft.com/office/drawing/2014/main" id="{3DE2A179-51AB-6DB5-DC8A-25E19AA0548D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0" name="Freeform 12839">
              <a:extLst>
                <a:ext uri="{FF2B5EF4-FFF2-40B4-BE49-F238E27FC236}">
                  <a16:creationId xmlns:a16="http://schemas.microsoft.com/office/drawing/2014/main" id="{642C1833-309B-5006-7CD3-F348ADCEFE70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1" name="Freeform 12840">
              <a:extLst>
                <a:ext uri="{FF2B5EF4-FFF2-40B4-BE49-F238E27FC236}">
                  <a16:creationId xmlns:a16="http://schemas.microsoft.com/office/drawing/2014/main" id="{8A3E8D18-BD39-0BCA-F5BB-6AC8864A8E82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2" name="Freeform 12841">
              <a:extLst>
                <a:ext uri="{FF2B5EF4-FFF2-40B4-BE49-F238E27FC236}">
                  <a16:creationId xmlns:a16="http://schemas.microsoft.com/office/drawing/2014/main" id="{5B87B169-0B41-9859-3FCD-9CB668655B6A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3" name="Freeform 12842">
              <a:extLst>
                <a:ext uri="{FF2B5EF4-FFF2-40B4-BE49-F238E27FC236}">
                  <a16:creationId xmlns:a16="http://schemas.microsoft.com/office/drawing/2014/main" id="{EA42F2A2-0798-902F-E00D-D32F6680FC26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4" name="Freeform 12843">
              <a:extLst>
                <a:ext uri="{FF2B5EF4-FFF2-40B4-BE49-F238E27FC236}">
                  <a16:creationId xmlns:a16="http://schemas.microsoft.com/office/drawing/2014/main" id="{7DC8FCC0-09EE-D5D6-0865-E298A0F725D0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5" name="Freeform 12844">
              <a:extLst>
                <a:ext uri="{FF2B5EF4-FFF2-40B4-BE49-F238E27FC236}">
                  <a16:creationId xmlns:a16="http://schemas.microsoft.com/office/drawing/2014/main" id="{1542EA92-EFDB-A6D8-FCB5-A0157668BCDE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6" name="Freeform 12845">
              <a:extLst>
                <a:ext uri="{FF2B5EF4-FFF2-40B4-BE49-F238E27FC236}">
                  <a16:creationId xmlns:a16="http://schemas.microsoft.com/office/drawing/2014/main" id="{89E5D839-288F-966B-2168-19CAB2CB8CB5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7" name="Freeform 12846">
              <a:extLst>
                <a:ext uri="{FF2B5EF4-FFF2-40B4-BE49-F238E27FC236}">
                  <a16:creationId xmlns:a16="http://schemas.microsoft.com/office/drawing/2014/main" id="{0840CEB0-5E6F-0FC6-A376-9BFDC9D084F0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8" name="Freeform 12847">
              <a:extLst>
                <a:ext uri="{FF2B5EF4-FFF2-40B4-BE49-F238E27FC236}">
                  <a16:creationId xmlns:a16="http://schemas.microsoft.com/office/drawing/2014/main" id="{64260FBB-F944-441F-3FCA-BBE168F08BBC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9" name="Freeform 12848">
              <a:extLst>
                <a:ext uri="{FF2B5EF4-FFF2-40B4-BE49-F238E27FC236}">
                  <a16:creationId xmlns:a16="http://schemas.microsoft.com/office/drawing/2014/main" id="{87F6E0D7-C4CF-EFC9-B8B6-B6FD39C33A68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0" name="Freeform 12849">
              <a:extLst>
                <a:ext uri="{FF2B5EF4-FFF2-40B4-BE49-F238E27FC236}">
                  <a16:creationId xmlns:a16="http://schemas.microsoft.com/office/drawing/2014/main" id="{AFAD71F6-AB59-4DAD-0705-D81C933F8EBA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1" name="Freeform 12850">
              <a:extLst>
                <a:ext uri="{FF2B5EF4-FFF2-40B4-BE49-F238E27FC236}">
                  <a16:creationId xmlns:a16="http://schemas.microsoft.com/office/drawing/2014/main" id="{33559D49-7EDB-4E16-EC99-86DC1E3EC47C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2" name="Freeform 12851">
              <a:extLst>
                <a:ext uri="{FF2B5EF4-FFF2-40B4-BE49-F238E27FC236}">
                  <a16:creationId xmlns:a16="http://schemas.microsoft.com/office/drawing/2014/main" id="{37366169-FC59-6C50-6CAB-DAD960A4E183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3" name="Freeform 12852">
              <a:extLst>
                <a:ext uri="{FF2B5EF4-FFF2-40B4-BE49-F238E27FC236}">
                  <a16:creationId xmlns:a16="http://schemas.microsoft.com/office/drawing/2014/main" id="{9614C492-1CDB-2AE5-6EBC-B2EC1AED69BF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4" name="Freeform 12853">
              <a:extLst>
                <a:ext uri="{FF2B5EF4-FFF2-40B4-BE49-F238E27FC236}">
                  <a16:creationId xmlns:a16="http://schemas.microsoft.com/office/drawing/2014/main" id="{649B6B5D-5205-8193-1589-206D3F1FDEFC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5" name="Freeform 12854">
              <a:extLst>
                <a:ext uri="{FF2B5EF4-FFF2-40B4-BE49-F238E27FC236}">
                  <a16:creationId xmlns:a16="http://schemas.microsoft.com/office/drawing/2014/main" id="{5803B354-5C7E-1D0A-0121-66B6EE144C43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6" name="Freeform 12855">
              <a:extLst>
                <a:ext uri="{FF2B5EF4-FFF2-40B4-BE49-F238E27FC236}">
                  <a16:creationId xmlns:a16="http://schemas.microsoft.com/office/drawing/2014/main" id="{282D5D1B-3DE7-2B88-3518-AC798DCB063E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7" name="Freeform 12856">
              <a:extLst>
                <a:ext uri="{FF2B5EF4-FFF2-40B4-BE49-F238E27FC236}">
                  <a16:creationId xmlns:a16="http://schemas.microsoft.com/office/drawing/2014/main" id="{DD154DB7-B85C-7EDE-C4B8-73FBB0E7C3A9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8" name="Freeform 12857">
              <a:extLst>
                <a:ext uri="{FF2B5EF4-FFF2-40B4-BE49-F238E27FC236}">
                  <a16:creationId xmlns:a16="http://schemas.microsoft.com/office/drawing/2014/main" id="{166F2BB9-B45D-7EA5-4C30-7D0EF250EAA8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59" name="Freeform 12858">
              <a:extLst>
                <a:ext uri="{FF2B5EF4-FFF2-40B4-BE49-F238E27FC236}">
                  <a16:creationId xmlns:a16="http://schemas.microsoft.com/office/drawing/2014/main" id="{C01F41A9-1C60-C637-F6D6-F752EE84447E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0" name="Freeform 12859">
              <a:extLst>
                <a:ext uri="{FF2B5EF4-FFF2-40B4-BE49-F238E27FC236}">
                  <a16:creationId xmlns:a16="http://schemas.microsoft.com/office/drawing/2014/main" id="{DEFB61D8-B88D-4E7D-5015-66BD75F7EED4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1" name="Freeform 12860">
              <a:extLst>
                <a:ext uri="{FF2B5EF4-FFF2-40B4-BE49-F238E27FC236}">
                  <a16:creationId xmlns:a16="http://schemas.microsoft.com/office/drawing/2014/main" id="{451F7F08-1380-ECA9-3E92-DE849E4ABB78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2" name="Freeform 12861">
              <a:extLst>
                <a:ext uri="{FF2B5EF4-FFF2-40B4-BE49-F238E27FC236}">
                  <a16:creationId xmlns:a16="http://schemas.microsoft.com/office/drawing/2014/main" id="{E3AB5E4F-A5D7-09E5-AD05-289F7B61AD00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3" name="Freeform 12862">
              <a:extLst>
                <a:ext uri="{FF2B5EF4-FFF2-40B4-BE49-F238E27FC236}">
                  <a16:creationId xmlns:a16="http://schemas.microsoft.com/office/drawing/2014/main" id="{C7B490F6-0CEF-146E-215D-8E36D27EEBC8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4" name="Freeform 12863">
              <a:extLst>
                <a:ext uri="{FF2B5EF4-FFF2-40B4-BE49-F238E27FC236}">
                  <a16:creationId xmlns:a16="http://schemas.microsoft.com/office/drawing/2014/main" id="{6F3F16A4-8BDB-4B43-A4FA-7F01B94C4EF1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5" name="Freeform 12864">
              <a:extLst>
                <a:ext uri="{FF2B5EF4-FFF2-40B4-BE49-F238E27FC236}">
                  <a16:creationId xmlns:a16="http://schemas.microsoft.com/office/drawing/2014/main" id="{D722991F-02B9-667C-6EF9-8C7525FEF66D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6" name="Freeform 12865">
              <a:extLst>
                <a:ext uri="{FF2B5EF4-FFF2-40B4-BE49-F238E27FC236}">
                  <a16:creationId xmlns:a16="http://schemas.microsoft.com/office/drawing/2014/main" id="{A0D281D3-CADC-7B42-145A-77E52B3A1078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7" name="Freeform 12866">
              <a:extLst>
                <a:ext uri="{FF2B5EF4-FFF2-40B4-BE49-F238E27FC236}">
                  <a16:creationId xmlns:a16="http://schemas.microsoft.com/office/drawing/2014/main" id="{99D593B5-DC99-CAF1-1184-31EF6DC8FD59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8" name="Freeform 12867">
              <a:extLst>
                <a:ext uri="{FF2B5EF4-FFF2-40B4-BE49-F238E27FC236}">
                  <a16:creationId xmlns:a16="http://schemas.microsoft.com/office/drawing/2014/main" id="{46EF7E30-06DD-1A41-B21F-0764B5C0246A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69" name="Freeform 12868">
              <a:extLst>
                <a:ext uri="{FF2B5EF4-FFF2-40B4-BE49-F238E27FC236}">
                  <a16:creationId xmlns:a16="http://schemas.microsoft.com/office/drawing/2014/main" id="{5236D165-4827-B955-D5DD-8E722D72B5CF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0" name="Freeform 12869">
              <a:extLst>
                <a:ext uri="{FF2B5EF4-FFF2-40B4-BE49-F238E27FC236}">
                  <a16:creationId xmlns:a16="http://schemas.microsoft.com/office/drawing/2014/main" id="{6676DE54-2B6A-B0F0-1B74-D0F84D931F9E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1" name="Freeform 12870">
              <a:extLst>
                <a:ext uri="{FF2B5EF4-FFF2-40B4-BE49-F238E27FC236}">
                  <a16:creationId xmlns:a16="http://schemas.microsoft.com/office/drawing/2014/main" id="{72CA5585-AF99-0276-765D-A54D313B4428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2" name="Freeform 12871">
              <a:extLst>
                <a:ext uri="{FF2B5EF4-FFF2-40B4-BE49-F238E27FC236}">
                  <a16:creationId xmlns:a16="http://schemas.microsoft.com/office/drawing/2014/main" id="{B4B8B725-A826-9F4F-F0E5-D5E9F476B17E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3" name="Freeform 12872">
              <a:extLst>
                <a:ext uri="{FF2B5EF4-FFF2-40B4-BE49-F238E27FC236}">
                  <a16:creationId xmlns:a16="http://schemas.microsoft.com/office/drawing/2014/main" id="{02093D0E-A2D9-8FAF-7F14-FA24AF707B5F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4" name="Freeform 12873">
              <a:extLst>
                <a:ext uri="{FF2B5EF4-FFF2-40B4-BE49-F238E27FC236}">
                  <a16:creationId xmlns:a16="http://schemas.microsoft.com/office/drawing/2014/main" id="{C38C0056-E5F3-4F20-AAF9-F9A86678CBE7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5" name="Freeform 12874">
              <a:extLst>
                <a:ext uri="{FF2B5EF4-FFF2-40B4-BE49-F238E27FC236}">
                  <a16:creationId xmlns:a16="http://schemas.microsoft.com/office/drawing/2014/main" id="{ECC924BD-B55F-455A-F4C9-3EAE5728B4FB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6" name="Freeform 12875">
              <a:extLst>
                <a:ext uri="{FF2B5EF4-FFF2-40B4-BE49-F238E27FC236}">
                  <a16:creationId xmlns:a16="http://schemas.microsoft.com/office/drawing/2014/main" id="{A8C2DA33-D667-4BD8-5928-60F42BCC0941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7" name="Freeform 12876">
              <a:extLst>
                <a:ext uri="{FF2B5EF4-FFF2-40B4-BE49-F238E27FC236}">
                  <a16:creationId xmlns:a16="http://schemas.microsoft.com/office/drawing/2014/main" id="{D757231C-BDBA-EC32-A438-AC94E16C9005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8" name="Freeform 12877">
              <a:extLst>
                <a:ext uri="{FF2B5EF4-FFF2-40B4-BE49-F238E27FC236}">
                  <a16:creationId xmlns:a16="http://schemas.microsoft.com/office/drawing/2014/main" id="{51164478-6EFC-E659-2FEC-9321322476DF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79" name="Freeform 12878">
              <a:extLst>
                <a:ext uri="{FF2B5EF4-FFF2-40B4-BE49-F238E27FC236}">
                  <a16:creationId xmlns:a16="http://schemas.microsoft.com/office/drawing/2014/main" id="{2FEA0955-58BD-ADBF-A311-D487280D0057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0" name="Freeform 12879">
              <a:extLst>
                <a:ext uri="{FF2B5EF4-FFF2-40B4-BE49-F238E27FC236}">
                  <a16:creationId xmlns:a16="http://schemas.microsoft.com/office/drawing/2014/main" id="{B973CAD6-24DF-4511-EF12-1AD3B198584E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1" name="Freeform 12880">
              <a:extLst>
                <a:ext uri="{FF2B5EF4-FFF2-40B4-BE49-F238E27FC236}">
                  <a16:creationId xmlns:a16="http://schemas.microsoft.com/office/drawing/2014/main" id="{459AD6D5-FC85-2DF2-A609-F3C5C5FC51D1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2" name="Freeform 12881">
              <a:extLst>
                <a:ext uri="{FF2B5EF4-FFF2-40B4-BE49-F238E27FC236}">
                  <a16:creationId xmlns:a16="http://schemas.microsoft.com/office/drawing/2014/main" id="{C89F35AF-45F9-F983-257C-4C0E68C36EA8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3" name="Freeform 12882">
              <a:extLst>
                <a:ext uri="{FF2B5EF4-FFF2-40B4-BE49-F238E27FC236}">
                  <a16:creationId xmlns:a16="http://schemas.microsoft.com/office/drawing/2014/main" id="{5763914A-BBC0-E22F-E9CE-F9060AABB9F0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4" name="Freeform 12883">
              <a:extLst>
                <a:ext uri="{FF2B5EF4-FFF2-40B4-BE49-F238E27FC236}">
                  <a16:creationId xmlns:a16="http://schemas.microsoft.com/office/drawing/2014/main" id="{D64F51D4-0153-537C-7FCD-8223142EC951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5" name="Freeform 12884">
              <a:extLst>
                <a:ext uri="{FF2B5EF4-FFF2-40B4-BE49-F238E27FC236}">
                  <a16:creationId xmlns:a16="http://schemas.microsoft.com/office/drawing/2014/main" id="{63A922D7-BA61-A573-4875-54282DFD268E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6" name="Freeform 12885">
              <a:extLst>
                <a:ext uri="{FF2B5EF4-FFF2-40B4-BE49-F238E27FC236}">
                  <a16:creationId xmlns:a16="http://schemas.microsoft.com/office/drawing/2014/main" id="{1B0FB391-B596-8352-42B3-41E24584DCA0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7" name="Freeform 12886">
              <a:extLst>
                <a:ext uri="{FF2B5EF4-FFF2-40B4-BE49-F238E27FC236}">
                  <a16:creationId xmlns:a16="http://schemas.microsoft.com/office/drawing/2014/main" id="{03BDC8E4-0C06-9E6E-3B4A-7AB72860941C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8" name="Freeform 12887">
              <a:extLst>
                <a:ext uri="{FF2B5EF4-FFF2-40B4-BE49-F238E27FC236}">
                  <a16:creationId xmlns:a16="http://schemas.microsoft.com/office/drawing/2014/main" id="{BD64BC8E-3F04-7F68-4D3B-C6805A779545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89" name="Freeform 12888">
              <a:extLst>
                <a:ext uri="{FF2B5EF4-FFF2-40B4-BE49-F238E27FC236}">
                  <a16:creationId xmlns:a16="http://schemas.microsoft.com/office/drawing/2014/main" id="{E074F049-D816-EA94-837F-A1F4E97F1B1E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0" name="Freeform 12889">
              <a:extLst>
                <a:ext uri="{FF2B5EF4-FFF2-40B4-BE49-F238E27FC236}">
                  <a16:creationId xmlns:a16="http://schemas.microsoft.com/office/drawing/2014/main" id="{7C12B40E-CDE8-DD1E-2288-2CA7F05457D1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1" name="Freeform 12890">
              <a:extLst>
                <a:ext uri="{FF2B5EF4-FFF2-40B4-BE49-F238E27FC236}">
                  <a16:creationId xmlns:a16="http://schemas.microsoft.com/office/drawing/2014/main" id="{5E4FFC34-4F73-0475-AD34-B76AE739BA1F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2" name="Freeform 12891">
              <a:extLst>
                <a:ext uri="{FF2B5EF4-FFF2-40B4-BE49-F238E27FC236}">
                  <a16:creationId xmlns:a16="http://schemas.microsoft.com/office/drawing/2014/main" id="{EECBA301-E279-64F2-477E-E9A9B278248E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3" name="Freeform 12892">
              <a:extLst>
                <a:ext uri="{FF2B5EF4-FFF2-40B4-BE49-F238E27FC236}">
                  <a16:creationId xmlns:a16="http://schemas.microsoft.com/office/drawing/2014/main" id="{23F96A64-B9E4-D441-293F-EDAF917B3D8C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4" name="Freeform 12893">
              <a:extLst>
                <a:ext uri="{FF2B5EF4-FFF2-40B4-BE49-F238E27FC236}">
                  <a16:creationId xmlns:a16="http://schemas.microsoft.com/office/drawing/2014/main" id="{AEF4BD6E-E1D3-FD20-17EC-3EEE2D071F30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5" name="Freeform 12894">
              <a:extLst>
                <a:ext uri="{FF2B5EF4-FFF2-40B4-BE49-F238E27FC236}">
                  <a16:creationId xmlns:a16="http://schemas.microsoft.com/office/drawing/2014/main" id="{0A076FF1-DD43-FD8D-554C-C54C2766003E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6" name="Freeform 12895">
              <a:extLst>
                <a:ext uri="{FF2B5EF4-FFF2-40B4-BE49-F238E27FC236}">
                  <a16:creationId xmlns:a16="http://schemas.microsoft.com/office/drawing/2014/main" id="{370E322A-8163-4548-E417-34A849864CEA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7" name="Freeform 12896">
              <a:extLst>
                <a:ext uri="{FF2B5EF4-FFF2-40B4-BE49-F238E27FC236}">
                  <a16:creationId xmlns:a16="http://schemas.microsoft.com/office/drawing/2014/main" id="{53696032-FDF7-F3DD-6B8A-DF19C955C6CE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8" name="Freeform 12897">
              <a:extLst>
                <a:ext uri="{FF2B5EF4-FFF2-40B4-BE49-F238E27FC236}">
                  <a16:creationId xmlns:a16="http://schemas.microsoft.com/office/drawing/2014/main" id="{A6FD8B3F-F8F8-879D-CCBF-FF612DA86C7B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9" name="Freeform 12898">
              <a:extLst>
                <a:ext uri="{FF2B5EF4-FFF2-40B4-BE49-F238E27FC236}">
                  <a16:creationId xmlns:a16="http://schemas.microsoft.com/office/drawing/2014/main" id="{5A96E82A-D668-71AF-C1A8-4A7507052562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0" name="Freeform 12899">
              <a:extLst>
                <a:ext uri="{FF2B5EF4-FFF2-40B4-BE49-F238E27FC236}">
                  <a16:creationId xmlns:a16="http://schemas.microsoft.com/office/drawing/2014/main" id="{6456B099-1B48-3B5C-EF16-FA69F425D3BA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1" name="Freeform 12900">
              <a:extLst>
                <a:ext uri="{FF2B5EF4-FFF2-40B4-BE49-F238E27FC236}">
                  <a16:creationId xmlns:a16="http://schemas.microsoft.com/office/drawing/2014/main" id="{4FB69157-6241-9B7F-0A68-14C0EE166821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2" name="Freeform 12901">
              <a:extLst>
                <a:ext uri="{FF2B5EF4-FFF2-40B4-BE49-F238E27FC236}">
                  <a16:creationId xmlns:a16="http://schemas.microsoft.com/office/drawing/2014/main" id="{4467E772-9D62-99F8-FFD7-C9BE54C6D06A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3" name="Freeform 12902">
              <a:extLst>
                <a:ext uri="{FF2B5EF4-FFF2-40B4-BE49-F238E27FC236}">
                  <a16:creationId xmlns:a16="http://schemas.microsoft.com/office/drawing/2014/main" id="{77F8AE0D-7F11-6BEE-208D-5012B93456ED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4" name="Freeform 12903">
              <a:extLst>
                <a:ext uri="{FF2B5EF4-FFF2-40B4-BE49-F238E27FC236}">
                  <a16:creationId xmlns:a16="http://schemas.microsoft.com/office/drawing/2014/main" id="{F7FBB04C-349A-6A85-118C-D6B9E5BF2313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5" name="Freeform 12904">
              <a:extLst>
                <a:ext uri="{FF2B5EF4-FFF2-40B4-BE49-F238E27FC236}">
                  <a16:creationId xmlns:a16="http://schemas.microsoft.com/office/drawing/2014/main" id="{A6ADD6FE-101D-D9B1-04B7-BDFA4A3BE8D5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6" name="Freeform 12905">
              <a:extLst>
                <a:ext uri="{FF2B5EF4-FFF2-40B4-BE49-F238E27FC236}">
                  <a16:creationId xmlns:a16="http://schemas.microsoft.com/office/drawing/2014/main" id="{567AABC9-4BF3-4874-6BC5-8055F60FAA79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7" name="Freeform 12906">
              <a:extLst>
                <a:ext uri="{FF2B5EF4-FFF2-40B4-BE49-F238E27FC236}">
                  <a16:creationId xmlns:a16="http://schemas.microsoft.com/office/drawing/2014/main" id="{EDEDE184-1C9B-0858-C59B-AEF418D24A7D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8" name="Freeform 12907">
              <a:extLst>
                <a:ext uri="{FF2B5EF4-FFF2-40B4-BE49-F238E27FC236}">
                  <a16:creationId xmlns:a16="http://schemas.microsoft.com/office/drawing/2014/main" id="{9B4A3473-2B66-4BC2-2166-CFCC4800C022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9" name="Freeform 12908">
              <a:extLst>
                <a:ext uri="{FF2B5EF4-FFF2-40B4-BE49-F238E27FC236}">
                  <a16:creationId xmlns:a16="http://schemas.microsoft.com/office/drawing/2014/main" id="{22F78F2A-F00A-54AB-DCBF-CC712EB908E4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0" name="Freeform 12909">
              <a:extLst>
                <a:ext uri="{FF2B5EF4-FFF2-40B4-BE49-F238E27FC236}">
                  <a16:creationId xmlns:a16="http://schemas.microsoft.com/office/drawing/2014/main" id="{0C823259-AB5C-4827-77DC-0DABDF94E02F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1" name="Freeform 12910">
              <a:extLst>
                <a:ext uri="{FF2B5EF4-FFF2-40B4-BE49-F238E27FC236}">
                  <a16:creationId xmlns:a16="http://schemas.microsoft.com/office/drawing/2014/main" id="{21266735-9FD5-8606-3D70-3D84D443CBC4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2" name="Freeform 12911">
              <a:extLst>
                <a:ext uri="{FF2B5EF4-FFF2-40B4-BE49-F238E27FC236}">
                  <a16:creationId xmlns:a16="http://schemas.microsoft.com/office/drawing/2014/main" id="{64BDB4D5-A0D3-EBB1-8C19-91BF5C055190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3" name="Freeform 12912">
              <a:extLst>
                <a:ext uri="{FF2B5EF4-FFF2-40B4-BE49-F238E27FC236}">
                  <a16:creationId xmlns:a16="http://schemas.microsoft.com/office/drawing/2014/main" id="{041BD0DC-7362-E507-A2B0-B73E0971BBA8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4" name="Freeform 12913">
              <a:extLst>
                <a:ext uri="{FF2B5EF4-FFF2-40B4-BE49-F238E27FC236}">
                  <a16:creationId xmlns:a16="http://schemas.microsoft.com/office/drawing/2014/main" id="{DF47A7FB-5F80-076F-8B7D-44772B12691E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5" name="Freeform 12914">
              <a:extLst>
                <a:ext uri="{FF2B5EF4-FFF2-40B4-BE49-F238E27FC236}">
                  <a16:creationId xmlns:a16="http://schemas.microsoft.com/office/drawing/2014/main" id="{3A6CC55B-05AC-81E5-20EF-CEDDF5700B13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6" name="Freeform 12915">
              <a:extLst>
                <a:ext uri="{FF2B5EF4-FFF2-40B4-BE49-F238E27FC236}">
                  <a16:creationId xmlns:a16="http://schemas.microsoft.com/office/drawing/2014/main" id="{714CFC83-2F44-C64E-3F7C-0C9FB3ED1B0A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7" name="Freeform 12916">
              <a:extLst>
                <a:ext uri="{FF2B5EF4-FFF2-40B4-BE49-F238E27FC236}">
                  <a16:creationId xmlns:a16="http://schemas.microsoft.com/office/drawing/2014/main" id="{48CDAF2B-2EBD-334F-3754-C5D0FA34BECF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8" name="Freeform 12917">
              <a:extLst>
                <a:ext uri="{FF2B5EF4-FFF2-40B4-BE49-F238E27FC236}">
                  <a16:creationId xmlns:a16="http://schemas.microsoft.com/office/drawing/2014/main" id="{D89F909C-CCCB-5905-B6DF-DE78EB24B76D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9" name="Freeform 12918">
              <a:extLst>
                <a:ext uri="{FF2B5EF4-FFF2-40B4-BE49-F238E27FC236}">
                  <a16:creationId xmlns:a16="http://schemas.microsoft.com/office/drawing/2014/main" id="{69325C74-1266-8A89-0389-E2239D0388AE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0" name="Freeform 12919">
              <a:extLst>
                <a:ext uri="{FF2B5EF4-FFF2-40B4-BE49-F238E27FC236}">
                  <a16:creationId xmlns:a16="http://schemas.microsoft.com/office/drawing/2014/main" id="{9DCE00EF-4979-ED80-EE8A-A3F7517F6A86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1" name="Freeform 12920">
              <a:extLst>
                <a:ext uri="{FF2B5EF4-FFF2-40B4-BE49-F238E27FC236}">
                  <a16:creationId xmlns:a16="http://schemas.microsoft.com/office/drawing/2014/main" id="{4BC0C51F-E530-A381-1D39-BF2D1EB97996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2" name="Freeform 12921">
              <a:extLst>
                <a:ext uri="{FF2B5EF4-FFF2-40B4-BE49-F238E27FC236}">
                  <a16:creationId xmlns:a16="http://schemas.microsoft.com/office/drawing/2014/main" id="{72037B78-CE5D-B207-6A90-5F4D9BED5C01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3" name="Freeform 12922">
              <a:extLst>
                <a:ext uri="{FF2B5EF4-FFF2-40B4-BE49-F238E27FC236}">
                  <a16:creationId xmlns:a16="http://schemas.microsoft.com/office/drawing/2014/main" id="{E0234DD6-7908-F032-8502-82BC2E202F86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4" name="Freeform 12923">
              <a:extLst>
                <a:ext uri="{FF2B5EF4-FFF2-40B4-BE49-F238E27FC236}">
                  <a16:creationId xmlns:a16="http://schemas.microsoft.com/office/drawing/2014/main" id="{0B93F11A-CC08-DEE6-C689-26F7C9D64E95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5" name="Freeform 12924">
              <a:extLst>
                <a:ext uri="{FF2B5EF4-FFF2-40B4-BE49-F238E27FC236}">
                  <a16:creationId xmlns:a16="http://schemas.microsoft.com/office/drawing/2014/main" id="{82B13B12-1A42-4CAF-65A2-CB33210005B3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6" name="Freeform 12925">
              <a:extLst>
                <a:ext uri="{FF2B5EF4-FFF2-40B4-BE49-F238E27FC236}">
                  <a16:creationId xmlns:a16="http://schemas.microsoft.com/office/drawing/2014/main" id="{22D0B669-6E01-8784-D075-BA789271FF10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7" name="Freeform 12926">
              <a:extLst>
                <a:ext uri="{FF2B5EF4-FFF2-40B4-BE49-F238E27FC236}">
                  <a16:creationId xmlns:a16="http://schemas.microsoft.com/office/drawing/2014/main" id="{A26340EB-61CF-216F-400E-558E4A9208DE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8" name="Freeform 12927">
              <a:extLst>
                <a:ext uri="{FF2B5EF4-FFF2-40B4-BE49-F238E27FC236}">
                  <a16:creationId xmlns:a16="http://schemas.microsoft.com/office/drawing/2014/main" id="{3C95309E-358E-57BE-ABFC-6A4C6131486B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9" name="Freeform 12928">
              <a:extLst>
                <a:ext uri="{FF2B5EF4-FFF2-40B4-BE49-F238E27FC236}">
                  <a16:creationId xmlns:a16="http://schemas.microsoft.com/office/drawing/2014/main" id="{EDE8A0CF-FD7A-4063-281D-D6A35B5B24EF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0" name="Freeform 12929">
              <a:extLst>
                <a:ext uri="{FF2B5EF4-FFF2-40B4-BE49-F238E27FC236}">
                  <a16:creationId xmlns:a16="http://schemas.microsoft.com/office/drawing/2014/main" id="{817F78AC-36B5-F9D4-8A35-5104DCBFE68F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1" name="Freeform 12930">
              <a:extLst>
                <a:ext uri="{FF2B5EF4-FFF2-40B4-BE49-F238E27FC236}">
                  <a16:creationId xmlns:a16="http://schemas.microsoft.com/office/drawing/2014/main" id="{57104305-19CB-D765-15AF-025FD4159A5F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2" name="Freeform 12931">
              <a:extLst>
                <a:ext uri="{FF2B5EF4-FFF2-40B4-BE49-F238E27FC236}">
                  <a16:creationId xmlns:a16="http://schemas.microsoft.com/office/drawing/2014/main" id="{EEAF712D-FAD8-D60F-2E34-A18F59C495A6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3" name="Freeform 12932">
              <a:extLst>
                <a:ext uri="{FF2B5EF4-FFF2-40B4-BE49-F238E27FC236}">
                  <a16:creationId xmlns:a16="http://schemas.microsoft.com/office/drawing/2014/main" id="{37B40E9D-1E8D-42B7-8E23-4C361C5C55EC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4" name="Freeform 12933">
              <a:extLst>
                <a:ext uri="{FF2B5EF4-FFF2-40B4-BE49-F238E27FC236}">
                  <a16:creationId xmlns:a16="http://schemas.microsoft.com/office/drawing/2014/main" id="{8F5BF233-E094-4FB9-F377-569B8C18B158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5" name="Freeform 12934">
              <a:extLst>
                <a:ext uri="{FF2B5EF4-FFF2-40B4-BE49-F238E27FC236}">
                  <a16:creationId xmlns:a16="http://schemas.microsoft.com/office/drawing/2014/main" id="{F3383F1D-142D-422A-7144-01C734160552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6" name="Freeform 12935">
              <a:extLst>
                <a:ext uri="{FF2B5EF4-FFF2-40B4-BE49-F238E27FC236}">
                  <a16:creationId xmlns:a16="http://schemas.microsoft.com/office/drawing/2014/main" id="{91C24542-B485-DF1A-2917-5F87AF629651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7" name="Freeform 12936">
              <a:extLst>
                <a:ext uri="{FF2B5EF4-FFF2-40B4-BE49-F238E27FC236}">
                  <a16:creationId xmlns:a16="http://schemas.microsoft.com/office/drawing/2014/main" id="{CB4ADC48-739B-681A-3168-6E30FA56F0CD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8" name="Freeform 12937">
              <a:extLst>
                <a:ext uri="{FF2B5EF4-FFF2-40B4-BE49-F238E27FC236}">
                  <a16:creationId xmlns:a16="http://schemas.microsoft.com/office/drawing/2014/main" id="{49016279-D418-2AA1-1B32-94A2E4830B64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9" name="Freeform 12938">
              <a:extLst>
                <a:ext uri="{FF2B5EF4-FFF2-40B4-BE49-F238E27FC236}">
                  <a16:creationId xmlns:a16="http://schemas.microsoft.com/office/drawing/2014/main" id="{EE2D454D-8C0F-9E7A-90AF-BD45121927F2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0" name="Freeform 12939">
              <a:extLst>
                <a:ext uri="{FF2B5EF4-FFF2-40B4-BE49-F238E27FC236}">
                  <a16:creationId xmlns:a16="http://schemas.microsoft.com/office/drawing/2014/main" id="{E0BE1B2A-E6C0-AE19-32ED-11E076A993F3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1" name="Freeform 12940">
              <a:extLst>
                <a:ext uri="{FF2B5EF4-FFF2-40B4-BE49-F238E27FC236}">
                  <a16:creationId xmlns:a16="http://schemas.microsoft.com/office/drawing/2014/main" id="{41F024A2-4975-E3F5-AB2C-1240D27AA68C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2" name="Freeform 12941">
              <a:extLst>
                <a:ext uri="{FF2B5EF4-FFF2-40B4-BE49-F238E27FC236}">
                  <a16:creationId xmlns:a16="http://schemas.microsoft.com/office/drawing/2014/main" id="{6604E05C-481A-4B4D-4EA9-07BB772B5990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3" name="Freeform 12942">
              <a:extLst>
                <a:ext uri="{FF2B5EF4-FFF2-40B4-BE49-F238E27FC236}">
                  <a16:creationId xmlns:a16="http://schemas.microsoft.com/office/drawing/2014/main" id="{CAE376C5-9786-5357-11ED-B4930A2ADB9B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4" name="Freeform 12943">
              <a:extLst>
                <a:ext uri="{FF2B5EF4-FFF2-40B4-BE49-F238E27FC236}">
                  <a16:creationId xmlns:a16="http://schemas.microsoft.com/office/drawing/2014/main" id="{13502E5D-36AA-877B-9B87-370FF0028D1D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5" name="Freeform 12944">
              <a:extLst>
                <a:ext uri="{FF2B5EF4-FFF2-40B4-BE49-F238E27FC236}">
                  <a16:creationId xmlns:a16="http://schemas.microsoft.com/office/drawing/2014/main" id="{17D36AE9-DE3D-AD8A-2E01-BBEDD8F53C37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6" name="Freeform 12945">
              <a:extLst>
                <a:ext uri="{FF2B5EF4-FFF2-40B4-BE49-F238E27FC236}">
                  <a16:creationId xmlns:a16="http://schemas.microsoft.com/office/drawing/2014/main" id="{106CB9FC-0A79-E6B4-F00D-9E7527CE4BC2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7" name="Freeform 12946">
              <a:extLst>
                <a:ext uri="{FF2B5EF4-FFF2-40B4-BE49-F238E27FC236}">
                  <a16:creationId xmlns:a16="http://schemas.microsoft.com/office/drawing/2014/main" id="{19C1664A-F96B-8C24-374E-5573F7CC02B7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8" name="Freeform 12947">
              <a:extLst>
                <a:ext uri="{FF2B5EF4-FFF2-40B4-BE49-F238E27FC236}">
                  <a16:creationId xmlns:a16="http://schemas.microsoft.com/office/drawing/2014/main" id="{F6AE7814-B550-E7A3-F07F-17040F1B92D7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9" name="Freeform 12948">
              <a:extLst>
                <a:ext uri="{FF2B5EF4-FFF2-40B4-BE49-F238E27FC236}">
                  <a16:creationId xmlns:a16="http://schemas.microsoft.com/office/drawing/2014/main" id="{2F456FF9-2DEE-3FF9-AD9C-3DF48E5349A7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0" name="Freeform 12949">
              <a:extLst>
                <a:ext uri="{FF2B5EF4-FFF2-40B4-BE49-F238E27FC236}">
                  <a16:creationId xmlns:a16="http://schemas.microsoft.com/office/drawing/2014/main" id="{C14820F8-1D2C-B917-D131-9F28E0BFBEDA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1" name="Freeform 12950">
              <a:extLst>
                <a:ext uri="{FF2B5EF4-FFF2-40B4-BE49-F238E27FC236}">
                  <a16:creationId xmlns:a16="http://schemas.microsoft.com/office/drawing/2014/main" id="{6EFA5B48-1165-0FD6-D415-797BD2EFB31A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2" name="Freeform 12951">
              <a:extLst>
                <a:ext uri="{FF2B5EF4-FFF2-40B4-BE49-F238E27FC236}">
                  <a16:creationId xmlns:a16="http://schemas.microsoft.com/office/drawing/2014/main" id="{007702A3-56AB-9F9D-21ED-16575771B59D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3" name="Freeform 12952">
              <a:extLst>
                <a:ext uri="{FF2B5EF4-FFF2-40B4-BE49-F238E27FC236}">
                  <a16:creationId xmlns:a16="http://schemas.microsoft.com/office/drawing/2014/main" id="{AE9FE563-BD3C-2FD9-B7E8-F4BAC1113538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4" name="Freeform 12953">
              <a:extLst>
                <a:ext uri="{FF2B5EF4-FFF2-40B4-BE49-F238E27FC236}">
                  <a16:creationId xmlns:a16="http://schemas.microsoft.com/office/drawing/2014/main" id="{A6B3713D-699C-EF3B-7ADF-EB7C07BB5E4F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5" name="Freeform 12954">
              <a:extLst>
                <a:ext uri="{FF2B5EF4-FFF2-40B4-BE49-F238E27FC236}">
                  <a16:creationId xmlns:a16="http://schemas.microsoft.com/office/drawing/2014/main" id="{B8349703-2D1C-0355-614E-B8B0E17394FB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6" name="Freeform 12955">
              <a:extLst>
                <a:ext uri="{FF2B5EF4-FFF2-40B4-BE49-F238E27FC236}">
                  <a16:creationId xmlns:a16="http://schemas.microsoft.com/office/drawing/2014/main" id="{46C62351-E2EB-5772-37EA-073642035A90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7" name="Freeform 12956">
              <a:extLst>
                <a:ext uri="{FF2B5EF4-FFF2-40B4-BE49-F238E27FC236}">
                  <a16:creationId xmlns:a16="http://schemas.microsoft.com/office/drawing/2014/main" id="{567BA113-7F60-72E9-A113-80C346737670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8" name="Freeform 12957">
              <a:extLst>
                <a:ext uri="{FF2B5EF4-FFF2-40B4-BE49-F238E27FC236}">
                  <a16:creationId xmlns:a16="http://schemas.microsoft.com/office/drawing/2014/main" id="{55FC0F79-522D-5CA4-C388-DE607DA97645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9" name="Freeform 12958">
              <a:extLst>
                <a:ext uri="{FF2B5EF4-FFF2-40B4-BE49-F238E27FC236}">
                  <a16:creationId xmlns:a16="http://schemas.microsoft.com/office/drawing/2014/main" id="{C3FB2D40-0623-DF89-4419-A56DCCAC743D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0" name="Freeform 12959">
              <a:extLst>
                <a:ext uri="{FF2B5EF4-FFF2-40B4-BE49-F238E27FC236}">
                  <a16:creationId xmlns:a16="http://schemas.microsoft.com/office/drawing/2014/main" id="{355E4D33-AB76-26EC-B8E6-3F39B79EB409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1" name="Freeform 12960">
              <a:extLst>
                <a:ext uri="{FF2B5EF4-FFF2-40B4-BE49-F238E27FC236}">
                  <a16:creationId xmlns:a16="http://schemas.microsoft.com/office/drawing/2014/main" id="{4D5B7AA1-46B0-7B82-C6D6-19AC1CDFB35F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2" name="Freeform 12961">
              <a:extLst>
                <a:ext uri="{FF2B5EF4-FFF2-40B4-BE49-F238E27FC236}">
                  <a16:creationId xmlns:a16="http://schemas.microsoft.com/office/drawing/2014/main" id="{8670D236-E399-07B3-F170-EDE556523AAE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3" name="Freeform 12962">
              <a:extLst>
                <a:ext uri="{FF2B5EF4-FFF2-40B4-BE49-F238E27FC236}">
                  <a16:creationId xmlns:a16="http://schemas.microsoft.com/office/drawing/2014/main" id="{D60B8F92-86FC-6578-2804-FEB64EAEA4CE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4" name="Freeform 12963">
              <a:extLst>
                <a:ext uri="{FF2B5EF4-FFF2-40B4-BE49-F238E27FC236}">
                  <a16:creationId xmlns:a16="http://schemas.microsoft.com/office/drawing/2014/main" id="{05FEEE47-3C94-C3EB-F47F-19A803B398A0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5" name="Freeform 12964">
              <a:extLst>
                <a:ext uri="{FF2B5EF4-FFF2-40B4-BE49-F238E27FC236}">
                  <a16:creationId xmlns:a16="http://schemas.microsoft.com/office/drawing/2014/main" id="{899D0C8F-E06E-7EDA-7C2A-8714B12E2B2E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6" name="Freeform 12965">
              <a:extLst>
                <a:ext uri="{FF2B5EF4-FFF2-40B4-BE49-F238E27FC236}">
                  <a16:creationId xmlns:a16="http://schemas.microsoft.com/office/drawing/2014/main" id="{4F062F9C-9543-6D72-1378-1175297C7F27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7" name="Freeform 12966">
              <a:extLst>
                <a:ext uri="{FF2B5EF4-FFF2-40B4-BE49-F238E27FC236}">
                  <a16:creationId xmlns:a16="http://schemas.microsoft.com/office/drawing/2014/main" id="{3EE20DE9-3250-6758-85ED-9CDB3F6C15AE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8" name="Freeform 12967">
              <a:extLst>
                <a:ext uri="{FF2B5EF4-FFF2-40B4-BE49-F238E27FC236}">
                  <a16:creationId xmlns:a16="http://schemas.microsoft.com/office/drawing/2014/main" id="{0391AA05-C6EF-8AB1-7B71-D97E914FFDD6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9" name="Freeform 12968">
              <a:extLst>
                <a:ext uri="{FF2B5EF4-FFF2-40B4-BE49-F238E27FC236}">
                  <a16:creationId xmlns:a16="http://schemas.microsoft.com/office/drawing/2014/main" id="{CD127135-9913-BE0C-2288-C08A161FEF10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0" name="Freeform 12969">
              <a:extLst>
                <a:ext uri="{FF2B5EF4-FFF2-40B4-BE49-F238E27FC236}">
                  <a16:creationId xmlns:a16="http://schemas.microsoft.com/office/drawing/2014/main" id="{2F58D6F6-A62F-3856-8CAA-399737BAFE4C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1" name="Freeform 12970">
              <a:extLst>
                <a:ext uri="{FF2B5EF4-FFF2-40B4-BE49-F238E27FC236}">
                  <a16:creationId xmlns:a16="http://schemas.microsoft.com/office/drawing/2014/main" id="{4C7E7171-452D-92F0-7ED5-41D2CB9ED9C8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2" name="Freeform 12971">
              <a:extLst>
                <a:ext uri="{FF2B5EF4-FFF2-40B4-BE49-F238E27FC236}">
                  <a16:creationId xmlns:a16="http://schemas.microsoft.com/office/drawing/2014/main" id="{388E82B9-EBC9-5123-4941-5C57EED55F50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3" name="Freeform 12972">
              <a:extLst>
                <a:ext uri="{FF2B5EF4-FFF2-40B4-BE49-F238E27FC236}">
                  <a16:creationId xmlns:a16="http://schemas.microsoft.com/office/drawing/2014/main" id="{B8A6255E-C824-B6FF-F247-DEA09FD6A31E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4" name="Freeform 12973">
              <a:extLst>
                <a:ext uri="{FF2B5EF4-FFF2-40B4-BE49-F238E27FC236}">
                  <a16:creationId xmlns:a16="http://schemas.microsoft.com/office/drawing/2014/main" id="{9F784D74-1313-DEBD-682D-AF331E425A3F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5" name="Freeform 12974">
              <a:extLst>
                <a:ext uri="{FF2B5EF4-FFF2-40B4-BE49-F238E27FC236}">
                  <a16:creationId xmlns:a16="http://schemas.microsoft.com/office/drawing/2014/main" id="{0557F8F1-5623-CC3B-F22F-7256948A418B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6" name="Freeform 12975">
              <a:extLst>
                <a:ext uri="{FF2B5EF4-FFF2-40B4-BE49-F238E27FC236}">
                  <a16:creationId xmlns:a16="http://schemas.microsoft.com/office/drawing/2014/main" id="{44052CAC-B592-27BC-8EA0-C38F616AE835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7" name="Freeform 12976">
              <a:extLst>
                <a:ext uri="{FF2B5EF4-FFF2-40B4-BE49-F238E27FC236}">
                  <a16:creationId xmlns:a16="http://schemas.microsoft.com/office/drawing/2014/main" id="{AE3B238D-80D4-234D-9D3E-0E5F98779075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8" name="Freeform 12977">
              <a:extLst>
                <a:ext uri="{FF2B5EF4-FFF2-40B4-BE49-F238E27FC236}">
                  <a16:creationId xmlns:a16="http://schemas.microsoft.com/office/drawing/2014/main" id="{342B52AF-1A18-FA00-DBD6-A7A542498924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9" name="Freeform 12978">
              <a:extLst>
                <a:ext uri="{FF2B5EF4-FFF2-40B4-BE49-F238E27FC236}">
                  <a16:creationId xmlns:a16="http://schemas.microsoft.com/office/drawing/2014/main" id="{BACB5C40-5865-6FF7-085E-1CCE7955A6DD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0" name="Freeform 12979">
              <a:extLst>
                <a:ext uri="{FF2B5EF4-FFF2-40B4-BE49-F238E27FC236}">
                  <a16:creationId xmlns:a16="http://schemas.microsoft.com/office/drawing/2014/main" id="{AE8172E8-4BDA-4D7E-DC3E-019063C66B6F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1" name="Freeform 12980">
              <a:extLst>
                <a:ext uri="{FF2B5EF4-FFF2-40B4-BE49-F238E27FC236}">
                  <a16:creationId xmlns:a16="http://schemas.microsoft.com/office/drawing/2014/main" id="{4DFA9ADC-104B-9663-A85E-4AC8EEE25423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2" name="Freeform 12981">
              <a:extLst>
                <a:ext uri="{FF2B5EF4-FFF2-40B4-BE49-F238E27FC236}">
                  <a16:creationId xmlns:a16="http://schemas.microsoft.com/office/drawing/2014/main" id="{1DBE90CC-CDD6-8481-A9CF-A34AF193DEBC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3" name="Freeform 12982">
              <a:extLst>
                <a:ext uri="{FF2B5EF4-FFF2-40B4-BE49-F238E27FC236}">
                  <a16:creationId xmlns:a16="http://schemas.microsoft.com/office/drawing/2014/main" id="{4962B65A-9E34-6701-6923-B04482485881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4" name="Freeform 12983">
              <a:extLst>
                <a:ext uri="{FF2B5EF4-FFF2-40B4-BE49-F238E27FC236}">
                  <a16:creationId xmlns:a16="http://schemas.microsoft.com/office/drawing/2014/main" id="{D6AB432D-5B37-5AFA-8908-8434458FC649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5" name="Freeform 12984">
              <a:extLst>
                <a:ext uri="{FF2B5EF4-FFF2-40B4-BE49-F238E27FC236}">
                  <a16:creationId xmlns:a16="http://schemas.microsoft.com/office/drawing/2014/main" id="{8542E053-0E74-1D0F-57A7-4803213A1C8C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6" name="Freeform 12985">
              <a:extLst>
                <a:ext uri="{FF2B5EF4-FFF2-40B4-BE49-F238E27FC236}">
                  <a16:creationId xmlns:a16="http://schemas.microsoft.com/office/drawing/2014/main" id="{920EE595-E6BB-0D02-40D8-A15580F4C7AD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7" name="Freeform 12986">
              <a:extLst>
                <a:ext uri="{FF2B5EF4-FFF2-40B4-BE49-F238E27FC236}">
                  <a16:creationId xmlns:a16="http://schemas.microsoft.com/office/drawing/2014/main" id="{2BC3EA1C-91D8-D932-091C-7E28D85D914A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8" name="Freeform 12987">
              <a:extLst>
                <a:ext uri="{FF2B5EF4-FFF2-40B4-BE49-F238E27FC236}">
                  <a16:creationId xmlns:a16="http://schemas.microsoft.com/office/drawing/2014/main" id="{8A1C1D1F-AB4A-8592-DBB6-5D2D0CA08B01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9" name="Freeform 12988">
              <a:extLst>
                <a:ext uri="{FF2B5EF4-FFF2-40B4-BE49-F238E27FC236}">
                  <a16:creationId xmlns:a16="http://schemas.microsoft.com/office/drawing/2014/main" id="{807CFF4D-7428-474E-05F5-945490FC0039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0" name="Freeform 12989">
              <a:extLst>
                <a:ext uri="{FF2B5EF4-FFF2-40B4-BE49-F238E27FC236}">
                  <a16:creationId xmlns:a16="http://schemas.microsoft.com/office/drawing/2014/main" id="{56FAADBC-AF10-2CBE-1CA8-92F0A139F753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1" name="Freeform 12990">
              <a:extLst>
                <a:ext uri="{FF2B5EF4-FFF2-40B4-BE49-F238E27FC236}">
                  <a16:creationId xmlns:a16="http://schemas.microsoft.com/office/drawing/2014/main" id="{BB303959-BEA4-BAC4-23B4-D0748789D9D1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2" name="Freeform 12991">
              <a:extLst>
                <a:ext uri="{FF2B5EF4-FFF2-40B4-BE49-F238E27FC236}">
                  <a16:creationId xmlns:a16="http://schemas.microsoft.com/office/drawing/2014/main" id="{03979360-A289-7B87-E089-53ECDEBA52A2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3" name="Freeform 12992">
              <a:extLst>
                <a:ext uri="{FF2B5EF4-FFF2-40B4-BE49-F238E27FC236}">
                  <a16:creationId xmlns:a16="http://schemas.microsoft.com/office/drawing/2014/main" id="{E458B6E2-C891-3B89-FFC6-7EE03AAF59A0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4" name="Freeform 12993">
              <a:extLst>
                <a:ext uri="{FF2B5EF4-FFF2-40B4-BE49-F238E27FC236}">
                  <a16:creationId xmlns:a16="http://schemas.microsoft.com/office/drawing/2014/main" id="{008E2E21-2198-BB0B-0CD9-918054A4C14D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5" name="Freeform 12994">
              <a:extLst>
                <a:ext uri="{FF2B5EF4-FFF2-40B4-BE49-F238E27FC236}">
                  <a16:creationId xmlns:a16="http://schemas.microsoft.com/office/drawing/2014/main" id="{90AE2BF0-03FF-00EF-9CED-57C057E97112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6" name="Freeform 12995">
              <a:extLst>
                <a:ext uri="{FF2B5EF4-FFF2-40B4-BE49-F238E27FC236}">
                  <a16:creationId xmlns:a16="http://schemas.microsoft.com/office/drawing/2014/main" id="{1A0B2D28-3255-4034-F1F0-D2D459DB3DAA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7" name="Freeform 12996">
              <a:extLst>
                <a:ext uri="{FF2B5EF4-FFF2-40B4-BE49-F238E27FC236}">
                  <a16:creationId xmlns:a16="http://schemas.microsoft.com/office/drawing/2014/main" id="{8739D2F5-0D05-CC22-99B6-A651BE303354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8" name="Freeform 12997">
              <a:extLst>
                <a:ext uri="{FF2B5EF4-FFF2-40B4-BE49-F238E27FC236}">
                  <a16:creationId xmlns:a16="http://schemas.microsoft.com/office/drawing/2014/main" id="{9C53A8AF-D3FE-283D-E19A-F2650A19C116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9" name="Freeform 12998">
              <a:extLst>
                <a:ext uri="{FF2B5EF4-FFF2-40B4-BE49-F238E27FC236}">
                  <a16:creationId xmlns:a16="http://schemas.microsoft.com/office/drawing/2014/main" id="{7EAD6DC9-B65E-5D59-238F-3668CA8B7EAF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0" name="Freeform 12999">
              <a:extLst>
                <a:ext uri="{FF2B5EF4-FFF2-40B4-BE49-F238E27FC236}">
                  <a16:creationId xmlns:a16="http://schemas.microsoft.com/office/drawing/2014/main" id="{C8D6CCA1-B847-0884-F917-B06CDDF87766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1" name="Freeform 13000">
              <a:extLst>
                <a:ext uri="{FF2B5EF4-FFF2-40B4-BE49-F238E27FC236}">
                  <a16:creationId xmlns:a16="http://schemas.microsoft.com/office/drawing/2014/main" id="{07591FBC-6656-94B4-ADD9-9A027EDB02C5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2" name="Freeform 13001">
              <a:extLst>
                <a:ext uri="{FF2B5EF4-FFF2-40B4-BE49-F238E27FC236}">
                  <a16:creationId xmlns:a16="http://schemas.microsoft.com/office/drawing/2014/main" id="{90C26977-370F-D635-E5C7-8C968219D6CE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3" name="Freeform 13002">
              <a:extLst>
                <a:ext uri="{FF2B5EF4-FFF2-40B4-BE49-F238E27FC236}">
                  <a16:creationId xmlns:a16="http://schemas.microsoft.com/office/drawing/2014/main" id="{895C28A5-1B81-ACDC-4C83-B46A92A350BE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4" name="Freeform 13003">
              <a:extLst>
                <a:ext uri="{FF2B5EF4-FFF2-40B4-BE49-F238E27FC236}">
                  <a16:creationId xmlns:a16="http://schemas.microsoft.com/office/drawing/2014/main" id="{8C127B78-C838-319C-30DD-13285277A944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5" name="Freeform 13004">
              <a:extLst>
                <a:ext uri="{FF2B5EF4-FFF2-40B4-BE49-F238E27FC236}">
                  <a16:creationId xmlns:a16="http://schemas.microsoft.com/office/drawing/2014/main" id="{7E58713B-5FEA-B83C-9F4E-EFBFEBF181F1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6" name="Freeform 13005">
              <a:extLst>
                <a:ext uri="{FF2B5EF4-FFF2-40B4-BE49-F238E27FC236}">
                  <a16:creationId xmlns:a16="http://schemas.microsoft.com/office/drawing/2014/main" id="{2FE0FC24-FC12-78A1-D658-071C704F6BA0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7" name="Freeform 13006">
              <a:extLst>
                <a:ext uri="{FF2B5EF4-FFF2-40B4-BE49-F238E27FC236}">
                  <a16:creationId xmlns:a16="http://schemas.microsoft.com/office/drawing/2014/main" id="{C4DF467D-9E3C-6B5C-E7D6-16F1E2CDDC13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8" name="Freeform 13007">
              <a:extLst>
                <a:ext uri="{FF2B5EF4-FFF2-40B4-BE49-F238E27FC236}">
                  <a16:creationId xmlns:a16="http://schemas.microsoft.com/office/drawing/2014/main" id="{7B1B0D44-AE92-2149-D6E8-5D8FB50A81FD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9" name="Freeform 13008">
              <a:extLst>
                <a:ext uri="{FF2B5EF4-FFF2-40B4-BE49-F238E27FC236}">
                  <a16:creationId xmlns:a16="http://schemas.microsoft.com/office/drawing/2014/main" id="{E94640E2-7E04-CCD2-F880-ABEBD6ED68BD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0" name="Freeform 13009">
              <a:extLst>
                <a:ext uri="{FF2B5EF4-FFF2-40B4-BE49-F238E27FC236}">
                  <a16:creationId xmlns:a16="http://schemas.microsoft.com/office/drawing/2014/main" id="{ACAA5822-696F-D927-AE99-A2852E19A48C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1" name="Freeform 13010">
              <a:extLst>
                <a:ext uri="{FF2B5EF4-FFF2-40B4-BE49-F238E27FC236}">
                  <a16:creationId xmlns:a16="http://schemas.microsoft.com/office/drawing/2014/main" id="{B261D185-99EA-3B52-AEC0-C43D6723979B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2" name="Freeform 13011">
              <a:extLst>
                <a:ext uri="{FF2B5EF4-FFF2-40B4-BE49-F238E27FC236}">
                  <a16:creationId xmlns:a16="http://schemas.microsoft.com/office/drawing/2014/main" id="{CB9FC4D6-70AA-7970-2646-F7646F9F26AD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3" name="Freeform 13012">
              <a:extLst>
                <a:ext uri="{FF2B5EF4-FFF2-40B4-BE49-F238E27FC236}">
                  <a16:creationId xmlns:a16="http://schemas.microsoft.com/office/drawing/2014/main" id="{FA53D480-5DEB-AFFE-0608-E8A9C27AE67D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4" name="Freeform 13013">
              <a:extLst>
                <a:ext uri="{FF2B5EF4-FFF2-40B4-BE49-F238E27FC236}">
                  <a16:creationId xmlns:a16="http://schemas.microsoft.com/office/drawing/2014/main" id="{EA85472C-49F2-1586-256C-195034DE9E59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5" name="Freeform 13014">
              <a:extLst>
                <a:ext uri="{FF2B5EF4-FFF2-40B4-BE49-F238E27FC236}">
                  <a16:creationId xmlns:a16="http://schemas.microsoft.com/office/drawing/2014/main" id="{BE5DC365-034E-44E0-C1CB-D83964C627A2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6" name="Freeform 13015">
              <a:extLst>
                <a:ext uri="{FF2B5EF4-FFF2-40B4-BE49-F238E27FC236}">
                  <a16:creationId xmlns:a16="http://schemas.microsoft.com/office/drawing/2014/main" id="{90B262AA-7DFC-AA53-C607-22060C1A135F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7" name="Freeform 13016">
              <a:extLst>
                <a:ext uri="{FF2B5EF4-FFF2-40B4-BE49-F238E27FC236}">
                  <a16:creationId xmlns:a16="http://schemas.microsoft.com/office/drawing/2014/main" id="{44CB2250-9600-C260-DB1B-1DBC51222EEB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8" name="Freeform 13017">
              <a:extLst>
                <a:ext uri="{FF2B5EF4-FFF2-40B4-BE49-F238E27FC236}">
                  <a16:creationId xmlns:a16="http://schemas.microsoft.com/office/drawing/2014/main" id="{595A0FA8-90FF-7890-8C6E-3D15603B4B93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9" name="Freeform 13018">
              <a:extLst>
                <a:ext uri="{FF2B5EF4-FFF2-40B4-BE49-F238E27FC236}">
                  <a16:creationId xmlns:a16="http://schemas.microsoft.com/office/drawing/2014/main" id="{7ECAC9BD-88F6-475B-6ED6-A0E66DA5F23E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0" name="Freeform 13019">
              <a:extLst>
                <a:ext uri="{FF2B5EF4-FFF2-40B4-BE49-F238E27FC236}">
                  <a16:creationId xmlns:a16="http://schemas.microsoft.com/office/drawing/2014/main" id="{6F1FBFFF-EFA0-728A-BE77-37E101C074EE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1" name="Freeform 13020">
              <a:extLst>
                <a:ext uri="{FF2B5EF4-FFF2-40B4-BE49-F238E27FC236}">
                  <a16:creationId xmlns:a16="http://schemas.microsoft.com/office/drawing/2014/main" id="{FD0211E9-A049-4B1A-E5BD-6A2248D3ACD5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2" name="Freeform 13021">
              <a:extLst>
                <a:ext uri="{FF2B5EF4-FFF2-40B4-BE49-F238E27FC236}">
                  <a16:creationId xmlns:a16="http://schemas.microsoft.com/office/drawing/2014/main" id="{FFC6ABAD-EF2E-850A-14E4-AE8D5E9D36BD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3" name="Freeform 13022">
              <a:extLst>
                <a:ext uri="{FF2B5EF4-FFF2-40B4-BE49-F238E27FC236}">
                  <a16:creationId xmlns:a16="http://schemas.microsoft.com/office/drawing/2014/main" id="{BF288B0D-492A-73D4-69DA-405FEF43B477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4" name="Freeform 13023">
              <a:extLst>
                <a:ext uri="{FF2B5EF4-FFF2-40B4-BE49-F238E27FC236}">
                  <a16:creationId xmlns:a16="http://schemas.microsoft.com/office/drawing/2014/main" id="{F4E01011-B984-C36F-1529-5546061F290D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5" name="Freeform 13024">
              <a:extLst>
                <a:ext uri="{FF2B5EF4-FFF2-40B4-BE49-F238E27FC236}">
                  <a16:creationId xmlns:a16="http://schemas.microsoft.com/office/drawing/2014/main" id="{770224B9-FA8C-27E2-7889-CADDE71348DE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6" name="Freeform 13025">
              <a:extLst>
                <a:ext uri="{FF2B5EF4-FFF2-40B4-BE49-F238E27FC236}">
                  <a16:creationId xmlns:a16="http://schemas.microsoft.com/office/drawing/2014/main" id="{5FC42BB2-FC82-3165-11FD-8803E6103434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7" name="Freeform 13026">
              <a:extLst>
                <a:ext uri="{FF2B5EF4-FFF2-40B4-BE49-F238E27FC236}">
                  <a16:creationId xmlns:a16="http://schemas.microsoft.com/office/drawing/2014/main" id="{7D616C92-D2D9-C89E-99A3-A7EFB8511878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8" name="Freeform 13027">
              <a:extLst>
                <a:ext uri="{FF2B5EF4-FFF2-40B4-BE49-F238E27FC236}">
                  <a16:creationId xmlns:a16="http://schemas.microsoft.com/office/drawing/2014/main" id="{C6806DEE-4CC7-D8DD-278A-59D459B57BF2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9" name="Freeform 13028">
              <a:extLst>
                <a:ext uri="{FF2B5EF4-FFF2-40B4-BE49-F238E27FC236}">
                  <a16:creationId xmlns:a16="http://schemas.microsoft.com/office/drawing/2014/main" id="{7525521A-FE78-EB21-CD12-080CE15B5C69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0" name="Freeform 13029">
              <a:extLst>
                <a:ext uri="{FF2B5EF4-FFF2-40B4-BE49-F238E27FC236}">
                  <a16:creationId xmlns:a16="http://schemas.microsoft.com/office/drawing/2014/main" id="{8624C16E-FBC1-49BE-97E9-96D850301098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1" name="Freeform 13030">
              <a:extLst>
                <a:ext uri="{FF2B5EF4-FFF2-40B4-BE49-F238E27FC236}">
                  <a16:creationId xmlns:a16="http://schemas.microsoft.com/office/drawing/2014/main" id="{96A005B9-C30E-45E9-CC11-63A4CFED773D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2" name="Freeform 13031">
              <a:extLst>
                <a:ext uri="{FF2B5EF4-FFF2-40B4-BE49-F238E27FC236}">
                  <a16:creationId xmlns:a16="http://schemas.microsoft.com/office/drawing/2014/main" id="{0824C7DA-DB6D-57C6-8733-912451E20A96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3" name="Freeform 13032">
              <a:extLst>
                <a:ext uri="{FF2B5EF4-FFF2-40B4-BE49-F238E27FC236}">
                  <a16:creationId xmlns:a16="http://schemas.microsoft.com/office/drawing/2014/main" id="{CA1E415E-DAB8-CF11-4CD1-24F916D3DD14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4" name="Freeform 13033">
              <a:extLst>
                <a:ext uri="{FF2B5EF4-FFF2-40B4-BE49-F238E27FC236}">
                  <a16:creationId xmlns:a16="http://schemas.microsoft.com/office/drawing/2014/main" id="{B12062D9-004C-B791-93A8-AE5853F73561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5" name="Freeform 13034">
              <a:extLst>
                <a:ext uri="{FF2B5EF4-FFF2-40B4-BE49-F238E27FC236}">
                  <a16:creationId xmlns:a16="http://schemas.microsoft.com/office/drawing/2014/main" id="{C72D2ED9-81A0-9309-C9C1-A92D5C42FC93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6" name="Freeform 13035">
              <a:extLst>
                <a:ext uri="{FF2B5EF4-FFF2-40B4-BE49-F238E27FC236}">
                  <a16:creationId xmlns:a16="http://schemas.microsoft.com/office/drawing/2014/main" id="{2CBBA0FE-8C23-841D-DE01-5CBF062FA41C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7" name="Freeform 13036">
              <a:extLst>
                <a:ext uri="{FF2B5EF4-FFF2-40B4-BE49-F238E27FC236}">
                  <a16:creationId xmlns:a16="http://schemas.microsoft.com/office/drawing/2014/main" id="{7AF736E0-8B1B-09BF-DBEA-4B56A8B9D196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8" name="Freeform 13037">
              <a:extLst>
                <a:ext uri="{FF2B5EF4-FFF2-40B4-BE49-F238E27FC236}">
                  <a16:creationId xmlns:a16="http://schemas.microsoft.com/office/drawing/2014/main" id="{6078401E-3105-7AFD-8518-87DEC6791268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9" name="Freeform 13038">
              <a:extLst>
                <a:ext uri="{FF2B5EF4-FFF2-40B4-BE49-F238E27FC236}">
                  <a16:creationId xmlns:a16="http://schemas.microsoft.com/office/drawing/2014/main" id="{CFCBAF63-A692-7B2F-5806-3B486B6F1E08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0" name="Freeform 13039">
              <a:extLst>
                <a:ext uri="{FF2B5EF4-FFF2-40B4-BE49-F238E27FC236}">
                  <a16:creationId xmlns:a16="http://schemas.microsoft.com/office/drawing/2014/main" id="{0C714EE4-A9FF-41B1-0424-4B6546620C64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1" name="Freeform 13040">
              <a:extLst>
                <a:ext uri="{FF2B5EF4-FFF2-40B4-BE49-F238E27FC236}">
                  <a16:creationId xmlns:a16="http://schemas.microsoft.com/office/drawing/2014/main" id="{2A3246EF-5D7E-4E47-BA3A-0AA2E2F72250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2" name="Freeform 13041">
              <a:extLst>
                <a:ext uri="{FF2B5EF4-FFF2-40B4-BE49-F238E27FC236}">
                  <a16:creationId xmlns:a16="http://schemas.microsoft.com/office/drawing/2014/main" id="{8FE3A461-EF80-0EBB-5ECA-93FFC32EFF86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3" name="Freeform 13042">
              <a:extLst>
                <a:ext uri="{FF2B5EF4-FFF2-40B4-BE49-F238E27FC236}">
                  <a16:creationId xmlns:a16="http://schemas.microsoft.com/office/drawing/2014/main" id="{69F2B0FA-F212-C8A5-9648-DF5C1BC11292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4" name="Freeform 13043">
              <a:extLst>
                <a:ext uri="{FF2B5EF4-FFF2-40B4-BE49-F238E27FC236}">
                  <a16:creationId xmlns:a16="http://schemas.microsoft.com/office/drawing/2014/main" id="{5538312D-5F96-DEAD-4354-CB11C0177DB3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5" name="Freeform 13044">
              <a:extLst>
                <a:ext uri="{FF2B5EF4-FFF2-40B4-BE49-F238E27FC236}">
                  <a16:creationId xmlns:a16="http://schemas.microsoft.com/office/drawing/2014/main" id="{B9D181AC-1D38-EC34-DD65-2CD3BF6D5C97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6" name="Freeform 13045">
              <a:extLst>
                <a:ext uri="{FF2B5EF4-FFF2-40B4-BE49-F238E27FC236}">
                  <a16:creationId xmlns:a16="http://schemas.microsoft.com/office/drawing/2014/main" id="{AEC16028-A5DB-EF04-F0D7-BC7F9CF2BA69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7" name="Freeform 13046">
              <a:extLst>
                <a:ext uri="{FF2B5EF4-FFF2-40B4-BE49-F238E27FC236}">
                  <a16:creationId xmlns:a16="http://schemas.microsoft.com/office/drawing/2014/main" id="{1F232733-259E-BA2E-702D-1CA2F33729E7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8" name="Freeform 13047">
              <a:extLst>
                <a:ext uri="{FF2B5EF4-FFF2-40B4-BE49-F238E27FC236}">
                  <a16:creationId xmlns:a16="http://schemas.microsoft.com/office/drawing/2014/main" id="{DCF18620-5F8F-68B1-8C98-2F4A2AE2948E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9" name="Freeform 13048">
              <a:extLst>
                <a:ext uri="{FF2B5EF4-FFF2-40B4-BE49-F238E27FC236}">
                  <a16:creationId xmlns:a16="http://schemas.microsoft.com/office/drawing/2014/main" id="{AEEA338A-AFC8-4E19-8E17-F45017DFD274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0" name="Freeform 13049">
              <a:extLst>
                <a:ext uri="{FF2B5EF4-FFF2-40B4-BE49-F238E27FC236}">
                  <a16:creationId xmlns:a16="http://schemas.microsoft.com/office/drawing/2014/main" id="{CA7BF1FD-BE84-1579-3D15-58AD5897994A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1" name="Freeform 13050">
              <a:extLst>
                <a:ext uri="{FF2B5EF4-FFF2-40B4-BE49-F238E27FC236}">
                  <a16:creationId xmlns:a16="http://schemas.microsoft.com/office/drawing/2014/main" id="{53D75A7C-215B-7A61-84EE-581AE38F6479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2" name="Freeform 13051">
              <a:extLst>
                <a:ext uri="{FF2B5EF4-FFF2-40B4-BE49-F238E27FC236}">
                  <a16:creationId xmlns:a16="http://schemas.microsoft.com/office/drawing/2014/main" id="{C382FEC3-9CD0-E1BA-D9AA-FB748CD7F845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3" name="Freeform 13052">
              <a:extLst>
                <a:ext uri="{FF2B5EF4-FFF2-40B4-BE49-F238E27FC236}">
                  <a16:creationId xmlns:a16="http://schemas.microsoft.com/office/drawing/2014/main" id="{59286AB7-25EE-EE93-9014-BE7826C67A23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4" name="Freeform 13053">
              <a:extLst>
                <a:ext uri="{FF2B5EF4-FFF2-40B4-BE49-F238E27FC236}">
                  <a16:creationId xmlns:a16="http://schemas.microsoft.com/office/drawing/2014/main" id="{7BC62FEF-E5AF-4E70-D78C-08D773CC6ADE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5" name="Freeform 13054">
              <a:extLst>
                <a:ext uri="{FF2B5EF4-FFF2-40B4-BE49-F238E27FC236}">
                  <a16:creationId xmlns:a16="http://schemas.microsoft.com/office/drawing/2014/main" id="{2D1C25D0-5AAA-7AC8-C383-813F49D9EC49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6" name="Freeform 13055">
              <a:extLst>
                <a:ext uri="{FF2B5EF4-FFF2-40B4-BE49-F238E27FC236}">
                  <a16:creationId xmlns:a16="http://schemas.microsoft.com/office/drawing/2014/main" id="{382CD799-31A3-80E2-95B0-4E018BB77A7C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7" name="Freeform 13056">
              <a:extLst>
                <a:ext uri="{FF2B5EF4-FFF2-40B4-BE49-F238E27FC236}">
                  <a16:creationId xmlns:a16="http://schemas.microsoft.com/office/drawing/2014/main" id="{325F6884-C29B-EEB1-5FC9-E1C2DC259123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8" name="Freeform 13057">
              <a:extLst>
                <a:ext uri="{FF2B5EF4-FFF2-40B4-BE49-F238E27FC236}">
                  <a16:creationId xmlns:a16="http://schemas.microsoft.com/office/drawing/2014/main" id="{C6A10009-2600-AB37-CA6A-7BC4BAF1E779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9" name="Freeform 13058">
              <a:extLst>
                <a:ext uri="{FF2B5EF4-FFF2-40B4-BE49-F238E27FC236}">
                  <a16:creationId xmlns:a16="http://schemas.microsoft.com/office/drawing/2014/main" id="{A2EA2A76-89C7-11AE-CEE0-C3F76EBC19EA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0" name="Freeform 13059">
              <a:extLst>
                <a:ext uri="{FF2B5EF4-FFF2-40B4-BE49-F238E27FC236}">
                  <a16:creationId xmlns:a16="http://schemas.microsoft.com/office/drawing/2014/main" id="{5E04D8B9-2F20-AF2B-F54B-A214FC0E754B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1" name="Freeform 13060">
              <a:extLst>
                <a:ext uri="{FF2B5EF4-FFF2-40B4-BE49-F238E27FC236}">
                  <a16:creationId xmlns:a16="http://schemas.microsoft.com/office/drawing/2014/main" id="{6CE965F2-2E5C-C88F-2535-EC6254D4E057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2" name="Freeform 13061">
              <a:extLst>
                <a:ext uri="{FF2B5EF4-FFF2-40B4-BE49-F238E27FC236}">
                  <a16:creationId xmlns:a16="http://schemas.microsoft.com/office/drawing/2014/main" id="{A4A752C1-986B-3B69-10C0-D123769EDB12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3" name="Freeform 13062">
              <a:extLst>
                <a:ext uri="{FF2B5EF4-FFF2-40B4-BE49-F238E27FC236}">
                  <a16:creationId xmlns:a16="http://schemas.microsoft.com/office/drawing/2014/main" id="{6A6541A4-284A-D9C1-4EF0-94371692008F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4" name="Freeform 13063">
              <a:extLst>
                <a:ext uri="{FF2B5EF4-FFF2-40B4-BE49-F238E27FC236}">
                  <a16:creationId xmlns:a16="http://schemas.microsoft.com/office/drawing/2014/main" id="{462747E6-64AE-B391-A134-193BF1B7485F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5" name="Freeform 13064">
              <a:extLst>
                <a:ext uri="{FF2B5EF4-FFF2-40B4-BE49-F238E27FC236}">
                  <a16:creationId xmlns:a16="http://schemas.microsoft.com/office/drawing/2014/main" id="{AE471376-27C9-1BD4-31E0-86E94D5CF2A5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6" name="Freeform 13065">
              <a:extLst>
                <a:ext uri="{FF2B5EF4-FFF2-40B4-BE49-F238E27FC236}">
                  <a16:creationId xmlns:a16="http://schemas.microsoft.com/office/drawing/2014/main" id="{0106A9D0-0650-0FD3-55EE-64836D72AF58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7" name="Freeform 13066">
              <a:extLst>
                <a:ext uri="{FF2B5EF4-FFF2-40B4-BE49-F238E27FC236}">
                  <a16:creationId xmlns:a16="http://schemas.microsoft.com/office/drawing/2014/main" id="{22F23E0A-B28F-9CA6-FA41-C33E436A95F4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8" name="Freeform 13067">
              <a:extLst>
                <a:ext uri="{FF2B5EF4-FFF2-40B4-BE49-F238E27FC236}">
                  <a16:creationId xmlns:a16="http://schemas.microsoft.com/office/drawing/2014/main" id="{541E7E58-AE7F-3688-5370-2BAEE5F0B79F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9" name="Freeform 13068">
              <a:extLst>
                <a:ext uri="{FF2B5EF4-FFF2-40B4-BE49-F238E27FC236}">
                  <a16:creationId xmlns:a16="http://schemas.microsoft.com/office/drawing/2014/main" id="{2E1FFE40-CD8F-6A5D-7059-4EBDE4D2C3C4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0" name="Freeform 13069">
              <a:extLst>
                <a:ext uri="{FF2B5EF4-FFF2-40B4-BE49-F238E27FC236}">
                  <a16:creationId xmlns:a16="http://schemas.microsoft.com/office/drawing/2014/main" id="{809CAC47-2A3C-92D9-D3C6-8D0038393ECC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1" name="Freeform 13070">
              <a:extLst>
                <a:ext uri="{FF2B5EF4-FFF2-40B4-BE49-F238E27FC236}">
                  <a16:creationId xmlns:a16="http://schemas.microsoft.com/office/drawing/2014/main" id="{785C9FD1-4ECC-18F3-13CD-46D746F72002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2" name="Freeform 13071">
              <a:extLst>
                <a:ext uri="{FF2B5EF4-FFF2-40B4-BE49-F238E27FC236}">
                  <a16:creationId xmlns:a16="http://schemas.microsoft.com/office/drawing/2014/main" id="{CA4F3526-3ACD-6391-8108-15BA0F4F5300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3" name="Freeform 13072">
              <a:extLst>
                <a:ext uri="{FF2B5EF4-FFF2-40B4-BE49-F238E27FC236}">
                  <a16:creationId xmlns:a16="http://schemas.microsoft.com/office/drawing/2014/main" id="{E29985E0-6644-74F0-3574-D53C677DDEED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4" name="Freeform 13073">
              <a:extLst>
                <a:ext uri="{FF2B5EF4-FFF2-40B4-BE49-F238E27FC236}">
                  <a16:creationId xmlns:a16="http://schemas.microsoft.com/office/drawing/2014/main" id="{D94EE26B-84B1-47AE-65D6-5E8348F6413E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5" name="Freeform 13074">
              <a:extLst>
                <a:ext uri="{FF2B5EF4-FFF2-40B4-BE49-F238E27FC236}">
                  <a16:creationId xmlns:a16="http://schemas.microsoft.com/office/drawing/2014/main" id="{53A65503-3E34-F20F-E7BE-2E6E83983A13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6" name="Freeform 13075">
              <a:extLst>
                <a:ext uri="{FF2B5EF4-FFF2-40B4-BE49-F238E27FC236}">
                  <a16:creationId xmlns:a16="http://schemas.microsoft.com/office/drawing/2014/main" id="{05EDFB59-DB8C-7A0A-C023-83CA52DC3587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7" name="Freeform 13076">
              <a:extLst>
                <a:ext uri="{FF2B5EF4-FFF2-40B4-BE49-F238E27FC236}">
                  <a16:creationId xmlns:a16="http://schemas.microsoft.com/office/drawing/2014/main" id="{9BB1EDF8-CD7A-68B6-0B0A-A3EB42AADD96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8" name="Freeform 13077">
              <a:extLst>
                <a:ext uri="{FF2B5EF4-FFF2-40B4-BE49-F238E27FC236}">
                  <a16:creationId xmlns:a16="http://schemas.microsoft.com/office/drawing/2014/main" id="{0F4235FF-0851-6555-CCA7-06A775F92200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9" name="Freeform 13078">
              <a:extLst>
                <a:ext uri="{FF2B5EF4-FFF2-40B4-BE49-F238E27FC236}">
                  <a16:creationId xmlns:a16="http://schemas.microsoft.com/office/drawing/2014/main" id="{6C1716A4-6ECA-FD57-5356-98C24CAE5CA4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0" name="Freeform 13079">
              <a:extLst>
                <a:ext uri="{FF2B5EF4-FFF2-40B4-BE49-F238E27FC236}">
                  <a16:creationId xmlns:a16="http://schemas.microsoft.com/office/drawing/2014/main" id="{AD2E75F1-539D-1939-97FF-F5D27DBC2D6E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1" name="Freeform 13080">
              <a:extLst>
                <a:ext uri="{FF2B5EF4-FFF2-40B4-BE49-F238E27FC236}">
                  <a16:creationId xmlns:a16="http://schemas.microsoft.com/office/drawing/2014/main" id="{F635A259-2204-C1A6-712D-EC24A58ADFB4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2" name="Freeform 13081">
              <a:extLst>
                <a:ext uri="{FF2B5EF4-FFF2-40B4-BE49-F238E27FC236}">
                  <a16:creationId xmlns:a16="http://schemas.microsoft.com/office/drawing/2014/main" id="{05C0C02A-552D-BB34-06C2-C0FB7A3F1363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3" name="Freeform 13082">
              <a:extLst>
                <a:ext uri="{FF2B5EF4-FFF2-40B4-BE49-F238E27FC236}">
                  <a16:creationId xmlns:a16="http://schemas.microsoft.com/office/drawing/2014/main" id="{42AD8339-B6C1-A0FD-9902-460C73A67C96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4" name="Freeform 13083">
              <a:extLst>
                <a:ext uri="{FF2B5EF4-FFF2-40B4-BE49-F238E27FC236}">
                  <a16:creationId xmlns:a16="http://schemas.microsoft.com/office/drawing/2014/main" id="{6123DBEF-D638-57D3-75BE-C1EBDB9A4B6F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5" name="Freeform 13084">
              <a:extLst>
                <a:ext uri="{FF2B5EF4-FFF2-40B4-BE49-F238E27FC236}">
                  <a16:creationId xmlns:a16="http://schemas.microsoft.com/office/drawing/2014/main" id="{C1A2F5F9-2901-690A-0C82-AF8D683844DE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6" name="Freeform 13085">
              <a:extLst>
                <a:ext uri="{FF2B5EF4-FFF2-40B4-BE49-F238E27FC236}">
                  <a16:creationId xmlns:a16="http://schemas.microsoft.com/office/drawing/2014/main" id="{A74D980C-4365-97D9-BC48-F9E29ABABEEB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7" name="Freeform 13086">
              <a:extLst>
                <a:ext uri="{FF2B5EF4-FFF2-40B4-BE49-F238E27FC236}">
                  <a16:creationId xmlns:a16="http://schemas.microsoft.com/office/drawing/2014/main" id="{E916A90D-F77A-EF71-6478-602D421D3F56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8" name="Freeform 13087">
              <a:extLst>
                <a:ext uri="{FF2B5EF4-FFF2-40B4-BE49-F238E27FC236}">
                  <a16:creationId xmlns:a16="http://schemas.microsoft.com/office/drawing/2014/main" id="{BF091EFC-E991-8896-AA04-6D909CC55CE8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9" name="Freeform 13088">
              <a:extLst>
                <a:ext uri="{FF2B5EF4-FFF2-40B4-BE49-F238E27FC236}">
                  <a16:creationId xmlns:a16="http://schemas.microsoft.com/office/drawing/2014/main" id="{EA636FE5-DAEE-2373-4C3E-ACC3BAB69E47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0" name="Freeform 13089">
              <a:extLst>
                <a:ext uri="{FF2B5EF4-FFF2-40B4-BE49-F238E27FC236}">
                  <a16:creationId xmlns:a16="http://schemas.microsoft.com/office/drawing/2014/main" id="{6F2C5382-6704-24ED-45E6-D3F8685655AE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1" name="Freeform 13090">
              <a:extLst>
                <a:ext uri="{FF2B5EF4-FFF2-40B4-BE49-F238E27FC236}">
                  <a16:creationId xmlns:a16="http://schemas.microsoft.com/office/drawing/2014/main" id="{545739CC-8F0B-A804-B0CE-22DEA5B8FF85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2" name="Freeform 13091">
              <a:extLst>
                <a:ext uri="{FF2B5EF4-FFF2-40B4-BE49-F238E27FC236}">
                  <a16:creationId xmlns:a16="http://schemas.microsoft.com/office/drawing/2014/main" id="{B1DECAF6-7D3A-C3E9-E9C3-8251C67B0B4C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3" name="Freeform 13092">
              <a:extLst>
                <a:ext uri="{FF2B5EF4-FFF2-40B4-BE49-F238E27FC236}">
                  <a16:creationId xmlns:a16="http://schemas.microsoft.com/office/drawing/2014/main" id="{D91D159C-CBF2-A497-8A0E-D9534BE48695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4" name="Freeform 13093">
              <a:extLst>
                <a:ext uri="{FF2B5EF4-FFF2-40B4-BE49-F238E27FC236}">
                  <a16:creationId xmlns:a16="http://schemas.microsoft.com/office/drawing/2014/main" id="{E2AC0F70-35E0-FE67-7A61-2E8622690A6E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5" name="Freeform 13094">
              <a:extLst>
                <a:ext uri="{FF2B5EF4-FFF2-40B4-BE49-F238E27FC236}">
                  <a16:creationId xmlns:a16="http://schemas.microsoft.com/office/drawing/2014/main" id="{6B0EE659-3DB8-631E-1F56-3ABEDB456546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6" name="Freeform 13095">
              <a:extLst>
                <a:ext uri="{FF2B5EF4-FFF2-40B4-BE49-F238E27FC236}">
                  <a16:creationId xmlns:a16="http://schemas.microsoft.com/office/drawing/2014/main" id="{E9E6399B-85B7-244F-08C9-CB5238AC5CB5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7" name="Freeform 13096">
              <a:extLst>
                <a:ext uri="{FF2B5EF4-FFF2-40B4-BE49-F238E27FC236}">
                  <a16:creationId xmlns:a16="http://schemas.microsoft.com/office/drawing/2014/main" id="{16F683F9-7D59-CEDE-C3A7-AA2014D8D99C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8" name="Freeform 13097">
              <a:extLst>
                <a:ext uri="{FF2B5EF4-FFF2-40B4-BE49-F238E27FC236}">
                  <a16:creationId xmlns:a16="http://schemas.microsoft.com/office/drawing/2014/main" id="{FE454795-7686-F3C3-A0AA-5EF5C8E9D756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9" name="Freeform 13098">
              <a:extLst>
                <a:ext uri="{FF2B5EF4-FFF2-40B4-BE49-F238E27FC236}">
                  <a16:creationId xmlns:a16="http://schemas.microsoft.com/office/drawing/2014/main" id="{16B808B0-F163-FD07-BC0C-2A9E57AEF0C1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0" name="Freeform 13099">
              <a:extLst>
                <a:ext uri="{FF2B5EF4-FFF2-40B4-BE49-F238E27FC236}">
                  <a16:creationId xmlns:a16="http://schemas.microsoft.com/office/drawing/2014/main" id="{1C3FB7EF-46DE-29AF-BDAA-77617114C074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1" name="Freeform 13100">
              <a:extLst>
                <a:ext uri="{FF2B5EF4-FFF2-40B4-BE49-F238E27FC236}">
                  <a16:creationId xmlns:a16="http://schemas.microsoft.com/office/drawing/2014/main" id="{005210A5-A53B-8FB1-6C90-4CDAD5B0FAD6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2" name="Freeform 13101">
              <a:extLst>
                <a:ext uri="{FF2B5EF4-FFF2-40B4-BE49-F238E27FC236}">
                  <a16:creationId xmlns:a16="http://schemas.microsoft.com/office/drawing/2014/main" id="{46D6475C-519E-0823-A7D5-2D8BE1F8E09F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3" name="Freeform 13102">
              <a:extLst>
                <a:ext uri="{FF2B5EF4-FFF2-40B4-BE49-F238E27FC236}">
                  <a16:creationId xmlns:a16="http://schemas.microsoft.com/office/drawing/2014/main" id="{18E68666-8C29-B548-577B-AAB57DA91F1D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4" name="Freeform 13103">
              <a:extLst>
                <a:ext uri="{FF2B5EF4-FFF2-40B4-BE49-F238E27FC236}">
                  <a16:creationId xmlns:a16="http://schemas.microsoft.com/office/drawing/2014/main" id="{68707582-B051-CD23-F9A1-6EAFDF0A85E5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5" name="Freeform 13104">
              <a:extLst>
                <a:ext uri="{FF2B5EF4-FFF2-40B4-BE49-F238E27FC236}">
                  <a16:creationId xmlns:a16="http://schemas.microsoft.com/office/drawing/2014/main" id="{B4CBF35D-CED5-3296-3FA0-6412D69543B0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6" name="Freeform 13105">
              <a:extLst>
                <a:ext uri="{FF2B5EF4-FFF2-40B4-BE49-F238E27FC236}">
                  <a16:creationId xmlns:a16="http://schemas.microsoft.com/office/drawing/2014/main" id="{DF3E3B7D-1A05-AF6C-14F3-84A51D70D478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7" name="Freeform 13106">
              <a:extLst>
                <a:ext uri="{FF2B5EF4-FFF2-40B4-BE49-F238E27FC236}">
                  <a16:creationId xmlns:a16="http://schemas.microsoft.com/office/drawing/2014/main" id="{6FACA52B-C7AB-F492-6618-271D6110C206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8" name="Freeform 13107">
              <a:extLst>
                <a:ext uri="{FF2B5EF4-FFF2-40B4-BE49-F238E27FC236}">
                  <a16:creationId xmlns:a16="http://schemas.microsoft.com/office/drawing/2014/main" id="{438623BE-E1B8-3EF7-A82E-35096C0776DA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9" name="Freeform 13108">
              <a:extLst>
                <a:ext uri="{FF2B5EF4-FFF2-40B4-BE49-F238E27FC236}">
                  <a16:creationId xmlns:a16="http://schemas.microsoft.com/office/drawing/2014/main" id="{82A87A13-38E2-5A33-E3B3-F51EDCCE4AFF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0" name="Freeform 13109">
              <a:extLst>
                <a:ext uri="{FF2B5EF4-FFF2-40B4-BE49-F238E27FC236}">
                  <a16:creationId xmlns:a16="http://schemas.microsoft.com/office/drawing/2014/main" id="{9AE27DF3-0C48-57A9-D193-958CE5AF890F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1" name="Freeform 13110">
              <a:extLst>
                <a:ext uri="{FF2B5EF4-FFF2-40B4-BE49-F238E27FC236}">
                  <a16:creationId xmlns:a16="http://schemas.microsoft.com/office/drawing/2014/main" id="{0E1E1565-E7F1-D680-BE73-40BAC857006B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2" name="Freeform 13111">
              <a:extLst>
                <a:ext uri="{FF2B5EF4-FFF2-40B4-BE49-F238E27FC236}">
                  <a16:creationId xmlns:a16="http://schemas.microsoft.com/office/drawing/2014/main" id="{1A262D1E-2C6F-4285-BB4C-C4CB32608FDC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3" name="Freeform 13112">
              <a:extLst>
                <a:ext uri="{FF2B5EF4-FFF2-40B4-BE49-F238E27FC236}">
                  <a16:creationId xmlns:a16="http://schemas.microsoft.com/office/drawing/2014/main" id="{A7C8E24A-A073-9D1E-E6AE-601BACDC1770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4" name="Freeform 13113">
              <a:extLst>
                <a:ext uri="{FF2B5EF4-FFF2-40B4-BE49-F238E27FC236}">
                  <a16:creationId xmlns:a16="http://schemas.microsoft.com/office/drawing/2014/main" id="{35957D2F-B4FC-C3C0-978E-3EE8B1F52BA0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5" name="Freeform 13114">
              <a:extLst>
                <a:ext uri="{FF2B5EF4-FFF2-40B4-BE49-F238E27FC236}">
                  <a16:creationId xmlns:a16="http://schemas.microsoft.com/office/drawing/2014/main" id="{B5E050F6-2198-D648-1A29-83748B9A6F84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6" name="Freeform 13115">
              <a:extLst>
                <a:ext uri="{FF2B5EF4-FFF2-40B4-BE49-F238E27FC236}">
                  <a16:creationId xmlns:a16="http://schemas.microsoft.com/office/drawing/2014/main" id="{3A96619B-BD7F-502D-472D-5758F46B1A34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7" name="Freeform 13116">
              <a:extLst>
                <a:ext uri="{FF2B5EF4-FFF2-40B4-BE49-F238E27FC236}">
                  <a16:creationId xmlns:a16="http://schemas.microsoft.com/office/drawing/2014/main" id="{6F51544B-356D-A78F-9066-456D99C13454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8" name="Freeform 13117">
              <a:extLst>
                <a:ext uri="{FF2B5EF4-FFF2-40B4-BE49-F238E27FC236}">
                  <a16:creationId xmlns:a16="http://schemas.microsoft.com/office/drawing/2014/main" id="{62D9E202-5A4E-4C83-2C8C-236AE12E4BBF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9" name="Freeform 13118">
              <a:extLst>
                <a:ext uri="{FF2B5EF4-FFF2-40B4-BE49-F238E27FC236}">
                  <a16:creationId xmlns:a16="http://schemas.microsoft.com/office/drawing/2014/main" id="{ABA4A2F1-6CE5-B087-2B42-D971351DB919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0" name="Freeform 13119">
              <a:extLst>
                <a:ext uri="{FF2B5EF4-FFF2-40B4-BE49-F238E27FC236}">
                  <a16:creationId xmlns:a16="http://schemas.microsoft.com/office/drawing/2014/main" id="{04F4D948-DADA-E6A5-090C-3C004A06E60D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1" name="Freeform 13120">
              <a:extLst>
                <a:ext uri="{FF2B5EF4-FFF2-40B4-BE49-F238E27FC236}">
                  <a16:creationId xmlns:a16="http://schemas.microsoft.com/office/drawing/2014/main" id="{3A09B1EF-86E7-1B6D-8013-B52D51B1A5C1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2" name="Freeform 13121">
              <a:extLst>
                <a:ext uri="{FF2B5EF4-FFF2-40B4-BE49-F238E27FC236}">
                  <a16:creationId xmlns:a16="http://schemas.microsoft.com/office/drawing/2014/main" id="{DFD80611-025E-34B0-CFC1-4457B3BCE89A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3" name="Freeform 13122">
              <a:extLst>
                <a:ext uri="{FF2B5EF4-FFF2-40B4-BE49-F238E27FC236}">
                  <a16:creationId xmlns:a16="http://schemas.microsoft.com/office/drawing/2014/main" id="{AE929AA6-C26E-9084-DFD9-A7B78F82B6A6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4" name="Freeform 13123">
              <a:extLst>
                <a:ext uri="{FF2B5EF4-FFF2-40B4-BE49-F238E27FC236}">
                  <a16:creationId xmlns:a16="http://schemas.microsoft.com/office/drawing/2014/main" id="{64BA72F4-F139-E36D-CD41-CF26E25CCB2F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5" name="Freeform 13124">
              <a:extLst>
                <a:ext uri="{FF2B5EF4-FFF2-40B4-BE49-F238E27FC236}">
                  <a16:creationId xmlns:a16="http://schemas.microsoft.com/office/drawing/2014/main" id="{9F46078D-3BA0-6C64-24C9-D1678474376E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6" name="Freeform 13125">
              <a:extLst>
                <a:ext uri="{FF2B5EF4-FFF2-40B4-BE49-F238E27FC236}">
                  <a16:creationId xmlns:a16="http://schemas.microsoft.com/office/drawing/2014/main" id="{5216DBD1-6FB7-5DB6-44E9-05DF012B5FF2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7" name="Freeform 13126">
              <a:extLst>
                <a:ext uri="{FF2B5EF4-FFF2-40B4-BE49-F238E27FC236}">
                  <a16:creationId xmlns:a16="http://schemas.microsoft.com/office/drawing/2014/main" id="{ADA670FC-FBB2-49D7-642A-095933DA9746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8" name="Freeform 13127">
              <a:extLst>
                <a:ext uri="{FF2B5EF4-FFF2-40B4-BE49-F238E27FC236}">
                  <a16:creationId xmlns:a16="http://schemas.microsoft.com/office/drawing/2014/main" id="{98615B47-C434-15EE-8023-EB9CD765314B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9" name="Freeform 13128">
              <a:extLst>
                <a:ext uri="{FF2B5EF4-FFF2-40B4-BE49-F238E27FC236}">
                  <a16:creationId xmlns:a16="http://schemas.microsoft.com/office/drawing/2014/main" id="{12489697-3556-989F-997F-D94239E02FEF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0" name="Freeform 13129">
              <a:extLst>
                <a:ext uri="{FF2B5EF4-FFF2-40B4-BE49-F238E27FC236}">
                  <a16:creationId xmlns:a16="http://schemas.microsoft.com/office/drawing/2014/main" id="{4BD3C055-7D05-BC2E-F37F-CF6E2D8DD264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1" name="Freeform 13130">
              <a:extLst>
                <a:ext uri="{FF2B5EF4-FFF2-40B4-BE49-F238E27FC236}">
                  <a16:creationId xmlns:a16="http://schemas.microsoft.com/office/drawing/2014/main" id="{32A57573-4A7D-FC3A-4888-583677562A0B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2" name="Freeform 13131">
              <a:extLst>
                <a:ext uri="{FF2B5EF4-FFF2-40B4-BE49-F238E27FC236}">
                  <a16:creationId xmlns:a16="http://schemas.microsoft.com/office/drawing/2014/main" id="{CEE497C7-89E4-9C81-667B-4F8E5FA50799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3" name="Freeform 13132">
              <a:extLst>
                <a:ext uri="{FF2B5EF4-FFF2-40B4-BE49-F238E27FC236}">
                  <a16:creationId xmlns:a16="http://schemas.microsoft.com/office/drawing/2014/main" id="{6187BF46-28DA-6D8C-30A0-65ED20387121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4" name="Freeform 13133">
              <a:extLst>
                <a:ext uri="{FF2B5EF4-FFF2-40B4-BE49-F238E27FC236}">
                  <a16:creationId xmlns:a16="http://schemas.microsoft.com/office/drawing/2014/main" id="{9F528390-2291-1C66-ADED-4AB4A642A365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5" name="Freeform 13134">
              <a:extLst>
                <a:ext uri="{FF2B5EF4-FFF2-40B4-BE49-F238E27FC236}">
                  <a16:creationId xmlns:a16="http://schemas.microsoft.com/office/drawing/2014/main" id="{1B1558A5-0271-1395-D565-2D35CD120C5D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6" name="Freeform 13135">
              <a:extLst>
                <a:ext uri="{FF2B5EF4-FFF2-40B4-BE49-F238E27FC236}">
                  <a16:creationId xmlns:a16="http://schemas.microsoft.com/office/drawing/2014/main" id="{562428E8-828F-76A0-F2E8-0357BCDC8F04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7" name="Freeform 13136">
              <a:extLst>
                <a:ext uri="{FF2B5EF4-FFF2-40B4-BE49-F238E27FC236}">
                  <a16:creationId xmlns:a16="http://schemas.microsoft.com/office/drawing/2014/main" id="{87BAABE0-A630-D0DF-7096-4E66ADBF019F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8" name="Freeform 13137">
              <a:extLst>
                <a:ext uri="{FF2B5EF4-FFF2-40B4-BE49-F238E27FC236}">
                  <a16:creationId xmlns:a16="http://schemas.microsoft.com/office/drawing/2014/main" id="{8E3C0F06-6641-A871-CC3E-2368CCB1B7C9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9" name="Freeform 13138">
              <a:extLst>
                <a:ext uri="{FF2B5EF4-FFF2-40B4-BE49-F238E27FC236}">
                  <a16:creationId xmlns:a16="http://schemas.microsoft.com/office/drawing/2014/main" id="{766D4465-263D-FE4E-9A7C-C579896F8A5E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0" name="Freeform 13139">
              <a:extLst>
                <a:ext uri="{FF2B5EF4-FFF2-40B4-BE49-F238E27FC236}">
                  <a16:creationId xmlns:a16="http://schemas.microsoft.com/office/drawing/2014/main" id="{D7415241-6A5B-6E3C-34C5-5CC4EBA316DE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1" name="Freeform 13140">
              <a:extLst>
                <a:ext uri="{FF2B5EF4-FFF2-40B4-BE49-F238E27FC236}">
                  <a16:creationId xmlns:a16="http://schemas.microsoft.com/office/drawing/2014/main" id="{1032962C-8F83-6A7A-840D-E6238D2E2D5A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2" name="Freeform 13141">
              <a:extLst>
                <a:ext uri="{FF2B5EF4-FFF2-40B4-BE49-F238E27FC236}">
                  <a16:creationId xmlns:a16="http://schemas.microsoft.com/office/drawing/2014/main" id="{A8A87496-95CE-55F5-5A44-A0281667A9FF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3" name="Freeform 13142">
              <a:extLst>
                <a:ext uri="{FF2B5EF4-FFF2-40B4-BE49-F238E27FC236}">
                  <a16:creationId xmlns:a16="http://schemas.microsoft.com/office/drawing/2014/main" id="{E5D18D03-66E5-BCF2-0E7C-BC1C2057A55E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4" name="Freeform 13143">
              <a:extLst>
                <a:ext uri="{FF2B5EF4-FFF2-40B4-BE49-F238E27FC236}">
                  <a16:creationId xmlns:a16="http://schemas.microsoft.com/office/drawing/2014/main" id="{07FC4315-9A7B-6A67-AFD1-DE948804BC3A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5" name="Freeform 13144">
              <a:extLst>
                <a:ext uri="{FF2B5EF4-FFF2-40B4-BE49-F238E27FC236}">
                  <a16:creationId xmlns:a16="http://schemas.microsoft.com/office/drawing/2014/main" id="{B9F787A1-6A30-BBE8-3D10-8BEBF1623C2F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6" name="Freeform 13145">
              <a:extLst>
                <a:ext uri="{FF2B5EF4-FFF2-40B4-BE49-F238E27FC236}">
                  <a16:creationId xmlns:a16="http://schemas.microsoft.com/office/drawing/2014/main" id="{FB6844F6-8E28-AA7D-6674-F84221F53EF0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7" name="Freeform 13146">
              <a:extLst>
                <a:ext uri="{FF2B5EF4-FFF2-40B4-BE49-F238E27FC236}">
                  <a16:creationId xmlns:a16="http://schemas.microsoft.com/office/drawing/2014/main" id="{6A205736-3785-C945-25E8-3B3DBC321236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8" name="Freeform 13147">
              <a:extLst>
                <a:ext uri="{FF2B5EF4-FFF2-40B4-BE49-F238E27FC236}">
                  <a16:creationId xmlns:a16="http://schemas.microsoft.com/office/drawing/2014/main" id="{B98827EA-76CA-75A5-190B-9A802E625982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9" name="Freeform 13148">
              <a:extLst>
                <a:ext uri="{FF2B5EF4-FFF2-40B4-BE49-F238E27FC236}">
                  <a16:creationId xmlns:a16="http://schemas.microsoft.com/office/drawing/2014/main" id="{481AA09B-A94A-01F2-F6C6-A86EF2A6E8C1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0" name="Freeform 13149">
              <a:extLst>
                <a:ext uri="{FF2B5EF4-FFF2-40B4-BE49-F238E27FC236}">
                  <a16:creationId xmlns:a16="http://schemas.microsoft.com/office/drawing/2014/main" id="{A60D6834-BEC1-6A4F-ABFA-F3D74B8079D8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1" name="Freeform 13150">
              <a:extLst>
                <a:ext uri="{FF2B5EF4-FFF2-40B4-BE49-F238E27FC236}">
                  <a16:creationId xmlns:a16="http://schemas.microsoft.com/office/drawing/2014/main" id="{B782EA6A-F8B8-059B-E3ED-3D86D8002B41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2" name="Freeform 13151">
              <a:extLst>
                <a:ext uri="{FF2B5EF4-FFF2-40B4-BE49-F238E27FC236}">
                  <a16:creationId xmlns:a16="http://schemas.microsoft.com/office/drawing/2014/main" id="{19E261F8-307A-7F0A-58D2-1C00E865AD42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3" name="Freeform 13152">
              <a:extLst>
                <a:ext uri="{FF2B5EF4-FFF2-40B4-BE49-F238E27FC236}">
                  <a16:creationId xmlns:a16="http://schemas.microsoft.com/office/drawing/2014/main" id="{1292ACBE-1B67-DDAF-72AF-E56FB9958BD4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4" name="Freeform 13153">
              <a:extLst>
                <a:ext uri="{FF2B5EF4-FFF2-40B4-BE49-F238E27FC236}">
                  <a16:creationId xmlns:a16="http://schemas.microsoft.com/office/drawing/2014/main" id="{F2C0C39E-E513-8383-4E74-B8B40DDC6A34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5" name="Freeform 13154">
              <a:extLst>
                <a:ext uri="{FF2B5EF4-FFF2-40B4-BE49-F238E27FC236}">
                  <a16:creationId xmlns:a16="http://schemas.microsoft.com/office/drawing/2014/main" id="{7DAC80FB-1168-45D6-2FF6-95365A1C3E00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6" name="Freeform 13155">
              <a:extLst>
                <a:ext uri="{FF2B5EF4-FFF2-40B4-BE49-F238E27FC236}">
                  <a16:creationId xmlns:a16="http://schemas.microsoft.com/office/drawing/2014/main" id="{642E0BAB-B86A-76D2-5A24-BB44EF1CCEC0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7" name="Freeform 13156">
              <a:extLst>
                <a:ext uri="{FF2B5EF4-FFF2-40B4-BE49-F238E27FC236}">
                  <a16:creationId xmlns:a16="http://schemas.microsoft.com/office/drawing/2014/main" id="{28258434-0A38-7A67-E959-BAD1037A6EB3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8" name="Freeform 13157">
              <a:extLst>
                <a:ext uri="{FF2B5EF4-FFF2-40B4-BE49-F238E27FC236}">
                  <a16:creationId xmlns:a16="http://schemas.microsoft.com/office/drawing/2014/main" id="{8CDD9FFD-F17D-C56E-BA5B-DA797E9F05CE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9" name="Freeform 13158">
              <a:extLst>
                <a:ext uri="{FF2B5EF4-FFF2-40B4-BE49-F238E27FC236}">
                  <a16:creationId xmlns:a16="http://schemas.microsoft.com/office/drawing/2014/main" id="{CFE240AC-60AE-2369-76A4-1FCC8202798D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0" name="Freeform 13159">
              <a:extLst>
                <a:ext uri="{FF2B5EF4-FFF2-40B4-BE49-F238E27FC236}">
                  <a16:creationId xmlns:a16="http://schemas.microsoft.com/office/drawing/2014/main" id="{274EDD3D-341E-6D0E-09F0-A64CFF841E31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1" name="Freeform 13160">
              <a:extLst>
                <a:ext uri="{FF2B5EF4-FFF2-40B4-BE49-F238E27FC236}">
                  <a16:creationId xmlns:a16="http://schemas.microsoft.com/office/drawing/2014/main" id="{F8B1DC17-9F38-5A04-00E1-714C5A228227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2" name="Freeform 13161">
              <a:extLst>
                <a:ext uri="{FF2B5EF4-FFF2-40B4-BE49-F238E27FC236}">
                  <a16:creationId xmlns:a16="http://schemas.microsoft.com/office/drawing/2014/main" id="{970EC819-5066-2D18-0235-202C87EE1CE8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3" name="Freeform 13162">
              <a:extLst>
                <a:ext uri="{FF2B5EF4-FFF2-40B4-BE49-F238E27FC236}">
                  <a16:creationId xmlns:a16="http://schemas.microsoft.com/office/drawing/2014/main" id="{6BA24EC7-3203-1CBE-94EC-AC961B29812E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4" name="Freeform 13163">
              <a:extLst>
                <a:ext uri="{FF2B5EF4-FFF2-40B4-BE49-F238E27FC236}">
                  <a16:creationId xmlns:a16="http://schemas.microsoft.com/office/drawing/2014/main" id="{2BEDEF94-74E9-127B-35A9-70B3BD21A443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5" name="Freeform 13164">
              <a:extLst>
                <a:ext uri="{FF2B5EF4-FFF2-40B4-BE49-F238E27FC236}">
                  <a16:creationId xmlns:a16="http://schemas.microsoft.com/office/drawing/2014/main" id="{59FE55CD-4EB0-95D0-C1F1-C4A3FC9CD674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6" name="Freeform 13165">
              <a:extLst>
                <a:ext uri="{FF2B5EF4-FFF2-40B4-BE49-F238E27FC236}">
                  <a16:creationId xmlns:a16="http://schemas.microsoft.com/office/drawing/2014/main" id="{050E7537-D899-3F0E-8D5A-2754FEE37D07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7" name="Freeform 13166">
              <a:extLst>
                <a:ext uri="{FF2B5EF4-FFF2-40B4-BE49-F238E27FC236}">
                  <a16:creationId xmlns:a16="http://schemas.microsoft.com/office/drawing/2014/main" id="{E1C5C646-FF8B-55A3-387C-BBC4DF44116C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8" name="Freeform 13167">
              <a:extLst>
                <a:ext uri="{FF2B5EF4-FFF2-40B4-BE49-F238E27FC236}">
                  <a16:creationId xmlns:a16="http://schemas.microsoft.com/office/drawing/2014/main" id="{A1930685-FBCE-2FCF-9AC8-AE7D982EB98E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9" name="Freeform 13168">
              <a:extLst>
                <a:ext uri="{FF2B5EF4-FFF2-40B4-BE49-F238E27FC236}">
                  <a16:creationId xmlns:a16="http://schemas.microsoft.com/office/drawing/2014/main" id="{39DE18EC-A98D-D751-2D32-BC67FDFB2AD7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0" name="Freeform 13169">
              <a:extLst>
                <a:ext uri="{FF2B5EF4-FFF2-40B4-BE49-F238E27FC236}">
                  <a16:creationId xmlns:a16="http://schemas.microsoft.com/office/drawing/2014/main" id="{8A59E8F0-6CA0-BB97-630B-47A3FAC91846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1" name="Freeform 13170">
              <a:extLst>
                <a:ext uri="{FF2B5EF4-FFF2-40B4-BE49-F238E27FC236}">
                  <a16:creationId xmlns:a16="http://schemas.microsoft.com/office/drawing/2014/main" id="{D3FC6532-6E80-1E60-6F77-34D61A81B749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2" name="Freeform 13171">
              <a:extLst>
                <a:ext uri="{FF2B5EF4-FFF2-40B4-BE49-F238E27FC236}">
                  <a16:creationId xmlns:a16="http://schemas.microsoft.com/office/drawing/2014/main" id="{7A38401C-368B-6799-E01B-AC71E44DF7FB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3" name="Freeform 13172">
              <a:extLst>
                <a:ext uri="{FF2B5EF4-FFF2-40B4-BE49-F238E27FC236}">
                  <a16:creationId xmlns:a16="http://schemas.microsoft.com/office/drawing/2014/main" id="{6763B584-2DB2-F2AC-E55A-216C22E2E65D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4" name="Freeform 13173">
              <a:extLst>
                <a:ext uri="{FF2B5EF4-FFF2-40B4-BE49-F238E27FC236}">
                  <a16:creationId xmlns:a16="http://schemas.microsoft.com/office/drawing/2014/main" id="{ED6A8FD5-A944-5763-54CC-431DDC949841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5" name="Freeform 13174">
              <a:extLst>
                <a:ext uri="{FF2B5EF4-FFF2-40B4-BE49-F238E27FC236}">
                  <a16:creationId xmlns:a16="http://schemas.microsoft.com/office/drawing/2014/main" id="{27A6107A-83AC-EB5C-E672-9765DFFA9F08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6" name="Freeform 13175">
              <a:extLst>
                <a:ext uri="{FF2B5EF4-FFF2-40B4-BE49-F238E27FC236}">
                  <a16:creationId xmlns:a16="http://schemas.microsoft.com/office/drawing/2014/main" id="{57A5C3CF-D248-8435-6C2C-4D026F018689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7" name="Freeform 13176">
              <a:extLst>
                <a:ext uri="{FF2B5EF4-FFF2-40B4-BE49-F238E27FC236}">
                  <a16:creationId xmlns:a16="http://schemas.microsoft.com/office/drawing/2014/main" id="{4E262400-2478-475E-EE6B-892AAEA6878F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8" name="Freeform 13177">
              <a:extLst>
                <a:ext uri="{FF2B5EF4-FFF2-40B4-BE49-F238E27FC236}">
                  <a16:creationId xmlns:a16="http://schemas.microsoft.com/office/drawing/2014/main" id="{11E84CDE-D221-CC3A-0BC9-EB6F2A3E460F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79" name="Freeform 13178">
              <a:extLst>
                <a:ext uri="{FF2B5EF4-FFF2-40B4-BE49-F238E27FC236}">
                  <a16:creationId xmlns:a16="http://schemas.microsoft.com/office/drawing/2014/main" id="{4E76E52D-BD45-E70A-F780-20E50118D547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0" name="Freeform 13179">
              <a:extLst>
                <a:ext uri="{FF2B5EF4-FFF2-40B4-BE49-F238E27FC236}">
                  <a16:creationId xmlns:a16="http://schemas.microsoft.com/office/drawing/2014/main" id="{3CD8517E-5FBA-DC4B-419E-13F2697538C4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1" name="Freeform 13180">
              <a:extLst>
                <a:ext uri="{FF2B5EF4-FFF2-40B4-BE49-F238E27FC236}">
                  <a16:creationId xmlns:a16="http://schemas.microsoft.com/office/drawing/2014/main" id="{DA0CA355-2909-DAB2-5AC5-14AAFFCDA95C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2" name="Freeform 13181">
              <a:extLst>
                <a:ext uri="{FF2B5EF4-FFF2-40B4-BE49-F238E27FC236}">
                  <a16:creationId xmlns:a16="http://schemas.microsoft.com/office/drawing/2014/main" id="{89BDDD85-8E0B-20BC-9EBF-708D75DD4098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3" name="Freeform 13182">
              <a:extLst>
                <a:ext uri="{FF2B5EF4-FFF2-40B4-BE49-F238E27FC236}">
                  <a16:creationId xmlns:a16="http://schemas.microsoft.com/office/drawing/2014/main" id="{66C0A714-5381-1D10-B31C-1C3254E71A9B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4" name="Freeform 13183">
              <a:extLst>
                <a:ext uri="{FF2B5EF4-FFF2-40B4-BE49-F238E27FC236}">
                  <a16:creationId xmlns:a16="http://schemas.microsoft.com/office/drawing/2014/main" id="{67DE5DA7-6775-6824-F2C4-F83483E60622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5" name="Freeform 13184">
              <a:extLst>
                <a:ext uri="{FF2B5EF4-FFF2-40B4-BE49-F238E27FC236}">
                  <a16:creationId xmlns:a16="http://schemas.microsoft.com/office/drawing/2014/main" id="{EB5F7D7A-7AEB-E161-B007-D5A39310DC5B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6" name="Freeform 13185">
              <a:extLst>
                <a:ext uri="{FF2B5EF4-FFF2-40B4-BE49-F238E27FC236}">
                  <a16:creationId xmlns:a16="http://schemas.microsoft.com/office/drawing/2014/main" id="{ED93B64A-E309-B588-5412-867D8F40BACB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7" name="Freeform 13186">
              <a:extLst>
                <a:ext uri="{FF2B5EF4-FFF2-40B4-BE49-F238E27FC236}">
                  <a16:creationId xmlns:a16="http://schemas.microsoft.com/office/drawing/2014/main" id="{DA74774F-1DD9-C2D7-B280-DA4B390625BF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8" name="Freeform 13187">
              <a:extLst>
                <a:ext uri="{FF2B5EF4-FFF2-40B4-BE49-F238E27FC236}">
                  <a16:creationId xmlns:a16="http://schemas.microsoft.com/office/drawing/2014/main" id="{D8C43970-C203-8125-F1FB-497B25428325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89" name="Freeform 13188">
              <a:extLst>
                <a:ext uri="{FF2B5EF4-FFF2-40B4-BE49-F238E27FC236}">
                  <a16:creationId xmlns:a16="http://schemas.microsoft.com/office/drawing/2014/main" id="{57AB60B5-22B9-4DA9-B10A-08647DB45AD5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0" name="Freeform 13189">
              <a:extLst>
                <a:ext uri="{FF2B5EF4-FFF2-40B4-BE49-F238E27FC236}">
                  <a16:creationId xmlns:a16="http://schemas.microsoft.com/office/drawing/2014/main" id="{096FB607-33F3-1083-6643-8B49C46BB396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1" name="Freeform 13190">
              <a:extLst>
                <a:ext uri="{FF2B5EF4-FFF2-40B4-BE49-F238E27FC236}">
                  <a16:creationId xmlns:a16="http://schemas.microsoft.com/office/drawing/2014/main" id="{9994D7B8-A6F1-C777-FBE4-31C28025567A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2" name="Freeform 13191">
              <a:extLst>
                <a:ext uri="{FF2B5EF4-FFF2-40B4-BE49-F238E27FC236}">
                  <a16:creationId xmlns:a16="http://schemas.microsoft.com/office/drawing/2014/main" id="{2EFF0C74-7AD8-7C37-1D8E-C9BEC9DA0D95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3" name="Freeform 13192">
              <a:extLst>
                <a:ext uri="{FF2B5EF4-FFF2-40B4-BE49-F238E27FC236}">
                  <a16:creationId xmlns:a16="http://schemas.microsoft.com/office/drawing/2014/main" id="{0C1E4E95-3891-587E-F9B7-183381E06D72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4" name="Freeform 13193">
              <a:extLst>
                <a:ext uri="{FF2B5EF4-FFF2-40B4-BE49-F238E27FC236}">
                  <a16:creationId xmlns:a16="http://schemas.microsoft.com/office/drawing/2014/main" id="{BDBC4765-270D-D989-9C22-3DAC76DE7431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5" name="Freeform 13194">
              <a:extLst>
                <a:ext uri="{FF2B5EF4-FFF2-40B4-BE49-F238E27FC236}">
                  <a16:creationId xmlns:a16="http://schemas.microsoft.com/office/drawing/2014/main" id="{76607022-3FDC-C371-2286-EDEE2AD52F91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6" name="Freeform 13195">
              <a:extLst>
                <a:ext uri="{FF2B5EF4-FFF2-40B4-BE49-F238E27FC236}">
                  <a16:creationId xmlns:a16="http://schemas.microsoft.com/office/drawing/2014/main" id="{CFC8FEF3-6CD1-0836-1E81-96CD1C3F031A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7" name="Freeform 13196">
              <a:extLst>
                <a:ext uri="{FF2B5EF4-FFF2-40B4-BE49-F238E27FC236}">
                  <a16:creationId xmlns:a16="http://schemas.microsoft.com/office/drawing/2014/main" id="{172980EE-A364-D854-53FB-2D9E418E87C3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8" name="Freeform 13197">
              <a:extLst>
                <a:ext uri="{FF2B5EF4-FFF2-40B4-BE49-F238E27FC236}">
                  <a16:creationId xmlns:a16="http://schemas.microsoft.com/office/drawing/2014/main" id="{345AE5AE-7DCB-5D8F-4DED-BE31F7EEE1F6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9" name="Freeform 13198">
              <a:extLst>
                <a:ext uri="{FF2B5EF4-FFF2-40B4-BE49-F238E27FC236}">
                  <a16:creationId xmlns:a16="http://schemas.microsoft.com/office/drawing/2014/main" id="{BB170966-802E-5B9C-0A44-446EA7D79DCA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0" name="Freeform 13199">
              <a:extLst>
                <a:ext uri="{FF2B5EF4-FFF2-40B4-BE49-F238E27FC236}">
                  <a16:creationId xmlns:a16="http://schemas.microsoft.com/office/drawing/2014/main" id="{AAD530D8-1307-A9A4-F041-619E3422C723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1" name="Freeform 13200">
              <a:extLst>
                <a:ext uri="{FF2B5EF4-FFF2-40B4-BE49-F238E27FC236}">
                  <a16:creationId xmlns:a16="http://schemas.microsoft.com/office/drawing/2014/main" id="{9DC3F5C7-D9EA-2B0E-8E18-06280601A3DD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2" name="Freeform 13201">
              <a:extLst>
                <a:ext uri="{FF2B5EF4-FFF2-40B4-BE49-F238E27FC236}">
                  <a16:creationId xmlns:a16="http://schemas.microsoft.com/office/drawing/2014/main" id="{8C2F2E7F-749D-B179-7EC9-2D38E41EBD05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3" name="Freeform 13202">
              <a:extLst>
                <a:ext uri="{FF2B5EF4-FFF2-40B4-BE49-F238E27FC236}">
                  <a16:creationId xmlns:a16="http://schemas.microsoft.com/office/drawing/2014/main" id="{362AADD6-7BC7-3019-F74E-7B062DC01887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4" name="Freeform 13203">
              <a:extLst>
                <a:ext uri="{FF2B5EF4-FFF2-40B4-BE49-F238E27FC236}">
                  <a16:creationId xmlns:a16="http://schemas.microsoft.com/office/drawing/2014/main" id="{416EFF65-49F3-9529-FC6C-751D66C83E3A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5" name="Freeform 13204">
              <a:extLst>
                <a:ext uri="{FF2B5EF4-FFF2-40B4-BE49-F238E27FC236}">
                  <a16:creationId xmlns:a16="http://schemas.microsoft.com/office/drawing/2014/main" id="{CECBE703-F237-21D9-F296-2AD998057680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6" name="Freeform 13205">
              <a:extLst>
                <a:ext uri="{FF2B5EF4-FFF2-40B4-BE49-F238E27FC236}">
                  <a16:creationId xmlns:a16="http://schemas.microsoft.com/office/drawing/2014/main" id="{3769BC97-D794-04E4-BCA5-EA3BA7372FD1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7" name="Freeform 13206">
              <a:extLst>
                <a:ext uri="{FF2B5EF4-FFF2-40B4-BE49-F238E27FC236}">
                  <a16:creationId xmlns:a16="http://schemas.microsoft.com/office/drawing/2014/main" id="{3FB3A140-74A6-2AD8-AA97-C174FFBF58F9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8" name="Freeform 13207">
              <a:extLst>
                <a:ext uri="{FF2B5EF4-FFF2-40B4-BE49-F238E27FC236}">
                  <a16:creationId xmlns:a16="http://schemas.microsoft.com/office/drawing/2014/main" id="{00F9B896-9965-368F-D92F-4B93743C429E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9" name="Freeform 13208">
              <a:extLst>
                <a:ext uri="{FF2B5EF4-FFF2-40B4-BE49-F238E27FC236}">
                  <a16:creationId xmlns:a16="http://schemas.microsoft.com/office/drawing/2014/main" id="{D2A56539-0183-5AD3-BAAD-823F821699E6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0" name="Freeform 13209">
              <a:extLst>
                <a:ext uri="{FF2B5EF4-FFF2-40B4-BE49-F238E27FC236}">
                  <a16:creationId xmlns:a16="http://schemas.microsoft.com/office/drawing/2014/main" id="{1807B3AA-EB57-579B-B2ED-48EC03267F97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1" name="Freeform 13210">
              <a:extLst>
                <a:ext uri="{FF2B5EF4-FFF2-40B4-BE49-F238E27FC236}">
                  <a16:creationId xmlns:a16="http://schemas.microsoft.com/office/drawing/2014/main" id="{1328276E-29EB-DF3B-A056-6D23B84EFE19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2" name="Freeform 13211">
              <a:extLst>
                <a:ext uri="{FF2B5EF4-FFF2-40B4-BE49-F238E27FC236}">
                  <a16:creationId xmlns:a16="http://schemas.microsoft.com/office/drawing/2014/main" id="{D6CA16A1-5FE0-82D0-48B2-2D75225BED61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3" name="Freeform 13212">
              <a:extLst>
                <a:ext uri="{FF2B5EF4-FFF2-40B4-BE49-F238E27FC236}">
                  <a16:creationId xmlns:a16="http://schemas.microsoft.com/office/drawing/2014/main" id="{B0E6B0C3-4ED5-D1C8-A7F7-A4956F678E82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4" name="Freeform 13213">
              <a:extLst>
                <a:ext uri="{FF2B5EF4-FFF2-40B4-BE49-F238E27FC236}">
                  <a16:creationId xmlns:a16="http://schemas.microsoft.com/office/drawing/2014/main" id="{EC547D85-97DB-6F46-4A99-A5C18B421947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5" name="Freeform 13214">
              <a:extLst>
                <a:ext uri="{FF2B5EF4-FFF2-40B4-BE49-F238E27FC236}">
                  <a16:creationId xmlns:a16="http://schemas.microsoft.com/office/drawing/2014/main" id="{2596D567-A9D0-BBC5-9EF6-F826158A8B3F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6" name="Freeform 13215">
              <a:extLst>
                <a:ext uri="{FF2B5EF4-FFF2-40B4-BE49-F238E27FC236}">
                  <a16:creationId xmlns:a16="http://schemas.microsoft.com/office/drawing/2014/main" id="{F913ABC0-6D1F-D519-2AD2-F71B3D961F7A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7" name="Freeform 13216">
              <a:extLst>
                <a:ext uri="{FF2B5EF4-FFF2-40B4-BE49-F238E27FC236}">
                  <a16:creationId xmlns:a16="http://schemas.microsoft.com/office/drawing/2014/main" id="{A8E8D477-391C-8BB4-7EBE-3C029868290B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8" name="Freeform 13217">
              <a:extLst>
                <a:ext uri="{FF2B5EF4-FFF2-40B4-BE49-F238E27FC236}">
                  <a16:creationId xmlns:a16="http://schemas.microsoft.com/office/drawing/2014/main" id="{4702BAB7-6D73-67F3-C258-BDD47D80C06D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9" name="Freeform 13218">
              <a:extLst>
                <a:ext uri="{FF2B5EF4-FFF2-40B4-BE49-F238E27FC236}">
                  <a16:creationId xmlns:a16="http://schemas.microsoft.com/office/drawing/2014/main" id="{AC61E4F8-C324-523B-CAA5-412C3EEE9FEB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0" name="Freeform 13219">
              <a:extLst>
                <a:ext uri="{FF2B5EF4-FFF2-40B4-BE49-F238E27FC236}">
                  <a16:creationId xmlns:a16="http://schemas.microsoft.com/office/drawing/2014/main" id="{3C9C9B3D-E7ED-1B4B-69DA-DE2EB7E8B40A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1" name="Freeform 13220">
              <a:extLst>
                <a:ext uri="{FF2B5EF4-FFF2-40B4-BE49-F238E27FC236}">
                  <a16:creationId xmlns:a16="http://schemas.microsoft.com/office/drawing/2014/main" id="{3A74243C-D7A7-DF52-E06B-D2215C676E1F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2" name="Freeform 13221">
              <a:extLst>
                <a:ext uri="{FF2B5EF4-FFF2-40B4-BE49-F238E27FC236}">
                  <a16:creationId xmlns:a16="http://schemas.microsoft.com/office/drawing/2014/main" id="{EA586CF5-F997-DBDF-DBEA-7BFB46779673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3" name="Freeform 13222">
              <a:extLst>
                <a:ext uri="{FF2B5EF4-FFF2-40B4-BE49-F238E27FC236}">
                  <a16:creationId xmlns:a16="http://schemas.microsoft.com/office/drawing/2014/main" id="{A2779300-12C5-2BF8-2B7F-727CE6774EE3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4" name="Freeform 13223">
              <a:extLst>
                <a:ext uri="{FF2B5EF4-FFF2-40B4-BE49-F238E27FC236}">
                  <a16:creationId xmlns:a16="http://schemas.microsoft.com/office/drawing/2014/main" id="{E149DA08-B3FA-4F5D-D0EC-0B14E9997BEC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5" name="Freeform 13224">
              <a:extLst>
                <a:ext uri="{FF2B5EF4-FFF2-40B4-BE49-F238E27FC236}">
                  <a16:creationId xmlns:a16="http://schemas.microsoft.com/office/drawing/2014/main" id="{1727566E-2C39-912D-B9DE-0B99AE87DB6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6" name="Freeform 13225">
              <a:extLst>
                <a:ext uri="{FF2B5EF4-FFF2-40B4-BE49-F238E27FC236}">
                  <a16:creationId xmlns:a16="http://schemas.microsoft.com/office/drawing/2014/main" id="{C52AF75D-4455-26B2-E0B6-42CD2463A72C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7" name="Freeform 13226">
              <a:extLst>
                <a:ext uri="{FF2B5EF4-FFF2-40B4-BE49-F238E27FC236}">
                  <a16:creationId xmlns:a16="http://schemas.microsoft.com/office/drawing/2014/main" id="{D806173A-BC13-E0F4-980B-983A5751AD21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8" name="Freeform 13227">
              <a:extLst>
                <a:ext uri="{FF2B5EF4-FFF2-40B4-BE49-F238E27FC236}">
                  <a16:creationId xmlns:a16="http://schemas.microsoft.com/office/drawing/2014/main" id="{A064B86E-D005-BEF5-2A27-AFFC4D83DFDE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9" name="Freeform 13228">
              <a:extLst>
                <a:ext uri="{FF2B5EF4-FFF2-40B4-BE49-F238E27FC236}">
                  <a16:creationId xmlns:a16="http://schemas.microsoft.com/office/drawing/2014/main" id="{7C914AF9-0C02-15E4-367C-099392CBBC77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0" name="Freeform 13229">
              <a:extLst>
                <a:ext uri="{FF2B5EF4-FFF2-40B4-BE49-F238E27FC236}">
                  <a16:creationId xmlns:a16="http://schemas.microsoft.com/office/drawing/2014/main" id="{55B5C941-EBD3-13A1-9D25-562A7C32034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1" name="Freeform 13230">
              <a:extLst>
                <a:ext uri="{FF2B5EF4-FFF2-40B4-BE49-F238E27FC236}">
                  <a16:creationId xmlns:a16="http://schemas.microsoft.com/office/drawing/2014/main" id="{64FFAC24-75FC-FFA0-FC08-EE899CB7915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2" name="Freeform 13231">
              <a:extLst>
                <a:ext uri="{FF2B5EF4-FFF2-40B4-BE49-F238E27FC236}">
                  <a16:creationId xmlns:a16="http://schemas.microsoft.com/office/drawing/2014/main" id="{2C9310E1-5789-D5C8-D187-C35CC5EECEEE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3" name="Freeform 13232">
              <a:extLst>
                <a:ext uri="{FF2B5EF4-FFF2-40B4-BE49-F238E27FC236}">
                  <a16:creationId xmlns:a16="http://schemas.microsoft.com/office/drawing/2014/main" id="{24741780-6FA3-6487-6C9C-8F5BA6FBCC44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4" name="Freeform 13233">
              <a:extLst>
                <a:ext uri="{FF2B5EF4-FFF2-40B4-BE49-F238E27FC236}">
                  <a16:creationId xmlns:a16="http://schemas.microsoft.com/office/drawing/2014/main" id="{CD99D9B2-068F-CE05-C801-AE9E3ED50201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5" name="Freeform 13234">
              <a:extLst>
                <a:ext uri="{FF2B5EF4-FFF2-40B4-BE49-F238E27FC236}">
                  <a16:creationId xmlns:a16="http://schemas.microsoft.com/office/drawing/2014/main" id="{5E0C0404-2FCE-F904-E187-2C0D43DEFCA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6" name="Freeform 13235">
              <a:extLst>
                <a:ext uri="{FF2B5EF4-FFF2-40B4-BE49-F238E27FC236}">
                  <a16:creationId xmlns:a16="http://schemas.microsoft.com/office/drawing/2014/main" id="{124BCCA5-26AC-3295-9D58-FDA071F04190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7" name="Freeform 13236">
              <a:extLst>
                <a:ext uri="{FF2B5EF4-FFF2-40B4-BE49-F238E27FC236}">
                  <a16:creationId xmlns:a16="http://schemas.microsoft.com/office/drawing/2014/main" id="{8A10E7F7-1452-E0E7-A8B0-65062BC05E3E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8" name="Freeform 13237">
              <a:extLst>
                <a:ext uri="{FF2B5EF4-FFF2-40B4-BE49-F238E27FC236}">
                  <a16:creationId xmlns:a16="http://schemas.microsoft.com/office/drawing/2014/main" id="{2C09F4BB-3721-117A-23BC-093F78162878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39" name="Freeform 13238">
              <a:extLst>
                <a:ext uri="{FF2B5EF4-FFF2-40B4-BE49-F238E27FC236}">
                  <a16:creationId xmlns:a16="http://schemas.microsoft.com/office/drawing/2014/main" id="{A97E493B-61F7-8674-052E-773CC220031B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0" name="Freeform 13239">
              <a:extLst>
                <a:ext uri="{FF2B5EF4-FFF2-40B4-BE49-F238E27FC236}">
                  <a16:creationId xmlns:a16="http://schemas.microsoft.com/office/drawing/2014/main" id="{77299869-9F62-DB5E-5984-53F7293854C8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1" name="Freeform 13240">
              <a:extLst>
                <a:ext uri="{FF2B5EF4-FFF2-40B4-BE49-F238E27FC236}">
                  <a16:creationId xmlns:a16="http://schemas.microsoft.com/office/drawing/2014/main" id="{2FEA5AC0-ADF4-B257-56FB-ED277B190D1E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2" name="Freeform 13241">
              <a:extLst>
                <a:ext uri="{FF2B5EF4-FFF2-40B4-BE49-F238E27FC236}">
                  <a16:creationId xmlns:a16="http://schemas.microsoft.com/office/drawing/2014/main" id="{2EAFFE2F-E909-891D-21E8-BD29761A3BA1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3" name="Freeform 13242">
              <a:extLst>
                <a:ext uri="{FF2B5EF4-FFF2-40B4-BE49-F238E27FC236}">
                  <a16:creationId xmlns:a16="http://schemas.microsoft.com/office/drawing/2014/main" id="{6619CE47-0288-8560-115E-9AD96E305C3C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4" name="Freeform 13243">
              <a:extLst>
                <a:ext uri="{FF2B5EF4-FFF2-40B4-BE49-F238E27FC236}">
                  <a16:creationId xmlns:a16="http://schemas.microsoft.com/office/drawing/2014/main" id="{703B0C06-23F8-E500-F9EC-70C696175E20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5" name="Freeform 13244">
              <a:extLst>
                <a:ext uri="{FF2B5EF4-FFF2-40B4-BE49-F238E27FC236}">
                  <a16:creationId xmlns:a16="http://schemas.microsoft.com/office/drawing/2014/main" id="{2C8408EC-2C3A-FB71-D80B-5DC136765D02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6" name="Freeform 13245">
              <a:extLst>
                <a:ext uri="{FF2B5EF4-FFF2-40B4-BE49-F238E27FC236}">
                  <a16:creationId xmlns:a16="http://schemas.microsoft.com/office/drawing/2014/main" id="{286D5525-A3FF-F5F3-147B-6744B2934AAF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7" name="Freeform 13246">
              <a:extLst>
                <a:ext uri="{FF2B5EF4-FFF2-40B4-BE49-F238E27FC236}">
                  <a16:creationId xmlns:a16="http://schemas.microsoft.com/office/drawing/2014/main" id="{9BB566D5-E730-BE17-D6FD-14DF4DCA1429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8" name="Freeform 13247">
              <a:extLst>
                <a:ext uri="{FF2B5EF4-FFF2-40B4-BE49-F238E27FC236}">
                  <a16:creationId xmlns:a16="http://schemas.microsoft.com/office/drawing/2014/main" id="{B4B087B0-BBFA-5397-47F2-CD2E27A6CC22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9" name="Freeform 13248">
              <a:extLst>
                <a:ext uri="{FF2B5EF4-FFF2-40B4-BE49-F238E27FC236}">
                  <a16:creationId xmlns:a16="http://schemas.microsoft.com/office/drawing/2014/main" id="{AE3F963C-4385-31F0-8E0A-BCAACE9E9DF3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0" name="Freeform 13249">
              <a:extLst>
                <a:ext uri="{FF2B5EF4-FFF2-40B4-BE49-F238E27FC236}">
                  <a16:creationId xmlns:a16="http://schemas.microsoft.com/office/drawing/2014/main" id="{37550F25-BF0F-2725-022D-0A4CE38965A6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1" name="Freeform 13250">
              <a:extLst>
                <a:ext uri="{FF2B5EF4-FFF2-40B4-BE49-F238E27FC236}">
                  <a16:creationId xmlns:a16="http://schemas.microsoft.com/office/drawing/2014/main" id="{1BA59638-958A-03CE-80DE-80A0D0966169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2" name="Freeform 13251">
              <a:extLst>
                <a:ext uri="{FF2B5EF4-FFF2-40B4-BE49-F238E27FC236}">
                  <a16:creationId xmlns:a16="http://schemas.microsoft.com/office/drawing/2014/main" id="{83F93E72-0685-5C7C-8AFE-0DD6F1D6F0A9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3" name="Freeform 13252">
              <a:extLst>
                <a:ext uri="{FF2B5EF4-FFF2-40B4-BE49-F238E27FC236}">
                  <a16:creationId xmlns:a16="http://schemas.microsoft.com/office/drawing/2014/main" id="{8C2FD9BD-80DE-2888-E9B4-0A9131C0808A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4" name="Freeform 13253">
              <a:extLst>
                <a:ext uri="{FF2B5EF4-FFF2-40B4-BE49-F238E27FC236}">
                  <a16:creationId xmlns:a16="http://schemas.microsoft.com/office/drawing/2014/main" id="{2D4BC589-1979-ED47-CEAB-D2D833B2D417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5" name="Freeform 13254">
              <a:extLst>
                <a:ext uri="{FF2B5EF4-FFF2-40B4-BE49-F238E27FC236}">
                  <a16:creationId xmlns:a16="http://schemas.microsoft.com/office/drawing/2014/main" id="{56C142CD-5DDF-E640-3047-65F742083AFD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6" name="Freeform 13255">
              <a:extLst>
                <a:ext uri="{FF2B5EF4-FFF2-40B4-BE49-F238E27FC236}">
                  <a16:creationId xmlns:a16="http://schemas.microsoft.com/office/drawing/2014/main" id="{0AC4AEAA-8D4F-9A85-98A7-F713B844A7C6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7" name="Freeform 13256">
              <a:extLst>
                <a:ext uri="{FF2B5EF4-FFF2-40B4-BE49-F238E27FC236}">
                  <a16:creationId xmlns:a16="http://schemas.microsoft.com/office/drawing/2014/main" id="{7685AFAD-AB3D-0BF6-A624-5526F3E04D37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8" name="Freeform 13257">
              <a:extLst>
                <a:ext uri="{FF2B5EF4-FFF2-40B4-BE49-F238E27FC236}">
                  <a16:creationId xmlns:a16="http://schemas.microsoft.com/office/drawing/2014/main" id="{2BDCE3DD-9E52-4931-D5A6-D4BDE2CD8F26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9" name="Freeform 13258">
              <a:extLst>
                <a:ext uri="{FF2B5EF4-FFF2-40B4-BE49-F238E27FC236}">
                  <a16:creationId xmlns:a16="http://schemas.microsoft.com/office/drawing/2014/main" id="{51CE47B7-77AB-C12E-5868-BAA7D17749E2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0" name="Freeform 13259">
              <a:extLst>
                <a:ext uri="{FF2B5EF4-FFF2-40B4-BE49-F238E27FC236}">
                  <a16:creationId xmlns:a16="http://schemas.microsoft.com/office/drawing/2014/main" id="{2026B696-350C-858E-1869-BF9505D4E0E6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1" name="Freeform 13260">
              <a:extLst>
                <a:ext uri="{FF2B5EF4-FFF2-40B4-BE49-F238E27FC236}">
                  <a16:creationId xmlns:a16="http://schemas.microsoft.com/office/drawing/2014/main" id="{BCD3DABA-6D38-E7DC-82EF-87DCB4D85D1C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2" name="Freeform 13261">
              <a:extLst>
                <a:ext uri="{FF2B5EF4-FFF2-40B4-BE49-F238E27FC236}">
                  <a16:creationId xmlns:a16="http://schemas.microsoft.com/office/drawing/2014/main" id="{93E305DF-6D40-5987-44F1-AB5D4886CFCF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3" name="Freeform 13262">
              <a:extLst>
                <a:ext uri="{FF2B5EF4-FFF2-40B4-BE49-F238E27FC236}">
                  <a16:creationId xmlns:a16="http://schemas.microsoft.com/office/drawing/2014/main" id="{0F703B9D-8B73-A6D4-732D-5D4655B47C98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4" name="Freeform 13263">
              <a:extLst>
                <a:ext uri="{FF2B5EF4-FFF2-40B4-BE49-F238E27FC236}">
                  <a16:creationId xmlns:a16="http://schemas.microsoft.com/office/drawing/2014/main" id="{AEB3BC7E-293F-B943-E288-E16BC0244809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5" name="Freeform 13264">
              <a:extLst>
                <a:ext uri="{FF2B5EF4-FFF2-40B4-BE49-F238E27FC236}">
                  <a16:creationId xmlns:a16="http://schemas.microsoft.com/office/drawing/2014/main" id="{E45FA159-8A3B-CB55-3F77-FE7996FD0D0A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6" name="Freeform 13265">
              <a:extLst>
                <a:ext uri="{FF2B5EF4-FFF2-40B4-BE49-F238E27FC236}">
                  <a16:creationId xmlns:a16="http://schemas.microsoft.com/office/drawing/2014/main" id="{31EE332E-B275-4A7D-45DD-8620BA3027AE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7" name="Freeform 13266">
              <a:extLst>
                <a:ext uri="{FF2B5EF4-FFF2-40B4-BE49-F238E27FC236}">
                  <a16:creationId xmlns:a16="http://schemas.microsoft.com/office/drawing/2014/main" id="{CFF71473-DC5B-F8A6-1287-4F34A5D88671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8" name="Freeform 13267">
              <a:extLst>
                <a:ext uri="{FF2B5EF4-FFF2-40B4-BE49-F238E27FC236}">
                  <a16:creationId xmlns:a16="http://schemas.microsoft.com/office/drawing/2014/main" id="{4BA6D72B-1675-ADD4-69C4-BFAE0621486E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9" name="Freeform 13268">
              <a:extLst>
                <a:ext uri="{FF2B5EF4-FFF2-40B4-BE49-F238E27FC236}">
                  <a16:creationId xmlns:a16="http://schemas.microsoft.com/office/drawing/2014/main" id="{A47E263E-44D4-23B0-941C-86F372A429D9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0" name="Freeform 13269">
              <a:extLst>
                <a:ext uri="{FF2B5EF4-FFF2-40B4-BE49-F238E27FC236}">
                  <a16:creationId xmlns:a16="http://schemas.microsoft.com/office/drawing/2014/main" id="{89B8C394-C455-92AF-07A9-323FF1845BE0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1" name="Freeform 13270">
              <a:extLst>
                <a:ext uri="{FF2B5EF4-FFF2-40B4-BE49-F238E27FC236}">
                  <a16:creationId xmlns:a16="http://schemas.microsoft.com/office/drawing/2014/main" id="{025A89C0-D947-6DD4-AE77-4E689BC9A195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2" name="Freeform 13271">
              <a:extLst>
                <a:ext uri="{FF2B5EF4-FFF2-40B4-BE49-F238E27FC236}">
                  <a16:creationId xmlns:a16="http://schemas.microsoft.com/office/drawing/2014/main" id="{4785E8DF-1D2F-8A54-9469-F68103F40401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3" name="Freeform 13272">
              <a:extLst>
                <a:ext uri="{FF2B5EF4-FFF2-40B4-BE49-F238E27FC236}">
                  <a16:creationId xmlns:a16="http://schemas.microsoft.com/office/drawing/2014/main" id="{D177299B-035F-36DC-6BC7-C2AAD1776C0E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4" name="Freeform 13273">
              <a:extLst>
                <a:ext uri="{FF2B5EF4-FFF2-40B4-BE49-F238E27FC236}">
                  <a16:creationId xmlns:a16="http://schemas.microsoft.com/office/drawing/2014/main" id="{66D0FB24-3289-97A7-7072-6654E14ED0D6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5" name="Freeform 13274">
              <a:extLst>
                <a:ext uri="{FF2B5EF4-FFF2-40B4-BE49-F238E27FC236}">
                  <a16:creationId xmlns:a16="http://schemas.microsoft.com/office/drawing/2014/main" id="{482B8C85-F0A5-969E-951D-70D74DE8DD84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6" name="Freeform 13275">
              <a:extLst>
                <a:ext uri="{FF2B5EF4-FFF2-40B4-BE49-F238E27FC236}">
                  <a16:creationId xmlns:a16="http://schemas.microsoft.com/office/drawing/2014/main" id="{7DFFFB0E-0A85-EFB3-56CE-48DFB51C10D7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7" name="Freeform 13276">
              <a:extLst>
                <a:ext uri="{FF2B5EF4-FFF2-40B4-BE49-F238E27FC236}">
                  <a16:creationId xmlns:a16="http://schemas.microsoft.com/office/drawing/2014/main" id="{04D1FC16-65D5-344E-DFAA-04D5629FD819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8" name="Freeform 13277">
              <a:extLst>
                <a:ext uri="{FF2B5EF4-FFF2-40B4-BE49-F238E27FC236}">
                  <a16:creationId xmlns:a16="http://schemas.microsoft.com/office/drawing/2014/main" id="{EC588B9F-AE45-FC23-50F9-C1C50C86DA6F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79" name="Freeform 13278">
              <a:extLst>
                <a:ext uri="{FF2B5EF4-FFF2-40B4-BE49-F238E27FC236}">
                  <a16:creationId xmlns:a16="http://schemas.microsoft.com/office/drawing/2014/main" id="{811DB9A1-08EA-4CA4-DEF1-B1256713688B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0" name="Freeform 13279">
              <a:extLst>
                <a:ext uri="{FF2B5EF4-FFF2-40B4-BE49-F238E27FC236}">
                  <a16:creationId xmlns:a16="http://schemas.microsoft.com/office/drawing/2014/main" id="{03D26046-59DD-DBF1-5F94-E0B2AC424B1C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1" name="Freeform 13280">
              <a:extLst>
                <a:ext uri="{FF2B5EF4-FFF2-40B4-BE49-F238E27FC236}">
                  <a16:creationId xmlns:a16="http://schemas.microsoft.com/office/drawing/2014/main" id="{60B97D5C-C242-B02D-3144-2E1C0A835328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2" name="Freeform 13281">
              <a:extLst>
                <a:ext uri="{FF2B5EF4-FFF2-40B4-BE49-F238E27FC236}">
                  <a16:creationId xmlns:a16="http://schemas.microsoft.com/office/drawing/2014/main" id="{782A9011-1E62-D4DC-E43E-2E5D9B2CDA1F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3" name="Freeform 13282">
              <a:extLst>
                <a:ext uri="{FF2B5EF4-FFF2-40B4-BE49-F238E27FC236}">
                  <a16:creationId xmlns:a16="http://schemas.microsoft.com/office/drawing/2014/main" id="{C5D31404-83CD-4E6C-3C55-EBC4C721C42B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4" name="Freeform 13283">
              <a:extLst>
                <a:ext uri="{FF2B5EF4-FFF2-40B4-BE49-F238E27FC236}">
                  <a16:creationId xmlns:a16="http://schemas.microsoft.com/office/drawing/2014/main" id="{6817B074-4A80-269A-2F78-0E91C99F5870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5" name="Freeform 13284">
              <a:extLst>
                <a:ext uri="{FF2B5EF4-FFF2-40B4-BE49-F238E27FC236}">
                  <a16:creationId xmlns:a16="http://schemas.microsoft.com/office/drawing/2014/main" id="{CD992FD0-4016-D91E-9EB6-53B317E70E46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6" name="Freeform 13285">
              <a:extLst>
                <a:ext uri="{FF2B5EF4-FFF2-40B4-BE49-F238E27FC236}">
                  <a16:creationId xmlns:a16="http://schemas.microsoft.com/office/drawing/2014/main" id="{98E9B2EC-B269-BDD6-199B-856112C2B5BB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7" name="Freeform 13286">
              <a:extLst>
                <a:ext uri="{FF2B5EF4-FFF2-40B4-BE49-F238E27FC236}">
                  <a16:creationId xmlns:a16="http://schemas.microsoft.com/office/drawing/2014/main" id="{A773CA96-92D9-F0AF-C653-B1D173F2FE66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8" name="Freeform 13287">
              <a:extLst>
                <a:ext uri="{FF2B5EF4-FFF2-40B4-BE49-F238E27FC236}">
                  <a16:creationId xmlns:a16="http://schemas.microsoft.com/office/drawing/2014/main" id="{7A6D83F5-AA9E-6EE5-6CBC-7B5DD387420C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89" name="Freeform 13288">
              <a:extLst>
                <a:ext uri="{FF2B5EF4-FFF2-40B4-BE49-F238E27FC236}">
                  <a16:creationId xmlns:a16="http://schemas.microsoft.com/office/drawing/2014/main" id="{BD45A038-8228-DF68-BF9C-BF03337AA85C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0" name="Freeform 13289">
              <a:extLst>
                <a:ext uri="{FF2B5EF4-FFF2-40B4-BE49-F238E27FC236}">
                  <a16:creationId xmlns:a16="http://schemas.microsoft.com/office/drawing/2014/main" id="{CF763A52-34E1-594B-BEEE-83682E50EE2C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1" name="Freeform 13290">
              <a:extLst>
                <a:ext uri="{FF2B5EF4-FFF2-40B4-BE49-F238E27FC236}">
                  <a16:creationId xmlns:a16="http://schemas.microsoft.com/office/drawing/2014/main" id="{3C8E5C25-C5D4-2B85-5DC6-09BABF53E91A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2" name="Freeform 13291">
              <a:extLst>
                <a:ext uri="{FF2B5EF4-FFF2-40B4-BE49-F238E27FC236}">
                  <a16:creationId xmlns:a16="http://schemas.microsoft.com/office/drawing/2014/main" id="{8DF85C66-56B6-B677-FABA-64458C16A175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3" name="Freeform 13292">
              <a:extLst>
                <a:ext uri="{FF2B5EF4-FFF2-40B4-BE49-F238E27FC236}">
                  <a16:creationId xmlns:a16="http://schemas.microsoft.com/office/drawing/2014/main" id="{8FDD4231-E2F8-BF72-9CA8-877939391AA8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4" name="Freeform 13293">
              <a:extLst>
                <a:ext uri="{FF2B5EF4-FFF2-40B4-BE49-F238E27FC236}">
                  <a16:creationId xmlns:a16="http://schemas.microsoft.com/office/drawing/2014/main" id="{0E228626-C344-6784-9230-54DC4FB4DF0C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5" name="Freeform 13294">
              <a:extLst>
                <a:ext uri="{FF2B5EF4-FFF2-40B4-BE49-F238E27FC236}">
                  <a16:creationId xmlns:a16="http://schemas.microsoft.com/office/drawing/2014/main" id="{9809B08A-5D4C-BF58-39C3-967D45F6D42B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6" name="Freeform 13295">
              <a:extLst>
                <a:ext uri="{FF2B5EF4-FFF2-40B4-BE49-F238E27FC236}">
                  <a16:creationId xmlns:a16="http://schemas.microsoft.com/office/drawing/2014/main" id="{400BEEBD-1744-1CE0-E3AB-7612A5EC506F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7" name="Freeform 13296">
              <a:extLst>
                <a:ext uri="{FF2B5EF4-FFF2-40B4-BE49-F238E27FC236}">
                  <a16:creationId xmlns:a16="http://schemas.microsoft.com/office/drawing/2014/main" id="{C719A54B-0CE0-16F1-AE98-2C56CC7CB28B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8" name="Freeform 13297">
              <a:extLst>
                <a:ext uri="{FF2B5EF4-FFF2-40B4-BE49-F238E27FC236}">
                  <a16:creationId xmlns:a16="http://schemas.microsoft.com/office/drawing/2014/main" id="{3DA24181-76BB-2EA5-EC73-4415D8DA32F7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9" name="Freeform 13298">
              <a:extLst>
                <a:ext uri="{FF2B5EF4-FFF2-40B4-BE49-F238E27FC236}">
                  <a16:creationId xmlns:a16="http://schemas.microsoft.com/office/drawing/2014/main" id="{0E6C5F9F-271B-E93A-96D4-0E91D02AA5CF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0" name="Freeform 13299">
              <a:extLst>
                <a:ext uri="{FF2B5EF4-FFF2-40B4-BE49-F238E27FC236}">
                  <a16:creationId xmlns:a16="http://schemas.microsoft.com/office/drawing/2014/main" id="{B4E6B4C2-D6A9-6BE1-B5FD-F2B52BC3C1A4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1" name="Freeform 13300">
              <a:extLst>
                <a:ext uri="{FF2B5EF4-FFF2-40B4-BE49-F238E27FC236}">
                  <a16:creationId xmlns:a16="http://schemas.microsoft.com/office/drawing/2014/main" id="{2B26D76E-6079-5696-00A9-55F60208757F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2" name="Freeform 13301">
              <a:extLst>
                <a:ext uri="{FF2B5EF4-FFF2-40B4-BE49-F238E27FC236}">
                  <a16:creationId xmlns:a16="http://schemas.microsoft.com/office/drawing/2014/main" id="{B7C17808-4B32-4C22-8308-530FA67A48CE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3" name="Freeform 13302">
              <a:extLst>
                <a:ext uri="{FF2B5EF4-FFF2-40B4-BE49-F238E27FC236}">
                  <a16:creationId xmlns:a16="http://schemas.microsoft.com/office/drawing/2014/main" id="{6CC8D5DE-4CD5-6D8F-4164-01F7D1F4FD48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4" name="Freeform 13303">
              <a:extLst>
                <a:ext uri="{FF2B5EF4-FFF2-40B4-BE49-F238E27FC236}">
                  <a16:creationId xmlns:a16="http://schemas.microsoft.com/office/drawing/2014/main" id="{A4E61EEA-D123-F9BC-E83F-38DA2DB83874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5" name="Freeform 13304">
              <a:extLst>
                <a:ext uri="{FF2B5EF4-FFF2-40B4-BE49-F238E27FC236}">
                  <a16:creationId xmlns:a16="http://schemas.microsoft.com/office/drawing/2014/main" id="{FC7AAC10-9B2F-FECE-4644-0CF516A83C2B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6" name="Freeform 13305">
              <a:extLst>
                <a:ext uri="{FF2B5EF4-FFF2-40B4-BE49-F238E27FC236}">
                  <a16:creationId xmlns:a16="http://schemas.microsoft.com/office/drawing/2014/main" id="{39D41F78-4177-78EE-F6E7-EBF4FCDE08CC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7" name="Freeform 13306">
              <a:extLst>
                <a:ext uri="{FF2B5EF4-FFF2-40B4-BE49-F238E27FC236}">
                  <a16:creationId xmlns:a16="http://schemas.microsoft.com/office/drawing/2014/main" id="{7567DD20-022A-E42E-A30C-03DA627E0835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8" name="Freeform 13307">
              <a:extLst>
                <a:ext uri="{FF2B5EF4-FFF2-40B4-BE49-F238E27FC236}">
                  <a16:creationId xmlns:a16="http://schemas.microsoft.com/office/drawing/2014/main" id="{2633A3A1-EC51-0379-F64F-951E143D8395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9" name="Freeform 13308">
              <a:extLst>
                <a:ext uri="{FF2B5EF4-FFF2-40B4-BE49-F238E27FC236}">
                  <a16:creationId xmlns:a16="http://schemas.microsoft.com/office/drawing/2014/main" id="{7C3A6B2E-1587-3DA8-9426-4B47C1E935EB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0" name="Freeform 13309">
              <a:extLst>
                <a:ext uri="{FF2B5EF4-FFF2-40B4-BE49-F238E27FC236}">
                  <a16:creationId xmlns:a16="http://schemas.microsoft.com/office/drawing/2014/main" id="{0BFB8334-41C8-CDC8-2592-94C5D5EDFBEF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1" name="Freeform 13310">
              <a:extLst>
                <a:ext uri="{FF2B5EF4-FFF2-40B4-BE49-F238E27FC236}">
                  <a16:creationId xmlns:a16="http://schemas.microsoft.com/office/drawing/2014/main" id="{8DAB41AC-FA56-B3E0-46AA-B38E80D81A2A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2" name="Freeform 13311">
              <a:extLst>
                <a:ext uri="{FF2B5EF4-FFF2-40B4-BE49-F238E27FC236}">
                  <a16:creationId xmlns:a16="http://schemas.microsoft.com/office/drawing/2014/main" id="{A7B0FE87-8157-DE7A-DEED-0BA41AC4C9C1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3" name="Freeform 13312">
              <a:extLst>
                <a:ext uri="{FF2B5EF4-FFF2-40B4-BE49-F238E27FC236}">
                  <a16:creationId xmlns:a16="http://schemas.microsoft.com/office/drawing/2014/main" id="{41CCDAEC-31E8-CE6C-6E2C-EB3AB720F394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4" name="Freeform 13313">
              <a:extLst>
                <a:ext uri="{FF2B5EF4-FFF2-40B4-BE49-F238E27FC236}">
                  <a16:creationId xmlns:a16="http://schemas.microsoft.com/office/drawing/2014/main" id="{01C05D18-C594-2ABC-5DB1-21E304A44CEA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5" name="Freeform 13314">
              <a:extLst>
                <a:ext uri="{FF2B5EF4-FFF2-40B4-BE49-F238E27FC236}">
                  <a16:creationId xmlns:a16="http://schemas.microsoft.com/office/drawing/2014/main" id="{2EB22B63-6882-6403-5853-225E512C430E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6" name="Freeform 13315">
              <a:extLst>
                <a:ext uri="{FF2B5EF4-FFF2-40B4-BE49-F238E27FC236}">
                  <a16:creationId xmlns:a16="http://schemas.microsoft.com/office/drawing/2014/main" id="{5A2E496E-2C6F-CE3D-5C41-AD597F77329C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7" name="Freeform 13316">
              <a:extLst>
                <a:ext uri="{FF2B5EF4-FFF2-40B4-BE49-F238E27FC236}">
                  <a16:creationId xmlns:a16="http://schemas.microsoft.com/office/drawing/2014/main" id="{96672E46-967F-13A0-ABE7-AC428FD6B5D6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8" name="Freeform 13317">
              <a:extLst>
                <a:ext uri="{FF2B5EF4-FFF2-40B4-BE49-F238E27FC236}">
                  <a16:creationId xmlns:a16="http://schemas.microsoft.com/office/drawing/2014/main" id="{D32936D9-48DA-07D5-CBAC-3D3DC9C9CDC6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9" name="Freeform 13318">
              <a:extLst>
                <a:ext uri="{FF2B5EF4-FFF2-40B4-BE49-F238E27FC236}">
                  <a16:creationId xmlns:a16="http://schemas.microsoft.com/office/drawing/2014/main" id="{B7406868-4D50-DD2D-4CE9-1CFDAC040CF1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0" name="Freeform 13319">
              <a:extLst>
                <a:ext uri="{FF2B5EF4-FFF2-40B4-BE49-F238E27FC236}">
                  <a16:creationId xmlns:a16="http://schemas.microsoft.com/office/drawing/2014/main" id="{093FF20F-3CC4-5267-26B8-3B59C58FA9E9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1" name="Freeform 13320">
              <a:extLst>
                <a:ext uri="{FF2B5EF4-FFF2-40B4-BE49-F238E27FC236}">
                  <a16:creationId xmlns:a16="http://schemas.microsoft.com/office/drawing/2014/main" id="{3112F2D0-EAA9-62DB-A8BB-F36EC98C8617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2" name="Freeform 13321">
              <a:extLst>
                <a:ext uri="{FF2B5EF4-FFF2-40B4-BE49-F238E27FC236}">
                  <a16:creationId xmlns:a16="http://schemas.microsoft.com/office/drawing/2014/main" id="{ADC6B71D-2E35-3424-DABA-8C5897045D6B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3" name="Freeform 13322">
              <a:extLst>
                <a:ext uri="{FF2B5EF4-FFF2-40B4-BE49-F238E27FC236}">
                  <a16:creationId xmlns:a16="http://schemas.microsoft.com/office/drawing/2014/main" id="{27269F37-23ED-3B12-F998-C054389425C4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4" name="Freeform 13323">
              <a:extLst>
                <a:ext uri="{FF2B5EF4-FFF2-40B4-BE49-F238E27FC236}">
                  <a16:creationId xmlns:a16="http://schemas.microsoft.com/office/drawing/2014/main" id="{25074E6A-4039-33DE-8131-0C8764B9BE08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5" name="Freeform 13324">
              <a:extLst>
                <a:ext uri="{FF2B5EF4-FFF2-40B4-BE49-F238E27FC236}">
                  <a16:creationId xmlns:a16="http://schemas.microsoft.com/office/drawing/2014/main" id="{E123D4F9-92C3-CF87-8D12-5AF67CFECDE3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6" name="Freeform 13325">
              <a:extLst>
                <a:ext uri="{FF2B5EF4-FFF2-40B4-BE49-F238E27FC236}">
                  <a16:creationId xmlns:a16="http://schemas.microsoft.com/office/drawing/2014/main" id="{22CBCBBB-146E-1F2A-56E6-9068B02B21F7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7" name="Freeform 13326">
              <a:extLst>
                <a:ext uri="{FF2B5EF4-FFF2-40B4-BE49-F238E27FC236}">
                  <a16:creationId xmlns:a16="http://schemas.microsoft.com/office/drawing/2014/main" id="{21D63E25-03FF-6C99-6734-C1DFF5BDFC39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8" name="Freeform 13327">
              <a:extLst>
                <a:ext uri="{FF2B5EF4-FFF2-40B4-BE49-F238E27FC236}">
                  <a16:creationId xmlns:a16="http://schemas.microsoft.com/office/drawing/2014/main" id="{35A702FD-9694-B0B4-56E1-9DE3B4128922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9" name="Freeform 13328">
              <a:extLst>
                <a:ext uri="{FF2B5EF4-FFF2-40B4-BE49-F238E27FC236}">
                  <a16:creationId xmlns:a16="http://schemas.microsoft.com/office/drawing/2014/main" id="{47F73A10-7A37-7618-67A3-BC5B74E12735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0" name="Freeform 13329">
              <a:extLst>
                <a:ext uri="{FF2B5EF4-FFF2-40B4-BE49-F238E27FC236}">
                  <a16:creationId xmlns:a16="http://schemas.microsoft.com/office/drawing/2014/main" id="{279D4512-970B-9CEE-6A5B-834561E4A027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1" name="Freeform 13330">
              <a:extLst>
                <a:ext uri="{FF2B5EF4-FFF2-40B4-BE49-F238E27FC236}">
                  <a16:creationId xmlns:a16="http://schemas.microsoft.com/office/drawing/2014/main" id="{CBDF5F8D-22DE-8562-F917-34C80D35D75A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2" name="Freeform 13331">
              <a:extLst>
                <a:ext uri="{FF2B5EF4-FFF2-40B4-BE49-F238E27FC236}">
                  <a16:creationId xmlns:a16="http://schemas.microsoft.com/office/drawing/2014/main" id="{99FAC02A-83F3-157E-D3B6-F1469F183F10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3" name="Freeform 13332">
              <a:extLst>
                <a:ext uri="{FF2B5EF4-FFF2-40B4-BE49-F238E27FC236}">
                  <a16:creationId xmlns:a16="http://schemas.microsoft.com/office/drawing/2014/main" id="{60C4D063-F3A6-8091-C2FB-AAACB4986DDA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4" name="Freeform 13333">
              <a:extLst>
                <a:ext uri="{FF2B5EF4-FFF2-40B4-BE49-F238E27FC236}">
                  <a16:creationId xmlns:a16="http://schemas.microsoft.com/office/drawing/2014/main" id="{199A8C0D-2908-0963-A7E3-60DD99732071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5" name="Freeform 13334">
              <a:extLst>
                <a:ext uri="{FF2B5EF4-FFF2-40B4-BE49-F238E27FC236}">
                  <a16:creationId xmlns:a16="http://schemas.microsoft.com/office/drawing/2014/main" id="{A020AE9F-D7B1-72BC-A61C-DA12ACF59408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6" name="Freeform 13335">
              <a:extLst>
                <a:ext uri="{FF2B5EF4-FFF2-40B4-BE49-F238E27FC236}">
                  <a16:creationId xmlns:a16="http://schemas.microsoft.com/office/drawing/2014/main" id="{A5AA5A76-4F47-3F08-A88E-D65A4385A8F4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7" name="Freeform 13336">
              <a:extLst>
                <a:ext uri="{FF2B5EF4-FFF2-40B4-BE49-F238E27FC236}">
                  <a16:creationId xmlns:a16="http://schemas.microsoft.com/office/drawing/2014/main" id="{D808137B-1788-835C-D96E-A7525AEF88FE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8" name="Freeform 13337">
              <a:extLst>
                <a:ext uri="{FF2B5EF4-FFF2-40B4-BE49-F238E27FC236}">
                  <a16:creationId xmlns:a16="http://schemas.microsoft.com/office/drawing/2014/main" id="{471B8D14-F947-C0A4-7213-AFED74D9854B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39" name="Freeform 13338">
              <a:extLst>
                <a:ext uri="{FF2B5EF4-FFF2-40B4-BE49-F238E27FC236}">
                  <a16:creationId xmlns:a16="http://schemas.microsoft.com/office/drawing/2014/main" id="{13213989-08A9-1A0B-5CD2-991F17B75274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0" name="Freeform 13339">
              <a:extLst>
                <a:ext uri="{FF2B5EF4-FFF2-40B4-BE49-F238E27FC236}">
                  <a16:creationId xmlns:a16="http://schemas.microsoft.com/office/drawing/2014/main" id="{DC3A4FF8-EF05-3182-09BA-C1CD709FDCF3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1" name="Freeform 13340">
              <a:extLst>
                <a:ext uri="{FF2B5EF4-FFF2-40B4-BE49-F238E27FC236}">
                  <a16:creationId xmlns:a16="http://schemas.microsoft.com/office/drawing/2014/main" id="{388E3CDD-FBDE-4600-58BC-93720D687EA6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2" name="Freeform 13341">
              <a:extLst>
                <a:ext uri="{FF2B5EF4-FFF2-40B4-BE49-F238E27FC236}">
                  <a16:creationId xmlns:a16="http://schemas.microsoft.com/office/drawing/2014/main" id="{0DF443E6-19F6-5F25-E6EC-55A9FB078A0F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3" name="Freeform 13342">
              <a:extLst>
                <a:ext uri="{FF2B5EF4-FFF2-40B4-BE49-F238E27FC236}">
                  <a16:creationId xmlns:a16="http://schemas.microsoft.com/office/drawing/2014/main" id="{2C3CF4EF-015D-8E8E-C032-E9E7E1AA8794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4" name="Freeform 13343">
              <a:extLst>
                <a:ext uri="{FF2B5EF4-FFF2-40B4-BE49-F238E27FC236}">
                  <a16:creationId xmlns:a16="http://schemas.microsoft.com/office/drawing/2014/main" id="{189777F7-891A-12AA-7D18-0B9574AC88B3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5" name="Freeform 13344">
              <a:extLst>
                <a:ext uri="{FF2B5EF4-FFF2-40B4-BE49-F238E27FC236}">
                  <a16:creationId xmlns:a16="http://schemas.microsoft.com/office/drawing/2014/main" id="{1CA11EEC-8570-BC0D-C030-C4B064EB140A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6" name="Freeform 13345">
              <a:extLst>
                <a:ext uri="{FF2B5EF4-FFF2-40B4-BE49-F238E27FC236}">
                  <a16:creationId xmlns:a16="http://schemas.microsoft.com/office/drawing/2014/main" id="{32C8A523-82E2-9936-5279-C6D690D2B2CA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7" name="Freeform 13346">
              <a:extLst>
                <a:ext uri="{FF2B5EF4-FFF2-40B4-BE49-F238E27FC236}">
                  <a16:creationId xmlns:a16="http://schemas.microsoft.com/office/drawing/2014/main" id="{08420F36-396C-B0E0-0B1E-C1313024A3A0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8" name="Freeform 13347">
              <a:extLst>
                <a:ext uri="{FF2B5EF4-FFF2-40B4-BE49-F238E27FC236}">
                  <a16:creationId xmlns:a16="http://schemas.microsoft.com/office/drawing/2014/main" id="{5FFDE235-14DE-5F9B-00FD-C04D75F28A05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9" name="Freeform 13348">
              <a:extLst>
                <a:ext uri="{FF2B5EF4-FFF2-40B4-BE49-F238E27FC236}">
                  <a16:creationId xmlns:a16="http://schemas.microsoft.com/office/drawing/2014/main" id="{A92905E4-2D28-E8F2-A19C-047B65567FE3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0" name="Freeform 13349">
              <a:extLst>
                <a:ext uri="{FF2B5EF4-FFF2-40B4-BE49-F238E27FC236}">
                  <a16:creationId xmlns:a16="http://schemas.microsoft.com/office/drawing/2014/main" id="{A5DFABE7-D4BB-CA0A-EFAE-A1B24312B879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1" name="Freeform 13350">
              <a:extLst>
                <a:ext uri="{FF2B5EF4-FFF2-40B4-BE49-F238E27FC236}">
                  <a16:creationId xmlns:a16="http://schemas.microsoft.com/office/drawing/2014/main" id="{036D742A-4832-9E6E-5DFB-74909A8D6021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2" name="Freeform 13351">
              <a:extLst>
                <a:ext uri="{FF2B5EF4-FFF2-40B4-BE49-F238E27FC236}">
                  <a16:creationId xmlns:a16="http://schemas.microsoft.com/office/drawing/2014/main" id="{780881AF-083A-0CDA-6C71-263129419432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3" name="Freeform 13352">
              <a:extLst>
                <a:ext uri="{FF2B5EF4-FFF2-40B4-BE49-F238E27FC236}">
                  <a16:creationId xmlns:a16="http://schemas.microsoft.com/office/drawing/2014/main" id="{8F7763C3-9BDE-10FE-03C6-3552981AE6D2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4" name="Freeform 13353">
              <a:extLst>
                <a:ext uri="{FF2B5EF4-FFF2-40B4-BE49-F238E27FC236}">
                  <a16:creationId xmlns:a16="http://schemas.microsoft.com/office/drawing/2014/main" id="{4BAF559F-7022-42ED-3762-98CAD7619CD1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5" name="Freeform 13354">
              <a:extLst>
                <a:ext uri="{FF2B5EF4-FFF2-40B4-BE49-F238E27FC236}">
                  <a16:creationId xmlns:a16="http://schemas.microsoft.com/office/drawing/2014/main" id="{DC381496-5A92-04A8-F91B-1B2F8FC15DCD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6" name="Freeform 13355">
              <a:extLst>
                <a:ext uri="{FF2B5EF4-FFF2-40B4-BE49-F238E27FC236}">
                  <a16:creationId xmlns:a16="http://schemas.microsoft.com/office/drawing/2014/main" id="{7E1DBA0B-14D2-D384-6334-CF725E457682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7" name="Freeform 13356">
              <a:extLst>
                <a:ext uri="{FF2B5EF4-FFF2-40B4-BE49-F238E27FC236}">
                  <a16:creationId xmlns:a16="http://schemas.microsoft.com/office/drawing/2014/main" id="{8281E55A-C268-0E48-32B4-64DDB33C2426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Freeform 13357">
              <a:extLst>
                <a:ext uri="{FF2B5EF4-FFF2-40B4-BE49-F238E27FC236}">
                  <a16:creationId xmlns:a16="http://schemas.microsoft.com/office/drawing/2014/main" id="{1008701F-3220-B7F2-BD7B-D915B5E769AE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9" name="Freeform 13358">
              <a:extLst>
                <a:ext uri="{FF2B5EF4-FFF2-40B4-BE49-F238E27FC236}">
                  <a16:creationId xmlns:a16="http://schemas.microsoft.com/office/drawing/2014/main" id="{8B9C9F99-0E7B-6C4B-7295-FCD8E888AEDD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0" name="Freeform 13359">
              <a:extLst>
                <a:ext uri="{FF2B5EF4-FFF2-40B4-BE49-F238E27FC236}">
                  <a16:creationId xmlns:a16="http://schemas.microsoft.com/office/drawing/2014/main" id="{D43E5240-40E7-8E9B-1C63-05F14405C12F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1" name="Freeform 13360">
              <a:extLst>
                <a:ext uri="{FF2B5EF4-FFF2-40B4-BE49-F238E27FC236}">
                  <a16:creationId xmlns:a16="http://schemas.microsoft.com/office/drawing/2014/main" id="{EA71CE45-72C3-C850-07A5-4EDEDCD5DAF0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2" name="Freeform 13361">
              <a:extLst>
                <a:ext uri="{FF2B5EF4-FFF2-40B4-BE49-F238E27FC236}">
                  <a16:creationId xmlns:a16="http://schemas.microsoft.com/office/drawing/2014/main" id="{3152C175-20C3-30F0-71C9-0F788B821F17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 13362">
              <a:extLst>
                <a:ext uri="{FF2B5EF4-FFF2-40B4-BE49-F238E27FC236}">
                  <a16:creationId xmlns:a16="http://schemas.microsoft.com/office/drawing/2014/main" id="{7D5161E4-E804-E6A8-C628-F32B66F5AC64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4" name="Freeform 13363">
              <a:extLst>
                <a:ext uri="{FF2B5EF4-FFF2-40B4-BE49-F238E27FC236}">
                  <a16:creationId xmlns:a16="http://schemas.microsoft.com/office/drawing/2014/main" id="{45AC543B-1A65-893F-2992-DB8ED478B9F6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5" name="Freeform 13364">
              <a:extLst>
                <a:ext uri="{FF2B5EF4-FFF2-40B4-BE49-F238E27FC236}">
                  <a16:creationId xmlns:a16="http://schemas.microsoft.com/office/drawing/2014/main" id="{8D877CE2-F3D9-70CE-16BD-B3E4F5BC9A41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6" name="Freeform 13365">
              <a:extLst>
                <a:ext uri="{FF2B5EF4-FFF2-40B4-BE49-F238E27FC236}">
                  <a16:creationId xmlns:a16="http://schemas.microsoft.com/office/drawing/2014/main" id="{6FD79668-A6B0-DC0E-D217-E538D9456C50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7" name="Freeform 13366">
              <a:extLst>
                <a:ext uri="{FF2B5EF4-FFF2-40B4-BE49-F238E27FC236}">
                  <a16:creationId xmlns:a16="http://schemas.microsoft.com/office/drawing/2014/main" id="{C6CA4D56-87CF-0E46-BD56-E149859D9346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8" name="Freeform 13367">
              <a:extLst>
                <a:ext uri="{FF2B5EF4-FFF2-40B4-BE49-F238E27FC236}">
                  <a16:creationId xmlns:a16="http://schemas.microsoft.com/office/drawing/2014/main" id="{C45A8F22-BA5F-55B3-774A-FA62966B05A9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9" name="Freeform 13368">
              <a:extLst>
                <a:ext uri="{FF2B5EF4-FFF2-40B4-BE49-F238E27FC236}">
                  <a16:creationId xmlns:a16="http://schemas.microsoft.com/office/drawing/2014/main" id="{A179A353-A204-9A15-513E-82228B88EAD8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0" name="Freeform 13369">
              <a:extLst>
                <a:ext uri="{FF2B5EF4-FFF2-40B4-BE49-F238E27FC236}">
                  <a16:creationId xmlns:a16="http://schemas.microsoft.com/office/drawing/2014/main" id="{D9D4112A-8A6F-F6A2-5027-7FE1BC469C43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1" name="Freeform 13370">
              <a:extLst>
                <a:ext uri="{FF2B5EF4-FFF2-40B4-BE49-F238E27FC236}">
                  <a16:creationId xmlns:a16="http://schemas.microsoft.com/office/drawing/2014/main" id="{6A935F20-0EC0-7747-928A-28C23BE2FB93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2" name="Freeform 13371">
              <a:extLst>
                <a:ext uri="{FF2B5EF4-FFF2-40B4-BE49-F238E27FC236}">
                  <a16:creationId xmlns:a16="http://schemas.microsoft.com/office/drawing/2014/main" id="{D6A66484-257D-E3B7-48F6-8D241017466D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3" name="Freeform 13372">
              <a:extLst>
                <a:ext uri="{FF2B5EF4-FFF2-40B4-BE49-F238E27FC236}">
                  <a16:creationId xmlns:a16="http://schemas.microsoft.com/office/drawing/2014/main" id="{EB636865-0AB3-F0E1-940D-9ADF99F973D7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4" name="Freeform 13373">
              <a:extLst>
                <a:ext uri="{FF2B5EF4-FFF2-40B4-BE49-F238E27FC236}">
                  <a16:creationId xmlns:a16="http://schemas.microsoft.com/office/drawing/2014/main" id="{09C00214-4791-DB12-AFB6-9210B6967D33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5" name="Freeform 13374">
              <a:extLst>
                <a:ext uri="{FF2B5EF4-FFF2-40B4-BE49-F238E27FC236}">
                  <a16:creationId xmlns:a16="http://schemas.microsoft.com/office/drawing/2014/main" id="{F3DBC0E0-7046-D933-B39A-379114F6B453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6" name="Freeform 13375">
              <a:extLst>
                <a:ext uri="{FF2B5EF4-FFF2-40B4-BE49-F238E27FC236}">
                  <a16:creationId xmlns:a16="http://schemas.microsoft.com/office/drawing/2014/main" id="{87F8CF9D-8CEE-4756-4685-6F4EC001CFC4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7" name="Freeform 13376">
              <a:extLst>
                <a:ext uri="{FF2B5EF4-FFF2-40B4-BE49-F238E27FC236}">
                  <a16:creationId xmlns:a16="http://schemas.microsoft.com/office/drawing/2014/main" id="{BD7B25F2-278B-46D5-CE97-B393DD1C9BEC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8" name="Freeform 13377">
              <a:extLst>
                <a:ext uri="{FF2B5EF4-FFF2-40B4-BE49-F238E27FC236}">
                  <a16:creationId xmlns:a16="http://schemas.microsoft.com/office/drawing/2014/main" id="{EEAD2DCB-31DF-0CBC-891F-F28FDB7BF364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79" name="Freeform 13378">
              <a:extLst>
                <a:ext uri="{FF2B5EF4-FFF2-40B4-BE49-F238E27FC236}">
                  <a16:creationId xmlns:a16="http://schemas.microsoft.com/office/drawing/2014/main" id="{48CBEB19-A6D7-58B9-39DC-188195D4C960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0" name="Freeform 13379">
              <a:extLst>
                <a:ext uri="{FF2B5EF4-FFF2-40B4-BE49-F238E27FC236}">
                  <a16:creationId xmlns:a16="http://schemas.microsoft.com/office/drawing/2014/main" id="{C58F304B-C996-D80F-ED45-BFC1B53AC7D5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1" name="Freeform 13380">
              <a:extLst>
                <a:ext uri="{FF2B5EF4-FFF2-40B4-BE49-F238E27FC236}">
                  <a16:creationId xmlns:a16="http://schemas.microsoft.com/office/drawing/2014/main" id="{C988C9F0-A6DE-7098-DC60-AE2EB57C93AD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2" name="Freeform 13381">
              <a:extLst>
                <a:ext uri="{FF2B5EF4-FFF2-40B4-BE49-F238E27FC236}">
                  <a16:creationId xmlns:a16="http://schemas.microsoft.com/office/drawing/2014/main" id="{06A58A3A-51C5-1481-7278-75AEA12EC8CC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3" name="Freeform 13382">
              <a:extLst>
                <a:ext uri="{FF2B5EF4-FFF2-40B4-BE49-F238E27FC236}">
                  <a16:creationId xmlns:a16="http://schemas.microsoft.com/office/drawing/2014/main" id="{BCAFB7D7-31A5-95B3-390D-03785DA14244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4" name="Freeform 13383">
              <a:extLst>
                <a:ext uri="{FF2B5EF4-FFF2-40B4-BE49-F238E27FC236}">
                  <a16:creationId xmlns:a16="http://schemas.microsoft.com/office/drawing/2014/main" id="{ABDAB44F-5F82-4F7B-590E-C5B497F7C46C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5" name="Freeform 13384">
              <a:extLst>
                <a:ext uri="{FF2B5EF4-FFF2-40B4-BE49-F238E27FC236}">
                  <a16:creationId xmlns:a16="http://schemas.microsoft.com/office/drawing/2014/main" id="{62383625-A209-0145-BCE6-4D19522B54EC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6" name="Freeform 13385">
              <a:extLst>
                <a:ext uri="{FF2B5EF4-FFF2-40B4-BE49-F238E27FC236}">
                  <a16:creationId xmlns:a16="http://schemas.microsoft.com/office/drawing/2014/main" id="{3B6F981F-D386-B456-444D-B7C7A452207A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7" name="Freeform 13386">
              <a:extLst>
                <a:ext uri="{FF2B5EF4-FFF2-40B4-BE49-F238E27FC236}">
                  <a16:creationId xmlns:a16="http://schemas.microsoft.com/office/drawing/2014/main" id="{7F46BEE4-FC09-9098-85D1-BA220BAA2AE7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8" name="Freeform 13387">
              <a:extLst>
                <a:ext uri="{FF2B5EF4-FFF2-40B4-BE49-F238E27FC236}">
                  <a16:creationId xmlns:a16="http://schemas.microsoft.com/office/drawing/2014/main" id="{A17D1B58-E8F4-E0FD-41A5-B8EC0E0F6362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9" name="Freeform 13388">
              <a:extLst>
                <a:ext uri="{FF2B5EF4-FFF2-40B4-BE49-F238E27FC236}">
                  <a16:creationId xmlns:a16="http://schemas.microsoft.com/office/drawing/2014/main" id="{C93AAB23-796C-5728-A19E-B69F770F0161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0" name="Freeform 13389">
              <a:extLst>
                <a:ext uri="{FF2B5EF4-FFF2-40B4-BE49-F238E27FC236}">
                  <a16:creationId xmlns:a16="http://schemas.microsoft.com/office/drawing/2014/main" id="{95D23A45-BC17-4288-AB41-78D2FC724103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1" name="Freeform 13390">
              <a:extLst>
                <a:ext uri="{FF2B5EF4-FFF2-40B4-BE49-F238E27FC236}">
                  <a16:creationId xmlns:a16="http://schemas.microsoft.com/office/drawing/2014/main" id="{62A38E04-28CA-CCE7-3EFA-678F3A3D47FA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2" name="Freeform 13391">
              <a:extLst>
                <a:ext uri="{FF2B5EF4-FFF2-40B4-BE49-F238E27FC236}">
                  <a16:creationId xmlns:a16="http://schemas.microsoft.com/office/drawing/2014/main" id="{A1256155-C432-64F4-25FE-AA596DFA9EF2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3" name="Freeform 13392">
              <a:extLst>
                <a:ext uri="{FF2B5EF4-FFF2-40B4-BE49-F238E27FC236}">
                  <a16:creationId xmlns:a16="http://schemas.microsoft.com/office/drawing/2014/main" id="{EB3213B1-75FD-ED11-D6A1-84EF3AEA41C3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4" name="Freeform 13393">
              <a:extLst>
                <a:ext uri="{FF2B5EF4-FFF2-40B4-BE49-F238E27FC236}">
                  <a16:creationId xmlns:a16="http://schemas.microsoft.com/office/drawing/2014/main" id="{B9C58442-D15C-86E0-AD70-6A0D18B0FD23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5" name="Freeform 13394">
              <a:extLst>
                <a:ext uri="{FF2B5EF4-FFF2-40B4-BE49-F238E27FC236}">
                  <a16:creationId xmlns:a16="http://schemas.microsoft.com/office/drawing/2014/main" id="{8372FA04-96A5-9546-1246-BB5BFDA6ECDB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6" name="Freeform 13395">
              <a:extLst>
                <a:ext uri="{FF2B5EF4-FFF2-40B4-BE49-F238E27FC236}">
                  <a16:creationId xmlns:a16="http://schemas.microsoft.com/office/drawing/2014/main" id="{689E3C5F-CA1F-21B2-47CA-00EDF3B09B34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7" name="Freeform 13396">
              <a:extLst>
                <a:ext uri="{FF2B5EF4-FFF2-40B4-BE49-F238E27FC236}">
                  <a16:creationId xmlns:a16="http://schemas.microsoft.com/office/drawing/2014/main" id="{41E1E0E0-86DE-FBA0-3AB4-99DC7043703E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8" name="Freeform 13397">
              <a:extLst>
                <a:ext uri="{FF2B5EF4-FFF2-40B4-BE49-F238E27FC236}">
                  <a16:creationId xmlns:a16="http://schemas.microsoft.com/office/drawing/2014/main" id="{E4745BE5-A3D4-CAA0-48CF-6B4A1E03297F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9" name="Freeform 13398">
              <a:extLst>
                <a:ext uri="{FF2B5EF4-FFF2-40B4-BE49-F238E27FC236}">
                  <a16:creationId xmlns:a16="http://schemas.microsoft.com/office/drawing/2014/main" id="{8460D688-EFDE-BDB1-9FC9-3D06F157D78F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0" name="Freeform 13399">
              <a:extLst>
                <a:ext uri="{FF2B5EF4-FFF2-40B4-BE49-F238E27FC236}">
                  <a16:creationId xmlns:a16="http://schemas.microsoft.com/office/drawing/2014/main" id="{07BB60EC-B16E-DE1C-0E3C-687FD7EA081E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1" name="Freeform 13400">
              <a:extLst>
                <a:ext uri="{FF2B5EF4-FFF2-40B4-BE49-F238E27FC236}">
                  <a16:creationId xmlns:a16="http://schemas.microsoft.com/office/drawing/2014/main" id="{75807A77-2B34-B78C-F02B-FEE7929F4E0A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2" name="Freeform 13401">
              <a:extLst>
                <a:ext uri="{FF2B5EF4-FFF2-40B4-BE49-F238E27FC236}">
                  <a16:creationId xmlns:a16="http://schemas.microsoft.com/office/drawing/2014/main" id="{5DAFC36C-21EC-8B76-5C04-A027AA1432FB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3" name="Freeform 13402">
              <a:extLst>
                <a:ext uri="{FF2B5EF4-FFF2-40B4-BE49-F238E27FC236}">
                  <a16:creationId xmlns:a16="http://schemas.microsoft.com/office/drawing/2014/main" id="{C7831A02-0C45-6CEE-83A1-B5C833029F96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4" name="Freeform 13403">
              <a:extLst>
                <a:ext uri="{FF2B5EF4-FFF2-40B4-BE49-F238E27FC236}">
                  <a16:creationId xmlns:a16="http://schemas.microsoft.com/office/drawing/2014/main" id="{4BCA9489-6761-78CA-45E7-FF9222DA87F7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5" name="Freeform 13404">
              <a:extLst>
                <a:ext uri="{FF2B5EF4-FFF2-40B4-BE49-F238E27FC236}">
                  <a16:creationId xmlns:a16="http://schemas.microsoft.com/office/drawing/2014/main" id="{1CDB3064-04A5-8319-0031-3EA62BCEAF5D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6" name="Freeform 13405">
              <a:extLst>
                <a:ext uri="{FF2B5EF4-FFF2-40B4-BE49-F238E27FC236}">
                  <a16:creationId xmlns:a16="http://schemas.microsoft.com/office/drawing/2014/main" id="{9CD02275-5B62-4C40-1D11-FF0B095C3906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07" name="Freeform 13406">
              <a:extLst>
                <a:ext uri="{FF2B5EF4-FFF2-40B4-BE49-F238E27FC236}">
                  <a16:creationId xmlns:a16="http://schemas.microsoft.com/office/drawing/2014/main" id="{7BF85ED5-B2C1-7140-6430-17DB36E00E5E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408" name="Group 13407">
            <a:extLst>
              <a:ext uri="{FF2B5EF4-FFF2-40B4-BE49-F238E27FC236}">
                <a16:creationId xmlns:a16="http://schemas.microsoft.com/office/drawing/2014/main" id="{70D5A789-4204-DF3A-0E61-3C5B4199F885}"/>
              </a:ext>
            </a:extLst>
          </p:cNvPr>
          <p:cNvGrpSpPr>
            <a:grpSpLocks noChangeAspect="1"/>
          </p:cNvGrpSpPr>
          <p:nvPr/>
        </p:nvGrpSpPr>
        <p:grpSpPr>
          <a:xfrm>
            <a:off x="6023695" y="9196987"/>
            <a:ext cx="170011" cy="274320"/>
            <a:chOff x="5739883" y="1855754"/>
            <a:chExt cx="2424275" cy="4513338"/>
          </a:xfrm>
        </p:grpSpPr>
        <p:sp>
          <p:nvSpPr>
            <p:cNvPr id="13409" name="Freeform 13408">
              <a:extLst>
                <a:ext uri="{FF2B5EF4-FFF2-40B4-BE49-F238E27FC236}">
                  <a16:creationId xmlns:a16="http://schemas.microsoft.com/office/drawing/2014/main" id="{5380664D-DA3F-1777-93BF-434C971716C1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0" name="Freeform 13409">
              <a:extLst>
                <a:ext uri="{FF2B5EF4-FFF2-40B4-BE49-F238E27FC236}">
                  <a16:creationId xmlns:a16="http://schemas.microsoft.com/office/drawing/2014/main" id="{F45A05C3-7C23-B06B-1BCF-93979D38AAA2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1" name="Freeform 13410">
              <a:extLst>
                <a:ext uri="{FF2B5EF4-FFF2-40B4-BE49-F238E27FC236}">
                  <a16:creationId xmlns:a16="http://schemas.microsoft.com/office/drawing/2014/main" id="{235B9E1F-C810-FD3F-C2D0-9BB3DBCCE239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2" name="Freeform 13411">
              <a:extLst>
                <a:ext uri="{FF2B5EF4-FFF2-40B4-BE49-F238E27FC236}">
                  <a16:creationId xmlns:a16="http://schemas.microsoft.com/office/drawing/2014/main" id="{F763667C-FF8C-A1C6-D3CB-BD8F4B00F811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3" name="Freeform 13412">
              <a:extLst>
                <a:ext uri="{FF2B5EF4-FFF2-40B4-BE49-F238E27FC236}">
                  <a16:creationId xmlns:a16="http://schemas.microsoft.com/office/drawing/2014/main" id="{C1E48662-EF89-6021-3E5D-D4F8CB31525E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4" name="Freeform 13413">
              <a:extLst>
                <a:ext uri="{FF2B5EF4-FFF2-40B4-BE49-F238E27FC236}">
                  <a16:creationId xmlns:a16="http://schemas.microsoft.com/office/drawing/2014/main" id="{594C79B3-E0AF-6DC3-3D62-2EAF18C69D20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5" name="Freeform 13414">
              <a:extLst>
                <a:ext uri="{FF2B5EF4-FFF2-40B4-BE49-F238E27FC236}">
                  <a16:creationId xmlns:a16="http://schemas.microsoft.com/office/drawing/2014/main" id="{B57A5797-DB7E-D617-E1AB-E227C03C4E2C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6" name="Freeform 13415">
              <a:extLst>
                <a:ext uri="{FF2B5EF4-FFF2-40B4-BE49-F238E27FC236}">
                  <a16:creationId xmlns:a16="http://schemas.microsoft.com/office/drawing/2014/main" id="{1B04462E-4A6A-0775-DF82-5B9C4894C9D3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7" name="Freeform 13416">
              <a:extLst>
                <a:ext uri="{FF2B5EF4-FFF2-40B4-BE49-F238E27FC236}">
                  <a16:creationId xmlns:a16="http://schemas.microsoft.com/office/drawing/2014/main" id="{E79687E5-6B50-2114-4BF1-06518704C71C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8" name="Freeform 13417">
              <a:extLst>
                <a:ext uri="{FF2B5EF4-FFF2-40B4-BE49-F238E27FC236}">
                  <a16:creationId xmlns:a16="http://schemas.microsoft.com/office/drawing/2014/main" id="{B357B8E1-B241-7CF3-AF48-CC1A2911048B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9" name="Freeform 13418">
              <a:extLst>
                <a:ext uri="{FF2B5EF4-FFF2-40B4-BE49-F238E27FC236}">
                  <a16:creationId xmlns:a16="http://schemas.microsoft.com/office/drawing/2014/main" id="{097480E1-DCD5-94CD-1A35-899A7D607FA2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0" name="Freeform 13419">
              <a:extLst>
                <a:ext uri="{FF2B5EF4-FFF2-40B4-BE49-F238E27FC236}">
                  <a16:creationId xmlns:a16="http://schemas.microsoft.com/office/drawing/2014/main" id="{FF3CB163-B032-50A0-E0EA-B5674B9D0C45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1" name="Freeform 13420">
              <a:extLst>
                <a:ext uri="{FF2B5EF4-FFF2-40B4-BE49-F238E27FC236}">
                  <a16:creationId xmlns:a16="http://schemas.microsoft.com/office/drawing/2014/main" id="{4F48BB25-6304-999B-757F-F29FE6AEB0FA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2" name="Freeform 13421">
              <a:extLst>
                <a:ext uri="{FF2B5EF4-FFF2-40B4-BE49-F238E27FC236}">
                  <a16:creationId xmlns:a16="http://schemas.microsoft.com/office/drawing/2014/main" id="{F81C1656-067D-2F19-4EF4-8A8CFCF4B3BF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3" name="Freeform 13422">
              <a:extLst>
                <a:ext uri="{FF2B5EF4-FFF2-40B4-BE49-F238E27FC236}">
                  <a16:creationId xmlns:a16="http://schemas.microsoft.com/office/drawing/2014/main" id="{6DD92A1B-58D4-E5DE-B4DA-4C6ACBFC42B1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4" name="Freeform 13423">
              <a:extLst>
                <a:ext uri="{FF2B5EF4-FFF2-40B4-BE49-F238E27FC236}">
                  <a16:creationId xmlns:a16="http://schemas.microsoft.com/office/drawing/2014/main" id="{B6F3A7CB-558C-C396-6A16-DF5187FBC45F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5" name="Freeform 13424">
              <a:extLst>
                <a:ext uri="{FF2B5EF4-FFF2-40B4-BE49-F238E27FC236}">
                  <a16:creationId xmlns:a16="http://schemas.microsoft.com/office/drawing/2014/main" id="{1C806CCC-8861-16A2-F8F5-3849BB038ED3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6" name="Freeform 13425">
              <a:extLst>
                <a:ext uri="{FF2B5EF4-FFF2-40B4-BE49-F238E27FC236}">
                  <a16:creationId xmlns:a16="http://schemas.microsoft.com/office/drawing/2014/main" id="{82006FED-4D9B-1441-C12C-931BC454BAAE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7" name="Freeform 13426">
              <a:extLst>
                <a:ext uri="{FF2B5EF4-FFF2-40B4-BE49-F238E27FC236}">
                  <a16:creationId xmlns:a16="http://schemas.microsoft.com/office/drawing/2014/main" id="{15602D88-E6B5-60C5-CC87-9C529F926D95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8" name="Freeform 13427">
              <a:extLst>
                <a:ext uri="{FF2B5EF4-FFF2-40B4-BE49-F238E27FC236}">
                  <a16:creationId xmlns:a16="http://schemas.microsoft.com/office/drawing/2014/main" id="{00F89656-6162-70CB-4989-5F644BDE40DA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29" name="Freeform 13428">
              <a:extLst>
                <a:ext uri="{FF2B5EF4-FFF2-40B4-BE49-F238E27FC236}">
                  <a16:creationId xmlns:a16="http://schemas.microsoft.com/office/drawing/2014/main" id="{85F52D9C-D5CC-3579-A677-E048A50BFDC5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0" name="Freeform 13429">
              <a:extLst>
                <a:ext uri="{FF2B5EF4-FFF2-40B4-BE49-F238E27FC236}">
                  <a16:creationId xmlns:a16="http://schemas.microsoft.com/office/drawing/2014/main" id="{36DC3BE1-81E5-FB02-D08C-37FE3F578504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1" name="Freeform 13430">
              <a:extLst>
                <a:ext uri="{FF2B5EF4-FFF2-40B4-BE49-F238E27FC236}">
                  <a16:creationId xmlns:a16="http://schemas.microsoft.com/office/drawing/2014/main" id="{9173B148-7B63-906F-E150-510C19538920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2" name="Freeform 13431">
              <a:extLst>
                <a:ext uri="{FF2B5EF4-FFF2-40B4-BE49-F238E27FC236}">
                  <a16:creationId xmlns:a16="http://schemas.microsoft.com/office/drawing/2014/main" id="{A5B985BD-E250-126D-8CEB-4FBA624443AD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3" name="Freeform 13432">
              <a:extLst>
                <a:ext uri="{FF2B5EF4-FFF2-40B4-BE49-F238E27FC236}">
                  <a16:creationId xmlns:a16="http://schemas.microsoft.com/office/drawing/2014/main" id="{2EC5C1FF-A63D-7F04-4470-E45E8713C4E8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4" name="Freeform 13433">
              <a:extLst>
                <a:ext uri="{FF2B5EF4-FFF2-40B4-BE49-F238E27FC236}">
                  <a16:creationId xmlns:a16="http://schemas.microsoft.com/office/drawing/2014/main" id="{19B83F29-A4BB-010F-8A7C-56D8A4FD69BE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5" name="Freeform 13434">
              <a:extLst>
                <a:ext uri="{FF2B5EF4-FFF2-40B4-BE49-F238E27FC236}">
                  <a16:creationId xmlns:a16="http://schemas.microsoft.com/office/drawing/2014/main" id="{C49950EE-3C38-121A-3378-347CD8AD5253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6" name="Freeform 13435">
              <a:extLst>
                <a:ext uri="{FF2B5EF4-FFF2-40B4-BE49-F238E27FC236}">
                  <a16:creationId xmlns:a16="http://schemas.microsoft.com/office/drawing/2014/main" id="{871D8136-1CB2-532A-195D-E6031D70EEC9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7" name="Freeform 13436">
              <a:extLst>
                <a:ext uri="{FF2B5EF4-FFF2-40B4-BE49-F238E27FC236}">
                  <a16:creationId xmlns:a16="http://schemas.microsoft.com/office/drawing/2014/main" id="{5FE3AAE9-1EF7-0511-3500-5CE1A724BFB6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8" name="Freeform 13437">
              <a:extLst>
                <a:ext uri="{FF2B5EF4-FFF2-40B4-BE49-F238E27FC236}">
                  <a16:creationId xmlns:a16="http://schemas.microsoft.com/office/drawing/2014/main" id="{750847AF-BE6E-8971-2C78-0F5A51C98107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39" name="Freeform 13438">
              <a:extLst>
                <a:ext uri="{FF2B5EF4-FFF2-40B4-BE49-F238E27FC236}">
                  <a16:creationId xmlns:a16="http://schemas.microsoft.com/office/drawing/2014/main" id="{E8D53DFD-ECAD-234B-D110-CCBCA623D758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0" name="Freeform 13439">
              <a:extLst>
                <a:ext uri="{FF2B5EF4-FFF2-40B4-BE49-F238E27FC236}">
                  <a16:creationId xmlns:a16="http://schemas.microsoft.com/office/drawing/2014/main" id="{DAA1D0C4-1F37-E651-E114-0CC4ABF86862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1" name="Freeform 13440">
              <a:extLst>
                <a:ext uri="{FF2B5EF4-FFF2-40B4-BE49-F238E27FC236}">
                  <a16:creationId xmlns:a16="http://schemas.microsoft.com/office/drawing/2014/main" id="{BABB84E5-6DAF-76AD-7605-94E162EADDDB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2" name="Freeform 13441">
              <a:extLst>
                <a:ext uri="{FF2B5EF4-FFF2-40B4-BE49-F238E27FC236}">
                  <a16:creationId xmlns:a16="http://schemas.microsoft.com/office/drawing/2014/main" id="{8A1CA719-69FE-6C0D-9839-C706AC5E3EF5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3" name="Freeform 13442">
              <a:extLst>
                <a:ext uri="{FF2B5EF4-FFF2-40B4-BE49-F238E27FC236}">
                  <a16:creationId xmlns:a16="http://schemas.microsoft.com/office/drawing/2014/main" id="{19E9BC33-2C2E-EE0D-48D7-DE7FD8BD95FE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4" name="Freeform 13443">
              <a:extLst>
                <a:ext uri="{FF2B5EF4-FFF2-40B4-BE49-F238E27FC236}">
                  <a16:creationId xmlns:a16="http://schemas.microsoft.com/office/drawing/2014/main" id="{0F9AF7ED-0D9B-9B89-F233-1E80253AA1DC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5" name="Freeform 13444">
              <a:extLst>
                <a:ext uri="{FF2B5EF4-FFF2-40B4-BE49-F238E27FC236}">
                  <a16:creationId xmlns:a16="http://schemas.microsoft.com/office/drawing/2014/main" id="{C096E718-329F-6690-83D2-77F32FFED8A0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6" name="Freeform 13445">
              <a:extLst>
                <a:ext uri="{FF2B5EF4-FFF2-40B4-BE49-F238E27FC236}">
                  <a16:creationId xmlns:a16="http://schemas.microsoft.com/office/drawing/2014/main" id="{6EB6FABF-4C60-2854-F762-6C12907691D7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7" name="Freeform 13446">
              <a:extLst>
                <a:ext uri="{FF2B5EF4-FFF2-40B4-BE49-F238E27FC236}">
                  <a16:creationId xmlns:a16="http://schemas.microsoft.com/office/drawing/2014/main" id="{AA7A22A0-4A88-2CAA-4AF2-5E4319FD83DB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8" name="Freeform 13447">
              <a:extLst>
                <a:ext uri="{FF2B5EF4-FFF2-40B4-BE49-F238E27FC236}">
                  <a16:creationId xmlns:a16="http://schemas.microsoft.com/office/drawing/2014/main" id="{3B095D19-9792-A017-710D-0C98581C9A52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49" name="Freeform 13448">
              <a:extLst>
                <a:ext uri="{FF2B5EF4-FFF2-40B4-BE49-F238E27FC236}">
                  <a16:creationId xmlns:a16="http://schemas.microsoft.com/office/drawing/2014/main" id="{BA438E3D-2E62-CAFE-321F-49BD4CF8EBCB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0" name="Freeform 13449">
              <a:extLst>
                <a:ext uri="{FF2B5EF4-FFF2-40B4-BE49-F238E27FC236}">
                  <a16:creationId xmlns:a16="http://schemas.microsoft.com/office/drawing/2014/main" id="{3FE43B6B-2099-BEAB-9DC4-6DC8A8317583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1" name="Freeform 13450">
              <a:extLst>
                <a:ext uri="{FF2B5EF4-FFF2-40B4-BE49-F238E27FC236}">
                  <a16:creationId xmlns:a16="http://schemas.microsoft.com/office/drawing/2014/main" id="{B81FD8D7-D178-647A-3708-1E692A49C236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2" name="Freeform 13451">
              <a:extLst>
                <a:ext uri="{FF2B5EF4-FFF2-40B4-BE49-F238E27FC236}">
                  <a16:creationId xmlns:a16="http://schemas.microsoft.com/office/drawing/2014/main" id="{86F20149-FDB8-7776-A93A-68E3A35AA5F0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3" name="Freeform 13452">
              <a:extLst>
                <a:ext uri="{FF2B5EF4-FFF2-40B4-BE49-F238E27FC236}">
                  <a16:creationId xmlns:a16="http://schemas.microsoft.com/office/drawing/2014/main" id="{4B622BD3-1FF7-B29F-5389-96F978D3261D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4" name="Freeform 13453">
              <a:extLst>
                <a:ext uri="{FF2B5EF4-FFF2-40B4-BE49-F238E27FC236}">
                  <a16:creationId xmlns:a16="http://schemas.microsoft.com/office/drawing/2014/main" id="{AB71A45D-9A37-C9D6-1B48-A6646EB1B93D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5" name="Freeform 13454">
              <a:extLst>
                <a:ext uri="{FF2B5EF4-FFF2-40B4-BE49-F238E27FC236}">
                  <a16:creationId xmlns:a16="http://schemas.microsoft.com/office/drawing/2014/main" id="{E4A62BF3-0311-2A83-C440-7D2206F93A17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6" name="Freeform 13455">
              <a:extLst>
                <a:ext uri="{FF2B5EF4-FFF2-40B4-BE49-F238E27FC236}">
                  <a16:creationId xmlns:a16="http://schemas.microsoft.com/office/drawing/2014/main" id="{8BC193BD-6AA6-B248-FACF-E088BD30B5B4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7" name="Freeform 13456">
              <a:extLst>
                <a:ext uri="{FF2B5EF4-FFF2-40B4-BE49-F238E27FC236}">
                  <a16:creationId xmlns:a16="http://schemas.microsoft.com/office/drawing/2014/main" id="{0E7A75FA-AE8C-A81D-323A-8C281236CEE3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8" name="Freeform 13457">
              <a:extLst>
                <a:ext uri="{FF2B5EF4-FFF2-40B4-BE49-F238E27FC236}">
                  <a16:creationId xmlns:a16="http://schemas.microsoft.com/office/drawing/2014/main" id="{7A6D4490-BDAF-17FA-F080-6C698C4BE167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59" name="Freeform 13458">
              <a:extLst>
                <a:ext uri="{FF2B5EF4-FFF2-40B4-BE49-F238E27FC236}">
                  <a16:creationId xmlns:a16="http://schemas.microsoft.com/office/drawing/2014/main" id="{2C576535-03BC-AA91-BAC9-F98F44A37EF2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0" name="Freeform 13459">
              <a:extLst>
                <a:ext uri="{FF2B5EF4-FFF2-40B4-BE49-F238E27FC236}">
                  <a16:creationId xmlns:a16="http://schemas.microsoft.com/office/drawing/2014/main" id="{3EE58D0E-803A-BBA6-7CEF-EF3EA63829C7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1" name="Freeform 13460">
              <a:extLst>
                <a:ext uri="{FF2B5EF4-FFF2-40B4-BE49-F238E27FC236}">
                  <a16:creationId xmlns:a16="http://schemas.microsoft.com/office/drawing/2014/main" id="{F34BE339-E92B-1F51-C993-BED07658EF65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2" name="Freeform 13461">
              <a:extLst>
                <a:ext uri="{FF2B5EF4-FFF2-40B4-BE49-F238E27FC236}">
                  <a16:creationId xmlns:a16="http://schemas.microsoft.com/office/drawing/2014/main" id="{447D71AB-D4D5-6C05-73E6-9BD3C140CCD8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3" name="Freeform 13462">
              <a:extLst>
                <a:ext uri="{FF2B5EF4-FFF2-40B4-BE49-F238E27FC236}">
                  <a16:creationId xmlns:a16="http://schemas.microsoft.com/office/drawing/2014/main" id="{1E6E7045-2294-90C4-F36B-AB6E9E0E399D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4" name="Freeform 13463">
              <a:extLst>
                <a:ext uri="{FF2B5EF4-FFF2-40B4-BE49-F238E27FC236}">
                  <a16:creationId xmlns:a16="http://schemas.microsoft.com/office/drawing/2014/main" id="{2CA2E5C5-9BCB-A825-3E32-1EE1BA0D5E59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5" name="Freeform 13464">
              <a:extLst>
                <a:ext uri="{FF2B5EF4-FFF2-40B4-BE49-F238E27FC236}">
                  <a16:creationId xmlns:a16="http://schemas.microsoft.com/office/drawing/2014/main" id="{2A936161-ABE1-9919-CCE5-C4A6FAED33C9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6" name="Freeform 13465">
              <a:extLst>
                <a:ext uri="{FF2B5EF4-FFF2-40B4-BE49-F238E27FC236}">
                  <a16:creationId xmlns:a16="http://schemas.microsoft.com/office/drawing/2014/main" id="{3D098BFD-BEF4-BFFC-E826-95294F8C9636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7" name="Freeform 13466">
              <a:extLst>
                <a:ext uri="{FF2B5EF4-FFF2-40B4-BE49-F238E27FC236}">
                  <a16:creationId xmlns:a16="http://schemas.microsoft.com/office/drawing/2014/main" id="{84515028-3BC3-18A1-3263-7974F66D66F4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8" name="Freeform 13467">
              <a:extLst>
                <a:ext uri="{FF2B5EF4-FFF2-40B4-BE49-F238E27FC236}">
                  <a16:creationId xmlns:a16="http://schemas.microsoft.com/office/drawing/2014/main" id="{200DDE76-9B00-4CE3-405C-5ECAD4960094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69" name="Freeform 13468">
              <a:extLst>
                <a:ext uri="{FF2B5EF4-FFF2-40B4-BE49-F238E27FC236}">
                  <a16:creationId xmlns:a16="http://schemas.microsoft.com/office/drawing/2014/main" id="{34D1CDCC-768A-7E9D-7A8E-1A0D459B535B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0" name="Freeform 13469">
              <a:extLst>
                <a:ext uri="{FF2B5EF4-FFF2-40B4-BE49-F238E27FC236}">
                  <a16:creationId xmlns:a16="http://schemas.microsoft.com/office/drawing/2014/main" id="{C245A693-E835-F0A1-71E3-2D02AAABBCDC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1" name="Freeform 13470">
              <a:extLst>
                <a:ext uri="{FF2B5EF4-FFF2-40B4-BE49-F238E27FC236}">
                  <a16:creationId xmlns:a16="http://schemas.microsoft.com/office/drawing/2014/main" id="{FC9696F5-CEDA-2CC2-9C5B-74C064FC2A88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2" name="Freeform 13471">
              <a:extLst>
                <a:ext uri="{FF2B5EF4-FFF2-40B4-BE49-F238E27FC236}">
                  <a16:creationId xmlns:a16="http://schemas.microsoft.com/office/drawing/2014/main" id="{80A60463-74AB-288F-4DAF-130E6A085732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3" name="Freeform 13472">
              <a:extLst>
                <a:ext uri="{FF2B5EF4-FFF2-40B4-BE49-F238E27FC236}">
                  <a16:creationId xmlns:a16="http://schemas.microsoft.com/office/drawing/2014/main" id="{EF142673-D941-117C-2955-AEAEB6541DAB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4" name="Freeform 13473">
              <a:extLst>
                <a:ext uri="{FF2B5EF4-FFF2-40B4-BE49-F238E27FC236}">
                  <a16:creationId xmlns:a16="http://schemas.microsoft.com/office/drawing/2014/main" id="{7E720106-BB4E-C1E0-55FA-CF5AED80B304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5" name="Freeform 13474">
              <a:extLst>
                <a:ext uri="{FF2B5EF4-FFF2-40B4-BE49-F238E27FC236}">
                  <a16:creationId xmlns:a16="http://schemas.microsoft.com/office/drawing/2014/main" id="{FF2B981F-2C7B-2622-09BB-265F3D90BC05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6" name="Freeform 13475">
              <a:extLst>
                <a:ext uri="{FF2B5EF4-FFF2-40B4-BE49-F238E27FC236}">
                  <a16:creationId xmlns:a16="http://schemas.microsoft.com/office/drawing/2014/main" id="{D7221DE9-4251-25EC-9A6D-C7A5C451DB42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7" name="Freeform 13476">
              <a:extLst>
                <a:ext uri="{FF2B5EF4-FFF2-40B4-BE49-F238E27FC236}">
                  <a16:creationId xmlns:a16="http://schemas.microsoft.com/office/drawing/2014/main" id="{3388D468-7B19-4861-2CBA-678F935E9B81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8" name="Freeform 13477">
              <a:extLst>
                <a:ext uri="{FF2B5EF4-FFF2-40B4-BE49-F238E27FC236}">
                  <a16:creationId xmlns:a16="http://schemas.microsoft.com/office/drawing/2014/main" id="{5B18CCBB-21F5-7E27-4345-3E0509F9752E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79" name="Freeform 13478">
              <a:extLst>
                <a:ext uri="{FF2B5EF4-FFF2-40B4-BE49-F238E27FC236}">
                  <a16:creationId xmlns:a16="http://schemas.microsoft.com/office/drawing/2014/main" id="{9460480D-7A5A-A43E-3286-D844641BF3CB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0" name="Freeform 13479">
              <a:extLst>
                <a:ext uri="{FF2B5EF4-FFF2-40B4-BE49-F238E27FC236}">
                  <a16:creationId xmlns:a16="http://schemas.microsoft.com/office/drawing/2014/main" id="{34B12084-C1DE-853E-D5E0-7842E139E45E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1" name="Freeform 13480">
              <a:extLst>
                <a:ext uri="{FF2B5EF4-FFF2-40B4-BE49-F238E27FC236}">
                  <a16:creationId xmlns:a16="http://schemas.microsoft.com/office/drawing/2014/main" id="{5888F190-6283-17C5-82BC-EEE57EDED355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2" name="Freeform 13481">
              <a:extLst>
                <a:ext uri="{FF2B5EF4-FFF2-40B4-BE49-F238E27FC236}">
                  <a16:creationId xmlns:a16="http://schemas.microsoft.com/office/drawing/2014/main" id="{0EE443C4-CDE0-27A3-6103-A2F4EE4FF7F5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3" name="Freeform 13482">
              <a:extLst>
                <a:ext uri="{FF2B5EF4-FFF2-40B4-BE49-F238E27FC236}">
                  <a16:creationId xmlns:a16="http://schemas.microsoft.com/office/drawing/2014/main" id="{B8E8284E-6A33-DCFE-B2C3-B1DD775CC95E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4" name="Freeform 13483">
              <a:extLst>
                <a:ext uri="{FF2B5EF4-FFF2-40B4-BE49-F238E27FC236}">
                  <a16:creationId xmlns:a16="http://schemas.microsoft.com/office/drawing/2014/main" id="{CB6BCF90-E4C6-09A9-5D77-75002D95CE89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5" name="Freeform 13484">
              <a:extLst>
                <a:ext uri="{FF2B5EF4-FFF2-40B4-BE49-F238E27FC236}">
                  <a16:creationId xmlns:a16="http://schemas.microsoft.com/office/drawing/2014/main" id="{D563DEE2-D19C-682E-EF52-7C948E4FEEE8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6" name="Freeform 13485">
              <a:extLst>
                <a:ext uri="{FF2B5EF4-FFF2-40B4-BE49-F238E27FC236}">
                  <a16:creationId xmlns:a16="http://schemas.microsoft.com/office/drawing/2014/main" id="{FCE0CAAE-632F-8048-3337-D2300CFFEEC9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7" name="Freeform 13486">
              <a:extLst>
                <a:ext uri="{FF2B5EF4-FFF2-40B4-BE49-F238E27FC236}">
                  <a16:creationId xmlns:a16="http://schemas.microsoft.com/office/drawing/2014/main" id="{3C153E27-3D8C-0896-4787-4A838A319E58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8" name="Freeform 13487">
              <a:extLst>
                <a:ext uri="{FF2B5EF4-FFF2-40B4-BE49-F238E27FC236}">
                  <a16:creationId xmlns:a16="http://schemas.microsoft.com/office/drawing/2014/main" id="{F8CDADA3-DAD5-8AED-D141-7203460A246E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89" name="Freeform 13488">
              <a:extLst>
                <a:ext uri="{FF2B5EF4-FFF2-40B4-BE49-F238E27FC236}">
                  <a16:creationId xmlns:a16="http://schemas.microsoft.com/office/drawing/2014/main" id="{83FA661E-8938-427D-572D-17322172BB0B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0" name="Freeform 13489">
              <a:extLst>
                <a:ext uri="{FF2B5EF4-FFF2-40B4-BE49-F238E27FC236}">
                  <a16:creationId xmlns:a16="http://schemas.microsoft.com/office/drawing/2014/main" id="{3AF6226C-5836-5B50-B62B-79C8B8EDED90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1" name="Freeform 13490">
              <a:extLst>
                <a:ext uri="{FF2B5EF4-FFF2-40B4-BE49-F238E27FC236}">
                  <a16:creationId xmlns:a16="http://schemas.microsoft.com/office/drawing/2014/main" id="{01EAB695-0240-A493-7C7A-4EC34AF51237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2" name="Freeform 13491">
              <a:extLst>
                <a:ext uri="{FF2B5EF4-FFF2-40B4-BE49-F238E27FC236}">
                  <a16:creationId xmlns:a16="http://schemas.microsoft.com/office/drawing/2014/main" id="{8FB99BAC-0C21-9084-8815-744FD0F4F3E1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3" name="Freeform 13492">
              <a:extLst>
                <a:ext uri="{FF2B5EF4-FFF2-40B4-BE49-F238E27FC236}">
                  <a16:creationId xmlns:a16="http://schemas.microsoft.com/office/drawing/2014/main" id="{37664455-6A35-5AFB-0074-268E80B598BF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4" name="Freeform 13493">
              <a:extLst>
                <a:ext uri="{FF2B5EF4-FFF2-40B4-BE49-F238E27FC236}">
                  <a16:creationId xmlns:a16="http://schemas.microsoft.com/office/drawing/2014/main" id="{55ABD500-2692-BE9C-AB0C-B0B4C264A000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5" name="Freeform 13494">
              <a:extLst>
                <a:ext uri="{FF2B5EF4-FFF2-40B4-BE49-F238E27FC236}">
                  <a16:creationId xmlns:a16="http://schemas.microsoft.com/office/drawing/2014/main" id="{732451E1-BB92-B80D-425C-40CF13B619B0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6" name="Freeform 13495">
              <a:extLst>
                <a:ext uri="{FF2B5EF4-FFF2-40B4-BE49-F238E27FC236}">
                  <a16:creationId xmlns:a16="http://schemas.microsoft.com/office/drawing/2014/main" id="{F3866F41-F9B5-E997-41A2-AC113230C909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7" name="Freeform 13496">
              <a:extLst>
                <a:ext uri="{FF2B5EF4-FFF2-40B4-BE49-F238E27FC236}">
                  <a16:creationId xmlns:a16="http://schemas.microsoft.com/office/drawing/2014/main" id="{58F644D1-7245-B3F5-1FA9-CB7D6CD53636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8" name="Freeform 13497">
              <a:extLst>
                <a:ext uri="{FF2B5EF4-FFF2-40B4-BE49-F238E27FC236}">
                  <a16:creationId xmlns:a16="http://schemas.microsoft.com/office/drawing/2014/main" id="{88FE9C69-74C1-4745-0718-5584B2049450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99" name="Freeform 13498">
              <a:extLst>
                <a:ext uri="{FF2B5EF4-FFF2-40B4-BE49-F238E27FC236}">
                  <a16:creationId xmlns:a16="http://schemas.microsoft.com/office/drawing/2014/main" id="{DDA194FB-C263-64D3-F43A-14E9E6D2B38E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0" name="Freeform 13499">
              <a:extLst>
                <a:ext uri="{FF2B5EF4-FFF2-40B4-BE49-F238E27FC236}">
                  <a16:creationId xmlns:a16="http://schemas.microsoft.com/office/drawing/2014/main" id="{6401CE01-3EE5-2C5C-2E41-6AD259A14C79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1" name="Freeform 13500">
              <a:extLst>
                <a:ext uri="{FF2B5EF4-FFF2-40B4-BE49-F238E27FC236}">
                  <a16:creationId xmlns:a16="http://schemas.microsoft.com/office/drawing/2014/main" id="{5E04DA15-7493-C232-E34A-9D4DEB6AB182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2" name="Freeform 13501">
              <a:extLst>
                <a:ext uri="{FF2B5EF4-FFF2-40B4-BE49-F238E27FC236}">
                  <a16:creationId xmlns:a16="http://schemas.microsoft.com/office/drawing/2014/main" id="{96CB3429-F005-1C47-9C42-D39E7E2C9ADF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3" name="Freeform 13502">
              <a:extLst>
                <a:ext uri="{FF2B5EF4-FFF2-40B4-BE49-F238E27FC236}">
                  <a16:creationId xmlns:a16="http://schemas.microsoft.com/office/drawing/2014/main" id="{0067B308-4A65-199C-3C90-CAB343A3415F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4" name="Freeform 13503">
              <a:extLst>
                <a:ext uri="{FF2B5EF4-FFF2-40B4-BE49-F238E27FC236}">
                  <a16:creationId xmlns:a16="http://schemas.microsoft.com/office/drawing/2014/main" id="{B1EAA979-07F8-FC6D-F00E-0B61CF757ACA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5" name="Freeform 13504">
              <a:extLst>
                <a:ext uri="{FF2B5EF4-FFF2-40B4-BE49-F238E27FC236}">
                  <a16:creationId xmlns:a16="http://schemas.microsoft.com/office/drawing/2014/main" id="{8BA6C5A8-9DB8-9C52-9DFD-ECBD8DE69553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6" name="Freeform 13505">
              <a:extLst>
                <a:ext uri="{FF2B5EF4-FFF2-40B4-BE49-F238E27FC236}">
                  <a16:creationId xmlns:a16="http://schemas.microsoft.com/office/drawing/2014/main" id="{C39702C9-045D-0762-3718-FABE0F767662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7" name="Freeform 13506">
              <a:extLst>
                <a:ext uri="{FF2B5EF4-FFF2-40B4-BE49-F238E27FC236}">
                  <a16:creationId xmlns:a16="http://schemas.microsoft.com/office/drawing/2014/main" id="{384BA318-F919-4777-C87B-F4950DB3B67E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8" name="Freeform 13507">
              <a:extLst>
                <a:ext uri="{FF2B5EF4-FFF2-40B4-BE49-F238E27FC236}">
                  <a16:creationId xmlns:a16="http://schemas.microsoft.com/office/drawing/2014/main" id="{78F5A0E4-F0DF-CDF0-1938-E1A8E4C841F6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09" name="Freeform 13508">
              <a:extLst>
                <a:ext uri="{FF2B5EF4-FFF2-40B4-BE49-F238E27FC236}">
                  <a16:creationId xmlns:a16="http://schemas.microsoft.com/office/drawing/2014/main" id="{7C950E0E-51D6-25DD-AB28-DEAE9831FCBC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0" name="Freeform 13509">
              <a:extLst>
                <a:ext uri="{FF2B5EF4-FFF2-40B4-BE49-F238E27FC236}">
                  <a16:creationId xmlns:a16="http://schemas.microsoft.com/office/drawing/2014/main" id="{5336C3C2-58DE-5124-A7EB-51C98F9A7607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1" name="Freeform 13510">
              <a:extLst>
                <a:ext uri="{FF2B5EF4-FFF2-40B4-BE49-F238E27FC236}">
                  <a16:creationId xmlns:a16="http://schemas.microsoft.com/office/drawing/2014/main" id="{B1CAA977-5A4A-4589-1BC8-7A84E71722A8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2" name="Freeform 13511">
              <a:extLst>
                <a:ext uri="{FF2B5EF4-FFF2-40B4-BE49-F238E27FC236}">
                  <a16:creationId xmlns:a16="http://schemas.microsoft.com/office/drawing/2014/main" id="{262BBF2D-242C-D4E8-907A-45E2D70B6DDF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3" name="Freeform 13512">
              <a:extLst>
                <a:ext uri="{FF2B5EF4-FFF2-40B4-BE49-F238E27FC236}">
                  <a16:creationId xmlns:a16="http://schemas.microsoft.com/office/drawing/2014/main" id="{1C4D76DB-48D1-747A-D757-63A01620B6A1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4" name="Freeform 13513">
              <a:extLst>
                <a:ext uri="{FF2B5EF4-FFF2-40B4-BE49-F238E27FC236}">
                  <a16:creationId xmlns:a16="http://schemas.microsoft.com/office/drawing/2014/main" id="{228CF9C9-1B9D-F8B7-803B-D4381BB0C9F9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5" name="Freeform 13514">
              <a:extLst>
                <a:ext uri="{FF2B5EF4-FFF2-40B4-BE49-F238E27FC236}">
                  <a16:creationId xmlns:a16="http://schemas.microsoft.com/office/drawing/2014/main" id="{5E619CDC-386A-7BE1-FA27-6DCA7DF1E4A3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6" name="Freeform 13515">
              <a:extLst>
                <a:ext uri="{FF2B5EF4-FFF2-40B4-BE49-F238E27FC236}">
                  <a16:creationId xmlns:a16="http://schemas.microsoft.com/office/drawing/2014/main" id="{A148F366-7AE9-593C-91F1-EA403EC2B41F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7" name="Freeform 13516">
              <a:extLst>
                <a:ext uri="{FF2B5EF4-FFF2-40B4-BE49-F238E27FC236}">
                  <a16:creationId xmlns:a16="http://schemas.microsoft.com/office/drawing/2014/main" id="{2AEA6E13-01B2-6780-B29D-0043B79CC787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8" name="Freeform 13517">
              <a:extLst>
                <a:ext uri="{FF2B5EF4-FFF2-40B4-BE49-F238E27FC236}">
                  <a16:creationId xmlns:a16="http://schemas.microsoft.com/office/drawing/2014/main" id="{3ECE4535-341B-D906-BBD7-702E347D8A95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19" name="Freeform 13518">
              <a:extLst>
                <a:ext uri="{FF2B5EF4-FFF2-40B4-BE49-F238E27FC236}">
                  <a16:creationId xmlns:a16="http://schemas.microsoft.com/office/drawing/2014/main" id="{2D96AC19-76B9-1DD3-8801-2E29F08B0DDF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0" name="Freeform 13519">
              <a:extLst>
                <a:ext uri="{FF2B5EF4-FFF2-40B4-BE49-F238E27FC236}">
                  <a16:creationId xmlns:a16="http://schemas.microsoft.com/office/drawing/2014/main" id="{C992E7DD-933F-FBC2-2744-2063FDA6469E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1" name="Freeform 13520">
              <a:extLst>
                <a:ext uri="{FF2B5EF4-FFF2-40B4-BE49-F238E27FC236}">
                  <a16:creationId xmlns:a16="http://schemas.microsoft.com/office/drawing/2014/main" id="{16040B29-CAD0-7612-9DFF-CE49E67BC9AC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2" name="Freeform 13521">
              <a:extLst>
                <a:ext uri="{FF2B5EF4-FFF2-40B4-BE49-F238E27FC236}">
                  <a16:creationId xmlns:a16="http://schemas.microsoft.com/office/drawing/2014/main" id="{ABBB8794-316B-43BF-1B4E-29563A2CB964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3" name="Freeform 13522">
              <a:extLst>
                <a:ext uri="{FF2B5EF4-FFF2-40B4-BE49-F238E27FC236}">
                  <a16:creationId xmlns:a16="http://schemas.microsoft.com/office/drawing/2014/main" id="{E8AD86DD-C62F-4CD5-095E-0EA821D9D79F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4" name="Freeform 13523">
              <a:extLst>
                <a:ext uri="{FF2B5EF4-FFF2-40B4-BE49-F238E27FC236}">
                  <a16:creationId xmlns:a16="http://schemas.microsoft.com/office/drawing/2014/main" id="{995AA533-15EC-A2CA-6697-6D1A622FDD72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5" name="Freeform 13524">
              <a:extLst>
                <a:ext uri="{FF2B5EF4-FFF2-40B4-BE49-F238E27FC236}">
                  <a16:creationId xmlns:a16="http://schemas.microsoft.com/office/drawing/2014/main" id="{95D7DFB5-E8BB-B584-E7E1-80AA9BF58303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6" name="Freeform 13525">
              <a:extLst>
                <a:ext uri="{FF2B5EF4-FFF2-40B4-BE49-F238E27FC236}">
                  <a16:creationId xmlns:a16="http://schemas.microsoft.com/office/drawing/2014/main" id="{2D4FEA5C-CC05-AD8C-4F89-2405125FC056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7" name="Freeform 13526">
              <a:extLst>
                <a:ext uri="{FF2B5EF4-FFF2-40B4-BE49-F238E27FC236}">
                  <a16:creationId xmlns:a16="http://schemas.microsoft.com/office/drawing/2014/main" id="{90BDE2F1-43D1-B2C0-79A5-7351F7A4D91C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8" name="Freeform 13527">
              <a:extLst>
                <a:ext uri="{FF2B5EF4-FFF2-40B4-BE49-F238E27FC236}">
                  <a16:creationId xmlns:a16="http://schemas.microsoft.com/office/drawing/2014/main" id="{F7E3BE01-6B19-BE68-7594-C9C93F5A5C5E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29" name="Freeform 13528">
              <a:extLst>
                <a:ext uri="{FF2B5EF4-FFF2-40B4-BE49-F238E27FC236}">
                  <a16:creationId xmlns:a16="http://schemas.microsoft.com/office/drawing/2014/main" id="{9D15BD07-D7C1-E592-71AB-8021AB64D202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0" name="Freeform 13529">
              <a:extLst>
                <a:ext uri="{FF2B5EF4-FFF2-40B4-BE49-F238E27FC236}">
                  <a16:creationId xmlns:a16="http://schemas.microsoft.com/office/drawing/2014/main" id="{1493EC64-6465-6FE8-4CB4-CF973321F675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1" name="Freeform 13530">
              <a:extLst>
                <a:ext uri="{FF2B5EF4-FFF2-40B4-BE49-F238E27FC236}">
                  <a16:creationId xmlns:a16="http://schemas.microsoft.com/office/drawing/2014/main" id="{6B1BBB17-0C99-1996-542F-0DAE010D4C0F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2" name="Freeform 13531">
              <a:extLst>
                <a:ext uri="{FF2B5EF4-FFF2-40B4-BE49-F238E27FC236}">
                  <a16:creationId xmlns:a16="http://schemas.microsoft.com/office/drawing/2014/main" id="{AD388C2D-9B0C-0D6D-6E95-C3ECB7A83DC6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3" name="Freeform 13532">
              <a:extLst>
                <a:ext uri="{FF2B5EF4-FFF2-40B4-BE49-F238E27FC236}">
                  <a16:creationId xmlns:a16="http://schemas.microsoft.com/office/drawing/2014/main" id="{198B9DBC-4B8C-6F74-D063-373041F08F0F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4" name="Freeform 13533">
              <a:extLst>
                <a:ext uri="{FF2B5EF4-FFF2-40B4-BE49-F238E27FC236}">
                  <a16:creationId xmlns:a16="http://schemas.microsoft.com/office/drawing/2014/main" id="{C4A27F0C-0236-9713-BB18-6DCE00FC723F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5" name="Freeform 13534">
              <a:extLst>
                <a:ext uri="{FF2B5EF4-FFF2-40B4-BE49-F238E27FC236}">
                  <a16:creationId xmlns:a16="http://schemas.microsoft.com/office/drawing/2014/main" id="{A6AC7FCD-4517-9A43-1327-47D8B19CEDF6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6" name="Freeform 13535">
              <a:extLst>
                <a:ext uri="{FF2B5EF4-FFF2-40B4-BE49-F238E27FC236}">
                  <a16:creationId xmlns:a16="http://schemas.microsoft.com/office/drawing/2014/main" id="{9C8466C7-EA29-98A0-D151-7E98BADCB3A7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7" name="Freeform 13536">
              <a:extLst>
                <a:ext uri="{FF2B5EF4-FFF2-40B4-BE49-F238E27FC236}">
                  <a16:creationId xmlns:a16="http://schemas.microsoft.com/office/drawing/2014/main" id="{3F5BEF20-AACB-F1D9-D7BC-F59C9DD102EA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8" name="Freeform 13537">
              <a:extLst>
                <a:ext uri="{FF2B5EF4-FFF2-40B4-BE49-F238E27FC236}">
                  <a16:creationId xmlns:a16="http://schemas.microsoft.com/office/drawing/2014/main" id="{287718CA-19FF-4A0E-C238-99C3D0BECCCE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39" name="Freeform 13538">
              <a:extLst>
                <a:ext uri="{FF2B5EF4-FFF2-40B4-BE49-F238E27FC236}">
                  <a16:creationId xmlns:a16="http://schemas.microsoft.com/office/drawing/2014/main" id="{4DCB9A6F-30BD-9877-7E92-E5B0A93432B6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0" name="Freeform 13539">
              <a:extLst>
                <a:ext uri="{FF2B5EF4-FFF2-40B4-BE49-F238E27FC236}">
                  <a16:creationId xmlns:a16="http://schemas.microsoft.com/office/drawing/2014/main" id="{2D480601-9C46-F619-582B-83D2D81963AD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1" name="Freeform 13540">
              <a:extLst>
                <a:ext uri="{FF2B5EF4-FFF2-40B4-BE49-F238E27FC236}">
                  <a16:creationId xmlns:a16="http://schemas.microsoft.com/office/drawing/2014/main" id="{0201C395-E8CD-5D55-ACEB-4E1320148F59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2" name="Freeform 13541">
              <a:extLst>
                <a:ext uri="{FF2B5EF4-FFF2-40B4-BE49-F238E27FC236}">
                  <a16:creationId xmlns:a16="http://schemas.microsoft.com/office/drawing/2014/main" id="{CADD2AE3-65C3-1934-0F08-DF2E453624F5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3" name="Freeform 13542">
              <a:extLst>
                <a:ext uri="{FF2B5EF4-FFF2-40B4-BE49-F238E27FC236}">
                  <a16:creationId xmlns:a16="http://schemas.microsoft.com/office/drawing/2014/main" id="{1D8F88D6-32D6-B23E-CB4E-32E3ABEAA59E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4" name="Freeform 13543">
              <a:extLst>
                <a:ext uri="{FF2B5EF4-FFF2-40B4-BE49-F238E27FC236}">
                  <a16:creationId xmlns:a16="http://schemas.microsoft.com/office/drawing/2014/main" id="{A4EF684D-667D-0EB4-9591-F14649EED74C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5" name="Freeform 13544">
              <a:extLst>
                <a:ext uri="{FF2B5EF4-FFF2-40B4-BE49-F238E27FC236}">
                  <a16:creationId xmlns:a16="http://schemas.microsoft.com/office/drawing/2014/main" id="{3EF3231B-3034-A1D5-103A-3E7905CFBFAE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6" name="Freeform 13545">
              <a:extLst>
                <a:ext uri="{FF2B5EF4-FFF2-40B4-BE49-F238E27FC236}">
                  <a16:creationId xmlns:a16="http://schemas.microsoft.com/office/drawing/2014/main" id="{C65BB37C-4F9B-8069-4FAE-1CCC89099CBA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7" name="Freeform 13546">
              <a:extLst>
                <a:ext uri="{FF2B5EF4-FFF2-40B4-BE49-F238E27FC236}">
                  <a16:creationId xmlns:a16="http://schemas.microsoft.com/office/drawing/2014/main" id="{7E45CA7C-5114-DDBB-5B3F-AC4267865E3D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8" name="Freeform 13547">
              <a:extLst>
                <a:ext uri="{FF2B5EF4-FFF2-40B4-BE49-F238E27FC236}">
                  <a16:creationId xmlns:a16="http://schemas.microsoft.com/office/drawing/2014/main" id="{9C1C5D84-A00F-31BD-4C25-9142A1EDFB5B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49" name="Freeform 13548">
              <a:extLst>
                <a:ext uri="{FF2B5EF4-FFF2-40B4-BE49-F238E27FC236}">
                  <a16:creationId xmlns:a16="http://schemas.microsoft.com/office/drawing/2014/main" id="{879BDA29-A694-C122-0E57-89A1CBE498CC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0" name="Freeform 13549">
              <a:extLst>
                <a:ext uri="{FF2B5EF4-FFF2-40B4-BE49-F238E27FC236}">
                  <a16:creationId xmlns:a16="http://schemas.microsoft.com/office/drawing/2014/main" id="{72E56024-EB6D-4AF8-4421-4D9724FAB3FF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1" name="Freeform 13550">
              <a:extLst>
                <a:ext uri="{FF2B5EF4-FFF2-40B4-BE49-F238E27FC236}">
                  <a16:creationId xmlns:a16="http://schemas.microsoft.com/office/drawing/2014/main" id="{71D43212-ACCE-111E-AAC0-A2FDB98A2C82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2" name="Freeform 13551">
              <a:extLst>
                <a:ext uri="{FF2B5EF4-FFF2-40B4-BE49-F238E27FC236}">
                  <a16:creationId xmlns:a16="http://schemas.microsoft.com/office/drawing/2014/main" id="{E6DF8B6D-BE7F-E86E-A555-BDFB110CCCC7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3" name="Freeform 13552">
              <a:extLst>
                <a:ext uri="{FF2B5EF4-FFF2-40B4-BE49-F238E27FC236}">
                  <a16:creationId xmlns:a16="http://schemas.microsoft.com/office/drawing/2014/main" id="{D01E9516-F001-52CA-77A0-E1986652B2B8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4" name="Freeform 13553">
              <a:extLst>
                <a:ext uri="{FF2B5EF4-FFF2-40B4-BE49-F238E27FC236}">
                  <a16:creationId xmlns:a16="http://schemas.microsoft.com/office/drawing/2014/main" id="{E95055F8-F13B-627A-E2C1-48E52A06777F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5" name="Freeform 13554">
              <a:extLst>
                <a:ext uri="{FF2B5EF4-FFF2-40B4-BE49-F238E27FC236}">
                  <a16:creationId xmlns:a16="http://schemas.microsoft.com/office/drawing/2014/main" id="{FF92BF3B-6AD2-1E88-EAA1-1EE247163BAE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6" name="Freeform 13555">
              <a:extLst>
                <a:ext uri="{FF2B5EF4-FFF2-40B4-BE49-F238E27FC236}">
                  <a16:creationId xmlns:a16="http://schemas.microsoft.com/office/drawing/2014/main" id="{3C452AEE-D6F7-9DA5-E3B0-FC1BA453E269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7" name="Freeform 13556">
              <a:extLst>
                <a:ext uri="{FF2B5EF4-FFF2-40B4-BE49-F238E27FC236}">
                  <a16:creationId xmlns:a16="http://schemas.microsoft.com/office/drawing/2014/main" id="{258D3E44-D2B0-1AEF-9D6D-F612AE5D6F29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8" name="Freeform 13557">
              <a:extLst>
                <a:ext uri="{FF2B5EF4-FFF2-40B4-BE49-F238E27FC236}">
                  <a16:creationId xmlns:a16="http://schemas.microsoft.com/office/drawing/2014/main" id="{959B453A-7E8A-7396-C5E4-AD55267B0362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59" name="Freeform 13558">
              <a:extLst>
                <a:ext uri="{FF2B5EF4-FFF2-40B4-BE49-F238E27FC236}">
                  <a16:creationId xmlns:a16="http://schemas.microsoft.com/office/drawing/2014/main" id="{9A3A0BA7-7E37-BE69-735C-A02EBEC2CFFB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0" name="Freeform 13559">
              <a:extLst>
                <a:ext uri="{FF2B5EF4-FFF2-40B4-BE49-F238E27FC236}">
                  <a16:creationId xmlns:a16="http://schemas.microsoft.com/office/drawing/2014/main" id="{C4956F31-1557-C33E-99DB-F4545831BBF1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1" name="Freeform 13560">
              <a:extLst>
                <a:ext uri="{FF2B5EF4-FFF2-40B4-BE49-F238E27FC236}">
                  <a16:creationId xmlns:a16="http://schemas.microsoft.com/office/drawing/2014/main" id="{7BEA2BB4-E9C1-5D38-109B-6C355D2069BC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2" name="Freeform 13561">
              <a:extLst>
                <a:ext uri="{FF2B5EF4-FFF2-40B4-BE49-F238E27FC236}">
                  <a16:creationId xmlns:a16="http://schemas.microsoft.com/office/drawing/2014/main" id="{14CDEE4E-2D8E-98B4-358D-CA2EF247134F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3" name="Freeform 13562">
              <a:extLst>
                <a:ext uri="{FF2B5EF4-FFF2-40B4-BE49-F238E27FC236}">
                  <a16:creationId xmlns:a16="http://schemas.microsoft.com/office/drawing/2014/main" id="{0FF72167-5C8B-ADAC-2C31-DC6A71505987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4" name="Freeform 13563">
              <a:extLst>
                <a:ext uri="{FF2B5EF4-FFF2-40B4-BE49-F238E27FC236}">
                  <a16:creationId xmlns:a16="http://schemas.microsoft.com/office/drawing/2014/main" id="{AD78D538-0E53-BAFA-5F40-E5B465CDE88A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5" name="Freeform 13564">
              <a:extLst>
                <a:ext uri="{FF2B5EF4-FFF2-40B4-BE49-F238E27FC236}">
                  <a16:creationId xmlns:a16="http://schemas.microsoft.com/office/drawing/2014/main" id="{B3F01582-B2CA-3EFD-9D76-97B5FF225A76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6" name="Freeform 13565">
              <a:extLst>
                <a:ext uri="{FF2B5EF4-FFF2-40B4-BE49-F238E27FC236}">
                  <a16:creationId xmlns:a16="http://schemas.microsoft.com/office/drawing/2014/main" id="{28972EC8-2AA8-6F6A-C53E-89AA22E016BC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7" name="Freeform 13566">
              <a:extLst>
                <a:ext uri="{FF2B5EF4-FFF2-40B4-BE49-F238E27FC236}">
                  <a16:creationId xmlns:a16="http://schemas.microsoft.com/office/drawing/2014/main" id="{2ED3E9EA-4421-4089-41AA-05DA5FB53FE2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8" name="Freeform 13567">
              <a:extLst>
                <a:ext uri="{FF2B5EF4-FFF2-40B4-BE49-F238E27FC236}">
                  <a16:creationId xmlns:a16="http://schemas.microsoft.com/office/drawing/2014/main" id="{78129563-769F-0C2E-96BD-ED18CD56523B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69" name="Freeform 13568">
              <a:extLst>
                <a:ext uri="{FF2B5EF4-FFF2-40B4-BE49-F238E27FC236}">
                  <a16:creationId xmlns:a16="http://schemas.microsoft.com/office/drawing/2014/main" id="{5F23C559-3A87-6C31-C0AD-A992932AB00E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0" name="Freeform 13569">
              <a:extLst>
                <a:ext uri="{FF2B5EF4-FFF2-40B4-BE49-F238E27FC236}">
                  <a16:creationId xmlns:a16="http://schemas.microsoft.com/office/drawing/2014/main" id="{80EB830C-7124-DDBF-CCF1-8ACC613D8F7C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1" name="Freeform 13570">
              <a:extLst>
                <a:ext uri="{FF2B5EF4-FFF2-40B4-BE49-F238E27FC236}">
                  <a16:creationId xmlns:a16="http://schemas.microsoft.com/office/drawing/2014/main" id="{270A3FB0-7D59-14E6-EEDD-16CF21FD1E1C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2" name="Freeform 13571">
              <a:extLst>
                <a:ext uri="{FF2B5EF4-FFF2-40B4-BE49-F238E27FC236}">
                  <a16:creationId xmlns:a16="http://schemas.microsoft.com/office/drawing/2014/main" id="{2E6412F7-7FE9-E9EE-382F-238E59549F8C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3" name="Freeform 13572">
              <a:extLst>
                <a:ext uri="{FF2B5EF4-FFF2-40B4-BE49-F238E27FC236}">
                  <a16:creationId xmlns:a16="http://schemas.microsoft.com/office/drawing/2014/main" id="{3C7F28FB-AC25-FCCD-A467-6E64262C2317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4" name="Freeform 13573">
              <a:extLst>
                <a:ext uri="{FF2B5EF4-FFF2-40B4-BE49-F238E27FC236}">
                  <a16:creationId xmlns:a16="http://schemas.microsoft.com/office/drawing/2014/main" id="{9DEA68BB-4963-F64D-F1E3-566BB309DBF8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5" name="Freeform 13574">
              <a:extLst>
                <a:ext uri="{FF2B5EF4-FFF2-40B4-BE49-F238E27FC236}">
                  <a16:creationId xmlns:a16="http://schemas.microsoft.com/office/drawing/2014/main" id="{357C41AA-D73D-98BD-5F68-1EF37BDBE20B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6" name="Freeform 13575">
              <a:extLst>
                <a:ext uri="{FF2B5EF4-FFF2-40B4-BE49-F238E27FC236}">
                  <a16:creationId xmlns:a16="http://schemas.microsoft.com/office/drawing/2014/main" id="{CA697F10-F779-FD91-764A-A7A31BA3BA66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7" name="Freeform 13576">
              <a:extLst>
                <a:ext uri="{FF2B5EF4-FFF2-40B4-BE49-F238E27FC236}">
                  <a16:creationId xmlns:a16="http://schemas.microsoft.com/office/drawing/2014/main" id="{3FF375BC-1925-BC11-8AE8-128655A766F0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8" name="Freeform 13577">
              <a:extLst>
                <a:ext uri="{FF2B5EF4-FFF2-40B4-BE49-F238E27FC236}">
                  <a16:creationId xmlns:a16="http://schemas.microsoft.com/office/drawing/2014/main" id="{7D8508FF-7F9C-B59F-B6B5-69114059998B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79" name="Freeform 13578">
              <a:extLst>
                <a:ext uri="{FF2B5EF4-FFF2-40B4-BE49-F238E27FC236}">
                  <a16:creationId xmlns:a16="http://schemas.microsoft.com/office/drawing/2014/main" id="{F6A3ACB3-39B1-1511-C48C-C25E4F939DBA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0" name="Freeform 13579">
              <a:extLst>
                <a:ext uri="{FF2B5EF4-FFF2-40B4-BE49-F238E27FC236}">
                  <a16:creationId xmlns:a16="http://schemas.microsoft.com/office/drawing/2014/main" id="{E94049BC-3FA7-693F-78D0-6D60595DE410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1" name="Freeform 13580">
              <a:extLst>
                <a:ext uri="{FF2B5EF4-FFF2-40B4-BE49-F238E27FC236}">
                  <a16:creationId xmlns:a16="http://schemas.microsoft.com/office/drawing/2014/main" id="{869C1F6D-18D0-6072-086F-3A2F386909D3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2" name="Freeform 13581">
              <a:extLst>
                <a:ext uri="{FF2B5EF4-FFF2-40B4-BE49-F238E27FC236}">
                  <a16:creationId xmlns:a16="http://schemas.microsoft.com/office/drawing/2014/main" id="{6DBFDC0D-62A2-519C-C9FE-5CEE68268A70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3" name="Freeform 13582">
              <a:extLst>
                <a:ext uri="{FF2B5EF4-FFF2-40B4-BE49-F238E27FC236}">
                  <a16:creationId xmlns:a16="http://schemas.microsoft.com/office/drawing/2014/main" id="{FAC22A4B-2522-5035-B997-FCF33ED6ADEA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4" name="Freeform 13583">
              <a:extLst>
                <a:ext uri="{FF2B5EF4-FFF2-40B4-BE49-F238E27FC236}">
                  <a16:creationId xmlns:a16="http://schemas.microsoft.com/office/drawing/2014/main" id="{2DC6492E-13B1-FA18-CD56-E16152421C53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5" name="Freeform 13584">
              <a:extLst>
                <a:ext uri="{FF2B5EF4-FFF2-40B4-BE49-F238E27FC236}">
                  <a16:creationId xmlns:a16="http://schemas.microsoft.com/office/drawing/2014/main" id="{D04B199B-DF9A-1246-AB91-0CA3632CB8EC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6" name="Freeform 13585">
              <a:extLst>
                <a:ext uri="{FF2B5EF4-FFF2-40B4-BE49-F238E27FC236}">
                  <a16:creationId xmlns:a16="http://schemas.microsoft.com/office/drawing/2014/main" id="{B7CB3E89-F6FD-844B-35F4-2C7782217EEB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7" name="Freeform 13586">
              <a:extLst>
                <a:ext uri="{FF2B5EF4-FFF2-40B4-BE49-F238E27FC236}">
                  <a16:creationId xmlns:a16="http://schemas.microsoft.com/office/drawing/2014/main" id="{DC6FEFD4-8811-7C01-FB1C-E1F53D4FA38E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8" name="Freeform 13587">
              <a:extLst>
                <a:ext uri="{FF2B5EF4-FFF2-40B4-BE49-F238E27FC236}">
                  <a16:creationId xmlns:a16="http://schemas.microsoft.com/office/drawing/2014/main" id="{2BA725DD-0516-1253-3E77-920AFF5F47F4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89" name="Freeform 13588">
              <a:extLst>
                <a:ext uri="{FF2B5EF4-FFF2-40B4-BE49-F238E27FC236}">
                  <a16:creationId xmlns:a16="http://schemas.microsoft.com/office/drawing/2014/main" id="{4A428658-76E9-EF09-A74C-440E459A2AC4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0" name="Freeform 13589">
              <a:extLst>
                <a:ext uri="{FF2B5EF4-FFF2-40B4-BE49-F238E27FC236}">
                  <a16:creationId xmlns:a16="http://schemas.microsoft.com/office/drawing/2014/main" id="{2DC688EF-0398-8E56-5D14-07496E85A7A7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1" name="Freeform 13590">
              <a:extLst>
                <a:ext uri="{FF2B5EF4-FFF2-40B4-BE49-F238E27FC236}">
                  <a16:creationId xmlns:a16="http://schemas.microsoft.com/office/drawing/2014/main" id="{ED2504C0-CCE0-5615-C045-02451DD2FC53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2" name="Freeform 13591">
              <a:extLst>
                <a:ext uri="{FF2B5EF4-FFF2-40B4-BE49-F238E27FC236}">
                  <a16:creationId xmlns:a16="http://schemas.microsoft.com/office/drawing/2014/main" id="{3BA4BA80-ABF2-846D-A2BC-373778C261EF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3" name="Freeform 13592">
              <a:extLst>
                <a:ext uri="{FF2B5EF4-FFF2-40B4-BE49-F238E27FC236}">
                  <a16:creationId xmlns:a16="http://schemas.microsoft.com/office/drawing/2014/main" id="{A13256E7-CFF3-79A3-3756-1EB3AF06D746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4" name="Freeform 13593">
              <a:extLst>
                <a:ext uri="{FF2B5EF4-FFF2-40B4-BE49-F238E27FC236}">
                  <a16:creationId xmlns:a16="http://schemas.microsoft.com/office/drawing/2014/main" id="{01216A86-F219-997D-4629-71280FAF6466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5" name="Freeform 13594">
              <a:extLst>
                <a:ext uri="{FF2B5EF4-FFF2-40B4-BE49-F238E27FC236}">
                  <a16:creationId xmlns:a16="http://schemas.microsoft.com/office/drawing/2014/main" id="{14DA7777-A3D4-6028-BB4B-4A5CF89F3E93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6" name="Freeform 13595">
              <a:extLst>
                <a:ext uri="{FF2B5EF4-FFF2-40B4-BE49-F238E27FC236}">
                  <a16:creationId xmlns:a16="http://schemas.microsoft.com/office/drawing/2014/main" id="{FBA1A3AA-6FDB-A36B-FB53-9F50ED494574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7" name="Freeform 13596">
              <a:extLst>
                <a:ext uri="{FF2B5EF4-FFF2-40B4-BE49-F238E27FC236}">
                  <a16:creationId xmlns:a16="http://schemas.microsoft.com/office/drawing/2014/main" id="{C362CC2B-47BC-6982-1B04-796B0CB9ABDE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8" name="Freeform 13597">
              <a:extLst>
                <a:ext uri="{FF2B5EF4-FFF2-40B4-BE49-F238E27FC236}">
                  <a16:creationId xmlns:a16="http://schemas.microsoft.com/office/drawing/2014/main" id="{F0D507B6-EDD9-2B5B-BF14-D24CFB553F04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99" name="Freeform 13598">
              <a:extLst>
                <a:ext uri="{FF2B5EF4-FFF2-40B4-BE49-F238E27FC236}">
                  <a16:creationId xmlns:a16="http://schemas.microsoft.com/office/drawing/2014/main" id="{4C511B78-9071-1F1D-6199-2A4155423C37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0" name="Freeform 13599">
              <a:extLst>
                <a:ext uri="{FF2B5EF4-FFF2-40B4-BE49-F238E27FC236}">
                  <a16:creationId xmlns:a16="http://schemas.microsoft.com/office/drawing/2014/main" id="{98E07DD1-CB01-0483-8FE4-74AC1873B9FA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1" name="Freeform 13600">
              <a:extLst>
                <a:ext uri="{FF2B5EF4-FFF2-40B4-BE49-F238E27FC236}">
                  <a16:creationId xmlns:a16="http://schemas.microsoft.com/office/drawing/2014/main" id="{86BF2C12-D901-50BA-CCD2-61E46719AE99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2" name="Freeform 13601">
              <a:extLst>
                <a:ext uri="{FF2B5EF4-FFF2-40B4-BE49-F238E27FC236}">
                  <a16:creationId xmlns:a16="http://schemas.microsoft.com/office/drawing/2014/main" id="{7BA01A4A-2F1D-1C24-4086-9CD7817B0F6E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3" name="Freeform 13602">
              <a:extLst>
                <a:ext uri="{FF2B5EF4-FFF2-40B4-BE49-F238E27FC236}">
                  <a16:creationId xmlns:a16="http://schemas.microsoft.com/office/drawing/2014/main" id="{0C6CF16F-71F3-F367-0472-00985ED0C951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4" name="Freeform 13603">
              <a:extLst>
                <a:ext uri="{FF2B5EF4-FFF2-40B4-BE49-F238E27FC236}">
                  <a16:creationId xmlns:a16="http://schemas.microsoft.com/office/drawing/2014/main" id="{11BEBB52-9337-13DE-1E22-4D0B522759E6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5" name="Freeform 13604">
              <a:extLst>
                <a:ext uri="{FF2B5EF4-FFF2-40B4-BE49-F238E27FC236}">
                  <a16:creationId xmlns:a16="http://schemas.microsoft.com/office/drawing/2014/main" id="{9E7579ED-D737-BE6F-1A80-5237A9A7B90F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6" name="Freeform 13605">
              <a:extLst>
                <a:ext uri="{FF2B5EF4-FFF2-40B4-BE49-F238E27FC236}">
                  <a16:creationId xmlns:a16="http://schemas.microsoft.com/office/drawing/2014/main" id="{6FF6ED29-54FE-C41A-A1AC-9B8461C88AFC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7" name="Freeform 13606">
              <a:extLst>
                <a:ext uri="{FF2B5EF4-FFF2-40B4-BE49-F238E27FC236}">
                  <a16:creationId xmlns:a16="http://schemas.microsoft.com/office/drawing/2014/main" id="{D74BE9E1-C121-C963-525C-C4D2620D494F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8" name="Freeform 13607">
              <a:extLst>
                <a:ext uri="{FF2B5EF4-FFF2-40B4-BE49-F238E27FC236}">
                  <a16:creationId xmlns:a16="http://schemas.microsoft.com/office/drawing/2014/main" id="{F7F5363C-D039-633A-FA4A-3C887C1B16B6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09" name="Freeform 13608">
              <a:extLst>
                <a:ext uri="{FF2B5EF4-FFF2-40B4-BE49-F238E27FC236}">
                  <a16:creationId xmlns:a16="http://schemas.microsoft.com/office/drawing/2014/main" id="{9539C327-1BCA-A977-0BD5-CDDA1045168B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0" name="Freeform 13609">
              <a:extLst>
                <a:ext uri="{FF2B5EF4-FFF2-40B4-BE49-F238E27FC236}">
                  <a16:creationId xmlns:a16="http://schemas.microsoft.com/office/drawing/2014/main" id="{8E442A0D-0FC5-9543-F2B5-07199BC81724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1" name="Freeform 13610">
              <a:extLst>
                <a:ext uri="{FF2B5EF4-FFF2-40B4-BE49-F238E27FC236}">
                  <a16:creationId xmlns:a16="http://schemas.microsoft.com/office/drawing/2014/main" id="{0924E9E1-EB4C-2747-846C-4358D818F46F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2" name="Freeform 13611">
              <a:extLst>
                <a:ext uri="{FF2B5EF4-FFF2-40B4-BE49-F238E27FC236}">
                  <a16:creationId xmlns:a16="http://schemas.microsoft.com/office/drawing/2014/main" id="{018A0458-B939-1C6E-B0CB-433C8D7C08AE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3" name="Freeform 13612">
              <a:extLst>
                <a:ext uri="{FF2B5EF4-FFF2-40B4-BE49-F238E27FC236}">
                  <a16:creationId xmlns:a16="http://schemas.microsoft.com/office/drawing/2014/main" id="{6739F0DC-076E-AB2A-EF48-2FC53999183A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4" name="Freeform 13613">
              <a:extLst>
                <a:ext uri="{FF2B5EF4-FFF2-40B4-BE49-F238E27FC236}">
                  <a16:creationId xmlns:a16="http://schemas.microsoft.com/office/drawing/2014/main" id="{5F24B069-DE68-54B9-0832-A9F9606EFC64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5" name="Freeform 13614">
              <a:extLst>
                <a:ext uri="{FF2B5EF4-FFF2-40B4-BE49-F238E27FC236}">
                  <a16:creationId xmlns:a16="http://schemas.microsoft.com/office/drawing/2014/main" id="{E05ED776-84D3-8CE1-228A-B8E9744CDD98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6" name="Freeform 13615">
              <a:extLst>
                <a:ext uri="{FF2B5EF4-FFF2-40B4-BE49-F238E27FC236}">
                  <a16:creationId xmlns:a16="http://schemas.microsoft.com/office/drawing/2014/main" id="{298985C2-D1E3-7293-3A6A-4B40EDC1A172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7" name="Freeform 13616">
              <a:extLst>
                <a:ext uri="{FF2B5EF4-FFF2-40B4-BE49-F238E27FC236}">
                  <a16:creationId xmlns:a16="http://schemas.microsoft.com/office/drawing/2014/main" id="{87D39241-65B8-A9D4-DF78-62084E863854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8" name="Freeform 13617">
              <a:extLst>
                <a:ext uri="{FF2B5EF4-FFF2-40B4-BE49-F238E27FC236}">
                  <a16:creationId xmlns:a16="http://schemas.microsoft.com/office/drawing/2014/main" id="{0D6F85DB-B2C0-1FDE-A640-5FAD8FEAEEB9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19" name="Freeform 13618">
              <a:extLst>
                <a:ext uri="{FF2B5EF4-FFF2-40B4-BE49-F238E27FC236}">
                  <a16:creationId xmlns:a16="http://schemas.microsoft.com/office/drawing/2014/main" id="{274E5DDF-B37E-1D40-6A7D-47DB8875B2E1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0" name="Freeform 13619">
              <a:extLst>
                <a:ext uri="{FF2B5EF4-FFF2-40B4-BE49-F238E27FC236}">
                  <a16:creationId xmlns:a16="http://schemas.microsoft.com/office/drawing/2014/main" id="{1C99FFD6-F17A-79FC-07E8-95030A286797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1" name="Freeform 13620">
              <a:extLst>
                <a:ext uri="{FF2B5EF4-FFF2-40B4-BE49-F238E27FC236}">
                  <a16:creationId xmlns:a16="http://schemas.microsoft.com/office/drawing/2014/main" id="{29C56979-2FC2-8FA3-D5A3-8F21750DAE13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2" name="Freeform 13621">
              <a:extLst>
                <a:ext uri="{FF2B5EF4-FFF2-40B4-BE49-F238E27FC236}">
                  <a16:creationId xmlns:a16="http://schemas.microsoft.com/office/drawing/2014/main" id="{EB688BDD-E092-319D-29DD-B09CB06EF208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3" name="Freeform 13622">
              <a:extLst>
                <a:ext uri="{FF2B5EF4-FFF2-40B4-BE49-F238E27FC236}">
                  <a16:creationId xmlns:a16="http://schemas.microsoft.com/office/drawing/2014/main" id="{F8E6764D-BB19-894E-DF2B-91746E6DCE0A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4" name="Freeform 13623">
              <a:extLst>
                <a:ext uri="{FF2B5EF4-FFF2-40B4-BE49-F238E27FC236}">
                  <a16:creationId xmlns:a16="http://schemas.microsoft.com/office/drawing/2014/main" id="{4F57CC31-29D2-C430-B0E8-9460386C756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5" name="Freeform 13624">
              <a:extLst>
                <a:ext uri="{FF2B5EF4-FFF2-40B4-BE49-F238E27FC236}">
                  <a16:creationId xmlns:a16="http://schemas.microsoft.com/office/drawing/2014/main" id="{E4001574-552B-4C3C-4447-7CB5DA2ECF01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6" name="Freeform 13625">
              <a:extLst>
                <a:ext uri="{FF2B5EF4-FFF2-40B4-BE49-F238E27FC236}">
                  <a16:creationId xmlns:a16="http://schemas.microsoft.com/office/drawing/2014/main" id="{8356F3BF-5B30-100B-3DD0-DC7E14D74E50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7" name="Freeform 13626">
              <a:extLst>
                <a:ext uri="{FF2B5EF4-FFF2-40B4-BE49-F238E27FC236}">
                  <a16:creationId xmlns:a16="http://schemas.microsoft.com/office/drawing/2014/main" id="{EE214BC2-0F65-734B-D328-E6C9AAE0350F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8" name="Freeform 13627">
              <a:extLst>
                <a:ext uri="{FF2B5EF4-FFF2-40B4-BE49-F238E27FC236}">
                  <a16:creationId xmlns:a16="http://schemas.microsoft.com/office/drawing/2014/main" id="{F7FE09DA-AE08-768C-3CAA-55631D1C7C4A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29" name="Freeform 13628">
              <a:extLst>
                <a:ext uri="{FF2B5EF4-FFF2-40B4-BE49-F238E27FC236}">
                  <a16:creationId xmlns:a16="http://schemas.microsoft.com/office/drawing/2014/main" id="{18C4C4E6-7A77-6FBA-0897-99DA767297CD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0" name="Freeform 13629">
              <a:extLst>
                <a:ext uri="{FF2B5EF4-FFF2-40B4-BE49-F238E27FC236}">
                  <a16:creationId xmlns:a16="http://schemas.microsoft.com/office/drawing/2014/main" id="{748BA486-7E6C-1487-23BE-3E3272986A9E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1" name="Freeform 13630">
              <a:extLst>
                <a:ext uri="{FF2B5EF4-FFF2-40B4-BE49-F238E27FC236}">
                  <a16:creationId xmlns:a16="http://schemas.microsoft.com/office/drawing/2014/main" id="{2E2B00C8-CA8C-0AA8-5260-539E2DB22102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2" name="Freeform 13631">
              <a:extLst>
                <a:ext uri="{FF2B5EF4-FFF2-40B4-BE49-F238E27FC236}">
                  <a16:creationId xmlns:a16="http://schemas.microsoft.com/office/drawing/2014/main" id="{8ADB07E3-C817-9CE1-B4C3-CF4D6AE821B4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3" name="Freeform 13632">
              <a:extLst>
                <a:ext uri="{FF2B5EF4-FFF2-40B4-BE49-F238E27FC236}">
                  <a16:creationId xmlns:a16="http://schemas.microsoft.com/office/drawing/2014/main" id="{9AC88415-D2CB-B45C-6162-EB510ACB1839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4" name="Freeform 13633">
              <a:extLst>
                <a:ext uri="{FF2B5EF4-FFF2-40B4-BE49-F238E27FC236}">
                  <a16:creationId xmlns:a16="http://schemas.microsoft.com/office/drawing/2014/main" id="{6830AA09-916C-1063-0DDA-DA0A40995F94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5" name="Freeform 13634">
              <a:extLst>
                <a:ext uri="{FF2B5EF4-FFF2-40B4-BE49-F238E27FC236}">
                  <a16:creationId xmlns:a16="http://schemas.microsoft.com/office/drawing/2014/main" id="{8EA43FE6-8702-6557-6532-9F4127962A74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6" name="Freeform 13635">
              <a:extLst>
                <a:ext uri="{FF2B5EF4-FFF2-40B4-BE49-F238E27FC236}">
                  <a16:creationId xmlns:a16="http://schemas.microsoft.com/office/drawing/2014/main" id="{0CEABEDA-9231-A9C6-8D28-50CFFE6799A0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7" name="Freeform 13636">
              <a:extLst>
                <a:ext uri="{FF2B5EF4-FFF2-40B4-BE49-F238E27FC236}">
                  <a16:creationId xmlns:a16="http://schemas.microsoft.com/office/drawing/2014/main" id="{D894A64E-A0B2-0B89-8349-B99F37C78BE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8" name="Freeform 13637">
              <a:extLst>
                <a:ext uri="{FF2B5EF4-FFF2-40B4-BE49-F238E27FC236}">
                  <a16:creationId xmlns:a16="http://schemas.microsoft.com/office/drawing/2014/main" id="{E1EEAAAE-6443-BE5A-E4A0-9A3ED1926D4A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39" name="Freeform 13638">
              <a:extLst>
                <a:ext uri="{FF2B5EF4-FFF2-40B4-BE49-F238E27FC236}">
                  <a16:creationId xmlns:a16="http://schemas.microsoft.com/office/drawing/2014/main" id="{E487E85B-531C-47D9-54E1-FCAE60EFAAC7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0" name="Freeform 13639">
              <a:extLst>
                <a:ext uri="{FF2B5EF4-FFF2-40B4-BE49-F238E27FC236}">
                  <a16:creationId xmlns:a16="http://schemas.microsoft.com/office/drawing/2014/main" id="{E893C14F-6596-5867-8D3C-1CB56A71BC34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1" name="Freeform 13640">
              <a:extLst>
                <a:ext uri="{FF2B5EF4-FFF2-40B4-BE49-F238E27FC236}">
                  <a16:creationId xmlns:a16="http://schemas.microsoft.com/office/drawing/2014/main" id="{D785CCD3-709F-EC23-57BD-BB6D83C38A80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2" name="Freeform 13641">
              <a:extLst>
                <a:ext uri="{FF2B5EF4-FFF2-40B4-BE49-F238E27FC236}">
                  <a16:creationId xmlns:a16="http://schemas.microsoft.com/office/drawing/2014/main" id="{2E5F501C-631F-941B-9FAD-099497FD5DEB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3" name="Freeform 13642">
              <a:extLst>
                <a:ext uri="{FF2B5EF4-FFF2-40B4-BE49-F238E27FC236}">
                  <a16:creationId xmlns:a16="http://schemas.microsoft.com/office/drawing/2014/main" id="{FB8DA57B-88E5-9FEB-EC23-53E064D8572A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4" name="Freeform 13643">
              <a:extLst>
                <a:ext uri="{FF2B5EF4-FFF2-40B4-BE49-F238E27FC236}">
                  <a16:creationId xmlns:a16="http://schemas.microsoft.com/office/drawing/2014/main" id="{EB37C159-5020-A4EC-147E-59A046695C38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5" name="Freeform 13644">
              <a:extLst>
                <a:ext uri="{FF2B5EF4-FFF2-40B4-BE49-F238E27FC236}">
                  <a16:creationId xmlns:a16="http://schemas.microsoft.com/office/drawing/2014/main" id="{B2F6F39A-D85A-D13E-0C31-ACD2CE9347F2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6" name="Freeform 13645">
              <a:extLst>
                <a:ext uri="{FF2B5EF4-FFF2-40B4-BE49-F238E27FC236}">
                  <a16:creationId xmlns:a16="http://schemas.microsoft.com/office/drawing/2014/main" id="{02A688CA-74FC-3684-5736-C09AA13592D7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7" name="Freeform 13646">
              <a:extLst>
                <a:ext uri="{FF2B5EF4-FFF2-40B4-BE49-F238E27FC236}">
                  <a16:creationId xmlns:a16="http://schemas.microsoft.com/office/drawing/2014/main" id="{D24AA980-49B7-DEC7-6527-53179226EDE4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8" name="Freeform 13647">
              <a:extLst>
                <a:ext uri="{FF2B5EF4-FFF2-40B4-BE49-F238E27FC236}">
                  <a16:creationId xmlns:a16="http://schemas.microsoft.com/office/drawing/2014/main" id="{C17A141C-8341-4C1B-98DB-BCBCB9AF761C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49" name="Freeform 13648">
              <a:extLst>
                <a:ext uri="{FF2B5EF4-FFF2-40B4-BE49-F238E27FC236}">
                  <a16:creationId xmlns:a16="http://schemas.microsoft.com/office/drawing/2014/main" id="{FD2C477A-8802-5E2F-A679-21A62579BE7E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0" name="Freeform 13649">
              <a:extLst>
                <a:ext uri="{FF2B5EF4-FFF2-40B4-BE49-F238E27FC236}">
                  <a16:creationId xmlns:a16="http://schemas.microsoft.com/office/drawing/2014/main" id="{4DBD90F2-B065-E74D-EC78-25D8CE420DBD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1" name="Freeform 13650">
              <a:extLst>
                <a:ext uri="{FF2B5EF4-FFF2-40B4-BE49-F238E27FC236}">
                  <a16:creationId xmlns:a16="http://schemas.microsoft.com/office/drawing/2014/main" id="{09BCD257-C37C-E5B6-E344-74E3E6B9A55C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2" name="Freeform 13651">
              <a:extLst>
                <a:ext uri="{FF2B5EF4-FFF2-40B4-BE49-F238E27FC236}">
                  <a16:creationId xmlns:a16="http://schemas.microsoft.com/office/drawing/2014/main" id="{4F57BF27-230C-F217-2FFE-4A78388122B1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3" name="Freeform 13652">
              <a:extLst>
                <a:ext uri="{FF2B5EF4-FFF2-40B4-BE49-F238E27FC236}">
                  <a16:creationId xmlns:a16="http://schemas.microsoft.com/office/drawing/2014/main" id="{0B9668BB-FD99-883E-DD09-3B1AA9445DD8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4" name="Freeform 13653">
              <a:extLst>
                <a:ext uri="{FF2B5EF4-FFF2-40B4-BE49-F238E27FC236}">
                  <a16:creationId xmlns:a16="http://schemas.microsoft.com/office/drawing/2014/main" id="{F59F4002-97DF-2717-9B77-D1B83AA1942E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5" name="Freeform 13654">
              <a:extLst>
                <a:ext uri="{FF2B5EF4-FFF2-40B4-BE49-F238E27FC236}">
                  <a16:creationId xmlns:a16="http://schemas.microsoft.com/office/drawing/2014/main" id="{AEA9DCE5-C0AE-F71C-1AEA-556E5714690C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6" name="Freeform 13655">
              <a:extLst>
                <a:ext uri="{FF2B5EF4-FFF2-40B4-BE49-F238E27FC236}">
                  <a16:creationId xmlns:a16="http://schemas.microsoft.com/office/drawing/2014/main" id="{12639012-5303-091E-2268-02E1A58AFABE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7" name="Freeform 13656">
              <a:extLst>
                <a:ext uri="{FF2B5EF4-FFF2-40B4-BE49-F238E27FC236}">
                  <a16:creationId xmlns:a16="http://schemas.microsoft.com/office/drawing/2014/main" id="{5333E0BA-875B-D619-B608-43C3C20C85A2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8" name="Freeform 13657">
              <a:extLst>
                <a:ext uri="{FF2B5EF4-FFF2-40B4-BE49-F238E27FC236}">
                  <a16:creationId xmlns:a16="http://schemas.microsoft.com/office/drawing/2014/main" id="{A21D74F0-C98F-39EA-A3EF-567BDDB671D8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59" name="Freeform 13658">
              <a:extLst>
                <a:ext uri="{FF2B5EF4-FFF2-40B4-BE49-F238E27FC236}">
                  <a16:creationId xmlns:a16="http://schemas.microsoft.com/office/drawing/2014/main" id="{539575AD-110F-C68C-E7B7-748397E1F3AA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0" name="Freeform 13659">
              <a:extLst>
                <a:ext uri="{FF2B5EF4-FFF2-40B4-BE49-F238E27FC236}">
                  <a16:creationId xmlns:a16="http://schemas.microsoft.com/office/drawing/2014/main" id="{2ABF3C9D-6514-47EA-5D29-59CDBDC4E62E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1" name="Freeform 13660">
              <a:extLst>
                <a:ext uri="{FF2B5EF4-FFF2-40B4-BE49-F238E27FC236}">
                  <a16:creationId xmlns:a16="http://schemas.microsoft.com/office/drawing/2014/main" id="{1BEE92AE-552F-4240-1F94-DF9D8757D522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2" name="Freeform 13661">
              <a:extLst>
                <a:ext uri="{FF2B5EF4-FFF2-40B4-BE49-F238E27FC236}">
                  <a16:creationId xmlns:a16="http://schemas.microsoft.com/office/drawing/2014/main" id="{A814F5C9-9E7C-50B4-37C9-9F78CE9BBBA7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3" name="Freeform 13662">
              <a:extLst>
                <a:ext uri="{FF2B5EF4-FFF2-40B4-BE49-F238E27FC236}">
                  <a16:creationId xmlns:a16="http://schemas.microsoft.com/office/drawing/2014/main" id="{2F7F7CB4-23C8-28C9-927B-EDBBC41D7CF6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4" name="Freeform 13663">
              <a:extLst>
                <a:ext uri="{FF2B5EF4-FFF2-40B4-BE49-F238E27FC236}">
                  <a16:creationId xmlns:a16="http://schemas.microsoft.com/office/drawing/2014/main" id="{C11A434F-1110-B773-C715-5418E946D96D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5" name="Freeform 13664">
              <a:extLst>
                <a:ext uri="{FF2B5EF4-FFF2-40B4-BE49-F238E27FC236}">
                  <a16:creationId xmlns:a16="http://schemas.microsoft.com/office/drawing/2014/main" id="{15126C17-81BC-0465-1063-8F5D1365204A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6" name="Freeform 13665">
              <a:extLst>
                <a:ext uri="{FF2B5EF4-FFF2-40B4-BE49-F238E27FC236}">
                  <a16:creationId xmlns:a16="http://schemas.microsoft.com/office/drawing/2014/main" id="{7CF0029D-D86C-382A-061E-5277F6341777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7" name="Freeform 13666">
              <a:extLst>
                <a:ext uri="{FF2B5EF4-FFF2-40B4-BE49-F238E27FC236}">
                  <a16:creationId xmlns:a16="http://schemas.microsoft.com/office/drawing/2014/main" id="{EC1749CA-0CC2-7695-B2F8-9D0E51487A27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8" name="Freeform 13667">
              <a:extLst>
                <a:ext uri="{FF2B5EF4-FFF2-40B4-BE49-F238E27FC236}">
                  <a16:creationId xmlns:a16="http://schemas.microsoft.com/office/drawing/2014/main" id="{79F53BFA-558C-86D7-860B-07D480CCE461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69" name="Freeform 13668">
              <a:extLst>
                <a:ext uri="{FF2B5EF4-FFF2-40B4-BE49-F238E27FC236}">
                  <a16:creationId xmlns:a16="http://schemas.microsoft.com/office/drawing/2014/main" id="{FCD23FC0-217F-E8A6-7F1E-7A9BAC2F49B3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0" name="Freeform 13669">
              <a:extLst>
                <a:ext uri="{FF2B5EF4-FFF2-40B4-BE49-F238E27FC236}">
                  <a16:creationId xmlns:a16="http://schemas.microsoft.com/office/drawing/2014/main" id="{47BAC602-ED77-B481-5978-E31E32B27851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1" name="Freeform 13670">
              <a:extLst>
                <a:ext uri="{FF2B5EF4-FFF2-40B4-BE49-F238E27FC236}">
                  <a16:creationId xmlns:a16="http://schemas.microsoft.com/office/drawing/2014/main" id="{AEBD8717-68AA-1CC2-0147-C390E6D491E3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2" name="Freeform 13671">
              <a:extLst>
                <a:ext uri="{FF2B5EF4-FFF2-40B4-BE49-F238E27FC236}">
                  <a16:creationId xmlns:a16="http://schemas.microsoft.com/office/drawing/2014/main" id="{A5246D1E-5BAD-0AD4-7E90-FC931E1F2222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3" name="Freeform 13672">
              <a:extLst>
                <a:ext uri="{FF2B5EF4-FFF2-40B4-BE49-F238E27FC236}">
                  <a16:creationId xmlns:a16="http://schemas.microsoft.com/office/drawing/2014/main" id="{98BF9FCE-C52E-1537-8951-4AF2E1FA1D59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4" name="Freeform 13673">
              <a:extLst>
                <a:ext uri="{FF2B5EF4-FFF2-40B4-BE49-F238E27FC236}">
                  <a16:creationId xmlns:a16="http://schemas.microsoft.com/office/drawing/2014/main" id="{27025CAC-F9FE-9B42-E57B-DF517626BFC1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5" name="Freeform 13674">
              <a:extLst>
                <a:ext uri="{FF2B5EF4-FFF2-40B4-BE49-F238E27FC236}">
                  <a16:creationId xmlns:a16="http://schemas.microsoft.com/office/drawing/2014/main" id="{4C60C743-4A0E-3640-313F-2EE2543854B3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6" name="Freeform 13675">
              <a:extLst>
                <a:ext uri="{FF2B5EF4-FFF2-40B4-BE49-F238E27FC236}">
                  <a16:creationId xmlns:a16="http://schemas.microsoft.com/office/drawing/2014/main" id="{6DA5D7ED-9133-34F9-49A0-40749D9C96E1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7" name="Freeform 13676">
              <a:extLst>
                <a:ext uri="{FF2B5EF4-FFF2-40B4-BE49-F238E27FC236}">
                  <a16:creationId xmlns:a16="http://schemas.microsoft.com/office/drawing/2014/main" id="{0411F583-6D74-A881-404D-23CEBB2C6918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8" name="Freeform 13677">
              <a:extLst>
                <a:ext uri="{FF2B5EF4-FFF2-40B4-BE49-F238E27FC236}">
                  <a16:creationId xmlns:a16="http://schemas.microsoft.com/office/drawing/2014/main" id="{43314AB7-5EE0-9F2E-8DA4-30E76B746B13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79" name="Freeform 13678">
              <a:extLst>
                <a:ext uri="{FF2B5EF4-FFF2-40B4-BE49-F238E27FC236}">
                  <a16:creationId xmlns:a16="http://schemas.microsoft.com/office/drawing/2014/main" id="{82E27D36-9E39-4B76-8A84-AC215E678540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0" name="Freeform 13679">
              <a:extLst>
                <a:ext uri="{FF2B5EF4-FFF2-40B4-BE49-F238E27FC236}">
                  <a16:creationId xmlns:a16="http://schemas.microsoft.com/office/drawing/2014/main" id="{A23697F5-C6EF-0D0F-8112-5D10AAC545A2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1" name="Freeform 13680">
              <a:extLst>
                <a:ext uri="{FF2B5EF4-FFF2-40B4-BE49-F238E27FC236}">
                  <a16:creationId xmlns:a16="http://schemas.microsoft.com/office/drawing/2014/main" id="{03885238-31AE-576C-6A0E-E03B8B53FCEF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2" name="Freeform 13681">
              <a:extLst>
                <a:ext uri="{FF2B5EF4-FFF2-40B4-BE49-F238E27FC236}">
                  <a16:creationId xmlns:a16="http://schemas.microsoft.com/office/drawing/2014/main" id="{B79D5250-9A2D-AD08-D2D6-A74C47AAF4CB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3" name="Freeform 13682">
              <a:extLst>
                <a:ext uri="{FF2B5EF4-FFF2-40B4-BE49-F238E27FC236}">
                  <a16:creationId xmlns:a16="http://schemas.microsoft.com/office/drawing/2014/main" id="{50B2E54E-9E5F-7A3F-8622-5EAE9ADDFADC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4" name="Freeform 13683">
              <a:extLst>
                <a:ext uri="{FF2B5EF4-FFF2-40B4-BE49-F238E27FC236}">
                  <a16:creationId xmlns:a16="http://schemas.microsoft.com/office/drawing/2014/main" id="{9D29A2A6-BBE1-D8E8-EA99-A147A232FC9F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5" name="Freeform 13684">
              <a:extLst>
                <a:ext uri="{FF2B5EF4-FFF2-40B4-BE49-F238E27FC236}">
                  <a16:creationId xmlns:a16="http://schemas.microsoft.com/office/drawing/2014/main" id="{1E925BC4-8CA0-151A-7E2C-22AA7E76A339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6" name="Freeform 13685">
              <a:extLst>
                <a:ext uri="{FF2B5EF4-FFF2-40B4-BE49-F238E27FC236}">
                  <a16:creationId xmlns:a16="http://schemas.microsoft.com/office/drawing/2014/main" id="{1BF5F7EC-9743-A4D4-6386-8E71F0F89583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7" name="Freeform 13686">
              <a:extLst>
                <a:ext uri="{FF2B5EF4-FFF2-40B4-BE49-F238E27FC236}">
                  <a16:creationId xmlns:a16="http://schemas.microsoft.com/office/drawing/2014/main" id="{B31FEB13-1732-5B78-1629-51DD7082E015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8" name="Freeform 13687">
              <a:extLst>
                <a:ext uri="{FF2B5EF4-FFF2-40B4-BE49-F238E27FC236}">
                  <a16:creationId xmlns:a16="http://schemas.microsoft.com/office/drawing/2014/main" id="{D4232094-4F69-399A-4D86-56B7CBCFE859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89" name="Freeform 13688">
              <a:extLst>
                <a:ext uri="{FF2B5EF4-FFF2-40B4-BE49-F238E27FC236}">
                  <a16:creationId xmlns:a16="http://schemas.microsoft.com/office/drawing/2014/main" id="{C4F4F77E-A0C9-3E62-098C-A2FE1425C912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0" name="Freeform 13689">
              <a:extLst>
                <a:ext uri="{FF2B5EF4-FFF2-40B4-BE49-F238E27FC236}">
                  <a16:creationId xmlns:a16="http://schemas.microsoft.com/office/drawing/2014/main" id="{D2E20DC8-C27A-4A76-A74B-9AFFBD2C76DA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1" name="Freeform 13690">
              <a:extLst>
                <a:ext uri="{FF2B5EF4-FFF2-40B4-BE49-F238E27FC236}">
                  <a16:creationId xmlns:a16="http://schemas.microsoft.com/office/drawing/2014/main" id="{2D3ECC5F-E9DD-741A-D085-62A325233152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2" name="Freeform 13691">
              <a:extLst>
                <a:ext uri="{FF2B5EF4-FFF2-40B4-BE49-F238E27FC236}">
                  <a16:creationId xmlns:a16="http://schemas.microsoft.com/office/drawing/2014/main" id="{D342D84B-6AA9-68BC-86B7-5C4062AF1F11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3" name="Freeform 13692">
              <a:extLst>
                <a:ext uri="{FF2B5EF4-FFF2-40B4-BE49-F238E27FC236}">
                  <a16:creationId xmlns:a16="http://schemas.microsoft.com/office/drawing/2014/main" id="{E71A3661-26D6-7B36-B7E3-6ADD192B2DAE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4" name="Freeform 13693">
              <a:extLst>
                <a:ext uri="{FF2B5EF4-FFF2-40B4-BE49-F238E27FC236}">
                  <a16:creationId xmlns:a16="http://schemas.microsoft.com/office/drawing/2014/main" id="{0CEC08DA-9859-892B-DB93-62B1D339D376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5" name="Freeform 13694">
              <a:extLst>
                <a:ext uri="{FF2B5EF4-FFF2-40B4-BE49-F238E27FC236}">
                  <a16:creationId xmlns:a16="http://schemas.microsoft.com/office/drawing/2014/main" id="{8E11C6C0-922C-2418-0538-70F058B520B5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6" name="Freeform 13695">
              <a:extLst>
                <a:ext uri="{FF2B5EF4-FFF2-40B4-BE49-F238E27FC236}">
                  <a16:creationId xmlns:a16="http://schemas.microsoft.com/office/drawing/2014/main" id="{3C237BA2-2D17-B2D6-5FA6-D508C3C9324A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7" name="Freeform 13696">
              <a:extLst>
                <a:ext uri="{FF2B5EF4-FFF2-40B4-BE49-F238E27FC236}">
                  <a16:creationId xmlns:a16="http://schemas.microsoft.com/office/drawing/2014/main" id="{6B12B3D1-ED33-63AE-1773-890E837D8E16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8" name="Freeform 13697">
              <a:extLst>
                <a:ext uri="{FF2B5EF4-FFF2-40B4-BE49-F238E27FC236}">
                  <a16:creationId xmlns:a16="http://schemas.microsoft.com/office/drawing/2014/main" id="{BB69D074-1F8C-C6AD-713E-38D23F5A589D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99" name="Freeform 13698">
              <a:extLst>
                <a:ext uri="{FF2B5EF4-FFF2-40B4-BE49-F238E27FC236}">
                  <a16:creationId xmlns:a16="http://schemas.microsoft.com/office/drawing/2014/main" id="{09D06EB2-B9D0-B63D-07E9-88FA3961EFEF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0" name="Freeform 13699">
              <a:extLst>
                <a:ext uri="{FF2B5EF4-FFF2-40B4-BE49-F238E27FC236}">
                  <a16:creationId xmlns:a16="http://schemas.microsoft.com/office/drawing/2014/main" id="{3E04E5B8-BA72-A8CA-6690-0F780747D61D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1" name="Freeform 13700">
              <a:extLst>
                <a:ext uri="{FF2B5EF4-FFF2-40B4-BE49-F238E27FC236}">
                  <a16:creationId xmlns:a16="http://schemas.microsoft.com/office/drawing/2014/main" id="{43C94C33-78B7-C11D-6021-B726FE3002BC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2" name="Freeform 13701">
              <a:extLst>
                <a:ext uri="{FF2B5EF4-FFF2-40B4-BE49-F238E27FC236}">
                  <a16:creationId xmlns:a16="http://schemas.microsoft.com/office/drawing/2014/main" id="{F50EB365-B310-4B3C-FA39-E1C558D65125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3" name="Freeform 13702">
              <a:extLst>
                <a:ext uri="{FF2B5EF4-FFF2-40B4-BE49-F238E27FC236}">
                  <a16:creationId xmlns:a16="http://schemas.microsoft.com/office/drawing/2014/main" id="{F413E7A8-13E6-65EC-D607-07DC9EEB4072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4" name="Freeform 13703">
              <a:extLst>
                <a:ext uri="{FF2B5EF4-FFF2-40B4-BE49-F238E27FC236}">
                  <a16:creationId xmlns:a16="http://schemas.microsoft.com/office/drawing/2014/main" id="{C1BA1EE2-E68E-2934-4B26-2B1243ABC88F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5" name="Freeform 13704">
              <a:extLst>
                <a:ext uri="{FF2B5EF4-FFF2-40B4-BE49-F238E27FC236}">
                  <a16:creationId xmlns:a16="http://schemas.microsoft.com/office/drawing/2014/main" id="{A6EF86F1-08DE-615E-6C5D-15A202E87CE5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6" name="Freeform 13705">
              <a:extLst>
                <a:ext uri="{FF2B5EF4-FFF2-40B4-BE49-F238E27FC236}">
                  <a16:creationId xmlns:a16="http://schemas.microsoft.com/office/drawing/2014/main" id="{541D1B6B-CB03-1403-9976-682596E0BA54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7" name="Freeform 13706">
              <a:extLst>
                <a:ext uri="{FF2B5EF4-FFF2-40B4-BE49-F238E27FC236}">
                  <a16:creationId xmlns:a16="http://schemas.microsoft.com/office/drawing/2014/main" id="{9A76ECD6-0DAB-D293-AB72-82CE194E63FC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8" name="Freeform 13707">
              <a:extLst>
                <a:ext uri="{FF2B5EF4-FFF2-40B4-BE49-F238E27FC236}">
                  <a16:creationId xmlns:a16="http://schemas.microsoft.com/office/drawing/2014/main" id="{17E2F9B1-6E15-350E-4A85-539A984B4467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09" name="Freeform 13708">
              <a:extLst>
                <a:ext uri="{FF2B5EF4-FFF2-40B4-BE49-F238E27FC236}">
                  <a16:creationId xmlns:a16="http://schemas.microsoft.com/office/drawing/2014/main" id="{B0333CCB-1625-9B77-E743-9AE35D5252C6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0" name="Freeform 13709">
              <a:extLst>
                <a:ext uri="{FF2B5EF4-FFF2-40B4-BE49-F238E27FC236}">
                  <a16:creationId xmlns:a16="http://schemas.microsoft.com/office/drawing/2014/main" id="{11A98318-AFA6-6B24-F3D9-AFE746D4CDFF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1" name="Freeform 13710">
              <a:extLst>
                <a:ext uri="{FF2B5EF4-FFF2-40B4-BE49-F238E27FC236}">
                  <a16:creationId xmlns:a16="http://schemas.microsoft.com/office/drawing/2014/main" id="{A79D3AE6-DC3E-DD18-17C3-E8A78FBC29E4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2" name="Freeform 13711">
              <a:extLst>
                <a:ext uri="{FF2B5EF4-FFF2-40B4-BE49-F238E27FC236}">
                  <a16:creationId xmlns:a16="http://schemas.microsoft.com/office/drawing/2014/main" id="{247395CF-4E2C-3BC7-8E54-2C608E10C45B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3" name="Freeform 13712">
              <a:extLst>
                <a:ext uri="{FF2B5EF4-FFF2-40B4-BE49-F238E27FC236}">
                  <a16:creationId xmlns:a16="http://schemas.microsoft.com/office/drawing/2014/main" id="{131E8D27-A646-3E23-9B0B-5B4E368A99D4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4" name="Freeform 13713">
              <a:extLst>
                <a:ext uri="{FF2B5EF4-FFF2-40B4-BE49-F238E27FC236}">
                  <a16:creationId xmlns:a16="http://schemas.microsoft.com/office/drawing/2014/main" id="{B50AE7F5-7585-62C5-DFA9-C9EE1D247524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5" name="Freeform 13714">
              <a:extLst>
                <a:ext uri="{FF2B5EF4-FFF2-40B4-BE49-F238E27FC236}">
                  <a16:creationId xmlns:a16="http://schemas.microsoft.com/office/drawing/2014/main" id="{226FDDDC-59AE-6DE2-414C-04DAAA75DF4D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6" name="Freeform 13715">
              <a:extLst>
                <a:ext uri="{FF2B5EF4-FFF2-40B4-BE49-F238E27FC236}">
                  <a16:creationId xmlns:a16="http://schemas.microsoft.com/office/drawing/2014/main" id="{9C194321-B965-8861-E24F-B3A1B2BBEF4B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7" name="Freeform 13716">
              <a:extLst>
                <a:ext uri="{FF2B5EF4-FFF2-40B4-BE49-F238E27FC236}">
                  <a16:creationId xmlns:a16="http://schemas.microsoft.com/office/drawing/2014/main" id="{71244114-18C0-CDD1-DDE5-9896412E9BD3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8" name="Freeform 13717">
              <a:extLst>
                <a:ext uri="{FF2B5EF4-FFF2-40B4-BE49-F238E27FC236}">
                  <a16:creationId xmlns:a16="http://schemas.microsoft.com/office/drawing/2014/main" id="{688554D8-F8A0-80EB-8E75-598228FBA839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19" name="Freeform 13718">
              <a:extLst>
                <a:ext uri="{FF2B5EF4-FFF2-40B4-BE49-F238E27FC236}">
                  <a16:creationId xmlns:a16="http://schemas.microsoft.com/office/drawing/2014/main" id="{ACD1E54A-117F-5930-2817-799F4874C2DA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0" name="Freeform 13719">
              <a:extLst>
                <a:ext uri="{FF2B5EF4-FFF2-40B4-BE49-F238E27FC236}">
                  <a16:creationId xmlns:a16="http://schemas.microsoft.com/office/drawing/2014/main" id="{F4EAA391-A3E5-B71B-2A5E-58853D2C89AB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1" name="Freeform 13720">
              <a:extLst>
                <a:ext uri="{FF2B5EF4-FFF2-40B4-BE49-F238E27FC236}">
                  <a16:creationId xmlns:a16="http://schemas.microsoft.com/office/drawing/2014/main" id="{2602DA7B-7F55-F50C-CD4F-1B6CAE3CC2C7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2" name="Freeform 13721">
              <a:extLst>
                <a:ext uri="{FF2B5EF4-FFF2-40B4-BE49-F238E27FC236}">
                  <a16:creationId xmlns:a16="http://schemas.microsoft.com/office/drawing/2014/main" id="{69B10211-4B77-4570-5931-895ED85F6A2A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3" name="Freeform 13722">
              <a:extLst>
                <a:ext uri="{FF2B5EF4-FFF2-40B4-BE49-F238E27FC236}">
                  <a16:creationId xmlns:a16="http://schemas.microsoft.com/office/drawing/2014/main" id="{37B620BD-D8EA-7C8C-D65C-0392A343DBD4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4" name="Freeform 13723">
              <a:extLst>
                <a:ext uri="{FF2B5EF4-FFF2-40B4-BE49-F238E27FC236}">
                  <a16:creationId xmlns:a16="http://schemas.microsoft.com/office/drawing/2014/main" id="{2FE923AC-C1FB-3144-A9B7-E2D0488D1859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5" name="Freeform 13724">
              <a:extLst>
                <a:ext uri="{FF2B5EF4-FFF2-40B4-BE49-F238E27FC236}">
                  <a16:creationId xmlns:a16="http://schemas.microsoft.com/office/drawing/2014/main" id="{01E18B4C-1BBB-B3B7-EB07-73D1BC85E4A1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6" name="Freeform 13725">
              <a:extLst>
                <a:ext uri="{FF2B5EF4-FFF2-40B4-BE49-F238E27FC236}">
                  <a16:creationId xmlns:a16="http://schemas.microsoft.com/office/drawing/2014/main" id="{0C8F8E36-D60A-3817-BA45-BECC9652662F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7" name="Freeform 13726">
              <a:extLst>
                <a:ext uri="{FF2B5EF4-FFF2-40B4-BE49-F238E27FC236}">
                  <a16:creationId xmlns:a16="http://schemas.microsoft.com/office/drawing/2014/main" id="{024BE693-CD8B-2552-3FD0-D4B5B25D8908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8" name="Freeform 13727">
              <a:extLst>
                <a:ext uri="{FF2B5EF4-FFF2-40B4-BE49-F238E27FC236}">
                  <a16:creationId xmlns:a16="http://schemas.microsoft.com/office/drawing/2014/main" id="{110E44D2-6091-8853-775C-7F49955BB8D2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29" name="Freeform 13728">
              <a:extLst>
                <a:ext uri="{FF2B5EF4-FFF2-40B4-BE49-F238E27FC236}">
                  <a16:creationId xmlns:a16="http://schemas.microsoft.com/office/drawing/2014/main" id="{09DFD115-4E37-6A18-8035-8B8DADE8331A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0" name="Freeform 13729">
              <a:extLst>
                <a:ext uri="{FF2B5EF4-FFF2-40B4-BE49-F238E27FC236}">
                  <a16:creationId xmlns:a16="http://schemas.microsoft.com/office/drawing/2014/main" id="{6AFF5D3B-18BA-2231-6745-E8C50B374F64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1" name="Freeform 13730">
              <a:extLst>
                <a:ext uri="{FF2B5EF4-FFF2-40B4-BE49-F238E27FC236}">
                  <a16:creationId xmlns:a16="http://schemas.microsoft.com/office/drawing/2014/main" id="{48041F6E-FED1-BDCD-49B8-D60EEE389E33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2" name="Freeform 13731">
              <a:extLst>
                <a:ext uri="{FF2B5EF4-FFF2-40B4-BE49-F238E27FC236}">
                  <a16:creationId xmlns:a16="http://schemas.microsoft.com/office/drawing/2014/main" id="{6911FF61-33AE-541D-8C41-9B343A71D83A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3" name="Freeform 13732">
              <a:extLst>
                <a:ext uri="{FF2B5EF4-FFF2-40B4-BE49-F238E27FC236}">
                  <a16:creationId xmlns:a16="http://schemas.microsoft.com/office/drawing/2014/main" id="{38CD9EA7-C408-F554-AAAF-6E9D3AFD51DD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4" name="Freeform 13733">
              <a:extLst>
                <a:ext uri="{FF2B5EF4-FFF2-40B4-BE49-F238E27FC236}">
                  <a16:creationId xmlns:a16="http://schemas.microsoft.com/office/drawing/2014/main" id="{1AFECFAC-8AE3-AEA3-001C-254A63A06C3F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5" name="Freeform 13734">
              <a:extLst>
                <a:ext uri="{FF2B5EF4-FFF2-40B4-BE49-F238E27FC236}">
                  <a16:creationId xmlns:a16="http://schemas.microsoft.com/office/drawing/2014/main" id="{DF2D7635-C607-EC6D-EE6A-E3812ECD644A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6" name="Freeform 13735">
              <a:extLst>
                <a:ext uri="{FF2B5EF4-FFF2-40B4-BE49-F238E27FC236}">
                  <a16:creationId xmlns:a16="http://schemas.microsoft.com/office/drawing/2014/main" id="{6C6EB372-D015-FEEE-BD04-9F9A5D9451BE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7" name="Freeform 13736">
              <a:extLst>
                <a:ext uri="{FF2B5EF4-FFF2-40B4-BE49-F238E27FC236}">
                  <a16:creationId xmlns:a16="http://schemas.microsoft.com/office/drawing/2014/main" id="{3898F8CE-F5EA-43DE-D41D-7141E61E4D5C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8" name="Freeform 13737">
              <a:extLst>
                <a:ext uri="{FF2B5EF4-FFF2-40B4-BE49-F238E27FC236}">
                  <a16:creationId xmlns:a16="http://schemas.microsoft.com/office/drawing/2014/main" id="{202C7DFA-3B11-B40D-96C5-87AF4B7EBFFA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39" name="Freeform 13738">
              <a:extLst>
                <a:ext uri="{FF2B5EF4-FFF2-40B4-BE49-F238E27FC236}">
                  <a16:creationId xmlns:a16="http://schemas.microsoft.com/office/drawing/2014/main" id="{3B04D5AB-9C87-24D3-3F8C-FC0D8FD8B213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0" name="Freeform 13739">
              <a:extLst>
                <a:ext uri="{FF2B5EF4-FFF2-40B4-BE49-F238E27FC236}">
                  <a16:creationId xmlns:a16="http://schemas.microsoft.com/office/drawing/2014/main" id="{8B4E7168-E0D1-00D0-A91C-F7BDA04CB528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1" name="Freeform 13740">
              <a:extLst>
                <a:ext uri="{FF2B5EF4-FFF2-40B4-BE49-F238E27FC236}">
                  <a16:creationId xmlns:a16="http://schemas.microsoft.com/office/drawing/2014/main" id="{D4B7DF58-94E4-DD7B-ACDA-1B8AEE635736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2" name="Freeform 13741">
              <a:extLst>
                <a:ext uri="{FF2B5EF4-FFF2-40B4-BE49-F238E27FC236}">
                  <a16:creationId xmlns:a16="http://schemas.microsoft.com/office/drawing/2014/main" id="{EF5269FD-20F3-19D1-06FA-20A16DF6BB45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3" name="Freeform 13742">
              <a:extLst>
                <a:ext uri="{FF2B5EF4-FFF2-40B4-BE49-F238E27FC236}">
                  <a16:creationId xmlns:a16="http://schemas.microsoft.com/office/drawing/2014/main" id="{5247C152-6083-2FC4-5BDE-F7FE28FA4370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4" name="Freeform 13743">
              <a:extLst>
                <a:ext uri="{FF2B5EF4-FFF2-40B4-BE49-F238E27FC236}">
                  <a16:creationId xmlns:a16="http://schemas.microsoft.com/office/drawing/2014/main" id="{6F9F07B1-A4FC-1171-5708-C9BDA8418B42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5" name="Freeform 13744">
              <a:extLst>
                <a:ext uri="{FF2B5EF4-FFF2-40B4-BE49-F238E27FC236}">
                  <a16:creationId xmlns:a16="http://schemas.microsoft.com/office/drawing/2014/main" id="{84624973-08D7-D143-EDC4-1607740B643F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6" name="Freeform 13745">
              <a:extLst>
                <a:ext uri="{FF2B5EF4-FFF2-40B4-BE49-F238E27FC236}">
                  <a16:creationId xmlns:a16="http://schemas.microsoft.com/office/drawing/2014/main" id="{44DE0D35-A143-872F-4C3A-70B5BB014E5E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7" name="Freeform 13746">
              <a:extLst>
                <a:ext uri="{FF2B5EF4-FFF2-40B4-BE49-F238E27FC236}">
                  <a16:creationId xmlns:a16="http://schemas.microsoft.com/office/drawing/2014/main" id="{2CBF01D7-9C56-C433-1E00-5D1E17F86ADF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8" name="Freeform 13747">
              <a:extLst>
                <a:ext uri="{FF2B5EF4-FFF2-40B4-BE49-F238E27FC236}">
                  <a16:creationId xmlns:a16="http://schemas.microsoft.com/office/drawing/2014/main" id="{8320374C-CB7D-843E-8F4B-5161CF982137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49" name="Freeform 13748">
              <a:extLst>
                <a:ext uri="{FF2B5EF4-FFF2-40B4-BE49-F238E27FC236}">
                  <a16:creationId xmlns:a16="http://schemas.microsoft.com/office/drawing/2014/main" id="{043E061F-1CDB-FC26-6B0E-FAA2124D87C6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0" name="Freeform 13749">
              <a:extLst>
                <a:ext uri="{FF2B5EF4-FFF2-40B4-BE49-F238E27FC236}">
                  <a16:creationId xmlns:a16="http://schemas.microsoft.com/office/drawing/2014/main" id="{1D42A07B-10C3-56B3-5F21-87C0CD9AF602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1" name="Freeform 13750">
              <a:extLst>
                <a:ext uri="{FF2B5EF4-FFF2-40B4-BE49-F238E27FC236}">
                  <a16:creationId xmlns:a16="http://schemas.microsoft.com/office/drawing/2014/main" id="{27A086CA-200C-5748-56EA-EC51FC08DDDD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2" name="Freeform 13751">
              <a:extLst>
                <a:ext uri="{FF2B5EF4-FFF2-40B4-BE49-F238E27FC236}">
                  <a16:creationId xmlns:a16="http://schemas.microsoft.com/office/drawing/2014/main" id="{901EB8D6-17DD-6494-0566-E60F47819977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3" name="Freeform 13752">
              <a:extLst>
                <a:ext uri="{FF2B5EF4-FFF2-40B4-BE49-F238E27FC236}">
                  <a16:creationId xmlns:a16="http://schemas.microsoft.com/office/drawing/2014/main" id="{40880526-6A6E-FEE6-DF7D-02486326F5E5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4" name="Freeform 13753">
              <a:extLst>
                <a:ext uri="{FF2B5EF4-FFF2-40B4-BE49-F238E27FC236}">
                  <a16:creationId xmlns:a16="http://schemas.microsoft.com/office/drawing/2014/main" id="{22EBA532-05BC-577D-6E99-23652B36CDD8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5" name="Freeform 13754">
              <a:extLst>
                <a:ext uri="{FF2B5EF4-FFF2-40B4-BE49-F238E27FC236}">
                  <a16:creationId xmlns:a16="http://schemas.microsoft.com/office/drawing/2014/main" id="{38858A21-59B6-2EF0-51AD-2745A46C2DC4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6" name="Freeform 13755">
              <a:extLst>
                <a:ext uri="{FF2B5EF4-FFF2-40B4-BE49-F238E27FC236}">
                  <a16:creationId xmlns:a16="http://schemas.microsoft.com/office/drawing/2014/main" id="{595CADFE-0979-C17F-5114-40DD1874115B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7" name="Freeform 13756">
              <a:extLst>
                <a:ext uri="{FF2B5EF4-FFF2-40B4-BE49-F238E27FC236}">
                  <a16:creationId xmlns:a16="http://schemas.microsoft.com/office/drawing/2014/main" id="{B1F55EC1-C200-E059-6FAA-005240A63142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8" name="Freeform 13757">
              <a:extLst>
                <a:ext uri="{FF2B5EF4-FFF2-40B4-BE49-F238E27FC236}">
                  <a16:creationId xmlns:a16="http://schemas.microsoft.com/office/drawing/2014/main" id="{6FF84A89-BBE8-6413-0A50-2A10C0A6E2E9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59" name="Freeform 13758">
              <a:extLst>
                <a:ext uri="{FF2B5EF4-FFF2-40B4-BE49-F238E27FC236}">
                  <a16:creationId xmlns:a16="http://schemas.microsoft.com/office/drawing/2014/main" id="{F96188FE-4C55-13EE-EE2C-8A31B0401FA2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0" name="Freeform 13759">
              <a:extLst>
                <a:ext uri="{FF2B5EF4-FFF2-40B4-BE49-F238E27FC236}">
                  <a16:creationId xmlns:a16="http://schemas.microsoft.com/office/drawing/2014/main" id="{18952185-1365-B084-3F05-8D4F081F9391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1" name="Freeform 13760">
              <a:extLst>
                <a:ext uri="{FF2B5EF4-FFF2-40B4-BE49-F238E27FC236}">
                  <a16:creationId xmlns:a16="http://schemas.microsoft.com/office/drawing/2014/main" id="{C691070E-DB3B-9E90-0AF0-0AEC17AFEDB4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2" name="Freeform 13761">
              <a:extLst>
                <a:ext uri="{FF2B5EF4-FFF2-40B4-BE49-F238E27FC236}">
                  <a16:creationId xmlns:a16="http://schemas.microsoft.com/office/drawing/2014/main" id="{2AC8A6F3-75A7-F68C-9D15-59811CD0504F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3" name="Freeform 13762">
              <a:extLst>
                <a:ext uri="{FF2B5EF4-FFF2-40B4-BE49-F238E27FC236}">
                  <a16:creationId xmlns:a16="http://schemas.microsoft.com/office/drawing/2014/main" id="{344D0BAD-C5AF-29FD-FD2E-7F3F698B48C6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4" name="Freeform 13763">
              <a:extLst>
                <a:ext uri="{FF2B5EF4-FFF2-40B4-BE49-F238E27FC236}">
                  <a16:creationId xmlns:a16="http://schemas.microsoft.com/office/drawing/2014/main" id="{2CBA7919-F82A-F9F8-5F71-446179589B92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5" name="Freeform 13764">
              <a:extLst>
                <a:ext uri="{FF2B5EF4-FFF2-40B4-BE49-F238E27FC236}">
                  <a16:creationId xmlns:a16="http://schemas.microsoft.com/office/drawing/2014/main" id="{D3574A0D-16D0-8A30-6B98-6E71DC1F1728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6" name="Freeform 13765">
              <a:extLst>
                <a:ext uri="{FF2B5EF4-FFF2-40B4-BE49-F238E27FC236}">
                  <a16:creationId xmlns:a16="http://schemas.microsoft.com/office/drawing/2014/main" id="{93878EDF-3444-0991-9BB9-304E5F45D5B1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7" name="Freeform 13766">
              <a:extLst>
                <a:ext uri="{FF2B5EF4-FFF2-40B4-BE49-F238E27FC236}">
                  <a16:creationId xmlns:a16="http://schemas.microsoft.com/office/drawing/2014/main" id="{DD8E03A1-CA76-34CE-16BB-0D3AF37157FB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8" name="Freeform 13767">
              <a:extLst>
                <a:ext uri="{FF2B5EF4-FFF2-40B4-BE49-F238E27FC236}">
                  <a16:creationId xmlns:a16="http://schemas.microsoft.com/office/drawing/2014/main" id="{3267A646-62BF-54AF-7221-E09707BE2480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69" name="Freeform 13768">
              <a:extLst>
                <a:ext uri="{FF2B5EF4-FFF2-40B4-BE49-F238E27FC236}">
                  <a16:creationId xmlns:a16="http://schemas.microsoft.com/office/drawing/2014/main" id="{BB593987-FAC2-431E-7AF4-2682D3EDB349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0" name="Freeform 13769">
              <a:extLst>
                <a:ext uri="{FF2B5EF4-FFF2-40B4-BE49-F238E27FC236}">
                  <a16:creationId xmlns:a16="http://schemas.microsoft.com/office/drawing/2014/main" id="{9B66C3B3-852E-6498-C8D0-70ABC7C3C799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1" name="Freeform 13770">
              <a:extLst>
                <a:ext uri="{FF2B5EF4-FFF2-40B4-BE49-F238E27FC236}">
                  <a16:creationId xmlns:a16="http://schemas.microsoft.com/office/drawing/2014/main" id="{80CC4051-8FB8-5320-8D4F-26A7C1A0E5B7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2" name="Freeform 13771">
              <a:extLst>
                <a:ext uri="{FF2B5EF4-FFF2-40B4-BE49-F238E27FC236}">
                  <a16:creationId xmlns:a16="http://schemas.microsoft.com/office/drawing/2014/main" id="{8A03A9B3-D8CF-47EB-7B01-D72AA044FBEC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3" name="Freeform 13772">
              <a:extLst>
                <a:ext uri="{FF2B5EF4-FFF2-40B4-BE49-F238E27FC236}">
                  <a16:creationId xmlns:a16="http://schemas.microsoft.com/office/drawing/2014/main" id="{E047401A-59C7-2023-847C-E8D98128A932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4" name="Freeform 13773">
              <a:extLst>
                <a:ext uri="{FF2B5EF4-FFF2-40B4-BE49-F238E27FC236}">
                  <a16:creationId xmlns:a16="http://schemas.microsoft.com/office/drawing/2014/main" id="{FBD23932-AF29-FF7B-7006-DD89153A358B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5" name="Freeform 13774">
              <a:extLst>
                <a:ext uri="{FF2B5EF4-FFF2-40B4-BE49-F238E27FC236}">
                  <a16:creationId xmlns:a16="http://schemas.microsoft.com/office/drawing/2014/main" id="{12E8476E-96D5-020F-775E-9D0BB20D5755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6" name="Freeform 13775">
              <a:extLst>
                <a:ext uri="{FF2B5EF4-FFF2-40B4-BE49-F238E27FC236}">
                  <a16:creationId xmlns:a16="http://schemas.microsoft.com/office/drawing/2014/main" id="{80697540-56B8-C6DD-6655-858881FF779B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7" name="Freeform 13776">
              <a:extLst>
                <a:ext uri="{FF2B5EF4-FFF2-40B4-BE49-F238E27FC236}">
                  <a16:creationId xmlns:a16="http://schemas.microsoft.com/office/drawing/2014/main" id="{DB81BEAE-B975-C394-4548-9A4AD113A4CB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8" name="Freeform 13777">
              <a:extLst>
                <a:ext uri="{FF2B5EF4-FFF2-40B4-BE49-F238E27FC236}">
                  <a16:creationId xmlns:a16="http://schemas.microsoft.com/office/drawing/2014/main" id="{F49CF3B6-55CF-C4D7-A0B2-D5E2AFD75D5B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79" name="Freeform 13778">
              <a:extLst>
                <a:ext uri="{FF2B5EF4-FFF2-40B4-BE49-F238E27FC236}">
                  <a16:creationId xmlns:a16="http://schemas.microsoft.com/office/drawing/2014/main" id="{32A71E2D-AE5A-4574-D78E-55303732BC3C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0" name="Freeform 13779">
              <a:extLst>
                <a:ext uri="{FF2B5EF4-FFF2-40B4-BE49-F238E27FC236}">
                  <a16:creationId xmlns:a16="http://schemas.microsoft.com/office/drawing/2014/main" id="{AEBDED76-72C2-FDF8-DBDE-6305B4388BA4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1" name="Freeform 13780">
              <a:extLst>
                <a:ext uri="{FF2B5EF4-FFF2-40B4-BE49-F238E27FC236}">
                  <a16:creationId xmlns:a16="http://schemas.microsoft.com/office/drawing/2014/main" id="{3E19EB52-40C9-68B8-C5D6-972A4A9BA871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2" name="Freeform 13781">
              <a:extLst>
                <a:ext uri="{FF2B5EF4-FFF2-40B4-BE49-F238E27FC236}">
                  <a16:creationId xmlns:a16="http://schemas.microsoft.com/office/drawing/2014/main" id="{06810ACF-9992-A620-34B8-07ACA1530AA7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3" name="Freeform 13782">
              <a:extLst>
                <a:ext uri="{FF2B5EF4-FFF2-40B4-BE49-F238E27FC236}">
                  <a16:creationId xmlns:a16="http://schemas.microsoft.com/office/drawing/2014/main" id="{F6A7089D-705F-9516-6E12-418521536C2D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4" name="Freeform 13783">
              <a:extLst>
                <a:ext uri="{FF2B5EF4-FFF2-40B4-BE49-F238E27FC236}">
                  <a16:creationId xmlns:a16="http://schemas.microsoft.com/office/drawing/2014/main" id="{E3C2EE68-B3FD-F114-DC34-1E3E4DC6F9FE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5" name="Freeform 13784">
              <a:extLst>
                <a:ext uri="{FF2B5EF4-FFF2-40B4-BE49-F238E27FC236}">
                  <a16:creationId xmlns:a16="http://schemas.microsoft.com/office/drawing/2014/main" id="{214583D9-209C-8B77-2B3C-6140133524A6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6" name="Freeform 13785">
              <a:extLst>
                <a:ext uri="{FF2B5EF4-FFF2-40B4-BE49-F238E27FC236}">
                  <a16:creationId xmlns:a16="http://schemas.microsoft.com/office/drawing/2014/main" id="{B78C48E2-6B02-7794-99F0-34EE903AFEFD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7" name="Freeform 13786">
              <a:extLst>
                <a:ext uri="{FF2B5EF4-FFF2-40B4-BE49-F238E27FC236}">
                  <a16:creationId xmlns:a16="http://schemas.microsoft.com/office/drawing/2014/main" id="{5E39D2DD-3DBC-560B-918F-6CA9C55FEF8F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8" name="Freeform 13787">
              <a:extLst>
                <a:ext uri="{FF2B5EF4-FFF2-40B4-BE49-F238E27FC236}">
                  <a16:creationId xmlns:a16="http://schemas.microsoft.com/office/drawing/2014/main" id="{75CCD2B4-026A-CD38-77B5-3252CB3785C0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89" name="Freeform 13788">
              <a:extLst>
                <a:ext uri="{FF2B5EF4-FFF2-40B4-BE49-F238E27FC236}">
                  <a16:creationId xmlns:a16="http://schemas.microsoft.com/office/drawing/2014/main" id="{753DC003-87E0-F0DF-6DA8-1B9F4E102A46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0" name="Freeform 13789">
              <a:extLst>
                <a:ext uri="{FF2B5EF4-FFF2-40B4-BE49-F238E27FC236}">
                  <a16:creationId xmlns:a16="http://schemas.microsoft.com/office/drawing/2014/main" id="{28A0B8BD-077D-8B8B-63C4-51DB01E84F73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1" name="Freeform 13790">
              <a:extLst>
                <a:ext uri="{FF2B5EF4-FFF2-40B4-BE49-F238E27FC236}">
                  <a16:creationId xmlns:a16="http://schemas.microsoft.com/office/drawing/2014/main" id="{57A067DA-5A34-F87B-8D62-69046C5B756A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2" name="Freeform 13791">
              <a:extLst>
                <a:ext uri="{FF2B5EF4-FFF2-40B4-BE49-F238E27FC236}">
                  <a16:creationId xmlns:a16="http://schemas.microsoft.com/office/drawing/2014/main" id="{4A5A47C7-96E7-CF3D-201C-FB28D8BEC445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3" name="Freeform 13792">
              <a:extLst>
                <a:ext uri="{FF2B5EF4-FFF2-40B4-BE49-F238E27FC236}">
                  <a16:creationId xmlns:a16="http://schemas.microsoft.com/office/drawing/2014/main" id="{C4DD0232-F6FA-8742-B742-621C634A3160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4" name="Freeform 13793">
              <a:extLst>
                <a:ext uri="{FF2B5EF4-FFF2-40B4-BE49-F238E27FC236}">
                  <a16:creationId xmlns:a16="http://schemas.microsoft.com/office/drawing/2014/main" id="{2A720AB8-42CD-C2EE-8AB0-FBFAC171301A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5" name="Freeform 13794">
              <a:extLst>
                <a:ext uri="{FF2B5EF4-FFF2-40B4-BE49-F238E27FC236}">
                  <a16:creationId xmlns:a16="http://schemas.microsoft.com/office/drawing/2014/main" id="{9DEECFBF-617B-EB15-E9A2-BC6A2BF9B190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6" name="Freeform 13795">
              <a:extLst>
                <a:ext uri="{FF2B5EF4-FFF2-40B4-BE49-F238E27FC236}">
                  <a16:creationId xmlns:a16="http://schemas.microsoft.com/office/drawing/2014/main" id="{E7CB4D70-45FD-A6C2-495E-AB2E324FDB15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7" name="Freeform 13796">
              <a:extLst>
                <a:ext uri="{FF2B5EF4-FFF2-40B4-BE49-F238E27FC236}">
                  <a16:creationId xmlns:a16="http://schemas.microsoft.com/office/drawing/2014/main" id="{B22D8E0A-8E57-A871-98D2-D7C1773272DC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8" name="Freeform 13797">
              <a:extLst>
                <a:ext uri="{FF2B5EF4-FFF2-40B4-BE49-F238E27FC236}">
                  <a16:creationId xmlns:a16="http://schemas.microsoft.com/office/drawing/2014/main" id="{D6271A9E-0202-0890-C475-A071484A1D79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99" name="Freeform 13798">
              <a:extLst>
                <a:ext uri="{FF2B5EF4-FFF2-40B4-BE49-F238E27FC236}">
                  <a16:creationId xmlns:a16="http://schemas.microsoft.com/office/drawing/2014/main" id="{25B42781-26F2-1541-77D3-103C54C53D79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0" name="Freeform 13799">
              <a:extLst>
                <a:ext uri="{FF2B5EF4-FFF2-40B4-BE49-F238E27FC236}">
                  <a16:creationId xmlns:a16="http://schemas.microsoft.com/office/drawing/2014/main" id="{78188777-F689-755E-0436-13A815EBF7F7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1" name="Freeform 13800">
              <a:extLst>
                <a:ext uri="{FF2B5EF4-FFF2-40B4-BE49-F238E27FC236}">
                  <a16:creationId xmlns:a16="http://schemas.microsoft.com/office/drawing/2014/main" id="{1411E6A0-C4E6-3036-A8CC-93BA1C09692B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2" name="Freeform 13801">
              <a:extLst>
                <a:ext uri="{FF2B5EF4-FFF2-40B4-BE49-F238E27FC236}">
                  <a16:creationId xmlns:a16="http://schemas.microsoft.com/office/drawing/2014/main" id="{446BFCFA-E3BE-498C-41E0-6D6B3F11639B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3" name="Freeform 13802">
              <a:extLst>
                <a:ext uri="{FF2B5EF4-FFF2-40B4-BE49-F238E27FC236}">
                  <a16:creationId xmlns:a16="http://schemas.microsoft.com/office/drawing/2014/main" id="{516FD711-1911-14A8-614E-7A7789935DB9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4" name="Freeform 13803">
              <a:extLst>
                <a:ext uri="{FF2B5EF4-FFF2-40B4-BE49-F238E27FC236}">
                  <a16:creationId xmlns:a16="http://schemas.microsoft.com/office/drawing/2014/main" id="{7BEFAAB0-D128-AD4F-53C0-852F2068E2C4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5" name="Freeform 13804">
              <a:extLst>
                <a:ext uri="{FF2B5EF4-FFF2-40B4-BE49-F238E27FC236}">
                  <a16:creationId xmlns:a16="http://schemas.microsoft.com/office/drawing/2014/main" id="{F91CCA03-049D-796B-B137-E0CC1A53DAE9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6" name="Freeform 13805">
              <a:extLst>
                <a:ext uri="{FF2B5EF4-FFF2-40B4-BE49-F238E27FC236}">
                  <a16:creationId xmlns:a16="http://schemas.microsoft.com/office/drawing/2014/main" id="{3D9247AB-CF66-0C2A-A2D5-0A12CFB4C99A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7" name="Freeform 13806">
              <a:extLst>
                <a:ext uri="{FF2B5EF4-FFF2-40B4-BE49-F238E27FC236}">
                  <a16:creationId xmlns:a16="http://schemas.microsoft.com/office/drawing/2014/main" id="{0631E982-C2E1-98FB-80A9-BB739446C790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8" name="Freeform 13807">
              <a:extLst>
                <a:ext uri="{FF2B5EF4-FFF2-40B4-BE49-F238E27FC236}">
                  <a16:creationId xmlns:a16="http://schemas.microsoft.com/office/drawing/2014/main" id="{8871CD2F-A7E7-A919-B4CD-02B6524E5BF2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09" name="Freeform 13808">
              <a:extLst>
                <a:ext uri="{FF2B5EF4-FFF2-40B4-BE49-F238E27FC236}">
                  <a16:creationId xmlns:a16="http://schemas.microsoft.com/office/drawing/2014/main" id="{44F63651-8EE2-EDB2-A305-68046DE9C12A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0" name="Freeform 13809">
              <a:extLst>
                <a:ext uri="{FF2B5EF4-FFF2-40B4-BE49-F238E27FC236}">
                  <a16:creationId xmlns:a16="http://schemas.microsoft.com/office/drawing/2014/main" id="{9805BCB8-E77F-7CD1-210D-3732FC59E53C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1" name="Freeform 13810">
              <a:extLst>
                <a:ext uri="{FF2B5EF4-FFF2-40B4-BE49-F238E27FC236}">
                  <a16:creationId xmlns:a16="http://schemas.microsoft.com/office/drawing/2014/main" id="{2D639CA7-FA65-ED17-E1A8-36A44D1A65DB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2" name="Freeform 13811">
              <a:extLst>
                <a:ext uri="{FF2B5EF4-FFF2-40B4-BE49-F238E27FC236}">
                  <a16:creationId xmlns:a16="http://schemas.microsoft.com/office/drawing/2014/main" id="{6D153910-9F99-2A34-09BB-C935D3810ED1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3" name="Freeform 13812">
              <a:extLst>
                <a:ext uri="{FF2B5EF4-FFF2-40B4-BE49-F238E27FC236}">
                  <a16:creationId xmlns:a16="http://schemas.microsoft.com/office/drawing/2014/main" id="{021DC08F-5F7A-8A1A-BB49-79B70D60DC0D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4" name="Freeform 13813">
              <a:extLst>
                <a:ext uri="{FF2B5EF4-FFF2-40B4-BE49-F238E27FC236}">
                  <a16:creationId xmlns:a16="http://schemas.microsoft.com/office/drawing/2014/main" id="{CE43C434-4F89-8B2F-C6B5-C9A536F8E73E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5" name="Freeform 13814">
              <a:extLst>
                <a:ext uri="{FF2B5EF4-FFF2-40B4-BE49-F238E27FC236}">
                  <a16:creationId xmlns:a16="http://schemas.microsoft.com/office/drawing/2014/main" id="{867DE259-A586-B4B6-76A3-0506232512FE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6" name="Freeform 13815">
              <a:extLst>
                <a:ext uri="{FF2B5EF4-FFF2-40B4-BE49-F238E27FC236}">
                  <a16:creationId xmlns:a16="http://schemas.microsoft.com/office/drawing/2014/main" id="{FACBF147-2671-B63A-62A5-8D8BB009A3A3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7" name="Freeform 13816">
              <a:extLst>
                <a:ext uri="{FF2B5EF4-FFF2-40B4-BE49-F238E27FC236}">
                  <a16:creationId xmlns:a16="http://schemas.microsoft.com/office/drawing/2014/main" id="{67E3406F-4753-026C-7CC0-28412475DCBB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8" name="Freeform 13817">
              <a:extLst>
                <a:ext uri="{FF2B5EF4-FFF2-40B4-BE49-F238E27FC236}">
                  <a16:creationId xmlns:a16="http://schemas.microsoft.com/office/drawing/2014/main" id="{43A35E89-E32C-72B1-C3CD-78FA857F6990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19" name="Freeform 13818">
              <a:extLst>
                <a:ext uri="{FF2B5EF4-FFF2-40B4-BE49-F238E27FC236}">
                  <a16:creationId xmlns:a16="http://schemas.microsoft.com/office/drawing/2014/main" id="{63E03200-C522-EEA4-4975-9D8FCCB93F9B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0" name="Freeform 13819">
              <a:extLst>
                <a:ext uri="{FF2B5EF4-FFF2-40B4-BE49-F238E27FC236}">
                  <a16:creationId xmlns:a16="http://schemas.microsoft.com/office/drawing/2014/main" id="{7EA1FBA4-70FA-CDCB-627F-1626DC45BB0A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1" name="Freeform 13820">
              <a:extLst>
                <a:ext uri="{FF2B5EF4-FFF2-40B4-BE49-F238E27FC236}">
                  <a16:creationId xmlns:a16="http://schemas.microsoft.com/office/drawing/2014/main" id="{E5032802-45C6-83B2-E5C9-D3F5033DE24A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2" name="Freeform 13821">
              <a:extLst>
                <a:ext uri="{FF2B5EF4-FFF2-40B4-BE49-F238E27FC236}">
                  <a16:creationId xmlns:a16="http://schemas.microsoft.com/office/drawing/2014/main" id="{BFE4C022-4508-1B97-6A0E-2FA29A59FFEA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3" name="Freeform 13822">
              <a:extLst>
                <a:ext uri="{FF2B5EF4-FFF2-40B4-BE49-F238E27FC236}">
                  <a16:creationId xmlns:a16="http://schemas.microsoft.com/office/drawing/2014/main" id="{FBBE15C6-35FE-6FB1-6BBB-DD54FBC62F84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4" name="Freeform 13823">
              <a:extLst>
                <a:ext uri="{FF2B5EF4-FFF2-40B4-BE49-F238E27FC236}">
                  <a16:creationId xmlns:a16="http://schemas.microsoft.com/office/drawing/2014/main" id="{C32F1EBD-5A6D-0934-D79A-48ECA9546101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5" name="Freeform 13824">
              <a:extLst>
                <a:ext uri="{FF2B5EF4-FFF2-40B4-BE49-F238E27FC236}">
                  <a16:creationId xmlns:a16="http://schemas.microsoft.com/office/drawing/2014/main" id="{2A619F0E-55E8-B098-2055-547E5092DC71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6" name="Freeform 13825">
              <a:extLst>
                <a:ext uri="{FF2B5EF4-FFF2-40B4-BE49-F238E27FC236}">
                  <a16:creationId xmlns:a16="http://schemas.microsoft.com/office/drawing/2014/main" id="{E019AAA4-2FC9-0443-7B3C-9F2290E919D4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7" name="Freeform 13826">
              <a:extLst>
                <a:ext uri="{FF2B5EF4-FFF2-40B4-BE49-F238E27FC236}">
                  <a16:creationId xmlns:a16="http://schemas.microsoft.com/office/drawing/2014/main" id="{2944C8C8-0014-135C-07F2-4175B6AB5D31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8" name="Freeform 13827">
              <a:extLst>
                <a:ext uri="{FF2B5EF4-FFF2-40B4-BE49-F238E27FC236}">
                  <a16:creationId xmlns:a16="http://schemas.microsoft.com/office/drawing/2014/main" id="{D37B9B73-0CEF-1BD1-57F9-3CEEFA9D1933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29" name="Freeform 13828">
              <a:extLst>
                <a:ext uri="{FF2B5EF4-FFF2-40B4-BE49-F238E27FC236}">
                  <a16:creationId xmlns:a16="http://schemas.microsoft.com/office/drawing/2014/main" id="{44D43F97-66DA-D357-01EC-3B682386419B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0" name="Freeform 13829">
              <a:extLst>
                <a:ext uri="{FF2B5EF4-FFF2-40B4-BE49-F238E27FC236}">
                  <a16:creationId xmlns:a16="http://schemas.microsoft.com/office/drawing/2014/main" id="{E4E713E5-9812-7DDC-35A8-C7AC11CE9F34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1" name="Freeform 13830">
              <a:extLst>
                <a:ext uri="{FF2B5EF4-FFF2-40B4-BE49-F238E27FC236}">
                  <a16:creationId xmlns:a16="http://schemas.microsoft.com/office/drawing/2014/main" id="{7ACB7F0E-8F4E-DF40-4725-D862F42D94C0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2" name="Freeform 13831">
              <a:extLst>
                <a:ext uri="{FF2B5EF4-FFF2-40B4-BE49-F238E27FC236}">
                  <a16:creationId xmlns:a16="http://schemas.microsoft.com/office/drawing/2014/main" id="{021D97BE-184D-8EAE-9ED3-11C56316BFFE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3" name="Freeform 13832">
              <a:extLst>
                <a:ext uri="{FF2B5EF4-FFF2-40B4-BE49-F238E27FC236}">
                  <a16:creationId xmlns:a16="http://schemas.microsoft.com/office/drawing/2014/main" id="{A4E25CF7-8748-B17A-0ABA-674881CF3C3B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4" name="Freeform 13833">
              <a:extLst>
                <a:ext uri="{FF2B5EF4-FFF2-40B4-BE49-F238E27FC236}">
                  <a16:creationId xmlns:a16="http://schemas.microsoft.com/office/drawing/2014/main" id="{3D95AAC0-6576-687B-AAC2-BFB825782A87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5" name="Freeform 13834">
              <a:extLst>
                <a:ext uri="{FF2B5EF4-FFF2-40B4-BE49-F238E27FC236}">
                  <a16:creationId xmlns:a16="http://schemas.microsoft.com/office/drawing/2014/main" id="{880EECF1-4F5B-FC23-7BE7-DBD91C0F77C0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6" name="Freeform 13835">
              <a:extLst>
                <a:ext uri="{FF2B5EF4-FFF2-40B4-BE49-F238E27FC236}">
                  <a16:creationId xmlns:a16="http://schemas.microsoft.com/office/drawing/2014/main" id="{E6068339-910A-EA2C-EB08-B6E3A84654C1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7" name="Freeform 13836">
              <a:extLst>
                <a:ext uri="{FF2B5EF4-FFF2-40B4-BE49-F238E27FC236}">
                  <a16:creationId xmlns:a16="http://schemas.microsoft.com/office/drawing/2014/main" id="{60144FE7-5770-9D51-3456-DF8C128AF711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8" name="Freeform 13837">
              <a:extLst>
                <a:ext uri="{FF2B5EF4-FFF2-40B4-BE49-F238E27FC236}">
                  <a16:creationId xmlns:a16="http://schemas.microsoft.com/office/drawing/2014/main" id="{40111398-07EB-A33D-44CB-12D77D222EE5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39" name="Freeform 13838">
              <a:extLst>
                <a:ext uri="{FF2B5EF4-FFF2-40B4-BE49-F238E27FC236}">
                  <a16:creationId xmlns:a16="http://schemas.microsoft.com/office/drawing/2014/main" id="{2BF3F59E-050F-CB66-1A11-4FEC3D508531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0" name="Freeform 13839">
              <a:extLst>
                <a:ext uri="{FF2B5EF4-FFF2-40B4-BE49-F238E27FC236}">
                  <a16:creationId xmlns:a16="http://schemas.microsoft.com/office/drawing/2014/main" id="{57C06E00-1B58-08F7-AA23-F3295E91FE02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1" name="Freeform 13840">
              <a:extLst>
                <a:ext uri="{FF2B5EF4-FFF2-40B4-BE49-F238E27FC236}">
                  <a16:creationId xmlns:a16="http://schemas.microsoft.com/office/drawing/2014/main" id="{AE4657E9-F918-D036-5B9A-DCDCA19C0736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2" name="Freeform 13841">
              <a:extLst>
                <a:ext uri="{FF2B5EF4-FFF2-40B4-BE49-F238E27FC236}">
                  <a16:creationId xmlns:a16="http://schemas.microsoft.com/office/drawing/2014/main" id="{F8A64104-467D-E3F5-855B-336E2B262BB2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3" name="Freeform 13842">
              <a:extLst>
                <a:ext uri="{FF2B5EF4-FFF2-40B4-BE49-F238E27FC236}">
                  <a16:creationId xmlns:a16="http://schemas.microsoft.com/office/drawing/2014/main" id="{2F8D1BDE-3016-566D-F16B-57BA1E538F4D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4" name="Freeform 13843">
              <a:extLst>
                <a:ext uri="{FF2B5EF4-FFF2-40B4-BE49-F238E27FC236}">
                  <a16:creationId xmlns:a16="http://schemas.microsoft.com/office/drawing/2014/main" id="{E8DAD24B-7453-9901-44AB-F06A425200D4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5" name="Freeform 13844">
              <a:extLst>
                <a:ext uri="{FF2B5EF4-FFF2-40B4-BE49-F238E27FC236}">
                  <a16:creationId xmlns:a16="http://schemas.microsoft.com/office/drawing/2014/main" id="{0A2F1825-565B-BDF8-21AA-CCAD3D4BCCFE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6" name="Freeform 13845">
              <a:extLst>
                <a:ext uri="{FF2B5EF4-FFF2-40B4-BE49-F238E27FC236}">
                  <a16:creationId xmlns:a16="http://schemas.microsoft.com/office/drawing/2014/main" id="{D86E20EB-4704-1419-EBBB-44A622A26B91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7" name="Freeform 13846">
              <a:extLst>
                <a:ext uri="{FF2B5EF4-FFF2-40B4-BE49-F238E27FC236}">
                  <a16:creationId xmlns:a16="http://schemas.microsoft.com/office/drawing/2014/main" id="{51E9E6BB-8B28-790F-D787-EE873ED23E5B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8" name="Freeform 13847">
              <a:extLst>
                <a:ext uri="{FF2B5EF4-FFF2-40B4-BE49-F238E27FC236}">
                  <a16:creationId xmlns:a16="http://schemas.microsoft.com/office/drawing/2014/main" id="{863F2916-5403-3620-AF3D-25D66BDA5758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49" name="Freeform 13848">
              <a:extLst>
                <a:ext uri="{FF2B5EF4-FFF2-40B4-BE49-F238E27FC236}">
                  <a16:creationId xmlns:a16="http://schemas.microsoft.com/office/drawing/2014/main" id="{5BC12450-063F-69D1-21EE-82ADC41D7FF6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0" name="Freeform 13849">
              <a:extLst>
                <a:ext uri="{FF2B5EF4-FFF2-40B4-BE49-F238E27FC236}">
                  <a16:creationId xmlns:a16="http://schemas.microsoft.com/office/drawing/2014/main" id="{764763F7-D028-4980-53E7-DFE846C03803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1" name="Freeform 13850">
              <a:extLst>
                <a:ext uri="{FF2B5EF4-FFF2-40B4-BE49-F238E27FC236}">
                  <a16:creationId xmlns:a16="http://schemas.microsoft.com/office/drawing/2014/main" id="{25A31388-9F8A-7647-31E3-4026D6E54C07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2" name="Freeform 13851">
              <a:extLst>
                <a:ext uri="{FF2B5EF4-FFF2-40B4-BE49-F238E27FC236}">
                  <a16:creationId xmlns:a16="http://schemas.microsoft.com/office/drawing/2014/main" id="{2C321AB8-CCC8-1BCB-7043-A194E06930E4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3" name="Freeform 13852">
              <a:extLst>
                <a:ext uri="{FF2B5EF4-FFF2-40B4-BE49-F238E27FC236}">
                  <a16:creationId xmlns:a16="http://schemas.microsoft.com/office/drawing/2014/main" id="{E3DFBD9E-2A38-7025-C014-9AC23A72D665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4" name="Freeform 13853">
              <a:extLst>
                <a:ext uri="{FF2B5EF4-FFF2-40B4-BE49-F238E27FC236}">
                  <a16:creationId xmlns:a16="http://schemas.microsoft.com/office/drawing/2014/main" id="{004BEC19-BC21-5310-E0CB-769BAE3CB216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5" name="Freeform 13854">
              <a:extLst>
                <a:ext uri="{FF2B5EF4-FFF2-40B4-BE49-F238E27FC236}">
                  <a16:creationId xmlns:a16="http://schemas.microsoft.com/office/drawing/2014/main" id="{08141D07-33CA-1A21-DD06-8E923B01AA65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6" name="Freeform 13855">
              <a:extLst>
                <a:ext uri="{FF2B5EF4-FFF2-40B4-BE49-F238E27FC236}">
                  <a16:creationId xmlns:a16="http://schemas.microsoft.com/office/drawing/2014/main" id="{0641D638-57AB-8E44-EA51-2FEAA7B45858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7" name="Freeform 13856">
              <a:extLst>
                <a:ext uri="{FF2B5EF4-FFF2-40B4-BE49-F238E27FC236}">
                  <a16:creationId xmlns:a16="http://schemas.microsoft.com/office/drawing/2014/main" id="{FCF66B18-D6BF-961D-B713-4A0E6CD6D9E6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8" name="Freeform 13857">
              <a:extLst>
                <a:ext uri="{FF2B5EF4-FFF2-40B4-BE49-F238E27FC236}">
                  <a16:creationId xmlns:a16="http://schemas.microsoft.com/office/drawing/2014/main" id="{6E4078AB-4BC5-3BD1-978F-762C4B742D67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59" name="Freeform 13858">
              <a:extLst>
                <a:ext uri="{FF2B5EF4-FFF2-40B4-BE49-F238E27FC236}">
                  <a16:creationId xmlns:a16="http://schemas.microsoft.com/office/drawing/2014/main" id="{88D62606-5384-634E-ECCA-EC9F2BC5702E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0" name="Freeform 13859">
              <a:extLst>
                <a:ext uri="{FF2B5EF4-FFF2-40B4-BE49-F238E27FC236}">
                  <a16:creationId xmlns:a16="http://schemas.microsoft.com/office/drawing/2014/main" id="{211449BA-E9DA-DD47-52AC-61AE70367349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1" name="Freeform 13860">
              <a:extLst>
                <a:ext uri="{FF2B5EF4-FFF2-40B4-BE49-F238E27FC236}">
                  <a16:creationId xmlns:a16="http://schemas.microsoft.com/office/drawing/2014/main" id="{B052614C-7FBF-A96C-3968-B717508F90D7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2" name="Freeform 13861">
              <a:extLst>
                <a:ext uri="{FF2B5EF4-FFF2-40B4-BE49-F238E27FC236}">
                  <a16:creationId xmlns:a16="http://schemas.microsoft.com/office/drawing/2014/main" id="{D0855447-8738-A9D9-4E2E-536525302F41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3" name="Freeform 13862">
              <a:extLst>
                <a:ext uri="{FF2B5EF4-FFF2-40B4-BE49-F238E27FC236}">
                  <a16:creationId xmlns:a16="http://schemas.microsoft.com/office/drawing/2014/main" id="{F4086A28-07D5-6223-E9C3-6E1BCB58D0CF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4" name="Freeform 13863">
              <a:extLst>
                <a:ext uri="{FF2B5EF4-FFF2-40B4-BE49-F238E27FC236}">
                  <a16:creationId xmlns:a16="http://schemas.microsoft.com/office/drawing/2014/main" id="{72FC9652-2053-19F6-EE6B-B3D9390833C0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5" name="Freeform 13864">
              <a:extLst>
                <a:ext uri="{FF2B5EF4-FFF2-40B4-BE49-F238E27FC236}">
                  <a16:creationId xmlns:a16="http://schemas.microsoft.com/office/drawing/2014/main" id="{9B47EC19-A2BC-2D96-027A-6337838D0D48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6" name="Freeform 13865">
              <a:extLst>
                <a:ext uri="{FF2B5EF4-FFF2-40B4-BE49-F238E27FC236}">
                  <a16:creationId xmlns:a16="http://schemas.microsoft.com/office/drawing/2014/main" id="{2E0741CB-73D5-B6E7-B041-9F20EBE16277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7" name="Freeform 13866">
              <a:extLst>
                <a:ext uri="{FF2B5EF4-FFF2-40B4-BE49-F238E27FC236}">
                  <a16:creationId xmlns:a16="http://schemas.microsoft.com/office/drawing/2014/main" id="{F5872359-C940-E946-7BDE-C90FC9525B26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8" name="Freeform 13867">
              <a:extLst>
                <a:ext uri="{FF2B5EF4-FFF2-40B4-BE49-F238E27FC236}">
                  <a16:creationId xmlns:a16="http://schemas.microsoft.com/office/drawing/2014/main" id="{25DD42FF-4CE4-12CB-885C-35B7F2421160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69" name="Freeform 13868">
              <a:extLst>
                <a:ext uri="{FF2B5EF4-FFF2-40B4-BE49-F238E27FC236}">
                  <a16:creationId xmlns:a16="http://schemas.microsoft.com/office/drawing/2014/main" id="{2BD72F14-22E1-4DAF-4DB8-E342752F4302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0" name="Freeform 13869">
              <a:extLst>
                <a:ext uri="{FF2B5EF4-FFF2-40B4-BE49-F238E27FC236}">
                  <a16:creationId xmlns:a16="http://schemas.microsoft.com/office/drawing/2014/main" id="{A524DE18-A221-DA06-743B-D23A4F841461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1" name="Freeform 13870">
              <a:extLst>
                <a:ext uri="{FF2B5EF4-FFF2-40B4-BE49-F238E27FC236}">
                  <a16:creationId xmlns:a16="http://schemas.microsoft.com/office/drawing/2014/main" id="{806725E6-0784-36CC-C497-B2B6FAC502D7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2" name="Freeform 13871">
              <a:extLst>
                <a:ext uri="{FF2B5EF4-FFF2-40B4-BE49-F238E27FC236}">
                  <a16:creationId xmlns:a16="http://schemas.microsoft.com/office/drawing/2014/main" id="{92715004-B691-F4E3-4B63-A567B597C363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3" name="Freeform 13872">
              <a:extLst>
                <a:ext uri="{FF2B5EF4-FFF2-40B4-BE49-F238E27FC236}">
                  <a16:creationId xmlns:a16="http://schemas.microsoft.com/office/drawing/2014/main" id="{05F0DC51-4029-E126-0826-3761E9C1B685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4" name="Freeform 13873">
              <a:extLst>
                <a:ext uri="{FF2B5EF4-FFF2-40B4-BE49-F238E27FC236}">
                  <a16:creationId xmlns:a16="http://schemas.microsoft.com/office/drawing/2014/main" id="{82FFD6CC-DEBA-2CD5-605F-50CE1670FAD7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5" name="Freeform 13874">
              <a:extLst>
                <a:ext uri="{FF2B5EF4-FFF2-40B4-BE49-F238E27FC236}">
                  <a16:creationId xmlns:a16="http://schemas.microsoft.com/office/drawing/2014/main" id="{2EAB078D-1AE9-F299-51FF-62357DA6E48C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6" name="Freeform 13875">
              <a:extLst>
                <a:ext uri="{FF2B5EF4-FFF2-40B4-BE49-F238E27FC236}">
                  <a16:creationId xmlns:a16="http://schemas.microsoft.com/office/drawing/2014/main" id="{A263C689-63C4-0561-707D-5C7AE29B853B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7" name="Freeform 13876">
              <a:extLst>
                <a:ext uri="{FF2B5EF4-FFF2-40B4-BE49-F238E27FC236}">
                  <a16:creationId xmlns:a16="http://schemas.microsoft.com/office/drawing/2014/main" id="{507EFD04-06B4-CA70-704B-6E7293A95369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8" name="Freeform 13877">
              <a:extLst>
                <a:ext uri="{FF2B5EF4-FFF2-40B4-BE49-F238E27FC236}">
                  <a16:creationId xmlns:a16="http://schemas.microsoft.com/office/drawing/2014/main" id="{18B3C7FE-B5E1-BD37-D6C5-D7AE865181C8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79" name="Freeform 13878">
              <a:extLst>
                <a:ext uri="{FF2B5EF4-FFF2-40B4-BE49-F238E27FC236}">
                  <a16:creationId xmlns:a16="http://schemas.microsoft.com/office/drawing/2014/main" id="{40778C7F-E931-13CC-3007-565F073FCA7B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0" name="Freeform 13879">
              <a:extLst>
                <a:ext uri="{FF2B5EF4-FFF2-40B4-BE49-F238E27FC236}">
                  <a16:creationId xmlns:a16="http://schemas.microsoft.com/office/drawing/2014/main" id="{B271164C-1FDD-6669-2EE5-01A4A57E0449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1" name="Freeform 13880">
              <a:extLst>
                <a:ext uri="{FF2B5EF4-FFF2-40B4-BE49-F238E27FC236}">
                  <a16:creationId xmlns:a16="http://schemas.microsoft.com/office/drawing/2014/main" id="{3ED722F9-AAAC-5D66-D9C2-F2578CB016E3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2" name="Freeform 13881">
              <a:extLst>
                <a:ext uri="{FF2B5EF4-FFF2-40B4-BE49-F238E27FC236}">
                  <a16:creationId xmlns:a16="http://schemas.microsoft.com/office/drawing/2014/main" id="{1CED3ACA-063A-356A-4868-4F58A18F2878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3" name="Freeform 13882">
              <a:extLst>
                <a:ext uri="{FF2B5EF4-FFF2-40B4-BE49-F238E27FC236}">
                  <a16:creationId xmlns:a16="http://schemas.microsoft.com/office/drawing/2014/main" id="{0057AC44-D8B9-A5E5-E7F7-FC38FFF8C372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4" name="Freeform 13883">
              <a:extLst>
                <a:ext uri="{FF2B5EF4-FFF2-40B4-BE49-F238E27FC236}">
                  <a16:creationId xmlns:a16="http://schemas.microsoft.com/office/drawing/2014/main" id="{0C85FA69-404B-A9DE-E4DE-1E45E4155D28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5" name="Freeform 13884">
              <a:extLst>
                <a:ext uri="{FF2B5EF4-FFF2-40B4-BE49-F238E27FC236}">
                  <a16:creationId xmlns:a16="http://schemas.microsoft.com/office/drawing/2014/main" id="{A4C66A02-1F74-C178-2A11-EE464643CE98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6" name="Freeform 13885">
              <a:extLst>
                <a:ext uri="{FF2B5EF4-FFF2-40B4-BE49-F238E27FC236}">
                  <a16:creationId xmlns:a16="http://schemas.microsoft.com/office/drawing/2014/main" id="{8CF7F21F-532F-DA3C-B2AD-F08F76A7E4CF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7" name="Freeform 13886">
              <a:extLst>
                <a:ext uri="{FF2B5EF4-FFF2-40B4-BE49-F238E27FC236}">
                  <a16:creationId xmlns:a16="http://schemas.microsoft.com/office/drawing/2014/main" id="{1AB7F80B-21B1-81FD-1E20-62368CD389AE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8" name="Freeform 13887">
              <a:extLst>
                <a:ext uri="{FF2B5EF4-FFF2-40B4-BE49-F238E27FC236}">
                  <a16:creationId xmlns:a16="http://schemas.microsoft.com/office/drawing/2014/main" id="{3A0A1523-F94C-684A-1A43-831EB660E15E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89" name="Freeform 13888">
              <a:extLst>
                <a:ext uri="{FF2B5EF4-FFF2-40B4-BE49-F238E27FC236}">
                  <a16:creationId xmlns:a16="http://schemas.microsoft.com/office/drawing/2014/main" id="{07B5F528-F13C-1860-E454-162F67226301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0" name="Freeform 13889">
              <a:extLst>
                <a:ext uri="{FF2B5EF4-FFF2-40B4-BE49-F238E27FC236}">
                  <a16:creationId xmlns:a16="http://schemas.microsoft.com/office/drawing/2014/main" id="{BA6D9341-D164-2F16-21E9-59C82BB342C4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1" name="Freeform 13890">
              <a:extLst>
                <a:ext uri="{FF2B5EF4-FFF2-40B4-BE49-F238E27FC236}">
                  <a16:creationId xmlns:a16="http://schemas.microsoft.com/office/drawing/2014/main" id="{4E518522-1B78-67E5-799D-6C96AB83770E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2" name="Freeform 13891">
              <a:extLst>
                <a:ext uri="{FF2B5EF4-FFF2-40B4-BE49-F238E27FC236}">
                  <a16:creationId xmlns:a16="http://schemas.microsoft.com/office/drawing/2014/main" id="{BEED0BF3-8727-CDB0-8D1E-1776B90D4728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3" name="Freeform 13892">
              <a:extLst>
                <a:ext uri="{FF2B5EF4-FFF2-40B4-BE49-F238E27FC236}">
                  <a16:creationId xmlns:a16="http://schemas.microsoft.com/office/drawing/2014/main" id="{534F81E8-D16E-4164-9280-4B7EC8C2EAB2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4" name="Freeform 13893">
              <a:extLst>
                <a:ext uri="{FF2B5EF4-FFF2-40B4-BE49-F238E27FC236}">
                  <a16:creationId xmlns:a16="http://schemas.microsoft.com/office/drawing/2014/main" id="{B7A44B1C-9957-8B6B-4E82-19CCE7E038FF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5" name="Freeform 13894">
              <a:extLst>
                <a:ext uri="{FF2B5EF4-FFF2-40B4-BE49-F238E27FC236}">
                  <a16:creationId xmlns:a16="http://schemas.microsoft.com/office/drawing/2014/main" id="{701BDF3C-91FF-7CB1-4C85-D43C940ADA4E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6" name="Freeform 13895">
              <a:extLst>
                <a:ext uri="{FF2B5EF4-FFF2-40B4-BE49-F238E27FC236}">
                  <a16:creationId xmlns:a16="http://schemas.microsoft.com/office/drawing/2014/main" id="{2D42CB8D-FA6B-36F6-5B2E-CA88FA50CA40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7" name="Freeform 13896">
              <a:extLst>
                <a:ext uri="{FF2B5EF4-FFF2-40B4-BE49-F238E27FC236}">
                  <a16:creationId xmlns:a16="http://schemas.microsoft.com/office/drawing/2014/main" id="{35048FBE-1921-A0FE-49A0-E23887C8B25A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8" name="Freeform 13897">
              <a:extLst>
                <a:ext uri="{FF2B5EF4-FFF2-40B4-BE49-F238E27FC236}">
                  <a16:creationId xmlns:a16="http://schemas.microsoft.com/office/drawing/2014/main" id="{DE84E2B3-0E0D-4F65-7DFC-32A0C19BB912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99" name="Freeform 13898">
              <a:extLst>
                <a:ext uri="{FF2B5EF4-FFF2-40B4-BE49-F238E27FC236}">
                  <a16:creationId xmlns:a16="http://schemas.microsoft.com/office/drawing/2014/main" id="{1B9084C6-0AFD-1777-F468-431319647ECB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0" name="Freeform 13899">
              <a:extLst>
                <a:ext uri="{FF2B5EF4-FFF2-40B4-BE49-F238E27FC236}">
                  <a16:creationId xmlns:a16="http://schemas.microsoft.com/office/drawing/2014/main" id="{E4525D8D-0D43-5BD9-7BBD-8CD07E86CFF1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1" name="Freeform 13900">
              <a:extLst>
                <a:ext uri="{FF2B5EF4-FFF2-40B4-BE49-F238E27FC236}">
                  <a16:creationId xmlns:a16="http://schemas.microsoft.com/office/drawing/2014/main" id="{797A29D0-559F-6E7D-95CA-8E1C24E7CCE8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2" name="Freeform 13901">
              <a:extLst>
                <a:ext uri="{FF2B5EF4-FFF2-40B4-BE49-F238E27FC236}">
                  <a16:creationId xmlns:a16="http://schemas.microsoft.com/office/drawing/2014/main" id="{85F9A683-C2DA-5087-F002-CCC0B2CAE004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3" name="Freeform 13902">
              <a:extLst>
                <a:ext uri="{FF2B5EF4-FFF2-40B4-BE49-F238E27FC236}">
                  <a16:creationId xmlns:a16="http://schemas.microsoft.com/office/drawing/2014/main" id="{3C6C8C35-713D-7D98-A437-38522C63D29F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4" name="Freeform 13903">
              <a:extLst>
                <a:ext uri="{FF2B5EF4-FFF2-40B4-BE49-F238E27FC236}">
                  <a16:creationId xmlns:a16="http://schemas.microsoft.com/office/drawing/2014/main" id="{91C54738-634C-2593-37B0-D963DDC20C8C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5" name="Freeform 13904">
              <a:extLst>
                <a:ext uri="{FF2B5EF4-FFF2-40B4-BE49-F238E27FC236}">
                  <a16:creationId xmlns:a16="http://schemas.microsoft.com/office/drawing/2014/main" id="{4BBC8667-B6E9-82FE-9F7D-84A2C040265A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6" name="Freeform 13905">
              <a:extLst>
                <a:ext uri="{FF2B5EF4-FFF2-40B4-BE49-F238E27FC236}">
                  <a16:creationId xmlns:a16="http://schemas.microsoft.com/office/drawing/2014/main" id="{6E61A46B-89F7-2308-1D88-8A846B5EB4CB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7" name="Freeform 13906">
              <a:extLst>
                <a:ext uri="{FF2B5EF4-FFF2-40B4-BE49-F238E27FC236}">
                  <a16:creationId xmlns:a16="http://schemas.microsoft.com/office/drawing/2014/main" id="{31316BF2-6A32-48C8-6349-3FADFCA62E57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8" name="Freeform 13907">
              <a:extLst>
                <a:ext uri="{FF2B5EF4-FFF2-40B4-BE49-F238E27FC236}">
                  <a16:creationId xmlns:a16="http://schemas.microsoft.com/office/drawing/2014/main" id="{071071A2-B1D3-4115-6F48-E5EF015CB91D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09" name="Freeform 13908">
              <a:extLst>
                <a:ext uri="{FF2B5EF4-FFF2-40B4-BE49-F238E27FC236}">
                  <a16:creationId xmlns:a16="http://schemas.microsoft.com/office/drawing/2014/main" id="{344F7C50-2BCE-0007-5D53-9264C97EC91A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0" name="Freeform 13909">
              <a:extLst>
                <a:ext uri="{FF2B5EF4-FFF2-40B4-BE49-F238E27FC236}">
                  <a16:creationId xmlns:a16="http://schemas.microsoft.com/office/drawing/2014/main" id="{BC177065-7D8D-E051-D680-3B0903F2402E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1" name="Freeform 13910">
              <a:extLst>
                <a:ext uri="{FF2B5EF4-FFF2-40B4-BE49-F238E27FC236}">
                  <a16:creationId xmlns:a16="http://schemas.microsoft.com/office/drawing/2014/main" id="{34F38A1C-4C9F-7902-0004-8B414EA04627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2" name="Freeform 13911">
              <a:extLst>
                <a:ext uri="{FF2B5EF4-FFF2-40B4-BE49-F238E27FC236}">
                  <a16:creationId xmlns:a16="http://schemas.microsoft.com/office/drawing/2014/main" id="{F70EB7B0-F01C-1270-8EA4-28607746484F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3" name="Freeform 13912">
              <a:extLst>
                <a:ext uri="{FF2B5EF4-FFF2-40B4-BE49-F238E27FC236}">
                  <a16:creationId xmlns:a16="http://schemas.microsoft.com/office/drawing/2014/main" id="{4A7A3678-F51A-AB7E-BE10-4B3B01EA687B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4" name="Freeform 13913">
              <a:extLst>
                <a:ext uri="{FF2B5EF4-FFF2-40B4-BE49-F238E27FC236}">
                  <a16:creationId xmlns:a16="http://schemas.microsoft.com/office/drawing/2014/main" id="{87A174C0-9278-53B2-4763-F8562DEFA670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5" name="Freeform 13914">
              <a:extLst>
                <a:ext uri="{FF2B5EF4-FFF2-40B4-BE49-F238E27FC236}">
                  <a16:creationId xmlns:a16="http://schemas.microsoft.com/office/drawing/2014/main" id="{906942CF-D48A-EBA3-4C9F-3CE4882546B7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6" name="Freeform 13915">
              <a:extLst>
                <a:ext uri="{FF2B5EF4-FFF2-40B4-BE49-F238E27FC236}">
                  <a16:creationId xmlns:a16="http://schemas.microsoft.com/office/drawing/2014/main" id="{D6D1B776-A49C-3D43-4561-8ABF18500194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7" name="Freeform 13916">
              <a:extLst>
                <a:ext uri="{FF2B5EF4-FFF2-40B4-BE49-F238E27FC236}">
                  <a16:creationId xmlns:a16="http://schemas.microsoft.com/office/drawing/2014/main" id="{846DF5CF-6FD9-7699-5D21-C454A3C43132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8" name="Freeform 13917">
              <a:extLst>
                <a:ext uri="{FF2B5EF4-FFF2-40B4-BE49-F238E27FC236}">
                  <a16:creationId xmlns:a16="http://schemas.microsoft.com/office/drawing/2014/main" id="{0EA34518-C571-C3E5-D795-FAA00342D399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19" name="Freeform 13918">
              <a:extLst>
                <a:ext uri="{FF2B5EF4-FFF2-40B4-BE49-F238E27FC236}">
                  <a16:creationId xmlns:a16="http://schemas.microsoft.com/office/drawing/2014/main" id="{6A74D2A1-BD61-0A84-FDA3-6D871453875E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0" name="Freeform 13919">
              <a:extLst>
                <a:ext uri="{FF2B5EF4-FFF2-40B4-BE49-F238E27FC236}">
                  <a16:creationId xmlns:a16="http://schemas.microsoft.com/office/drawing/2014/main" id="{A8D6BD85-0AD3-D4E5-C962-704D7027C02B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1" name="Freeform 13920">
              <a:extLst>
                <a:ext uri="{FF2B5EF4-FFF2-40B4-BE49-F238E27FC236}">
                  <a16:creationId xmlns:a16="http://schemas.microsoft.com/office/drawing/2014/main" id="{5B3197D5-ACF4-D632-031A-03BC469FCE39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2" name="Freeform 13921">
              <a:extLst>
                <a:ext uri="{FF2B5EF4-FFF2-40B4-BE49-F238E27FC236}">
                  <a16:creationId xmlns:a16="http://schemas.microsoft.com/office/drawing/2014/main" id="{9AB1A8B5-4089-D93C-513A-BB5BBE2A1F4A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3" name="Freeform 13922">
              <a:extLst>
                <a:ext uri="{FF2B5EF4-FFF2-40B4-BE49-F238E27FC236}">
                  <a16:creationId xmlns:a16="http://schemas.microsoft.com/office/drawing/2014/main" id="{C9BC5F46-6E3C-D111-FD33-36CC6F07F135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4" name="Freeform 13923">
              <a:extLst>
                <a:ext uri="{FF2B5EF4-FFF2-40B4-BE49-F238E27FC236}">
                  <a16:creationId xmlns:a16="http://schemas.microsoft.com/office/drawing/2014/main" id="{84390390-A8A9-9E20-1A51-340BB9ECD76C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5" name="Freeform 13924">
              <a:extLst>
                <a:ext uri="{FF2B5EF4-FFF2-40B4-BE49-F238E27FC236}">
                  <a16:creationId xmlns:a16="http://schemas.microsoft.com/office/drawing/2014/main" id="{0732D7A9-E4B7-FA85-FE4C-05FDE0C99AC5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6" name="Freeform 13925">
              <a:extLst>
                <a:ext uri="{FF2B5EF4-FFF2-40B4-BE49-F238E27FC236}">
                  <a16:creationId xmlns:a16="http://schemas.microsoft.com/office/drawing/2014/main" id="{7FD67F18-E362-66F4-E661-67682DE42C03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7" name="Freeform 13926">
              <a:extLst>
                <a:ext uri="{FF2B5EF4-FFF2-40B4-BE49-F238E27FC236}">
                  <a16:creationId xmlns:a16="http://schemas.microsoft.com/office/drawing/2014/main" id="{003DE220-347F-7AF4-8C6A-6FAD8BE05266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8" name="Freeform 13927">
              <a:extLst>
                <a:ext uri="{FF2B5EF4-FFF2-40B4-BE49-F238E27FC236}">
                  <a16:creationId xmlns:a16="http://schemas.microsoft.com/office/drawing/2014/main" id="{1B153A06-F3F4-0CE9-10BC-CA4B079904D5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29" name="Freeform 13928">
              <a:extLst>
                <a:ext uri="{FF2B5EF4-FFF2-40B4-BE49-F238E27FC236}">
                  <a16:creationId xmlns:a16="http://schemas.microsoft.com/office/drawing/2014/main" id="{994E94E8-7669-8648-4802-EC84A99F39D1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0" name="Freeform 13929">
              <a:extLst>
                <a:ext uri="{FF2B5EF4-FFF2-40B4-BE49-F238E27FC236}">
                  <a16:creationId xmlns:a16="http://schemas.microsoft.com/office/drawing/2014/main" id="{0B96506A-0397-D76D-38EB-AF3A9EB5F092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1" name="Freeform 13930">
              <a:extLst>
                <a:ext uri="{FF2B5EF4-FFF2-40B4-BE49-F238E27FC236}">
                  <a16:creationId xmlns:a16="http://schemas.microsoft.com/office/drawing/2014/main" id="{9C464214-07E8-47A5-5E1B-8BC471A9023F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2" name="Freeform 13931">
              <a:extLst>
                <a:ext uri="{FF2B5EF4-FFF2-40B4-BE49-F238E27FC236}">
                  <a16:creationId xmlns:a16="http://schemas.microsoft.com/office/drawing/2014/main" id="{5C5F2086-6EB2-FE6B-BF25-5CD74F390279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3" name="Freeform 13932">
              <a:extLst>
                <a:ext uri="{FF2B5EF4-FFF2-40B4-BE49-F238E27FC236}">
                  <a16:creationId xmlns:a16="http://schemas.microsoft.com/office/drawing/2014/main" id="{5CFED405-A4E6-8647-3640-CA45E858E4BD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4" name="Freeform 13933">
              <a:extLst>
                <a:ext uri="{FF2B5EF4-FFF2-40B4-BE49-F238E27FC236}">
                  <a16:creationId xmlns:a16="http://schemas.microsoft.com/office/drawing/2014/main" id="{9261F9A9-EC5D-412C-25D7-085165CEFCA2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5" name="Freeform 13934">
              <a:extLst>
                <a:ext uri="{FF2B5EF4-FFF2-40B4-BE49-F238E27FC236}">
                  <a16:creationId xmlns:a16="http://schemas.microsoft.com/office/drawing/2014/main" id="{6E1DA0EC-0A9B-C7D1-6881-3489B5905378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6" name="Freeform 13935">
              <a:extLst>
                <a:ext uri="{FF2B5EF4-FFF2-40B4-BE49-F238E27FC236}">
                  <a16:creationId xmlns:a16="http://schemas.microsoft.com/office/drawing/2014/main" id="{FBA18DB5-E9EC-2022-052A-DE3B845707FB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7" name="Freeform 13936">
              <a:extLst>
                <a:ext uri="{FF2B5EF4-FFF2-40B4-BE49-F238E27FC236}">
                  <a16:creationId xmlns:a16="http://schemas.microsoft.com/office/drawing/2014/main" id="{2AE07003-3547-6C19-9507-B8C9AD2E020E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8" name="Freeform 13937">
              <a:extLst>
                <a:ext uri="{FF2B5EF4-FFF2-40B4-BE49-F238E27FC236}">
                  <a16:creationId xmlns:a16="http://schemas.microsoft.com/office/drawing/2014/main" id="{01E9890E-E94B-A2C8-9AB7-3C94E76BE788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39" name="Freeform 13938">
              <a:extLst>
                <a:ext uri="{FF2B5EF4-FFF2-40B4-BE49-F238E27FC236}">
                  <a16:creationId xmlns:a16="http://schemas.microsoft.com/office/drawing/2014/main" id="{2D8F631D-0C8C-6AC9-6165-657C144C8D40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0" name="Freeform 13939">
              <a:extLst>
                <a:ext uri="{FF2B5EF4-FFF2-40B4-BE49-F238E27FC236}">
                  <a16:creationId xmlns:a16="http://schemas.microsoft.com/office/drawing/2014/main" id="{E9FE47BF-5543-80D1-512B-2A3A1FFDACEC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1" name="Freeform 13940">
              <a:extLst>
                <a:ext uri="{FF2B5EF4-FFF2-40B4-BE49-F238E27FC236}">
                  <a16:creationId xmlns:a16="http://schemas.microsoft.com/office/drawing/2014/main" id="{E81BC394-DF9A-DFEE-30F7-50200065643F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2" name="Freeform 13941">
              <a:extLst>
                <a:ext uri="{FF2B5EF4-FFF2-40B4-BE49-F238E27FC236}">
                  <a16:creationId xmlns:a16="http://schemas.microsoft.com/office/drawing/2014/main" id="{1DAB44EA-BDD0-4F30-9DF4-549CB10B59F8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3" name="Freeform 13942">
              <a:extLst>
                <a:ext uri="{FF2B5EF4-FFF2-40B4-BE49-F238E27FC236}">
                  <a16:creationId xmlns:a16="http://schemas.microsoft.com/office/drawing/2014/main" id="{FB9C7CF8-C650-2216-34E9-ADAA130D29B8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4" name="Freeform 13943">
              <a:extLst>
                <a:ext uri="{FF2B5EF4-FFF2-40B4-BE49-F238E27FC236}">
                  <a16:creationId xmlns:a16="http://schemas.microsoft.com/office/drawing/2014/main" id="{1E8D9552-7E3F-9347-4ED0-B52D08F4619A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5" name="Freeform 13944">
              <a:extLst>
                <a:ext uri="{FF2B5EF4-FFF2-40B4-BE49-F238E27FC236}">
                  <a16:creationId xmlns:a16="http://schemas.microsoft.com/office/drawing/2014/main" id="{8348CF3B-CE59-B3FA-EEDF-E5644BFBD763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6" name="Freeform 13945">
              <a:extLst>
                <a:ext uri="{FF2B5EF4-FFF2-40B4-BE49-F238E27FC236}">
                  <a16:creationId xmlns:a16="http://schemas.microsoft.com/office/drawing/2014/main" id="{8618C7C2-6093-E3C2-ACAF-EB6FBC5D4643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7" name="Freeform 13946">
              <a:extLst>
                <a:ext uri="{FF2B5EF4-FFF2-40B4-BE49-F238E27FC236}">
                  <a16:creationId xmlns:a16="http://schemas.microsoft.com/office/drawing/2014/main" id="{3B6AE44F-3DB7-F208-7AF0-DED684811870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8" name="Freeform 13947">
              <a:extLst>
                <a:ext uri="{FF2B5EF4-FFF2-40B4-BE49-F238E27FC236}">
                  <a16:creationId xmlns:a16="http://schemas.microsoft.com/office/drawing/2014/main" id="{716B0C18-9149-D883-F783-EFFA38B8751B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49" name="Freeform 13948">
              <a:extLst>
                <a:ext uri="{FF2B5EF4-FFF2-40B4-BE49-F238E27FC236}">
                  <a16:creationId xmlns:a16="http://schemas.microsoft.com/office/drawing/2014/main" id="{185B6342-9EB0-1003-7CA7-6E0C3C1B9171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0" name="Freeform 13949">
              <a:extLst>
                <a:ext uri="{FF2B5EF4-FFF2-40B4-BE49-F238E27FC236}">
                  <a16:creationId xmlns:a16="http://schemas.microsoft.com/office/drawing/2014/main" id="{1ED23910-0EAB-D853-9EEA-6751A250A6A7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1" name="Freeform 13950">
              <a:extLst>
                <a:ext uri="{FF2B5EF4-FFF2-40B4-BE49-F238E27FC236}">
                  <a16:creationId xmlns:a16="http://schemas.microsoft.com/office/drawing/2014/main" id="{B5929640-0363-0360-B8DA-28E258785564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2" name="Freeform 13951">
              <a:extLst>
                <a:ext uri="{FF2B5EF4-FFF2-40B4-BE49-F238E27FC236}">
                  <a16:creationId xmlns:a16="http://schemas.microsoft.com/office/drawing/2014/main" id="{6BE43124-AA9D-9071-3B16-81FBF77C4CA4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3" name="Freeform 13952">
              <a:extLst>
                <a:ext uri="{FF2B5EF4-FFF2-40B4-BE49-F238E27FC236}">
                  <a16:creationId xmlns:a16="http://schemas.microsoft.com/office/drawing/2014/main" id="{0B1782DB-C723-0477-814F-1D0D512454BD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4" name="Freeform 13953">
              <a:extLst>
                <a:ext uri="{FF2B5EF4-FFF2-40B4-BE49-F238E27FC236}">
                  <a16:creationId xmlns:a16="http://schemas.microsoft.com/office/drawing/2014/main" id="{066BA4B9-A2FC-1BDB-DA40-E70FAD6352B7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5" name="Freeform 13954">
              <a:extLst>
                <a:ext uri="{FF2B5EF4-FFF2-40B4-BE49-F238E27FC236}">
                  <a16:creationId xmlns:a16="http://schemas.microsoft.com/office/drawing/2014/main" id="{C4092F3C-9D90-6953-9FD2-0E84EDF1CBCA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6" name="Freeform 13955">
              <a:extLst>
                <a:ext uri="{FF2B5EF4-FFF2-40B4-BE49-F238E27FC236}">
                  <a16:creationId xmlns:a16="http://schemas.microsoft.com/office/drawing/2014/main" id="{285F5DCA-8D12-9193-0D68-BEE544109F9B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7" name="Freeform 13956">
              <a:extLst>
                <a:ext uri="{FF2B5EF4-FFF2-40B4-BE49-F238E27FC236}">
                  <a16:creationId xmlns:a16="http://schemas.microsoft.com/office/drawing/2014/main" id="{EC3230E7-822F-EB53-912F-A10862078F6E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8" name="Freeform 13957">
              <a:extLst>
                <a:ext uri="{FF2B5EF4-FFF2-40B4-BE49-F238E27FC236}">
                  <a16:creationId xmlns:a16="http://schemas.microsoft.com/office/drawing/2014/main" id="{5F606A7A-EF6C-B46B-E4A9-72AFA6F2932D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59" name="Freeform 13958">
              <a:extLst>
                <a:ext uri="{FF2B5EF4-FFF2-40B4-BE49-F238E27FC236}">
                  <a16:creationId xmlns:a16="http://schemas.microsoft.com/office/drawing/2014/main" id="{2B222930-1362-EA7F-E719-FEDBA2B291BE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0" name="Freeform 13959">
              <a:extLst>
                <a:ext uri="{FF2B5EF4-FFF2-40B4-BE49-F238E27FC236}">
                  <a16:creationId xmlns:a16="http://schemas.microsoft.com/office/drawing/2014/main" id="{09564424-A791-280A-AB72-224223688108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1" name="Freeform 13960">
              <a:extLst>
                <a:ext uri="{FF2B5EF4-FFF2-40B4-BE49-F238E27FC236}">
                  <a16:creationId xmlns:a16="http://schemas.microsoft.com/office/drawing/2014/main" id="{AC2BB400-1C10-5846-8946-CC71F2306F9C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2" name="Freeform 13961">
              <a:extLst>
                <a:ext uri="{FF2B5EF4-FFF2-40B4-BE49-F238E27FC236}">
                  <a16:creationId xmlns:a16="http://schemas.microsoft.com/office/drawing/2014/main" id="{3F114855-CC06-93A1-2221-3F34C2F341CB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3" name="Freeform 13962">
              <a:extLst>
                <a:ext uri="{FF2B5EF4-FFF2-40B4-BE49-F238E27FC236}">
                  <a16:creationId xmlns:a16="http://schemas.microsoft.com/office/drawing/2014/main" id="{852574F4-F702-FB6E-512E-995F5A1D40E9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4" name="Freeform 13963">
              <a:extLst>
                <a:ext uri="{FF2B5EF4-FFF2-40B4-BE49-F238E27FC236}">
                  <a16:creationId xmlns:a16="http://schemas.microsoft.com/office/drawing/2014/main" id="{7163DFF2-FAB5-2E61-5865-477C28914B6A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5" name="Freeform 13964">
              <a:extLst>
                <a:ext uri="{FF2B5EF4-FFF2-40B4-BE49-F238E27FC236}">
                  <a16:creationId xmlns:a16="http://schemas.microsoft.com/office/drawing/2014/main" id="{B2D68C4B-16AC-8D29-7EE9-D3DEF390152D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6" name="Freeform 13965">
              <a:extLst>
                <a:ext uri="{FF2B5EF4-FFF2-40B4-BE49-F238E27FC236}">
                  <a16:creationId xmlns:a16="http://schemas.microsoft.com/office/drawing/2014/main" id="{2314A51F-E7DC-877D-00CA-FCBFA61A95AB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7" name="Freeform 13966">
              <a:extLst>
                <a:ext uri="{FF2B5EF4-FFF2-40B4-BE49-F238E27FC236}">
                  <a16:creationId xmlns:a16="http://schemas.microsoft.com/office/drawing/2014/main" id="{7DB4A8F1-73E2-008D-B12D-189DE37E7C67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8" name="Freeform 13967">
              <a:extLst>
                <a:ext uri="{FF2B5EF4-FFF2-40B4-BE49-F238E27FC236}">
                  <a16:creationId xmlns:a16="http://schemas.microsoft.com/office/drawing/2014/main" id="{0AE75914-A28F-D315-35B7-20BFF1811C5E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69" name="Freeform 13968">
              <a:extLst>
                <a:ext uri="{FF2B5EF4-FFF2-40B4-BE49-F238E27FC236}">
                  <a16:creationId xmlns:a16="http://schemas.microsoft.com/office/drawing/2014/main" id="{49F7CE8D-EFFF-8836-378F-F1C5DE08C7B0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0" name="Freeform 13969">
              <a:extLst>
                <a:ext uri="{FF2B5EF4-FFF2-40B4-BE49-F238E27FC236}">
                  <a16:creationId xmlns:a16="http://schemas.microsoft.com/office/drawing/2014/main" id="{029B0741-F8DB-1C10-4891-4553E9E36853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1" name="Freeform 13970">
              <a:extLst>
                <a:ext uri="{FF2B5EF4-FFF2-40B4-BE49-F238E27FC236}">
                  <a16:creationId xmlns:a16="http://schemas.microsoft.com/office/drawing/2014/main" id="{A3BB9D4D-C2B3-6C3F-F0E4-26C4A2A287C0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2" name="Freeform 13971">
              <a:extLst>
                <a:ext uri="{FF2B5EF4-FFF2-40B4-BE49-F238E27FC236}">
                  <a16:creationId xmlns:a16="http://schemas.microsoft.com/office/drawing/2014/main" id="{DED967D2-DE86-255C-B48C-A7FDFB27198F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3" name="Freeform 13972">
              <a:extLst>
                <a:ext uri="{FF2B5EF4-FFF2-40B4-BE49-F238E27FC236}">
                  <a16:creationId xmlns:a16="http://schemas.microsoft.com/office/drawing/2014/main" id="{DEA0155C-C0E9-34FB-0706-AE2E63A3F269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4" name="Freeform 13973">
              <a:extLst>
                <a:ext uri="{FF2B5EF4-FFF2-40B4-BE49-F238E27FC236}">
                  <a16:creationId xmlns:a16="http://schemas.microsoft.com/office/drawing/2014/main" id="{D6936D51-4375-D082-4238-1AD14DB11B07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5" name="Freeform 13974">
              <a:extLst>
                <a:ext uri="{FF2B5EF4-FFF2-40B4-BE49-F238E27FC236}">
                  <a16:creationId xmlns:a16="http://schemas.microsoft.com/office/drawing/2014/main" id="{5EA02500-D6FA-EF7D-D444-5A7FB9EA98AC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6" name="Freeform 13975">
              <a:extLst>
                <a:ext uri="{FF2B5EF4-FFF2-40B4-BE49-F238E27FC236}">
                  <a16:creationId xmlns:a16="http://schemas.microsoft.com/office/drawing/2014/main" id="{076A3A9B-8B72-81F9-FEDA-561C2E09EE69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7" name="Freeform 13976">
              <a:extLst>
                <a:ext uri="{FF2B5EF4-FFF2-40B4-BE49-F238E27FC236}">
                  <a16:creationId xmlns:a16="http://schemas.microsoft.com/office/drawing/2014/main" id="{69BA1AC3-3AF0-DB2D-C81E-0B675757749C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8" name="Freeform 13977">
              <a:extLst>
                <a:ext uri="{FF2B5EF4-FFF2-40B4-BE49-F238E27FC236}">
                  <a16:creationId xmlns:a16="http://schemas.microsoft.com/office/drawing/2014/main" id="{83FCE402-11B0-359C-83B6-7DECAD3CC0F3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79" name="Freeform 13978">
              <a:extLst>
                <a:ext uri="{FF2B5EF4-FFF2-40B4-BE49-F238E27FC236}">
                  <a16:creationId xmlns:a16="http://schemas.microsoft.com/office/drawing/2014/main" id="{5CCF7A10-A852-C4A9-4D98-AE63953776E1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0" name="Freeform 13979">
              <a:extLst>
                <a:ext uri="{FF2B5EF4-FFF2-40B4-BE49-F238E27FC236}">
                  <a16:creationId xmlns:a16="http://schemas.microsoft.com/office/drawing/2014/main" id="{6E01874E-27F9-A0B9-0EFE-CA045426F40A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1" name="Freeform 13980">
              <a:extLst>
                <a:ext uri="{FF2B5EF4-FFF2-40B4-BE49-F238E27FC236}">
                  <a16:creationId xmlns:a16="http://schemas.microsoft.com/office/drawing/2014/main" id="{F485A2D2-E49D-95D7-8063-27D6E1598B8F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2" name="Freeform 13981">
              <a:extLst>
                <a:ext uri="{FF2B5EF4-FFF2-40B4-BE49-F238E27FC236}">
                  <a16:creationId xmlns:a16="http://schemas.microsoft.com/office/drawing/2014/main" id="{C893F29C-49C7-9C55-944F-91EC40590926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3" name="Freeform 13982">
              <a:extLst>
                <a:ext uri="{FF2B5EF4-FFF2-40B4-BE49-F238E27FC236}">
                  <a16:creationId xmlns:a16="http://schemas.microsoft.com/office/drawing/2014/main" id="{A807418C-2297-3ACE-6F37-978F730CD10B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4" name="Freeform 13983">
              <a:extLst>
                <a:ext uri="{FF2B5EF4-FFF2-40B4-BE49-F238E27FC236}">
                  <a16:creationId xmlns:a16="http://schemas.microsoft.com/office/drawing/2014/main" id="{AEB308D2-608C-07BA-7F39-8A6BCD922AB5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5" name="Freeform 13984">
              <a:extLst>
                <a:ext uri="{FF2B5EF4-FFF2-40B4-BE49-F238E27FC236}">
                  <a16:creationId xmlns:a16="http://schemas.microsoft.com/office/drawing/2014/main" id="{85FE7099-8F94-7715-C6F4-AE023E1586FE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6" name="Freeform 13985">
              <a:extLst>
                <a:ext uri="{FF2B5EF4-FFF2-40B4-BE49-F238E27FC236}">
                  <a16:creationId xmlns:a16="http://schemas.microsoft.com/office/drawing/2014/main" id="{CBA0C6B7-CA45-E4D3-3E66-58C9A0103562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7" name="Freeform 13986">
              <a:extLst>
                <a:ext uri="{FF2B5EF4-FFF2-40B4-BE49-F238E27FC236}">
                  <a16:creationId xmlns:a16="http://schemas.microsoft.com/office/drawing/2014/main" id="{EB6821C1-546A-C13C-4E07-52EB23BF2B92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8" name="Freeform 13987">
              <a:extLst>
                <a:ext uri="{FF2B5EF4-FFF2-40B4-BE49-F238E27FC236}">
                  <a16:creationId xmlns:a16="http://schemas.microsoft.com/office/drawing/2014/main" id="{C58B1FA9-631E-5677-8D01-B3168A2FAEFD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89" name="Freeform 13988">
              <a:extLst>
                <a:ext uri="{FF2B5EF4-FFF2-40B4-BE49-F238E27FC236}">
                  <a16:creationId xmlns:a16="http://schemas.microsoft.com/office/drawing/2014/main" id="{42385933-B0C4-0D62-0BEC-1B43A8C367BE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0" name="Freeform 13989">
              <a:extLst>
                <a:ext uri="{FF2B5EF4-FFF2-40B4-BE49-F238E27FC236}">
                  <a16:creationId xmlns:a16="http://schemas.microsoft.com/office/drawing/2014/main" id="{7BC26F7A-7997-C7B6-C204-5012BFB928D0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1" name="Freeform 13990">
              <a:extLst>
                <a:ext uri="{FF2B5EF4-FFF2-40B4-BE49-F238E27FC236}">
                  <a16:creationId xmlns:a16="http://schemas.microsoft.com/office/drawing/2014/main" id="{14B4DB92-DC98-B30F-5E2C-1F058273B296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2" name="Freeform 13991">
              <a:extLst>
                <a:ext uri="{FF2B5EF4-FFF2-40B4-BE49-F238E27FC236}">
                  <a16:creationId xmlns:a16="http://schemas.microsoft.com/office/drawing/2014/main" id="{3A6BA834-BBC7-8283-7844-66E745DEFC64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3" name="Freeform 13992">
              <a:extLst>
                <a:ext uri="{FF2B5EF4-FFF2-40B4-BE49-F238E27FC236}">
                  <a16:creationId xmlns:a16="http://schemas.microsoft.com/office/drawing/2014/main" id="{3DC22323-9F88-DBDD-C9D4-178852BFBE4A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4" name="Freeform 13993">
              <a:extLst>
                <a:ext uri="{FF2B5EF4-FFF2-40B4-BE49-F238E27FC236}">
                  <a16:creationId xmlns:a16="http://schemas.microsoft.com/office/drawing/2014/main" id="{625561D7-4F89-C7D9-D441-73B7BD77E88F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5" name="Freeform 13994">
              <a:extLst>
                <a:ext uri="{FF2B5EF4-FFF2-40B4-BE49-F238E27FC236}">
                  <a16:creationId xmlns:a16="http://schemas.microsoft.com/office/drawing/2014/main" id="{4BC97575-7C1E-7471-385B-4FA6ACF69CF4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6" name="Freeform 13995">
              <a:extLst>
                <a:ext uri="{FF2B5EF4-FFF2-40B4-BE49-F238E27FC236}">
                  <a16:creationId xmlns:a16="http://schemas.microsoft.com/office/drawing/2014/main" id="{72E41F70-3235-A856-A747-0BEDB6B0BBDA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7" name="Freeform 13996">
              <a:extLst>
                <a:ext uri="{FF2B5EF4-FFF2-40B4-BE49-F238E27FC236}">
                  <a16:creationId xmlns:a16="http://schemas.microsoft.com/office/drawing/2014/main" id="{7749B4EB-F6B0-E99B-14A4-9A7B088A0ACA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8" name="Freeform 13997">
              <a:extLst>
                <a:ext uri="{FF2B5EF4-FFF2-40B4-BE49-F238E27FC236}">
                  <a16:creationId xmlns:a16="http://schemas.microsoft.com/office/drawing/2014/main" id="{3D555CD2-F669-943A-7EF3-AEE4E6150975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99" name="Freeform 13998">
              <a:extLst>
                <a:ext uri="{FF2B5EF4-FFF2-40B4-BE49-F238E27FC236}">
                  <a16:creationId xmlns:a16="http://schemas.microsoft.com/office/drawing/2014/main" id="{45543D47-DD2D-6A61-3280-A9B291F86C41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0" name="Freeform 13999">
              <a:extLst>
                <a:ext uri="{FF2B5EF4-FFF2-40B4-BE49-F238E27FC236}">
                  <a16:creationId xmlns:a16="http://schemas.microsoft.com/office/drawing/2014/main" id="{192CD7AE-003B-9399-FE9B-F53C0F8142A7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1" name="Freeform 14000">
              <a:extLst>
                <a:ext uri="{FF2B5EF4-FFF2-40B4-BE49-F238E27FC236}">
                  <a16:creationId xmlns:a16="http://schemas.microsoft.com/office/drawing/2014/main" id="{36E03B40-26A8-61B3-BF96-8E7D11B4663E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2" name="Freeform 14001">
              <a:extLst>
                <a:ext uri="{FF2B5EF4-FFF2-40B4-BE49-F238E27FC236}">
                  <a16:creationId xmlns:a16="http://schemas.microsoft.com/office/drawing/2014/main" id="{AC7898FB-D19B-217E-71AD-25B43342C970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3" name="Freeform 14002">
              <a:extLst>
                <a:ext uri="{FF2B5EF4-FFF2-40B4-BE49-F238E27FC236}">
                  <a16:creationId xmlns:a16="http://schemas.microsoft.com/office/drawing/2014/main" id="{89F4D2FC-2E6C-2D43-F812-06ABC0D130D5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4" name="Freeform 14003">
              <a:extLst>
                <a:ext uri="{FF2B5EF4-FFF2-40B4-BE49-F238E27FC236}">
                  <a16:creationId xmlns:a16="http://schemas.microsoft.com/office/drawing/2014/main" id="{16369FB4-475F-C599-641D-C9CF7A746661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5" name="Freeform 14004">
              <a:extLst>
                <a:ext uri="{FF2B5EF4-FFF2-40B4-BE49-F238E27FC236}">
                  <a16:creationId xmlns:a16="http://schemas.microsoft.com/office/drawing/2014/main" id="{60343EFF-8177-AFA7-CA72-3AB10578F019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6" name="Freeform 14005">
              <a:extLst>
                <a:ext uri="{FF2B5EF4-FFF2-40B4-BE49-F238E27FC236}">
                  <a16:creationId xmlns:a16="http://schemas.microsoft.com/office/drawing/2014/main" id="{A7EE7CC2-6013-24C6-7320-A655A6412BDD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7" name="Freeform 14006">
              <a:extLst>
                <a:ext uri="{FF2B5EF4-FFF2-40B4-BE49-F238E27FC236}">
                  <a16:creationId xmlns:a16="http://schemas.microsoft.com/office/drawing/2014/main" id="{65726FC0-3840-DCFB-6B9C-BBE26FEC18EA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8" name="Freeform 14007">
              <a:extLst>
                <a:ext uri="{FF2B5EF4-FFF2-40B4-BE49-F238E27FC236}">
                  <a16:creationId xmlns:a16="http://schemas.microsoft.com/office/drawing/2014/main" id="{906A8BCB-18AC-8ECA-973F-BD5A7DD85264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09" name="Freeform 14008">
              <a:extLst>
                <a:ext uri="{FF2B5EF4-FFF2-40B4-BE49-F238E27FC236}">
                  <a16:creationId xmlns:a16="http://schemas.microsoft.com/office/drawing/2014/main" id="{1C1D1B7A-57F5-C7F3-977A-21A7932D1290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0" name="Freeform 14009">
              <a:extLst>
                <a:ext uri="{FF2B5EF4-FFF2-40B4-BE49-F238E27FC236}">
                  <a16:creationId xmlns:a16="http://schemas.microsoft.com/office/drawing/2014/main" id="{D1966663-4FCC-63FE-32E2-117743894CFB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1" name="Freeform 14010">
              <a:extLst>
                <a:ext uri="{FF2B5EF4-FFF2-40B4-BE49-F238E27FC236}">
                  <a16:creationId xmlns:a16="http://schemas.microsoft.com/office/drawing/2014/main" id="{CFE7F027-B5ED-7A6D-824D-C5813A9D5957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2" name="Freeform 14011">
              <a:extLst>
                <a:ext uri="{FF2B5EF4-FFF2-40B4-BE49-F238E27FC236}">
                  <a16:creationId xmlns:a16="http://schemas.microsoft.com/office/drawing/2014/main" id="{C486676E-E037-2250-A420-4A8A5502A52A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3" name="Freeform 14012">
              <a:extLst>
                <a:ext uri="{FF2B5EF4-FFF2-40B4-BE49-F238E27FC236}">
                  <a16:creationId xmlns:a16="http://schemas.microsoft.com/office/drawing/2014/main" id="{9D4E72CC-F53C-1010-3478-C20870CEC08C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4" name="Freeform 14013">
              <a:extLst>
                <a:ext uri="{FF2B5EF4-FFF2-40B4-BE49-F238E27FC236}">
                  <a16:creationId xmlns:a16="http://schemas.microsoft.com/office/drawing/2014/main" id="{2ABE97F0-BF7D-6375-5BF3-8692B5C8B535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5" name="Freeform 14014">
              <a:extLst>
                <a:ext uri="{FF2B5EF4-FFF2-40B4-BE49-F238E27FC236}">
                  <a16:creationId xmlns:a16="http://schemas.microsoft.com/office/drawing/2014/main" id="{1D7E958B-9964-02B1-1AB2-73D030D54E6F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6" name="Freeform 14015">
              <a:extLst>
                <a:ext uri="{FF2B5EF4-FFF2-40B4-BE49-F238E27FC236}">
                  <a16:creationId xmlns:a16="http://schemas.microsoft.com/office/drawing/2014/main" id="{4FCCF20D-D08C-9D99-51FF-F47C16E2D23D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7" name="Freeform 14016">
              <a:extLst>
                <a:ext uri="{FF2B5EF4-FFF2-40B4-BE49-F238E27FC236}">
                  <a16:creationId xmlns:a16="http://schemas.microsoft.com/office/drawing/2014/main" id="{2951C0CE-B714-2B0B-CBAF-0167F183A09E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8" name="Freeform 14017">
              <a:extLst>
                <a:ext uri="{FF2B5EF4-FFF2-40B4-BE49-F238E27FC236}">
                  <a16:creationId xmlns:a16="http://schemas.microsoft.com/office/drawing/2014/main" id="{9D35AD0A-29CD-B3C9-B6BF-A14AB3496B69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19" name="Freeform 14018">
              <a:extLst>
                <a:ext uri="{FF2B5EF4-FFF2-40B4-BE49-F238E27FC236}">
                  <a16:creationId xmlns:a16="http://schemas.microsoft.com/office/drawing/2014/main" id="{685C9B86-C29D-28DB-D582-4A580D3C2BFD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0" name="Freeform 14019">
              <a:extLst>
                <a:ext uri="{FF2B5EF4-FFF2-40B4-BE49-F238E27FC236}">
                  <a16:creationId xmlns:a16="http://schemas.microsoft.com/office/drawing/2014/main" id="{FCF2CDF0-D8A7-CFFD-9862-1466BB21CE32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1" name="Freeform 14020">
              <a:extLst>
                <a:ext uri="{FF2B5EF4-FFF2-40B4-BE49-F238E27FC236}">
                  <a16:creationId xmlns:a16="http://schemas.microsoft.com/office/drawing/2014/main" id="{46E1E20A-491F-66CA-CD48-CA71817EA2D2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2" name="Freeform 14021">
              <a:extLst>
                <a:ext uri="{FF2B5EF4-FFF2-40B4-BE49-F238E27FC236}">
                  <a16:creationId xmlns:a16="http://schemas.microsoft.com/office/drawing/2014/main" id="{ECF49B28-6ECE-FEBD-4BCB-B26F838C5E6C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3" name="Freeform 14022">
              <a:extLst>
                <a:ext uri="{FF2B5EF4-FFF2-40B4-BE49-F238E27FC236}">
                  <a16:creationId xmlns:a16="http://schemas.microsoft.com/office/drawing/2014/main" id="{B4179633-7929-9551-BDD6-BB5EC5434CCA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4" name="Freeform 14023">
              <a:extLst>
                <a:ext uri="{FF2B5EF4-FFF2-40B4-BE49-F238E27FC236}">
                  <a16:creationId xmlns:a16="http://schemas.microsoft.com/office/drawing/2014/main" id="{09E11ED3-992C-BBAC-B3D7-A2422CD94506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5" name="Freeform 14024">
              <a:extLst>
                <a:ext uri="{FF2B5EF4-FFF2-40B4-BE49-F238E27FC236}">
                  <a16:creationId xmlns:a16="http://schemas.microsoft.com/office/drawing/2014/main" id="{3C8DF08C-436A-FE6D-B490-185A39A54D02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6" name="Freeform 14025">
              <a:extLst>
                <a:ext uri="{FF2B5EF4-FFF2-40B4-BE49-F238E27FC236}">
                  <a16:creationId xmlns:a16="http://schemas.microsoft.com/office/drawing/2014/main" id="{DF3C786D-6812-08C8-779B-6DB5D66F9961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7" name="Freeform 14026">
              <a:extLst>
                <a:ext uri="{FF2B5EF4-FFF2-40B4-BE49-F238E27FC236}">
                  <a16:creationId xmlns:a16="http://schemas.microsoft.com/office/drawing/2014/main" id="{9AC3D00F-644F-B0D0-FDE0-739C9C7E1396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8" name="Freeform 14027">
              <a:extLst>
                <a:ext uri="{FF2B5EF4-FFF2-40B4-BE49-F238E27FC236}">
                  <a16:creationId xmlns:a16="http://schemas.microsoft.com/office/drawing/2014/main" id="{5B16DB40-05DF-1E59-C3A9-24C28066F700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29" name="Freeform 14028">
              <a:extLst>
                <a:ext uri="{FF2B5EF4-FFF2-40B4-BE49-F238E27FC236}">
                  <a16:creationId xmlns:a16="http://schemas.microsoft.com/office/drawing/2014/main" id="{E6D375AA-B6E0-4CD8-6BFB-6D79DD6A10E0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0" name="Freeform 14029">
              <a:extLst>
                <a:ext uri="{FF2B5EF4-FFF2-40B4-BE49-F238E27FC236}">
                  <a16:creationId xmlns:a16="http://schemas.microsoft.com/office/drawing/2014/main" id="{797AB309-3D75-A1C3-EA80-37F33D1A3F34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1" name="Freeform 14030">
              <a:extLst>
                <a:ext uri="{FF2B5EF4-FFF2-40B4-BE49-F238E27FC236}">
                  <a16:creationId xmlns:a16="http://schemas.microsoft.com/office/drawing/2014/main" id="{7E7AA2F4-C361-9DC2-7FFD-F74D0A5E96BB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2" name="Freeform 14031">
              <a:extLst>
                <a:ext uri="{FF2B5EF4-FFF2-40B4-BE49-F238E27FC236}">
                  <a16:creationId xmlns:a16="http://schemas.microsoft.com/office/drawing/2014/main" id="{9C3E0C75-1BE8-B6FF-AE9B-A4D59839B996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3" name="Freeform 14032">
              <a:extLst>
                <a:ext uri="{FF2B5EF4-FFF2-40B4-BE49-F238E27FC236}">
                  <a16:creationId xmlns:a16="http://schemas.microsoft.com/office/drawing/2014/main" id="{EABAA5FB-A463-B8B1-F77F-9FD71A73C781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4" name="Freeform 14033">
              <a:extLst>
                <a:ext uri="{FF2B5EF4-FFF2-40B4-BE49-F238E27FC236}">
                  <a16:creationId xmlns:a16="http://schemas.microsoft.com/office/drawing/2014/main" id="{6A53F5F1-9B13-9CCD-97FA-D390F35D1754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5" name="Freeform 14034">
              <a:extLst>
                <a:ext uri="{FF2B5EF4-FFF2-40B4-BE49-F238E27FC236}">
                  <a16:creationId xmlns:a16="http://schemas.microsoft.com/office/drawing/2014/main" id="{71258318-AE6F-972D-943C-5CB5CD6EDBE9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6" name="Freeform 14035">
              <a:extLst>
                <a:ext uri="{FF2B5EF4-FFF2-40B4-BE49-F238E27FC236}">
                  <a16:creationId xmlns:a16="http://schemas.microsoft.com/office/drawing/2014/main" id="{C11AD2E8-9EE0-2937-A53F-35F43F73470F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7" name="Freeform 14036">
              <a:extLst>
                <a:ext uri="{FF2B5EF4-FFF2-40B4-BE49-F238E27FC236}">
                  <a16:creationId xmlns:a16="http://schemas.microsoft.com/office/drawing/2014/main" id="{1984C58A-3658-0681-1645-F4AECB951168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8" name="Freeform 14037">
              <a:extLst>
                <a:ext uri="{FF2B5EF4-FFF2-40B4-BE49-F238E27FC236}">
                  <a16:creationId xmlns:a16="http://schemas.microsoft.com/office/drawing/2014/main" id="{2816751B-8D3E-C52B-47C7-71A0201220DD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39" name="Freeform 14038">
              <a:extLst>
                <a:ext uri="{FF2B5EF4-FFF2-40B4-BE49-F238E27FC236}">
                  <a16:creationId xmlns:a16="http://schemas.microsoft.com/office/drawing/2014/main" id="{D1EE28F0-418E-D9CD-9CE5-E32F843C38D9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0" name="Freeform 14039">
              <a:extLst>
                <a:ext uri="{FF2B5EF4-FFF2-40B4-BE49-F238E27FC236}">
                  <a16:creationId xmlns:a16="http://schemas.microsoft.com/office/drawing/2014/main" id="{8A7A0AB2-2008-D957-39CC-BE92CE0B267F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1" name="Freeform 14040">
              <a:extLst>
                <a:ext uri="{FF2B5EF4-FFF2-40B4-BE49-F238E27FC236}">
                  <a16:creationId xmlns:a16="http://schemas.microsoft.com/office/drawing/2014/main" id="{081AD8D6-55C3-6115-A7F9-FEAF5BC30EA7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2" name="Freeform 14041">
              <a:extLst>
                <a:ext uri="{FF2B5EF4-FFF2-40B4-BE49-F238E27FC236}">
                  <a16:creationId xmlns:a16="http://schemas.microsoft.com/office/drawing/2014/main" id="{66203A42-D52A-7045-8409-912C8F2ED23E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3" name="Freeform 14042">
              <a:extLst>
                <a:ext uri="{FF2B5EF4-FFF2-40B4-BE49-F238E27FC236}">
                  <a16:creationId xmlns:a16="http://schemas.microsoft.com/office/drawing/2014/main" id="{E2A43767-0CBA-F8DD-CC3C-9A8C8136AEF1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4" name="Freeform 14043">
              <a:extLst>
                <a:ext uri="{FF2B5EF4-FFF2-40B4-BE49-F238E27FC236}">
                  <a16:creationId xmlns:a16="http://schemas.microsoft.com/office/drawing/2014/main" id="{6200554E-C41F-4893-205F-479C49B03DD8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5" name="Freeform 14044">
              <a:extLst>
                <a:ext uri="{FF2B5EF4-FFF2-40B4-BE49-F238E27FC236}">
                  <a16:creationId xmlns:a16="http://schemas.microsoft.com/office/drawing/2014/main" id="{282CB131-EC9A-6B57-6AFF-6CDC319D23F6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6" name="Freeform 14045">
              <a:extLst>
                <a:ext uri="{FF2B5EF4-FFF2-40B4-BE49-F238E27FC236}">
                  <a16:creationId xmlns:a16="http://schemas.microsoft.com/office/drawing/2014/main" id="{E67B3D61-406A-82F8-95EE-8DB74CE3E88D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7" name="Freeform 14046">
              <a:extLst>
                <a:ext uri="{FF2B5EF4-FFF2-40B4-BE49-F238E27FC236}">
                  <a16:creationId xmlns:a16="http://schemas.microsoft.com/office/drawing/2014/main" id="{85A0F4FA-8832-1C43-C7F5-E41B40081F38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8" name="Freeform 14047">
              <a:extLst>
                <a:ext uri="{FF2B5EF4-FFF2-40B4-BE49-F238E27FC236}">
                  <a16:creationId xmlns:a16="http://schemas.microsoft.com/office/drawing/2014/main" id="{3ADA81C2-D074-2C9B-2434-F86F3B4C7BF8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49" name="Freeform 14048">
              <a:extLst>
                <a:ext uri="{FF2B5EF4-FFF2-40B4-BE49-F238E27FC236}">
                  <a16:creationId xmlns:a16="http://schemas.microsoft.com/office/drawing/2014/main" id="{76F4445E-CC62-8FD0-DC94-369CA786AD69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0" name="Freeform 14049">
              <a:extLst>
                <a:ext uri="{FF2B5EF4-FFF2-40B4-BE49-F238E27FC236}">
                  <a16:creationId xmlns:a16="http://schemas.microsoft.com/office/drawing/2014/main" id="{41FD7FAE-F028-00FC-E5E5-815B185C5446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1" name="Freeform 14050">
              <a:extLst>
                <a:ext uri="{FF2B5EF4-FFF2-40B4-BE49-F238E27FC236}">
                  <a16:creationId xmlns:a16="http://schemas.microsoft.com/office/drawing/2014/main" id="{91B6DF42-9FA4-C247-3D74-D5086E2EE65F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2" name="Freeform 14051">
              <a:extLst>
                <a:ext uri="{FF2B5EF4-FFF2-40B4-BE49-F238E27FC236}">
                  <a16:creationId xmlns:a16="http://schemas.microsoft.com/office/drawing/2014/main" id="{9D081A21-A1CB-9C13-DB6B-D9E43DEADCED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3" name="Freeform 14052">
              <a:extLst>
                <a:ext uri="{FF2B5EF4-FFF2-40B4-BE49-F238E27FC236}">
                  <a16:creationId xmlns:a16="http://schemas.microsoft.com/office/drawing/2014/main" id="{456410E6-D8E9-EFD8-8DD2-DC3AE81494BC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4" name="Freeform 14053">
              <a:extLst>
                <a:ext uri="{FF2B5EF4-FFF2-40B4-BE49-F238E27FC236}">
                  <a16:creationId xmlns:a16="http://schemas.microsoft.com/office/drawing/2014/main" id="{1EE156C3-2595-79C3-4854-016F73989ECC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5" name="Freeform 14054">
              <a:extLst>
                <a:ext uri="{FF2B5EF4-FFF2-40B4-BE49-F238E27FC236}">
                  <a16:creationId xmlns:a16="http://schemas.microsoft.com/office/drawing/2014/main" id="{38806C30-528B-BD02-42FD-D49291617665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6" name="Freeform 14055">
              <a:extLst>
                <a:ext uri="{FF2B5EF4-FFF2-40B4-BE49-F238E27FC236}">
                  <a16:creationId xmlns:a16="http://schemas.microsoft.com/office/drawing/2014/main" id="{BCC97BEF-1A05-CF2C-24AB-D4531788E19A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7" name="Freeform 14056">
              <a:extLst>
                <a:ext uri="{FF2B5EF4-FFF2-40B4-BE49-F238E27FC236}">
                  <a16:creationId xmlns:a16="http://schemas.microsoft.com/office/drawing/2014/main" id="{407B33FE-A393-9342-3497-D566928F2FB1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8" name="Freeform 14057">
              <a:extLst>
                <a:ext uri="{FF2B5EF4-FFF2-40B4-BE49-F238E27FC236}">
                  <a16:creationId xmlns:a16="http://schemas.microsoft.com/office/drawing/2014/main" id="{39759A6F-4907-AED1-5EFE-98CEEA9CF5A4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59" name="Freeform 14058">
              <a:extLst>
                <a:ext uri="{FF2B5EF4-FFF2-40B4-BE49-F238E27FC236}">
                  <a16:creationId xmlns:a16="http://schemas.microsoft.com/office/drawing/2014/main" id="{E6611AFE-9CF9-6E33-4ABC-A4E4711AA237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0" name="Freeform 14059">
              <a:extLst>
                <a:ext uri="{FF2B5EF4-FFF2-40B4-BE49-F238E27FC236}">
                  <a16:creationId xmlns:a16="http://schemas.microsoft.com/office/drawing/2014/main" id="{BCCC38C1-A6D8-B503-AA62-87A19AEF2677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1" name="Freeform 14060">
              <a:extLst>
                <a:ext uri="{FF2B5EF4-FFF2-40B4-BE49-F238E27FC236}">
                  <a16:creationId xmlns:a16="http://schemas.microsoft.com/office/drawing/2014/main" id="{6FA64F48-85F8-546F-087D-F04DEED68B19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2" name="Freeform 14061">
              <a:extLst>
                <a:ext uri="{FF2B5EF4-FFF2-40B4-BE49-F238E27FC236}">
                  <a16:creationId xmlns:a16="http://schemas.microsoft.com/office/drawing/2014/main" id="{08F230D6-8FED-ACF0-D47C-EF4422057EE0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3" name="Freeform 14062">
              <a:extLst>
                <a:ext uri="{FF2B5EF4-FFF2-40B4-BE49-F238E27FC236}">
                  <a16:creationId xmlns:a16="http://schemas.microsoft.com/office/drawing/2014/main" id="{222E19AA-16C5-91BA-160E-B7AFBF242404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4" name="Freeform 14063">
              <a:extLst>
                <a:ext uri="{FF2B5EF4-FFF2-40B4-BE49-F238E27FC236}">
                  <a16:creationId xmlns:a16="http://schemas.microsoft.com/office/drawing/2014/main" id="{9B01F50E-8853-87E2-9495-5005505AC2CA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5" name="Freeform 14064">
              <a:extLst>
                <a:ext uri="{FF2B5EF4-FFF2-40B4-BE49-F238E27FC236}">
                  <a16:creationId xmlns:a16="http://schemas.microsoft.com/office/drawing/2014/main" id="{198EC43F-593C-45EB-C6A1-290852E7A156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6" name="Freeform 14065">
              <a:extLst>
                <a:ext uri="{FF2B5EF4-FFF2-40B4-BE49-F238E27FC236}">
                  <a16:creationId xmlns:a16="http://schemas.microsoft.com/office/drawing/2014/main" id="{098FB6FE-4057-0735-5624-93516587E6BA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7" name="Freeform 14066">
              <a:extLst>
                <a:ext uri="{FF2B5EF4-FFF2-40B4-BE49-F238E27FC236}">
                  <a16:creationId xmlns:a16="http://schemas.microsoft.com/office/drawing/2014/main" id="{81D1F782-224A-9CF0-C974-5D2F7BBEC060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8" name="Freeform 14067">
              <a:extLst>
                <a:ext uri="{FF2B5EF4-FFF2-40B4-BE49-F238E27FC236}">
                  <a16:creationId xmlns:a16="http://schemas.microsoft.com/office/drawing/2014/main" id="{423FC63B-6A1B-D5E0-4F76-9E739E48DAC2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69" name="Freeform 14068">
              <a:extLst>
                <a:ext uri="{FF2B5EF4-FFF2-40B4-BE49-F238E27FC236}">
                  <a16:creationId xmlns:a16="http://schemas.microsoft.com/office/drawing/2014/main" id="{8C623350-9253-92E9-9C12-400BE32D65C7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0" name="Freeform 14069">
              <a:extLst>
                <a:ext uri="{FF2B5EF4-FFF2-40B4-BE49-F238E27FC236}">
                  <a16:creationId xmlns:a16="http://schemas.microsoft.com/office/drawing/2014/main" id="{2D2B45B1-ADD4-8AA5-BBD9-EDDA2178C3B7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1" name="Freeform 14070">
              <a:extLst>
                <a:ext uri="{FF2B5EF4-FFF2-40B4-BE49-F238E27FC236}">
                  <a16:creationId xmlns:a16="http://schemas.microsoft.com/office/drawing/2014/main" id="{423812D9-9ADE-E1A2-591E-FB670F946728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2" name="Freeform 14071">
              <a:extLst>
                <a:ext uri="{FF2B5EF4-FFF2-40B4-BE49-F238E27FC236}">
                  <a16:creationId xmlns:a16="http://schemas.microsoft.com/office/drawing/2014/main" id="{7E16268E-5CDE-BA4B-98FB-858BF6EF4BA2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3" name="Freeform 14072">
              <a:extLst>
                <a:ext uri="{FF2B5EF4-FFF2-40B4-BE49-F238E27FC236}">
                  <a16:creationId xmlns:a16="http://schemas.microsoft.com/office/drawing/2014/main" id="{8BEC8C09-7589-4CEA-036A-1B88E0B346ED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4" name="Freeform 14073">
              <a:extLst>
                <a:ext uri="{FF2B5EF4-FFF2-40B4-BE49-F238E27FC236}">
                  <a16:creationId xmlns:a16="http://schemas.microsoft.com/office/drawing/2014/main" id="{A9DD587A-F75D-1145-87DA-1C0EDD2EA20F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5" name="Freeform 14074">
              <a:extLst>
                <a:ext uri="{FF2B5EF4-FFF2-40B4-BE49-F238E27FC236}">
                  <a16:creationId xmlns:a16="http://schemas.microsoft.com/office/drawing/2014/main" id="{047337C8-03E2-30F3-37EC-67C82560ED3A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6" name="Freeform 14075">
              <a:extLst>
                <a:ext uri="{FF2B5EF4-FFF2-40B4-BE49-F238E27FC236}">
                  <a16:creationId xmlns:a16="http://schemas.microsoft.com/office/drawing/2014/main" id="{5BAC843C-0B6F-4159-4282-4112AE5F607E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7" name="Freeform 14076">
              <a:extLst>
                <a:ext uri="{FF2B5EF4-FFF2-40B4-BE49-F238E27FC236}">
                  <a16:creationId xmlns:a16="http://schemas.microsoft.com/office/drawing/2014/main" id="{A501EFC6-CD35-BFC8-308F-5C8BF59A9703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8" name="Freeform 14077">
              <a:extLst>
                <a:ext uri="{FF2B5EF4-FFF2-40B4-BE49-F238E27FC236}">
                  <a16:creationId xmlns:a16="http://schemas.microsoft.com/office/drawing/2014/main" id="{225B95D7-7309-C841-75B1-EC316834A4DF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79" name="Freeform 14078">
              <a:extLst>
                <a:ext uri="{FF2B5EF4-FFF2-40B4-BE49-F238E27FC236}">
                  <a16:creationId xmlns:a16="http://schemas.microsoft.com/office/drawing/2014/main" id="{92A8118D-EDCA-5D99-96E1-A5EB67DF7B03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0" name="Freeform 14079">
              <a:extLst>
                <a:ext uri="{FF2B5EF4-FFF2-40B4-BE49-F238E27FC236}">
                  <a16:creationId xmlns:a16="http://schemas.microsoft.com/office/drawing/2014/main" id="{7A996527-7BE8-0DAC-773A-C347719647A1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1" name="Freeform 14080">
              <a:extLst>
                <a:ext uri="{FF2B5EF4-FFF2-40B4-BE49-F238E27FC236}">
                  <a16:creationId xmlns:a16="http://schemas.microsoft.com/office/drawing/2014/main" id="{17CC4DB0-F776-143D-AC31-10758C929CA3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2" name="Freeform 14081">
              <a:extLst>
                <a:ext uri="{FF2B5EF4-FFF2-40B4-BE49-F238E27FC236}">
                  <a16:creationId xmlns:a16="http://schemas.microsoft.com/office/drawing/2014/main" id="{9F134E17-E13F-95CB-4D3F-80E3B734C5C1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3" name="Freeform 14082">
              <a:extLst>
                <a:ext uri="{FF2B5EF4-FFF2-40B4-BE49-F238E27FC236}">
                  <a16:creationId xmlns:a16="http://schemas.microsoft.com/office/drawing/2014/main" id="{304066C5-4114-2DFE-A93B-CB1690C736CE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4" name="Freeform 14083">
              <a:extLst>
                <a:ext uri="{FF2B5EF4-FFF2-40B4-BE49-F238E27FC236}">
                  <a16:creationId xmlns:a16="http://schemas.microsoft.com/office/drawing/2014/main" id="{5710D8C2-8072-08EE-2436-13E7F9B6A585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5" name="Freeform 14084">
              <a:extLst>
                <a:ext uri="{FF2B5EF4-FFF2-40B4-BE49-F238E27FC236}">
                  <a16:creationId xmlns:a16="http://schemas.microsoft.com/office/drawing/2014/main" id="{DA8F14D7-3EC7-F956-641F-803D2113FD75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6" name="Freeform 14085">
              <a:extLst>
                <a:ext uri="{FF2B5EF4-FFF2-40B4-BE49-F238E27FC236}">
                  <a16:creationId xmlns:a16="http://schemas.microsoft.com/office/drawing/2014/main" id="{DA8D91B3-4DC2-D707-5327-AD19D7E4D742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7" name="Freeform 14086">
              <a:extLst>
                <a:ext uri="{FF2B5EF4-FFF2-40B4-BE49-F238E27FC236}">
                  <a16:creationId xmlns:a16="http://schemas.microsoft.com/office/drawing/2014/main" id="{4A9E5EE2-04A4-2687-34F6-4029D387F31B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8" name="Freeform 14087">
              <a:extLst>
                <a:ext uri="{FF2B5EF4-FFF2-40B4-BE49-F238E27FC236}">
                  <a16:creationId xmlns:a16="http://schemas.microsoft.com/office/drawing/2014/main" id="{A8FB62F2-C0AB-C457-ED97-567529B59E98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9" name="Freeform 14088">
              <a:extLst>
                <a:ext uri="{FF2B5EF4-FFF2-40B4-BE49-F238E27FC236}">
                  <a16:creationId xmlns:a16="http://schemas.microsoft.com/office/drawing/2014/main" id="{FC0EC8FD-D402-DB0F-B911-6873FA61C503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0" name="Freeform 14089">
              <a:extLst>
                <a:ext uri="{FF2B5EF4-FFF2-40B4-BE49-F238E27FC236}">
                  <a16:creationId xmlns:a16="http://schemas.microsoft.com/office/drawing/2014/main" id="{A02E1039-8166-8543-B1F4-6095218565A1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1" name="Freeform 14090">
              <a:extLst>
                <a:ext uri="{FF2B5EF4-FFF2-40B4-BE49-F238E27FC236}">
                  <a16:creationId xmlns:a16="http://schemas.microsoft.com/office/drawing/2014/main" id="{83A5FB06-1CB8-C118-0959-891B01C46297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2" name="Freeform 14091">
              <a:extLst>
                <a:ext uri="{FF2B5EF4-FFF2-40B4-BE49-F238E27FC236}">
                  <a16:creationId xmlns:a16="http://schemas.microsoft.com/office/drawing/2014/main" id="{05DA3ACA-4D03-F5A8-5C35-AEA93220ADA0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3" name="Freeform 14092">
              <a:extLst>
                <a:ext uri="{FF2B5EF4-FFF2-40B4-BE49-F238E27FC236}">
                  <a16:creationId xmlns:a16="http://schemas.microsoft.com/office/drawing/2014/main" id="{84157A88-4894-B935-1E89-990CA1476B88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4" name="Freeform 14093">
              <a:extLst>
                <a:ext uri="{FF2B5EF4-FFF2-40B4-BE49-F238E27FC236}">
                  <a16:creationId xmlns:a16="http://schemas.microsoft.com/office/drawing/2014/main" id="{BCB22008-FB5A-4FDF-CB95-864293BB62C9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5" name="Freeform 14094">
              <a:extLst>
                <a:ext uri="{FF2B5EF4-FFF2-40B4-BE49-F238E27FC236}">
                  <a16:creationId xmlns:a16="http://schemas.microsoft.com/office/drawing/2014/main" id="{0BF19346-81BD-6D75-1AB3-DE80CD2CB591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6" name="Freeform 14095">
              <a:extLst>
                <a:ext uri="{FF2B5EF4-FFF2-40B4-BE49-F238E27FC236}">
                  <a16:creationId xmlns:a16="http://schemas.microsoft.com/office/drawing/2014/main" id="{EA4E1073-89F0-D906-B1B0-F63B8715B722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7" name="Freeform 14096">
              <a:extLst>
                <a:ext uri="{FF2B5EF4-FFF2-40B4-BE49-F238E27FC236}">
                  <a16:creationId xmlns:a16="http://schemas.microsoft.com/office/drawing/2014/main" id="{1E3CC78B-281E-73B1-0183-12877E600AE4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8" name="Freeform 14097">
              <a:extLst>
                <a:ext uri="{FF2B5EF4-FFF2-40B4-BE49-F238E27FC236}">
                  <a16:creationId xmlns:a16="http://schemas.microsoft.com/office/drawing/2014/main" id="{1A7C5ECB-CE0D-DEA3-5DAD-9E54D0D1C148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9" name="Freeform 14098">
              <a:extLst>
                <a:ext uri="{FF2B5EF4-FFF2-40B4-BE49-F238E27FC236}">
                  <a16:creationId xmlns:a16="http://schemas.microsoft.com/office/drawing/2014/main" id="{1BFDEEB4-DE13-A1B0-7183-701487AE59EC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0" name="Freeform 14099">
              <a:extLst>
                <a:ext uri="{FF2B5EF4-FFF2-40B4-BE49-F238E27FC236}">
                  <a16:creationId xmlns:a16="http://schemas.microsoft.com/office/drawing/2014/main" id="{0B946AD9-97CE-9AF8-7A7A-EA8913739CA2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1" name="Freeform 14100">
              <a:extLst>
                <a:ext uri="{FF2B5EF4-FFF2-40B4-BE49-F238E27FC236}">
                  <a16:creationId xmlns:a16="http://schemas.microsoft.com/office/drawing/2014/main" id="{996A0103-A108-4B15-E28A-2839B6D4BF1E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2" name="Freeform 14101">
              <a:extLst>
                <a:ext uri="{FF2B5EF4-FFF2-40B4-BE49-F238E27FC236}">
                  <a16:creationId xmlns:a16="http://schemas.microsoft.com/office/drawing/2014/main" id="{62CE8FE2-017D-2FD2-493A-56C62AAC3674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3" name="Freeform 14102">
              <a:extLst>
                <a:ext uri="{FF2B5EF4-FFF2-40B4-BE49-F238E27FC236}">
                  <a16:creationId xmlns:a16="http://schemas.microsoft.com/office/drawing/2014/main" id="{208A877F-4E0C-BEC9-72DE-50DF5C37CF77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4" name="Freeform 14103">
              <a:extLst>
                <a:ext uri="{FF2B5EF4-FFF2-40B4-BE49-F238E27FC236}">
                  <a16:creationId xmlns:a16="http://schemas.microsoft.com/office/drawing/2014/main" id="{33BCADDD-DDB4-A86C-E5B4-2E3A971C2728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5" name="Freeform 14104">
              <a:extLst>
                <a:ext uri="{FF2B5EF4-FFF2-40B4-BE49-F238E27FC236}">
                  <a16:creationId xmlns:a16="http://schemas.microsoft.com/office/drawing/2014/main" id="{3AA80D94-DA38-DA11-7959-D898AD26EB65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6" name="Freeform 14105">
              <a:extLst>
                <a:ext uri="{FF2B5EF4-FFF2-40B4-BE49-F238E27FC236}">
                  <a16:creationId xmlns:a16="http://schemas.microsoft.com/office/drawing/2014/main" id="{95FE0AAF-FCCA-0AAA-A0B5-E8112F6922F8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7" name="Freeform 14106">
              <a:extLst>
                <a:ext uri="{FF2B5EF4-FFF2-40B4-BE49-F238E27FC236}">
                  <a16:creationId xmlns:a16="http://schemas.microsoft.com/office/drawing/2014/main" id="{B1EDF763-C247-4B7E-2C9B-E58A413B8B3A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8" name="Freeform 14107">
              <a:extLst>
                <a:ext uri="{FF2B5EF4-FFF2-40B4-BE49-F238E27FC236}">
                  <a16:creationId xmlns:a16="http://schemas.microsoft.com/office/drawing/2014/main" id="{622A6398-392C-E9DF-129E-EDC65C76BE83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9" name="Freeform 14108">
              <a:extLst>
                <a:ext uri="{FF2B5EF4-FFF2-40B4-BE49-F238E27FC236}">
                  <a16:creationId xmlns:a16="http://schemas.microsoft.com/office/drawing/2014/main" id="{9F780672-76D8-2D68-0525-93FA7C8D976A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0" name="Freeform 14109">
              <a:extLst>
                <a:ext uri="{FF2B5EF4-FFF2-40B4-BE49-F238E27FC236}">
                  <a16:creationId xmlns:a16="http://schemas.microsoft.com/office/drawing/2014/main" id="{C080341B-3B06-F502-724E-36EEF0B4EEB1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1" name="Freeform 14110">
              <a:extLst>
                <a:ext uri="{FF2B5EF4-FFF2-40B4-BE49-F238E27FC236}">
                  <a16:creationId xmlns:a16="http://schemas.microsoft.com/office/drawing/2014/main" id="{494C7BC6-A87C-F5F0-F62B-3216074E81BA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2" name="Freeform 14111">
              <a:extLst>
                <a:ext uri="{FF2B5EF4-FFF2-40B4-BE49-F238E27FC236}">
                  <a16:creationId xmlns:a16="http://schemas.microsoft.com/office/drawing/2014/main" id="{2C592235-4782-0420-BDE6-E3727137FF70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3" name="Freeform 14112">
              <a:extLst>
                <a:ext uri="{FF2B5EF4-FFF2-40B4-BE49-F238E27FC236}">
                  <a16:creationId xmlns:a16="http://schemas.microsoft.com/office/drawing/2014/main" id="{65C46113-82AF-B6A5-05EF-79DB95BEF69B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4" name="Freeform 14113">
              <a:extLst>
                <a:ext uri="{FF2B5EF4-FFF2-40B4-BE49-F238E27FC236}">
                  <a16:creationId xmlns:a16="http://schemas.microsoft.com/office/drawing/2014/main" id="{60381C65-F7D9-C02A-47E6-7D957BC6B8FC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5" name="Freeform 14114">
              <a:extLst>
                <a:ext uri="{FF2B5EF4-FFF2-40B4-BE49-F238E27FC236}">
                  <a16:creationId xmlns:a16="http://schemas.microsoft.com/office/drawing/2014/main" id="{55E23F26-3826-2B9E-78B5-EBB3EAA0CC9E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6" name="Freeform 14115">
              <a:extLst>
                <a:ext uri="{FF2B5EF4-FFF2-40B4-BE49-F238E27FC236}">
                  <a16:creationId xmlns:a16="http://schemas.microsoft.com/office/drawing/2014/main" id="{0303AD7D-3849-5E30-0D03-61D9ED8062AB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7" name="Freeform 14116">
              <a:extLst>
                <a:ext uri="{FF2B5EF4-FFF2-40B4-BE49-F238E27FC236}">
                  <a16:creationId xmlns:a16="http://schemas.microsoft.com/office/drawing/2014/main" id="{1102114E-1711-6B22-60DE-D4E36EF4BEDC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8" name="Freeform 14117">
              <a:extLst>
                <a:ext uri="{FF2B5EF4-FFF2-40B4-BE49-F238E27FC236}">
                  <a16:creationId xmlns:a16="http://schemas.microsoft.com/office/drawing/2014/main" id="{1931CEE5-B75B-F661-9B1C-820E5DB46B87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9" name="Freeform 14118">
              <a:extLst>
                <a:ext uri="{FF2B5EF4-FFF2-40B4-BE49-F238E27FC236}">
                  <a16:creationId xmlns:a16="http://schemas.microsoft.com/office/drawing/2014/main" id="{4A855DDB-884B-683E-8A3C-EFBF22E22A4F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0" name="Freeform 14119">
              <a:extLst>
                <a:ext uri="{FF2B5EF4-FFF2-40B4-BE49-F238E27FC236}">
                  <a16:creationId xmlns:a16="http://schemas.microsoft.com/office/drawing/2014/main" id="{160CD682-FD52-2B0E-41C2-48FB36C8B94F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1" name="Freeform 14120">
              <a:extLst>
                <a:ext uri="{FF2B5EF4-FFF2-40B4-BE49-F238E27FC236}">
                  <a16:creationId xmlns:a16="http://schemas.microsoft.com/office/drawing/2014/main" id="{11F76E05-A1BC-1336-7DF3-2C1D2078C92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2" name="Freeform 14121">
              <a:extLst>
                <a:ext uri="{FF2B5EF4-FFF2-40B4-BE49-F238E27FC236}">
                  <a16:creationId xmlns:a16="http://schemas.microsoft.com/office/drawing/2014/main" id="{84584395-911A-5629-56DE-1576F4BA155D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3" name="Freeform 14122">
              <a:extLst>
                <a:ext uri="{FF2B5EF4-FFF2-40B4-BE49-F238E27FC236}">
                  <a16:creationId xmlns:a16="http://schemas.microsoft.com/office/drawing/2014/main" id="{90CB8BF2-D01E-C29E-870D-D49C8BB72D23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4" name="Freeform 14123">
              <a:extLst>
                <a:ext uri="{FF2B5EF4-FFF2-40B4-BE49-F238E27FC236}">
                  <a16:creationId xmlns:a16="http://schemas.microsoft.com/office/drawing/2014/main" id="{63B4B670-6D24-22C1-8346-39588209D433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5" name="Freeform 14124">
              <a:extLst>
                <a:ext uri="{FF2B5EF4-FFF2-40B4-BE49-F238E27FC236}">
                  <a16:creationId xmlns:a16="http://schemas.microsoft.com/office/drawing/2014/main" id="{D2ECA587-1052-23E6-715B-75AB50F3FB98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6" name="Freeform 14125">
              <a:extLst>
                <a:ext uri="{FF2B5EF4-FFF2-40B4-BE49-F238E27FC236}">
                  <a16:creationId xmlns:a16="http://schemas.microsoft.com/office/drawing/2014/main" id="{CF8A48CB-C812-4EFE-EB77-06925D2E9002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7" name="Freeform 14126">
              <a:extLst>
                <a:ext uri="{FF2B5EF4-FFF2-40B4-BE49-F238E27FC236}">
                  <a16:creationId xmlns:a16="http://schemas.microsoft.com/office/drawing/2014/main" id="{7EC7BE93-68D3-1896-EF9A-BC0EC173E0D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8" name="Freeform 14127">
              <a:extLst>
                <a:ext uri="{FF2B5EF4-FFF2-40B4-BE49-F238E27FC236}">
                  <a16:creationId xmlns:a16="http://schemas.microsoft.com/office/drawing/2014/main" id="{97675A72-2A7F-BFF6-53CC-8F74C0E30317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9" name="Freeform 14128">
              <a:extLst>
                <a:ext uri="{FF2B5EF4-FFF2-40B4-BE49-F238E27FC236}">
                  <a16:creationId xmlns:a16="http://schemas.microsoft.com/office/drawing/2014/main" id="{CD2C4B23-6C90-821E-3B26-AFDB38167A0F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0" name="Freeform 14129">
              <a:extLst>
                <a:ext uri="{FF2B5EF4-FFF2-40B4-BE49-F238E27FC236}">
                  <a16:creationId xmlns:a16="http://schemas.microsoft.com/office/drawing/2014/main" id="{7A0ABEC8-4F9F-6D21-7A91-2FC32CAF51A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1" name="Freeform 14130">
              <a:extLst>
                <a:ext uri="{FF2B5EF4-FFF2-40B4-BE49-F238E27FC236}">
                  <a16:creationId xmlns:a16="http://schemas.microsoft.com/office/drawing/2014/main" id="{2D69622E-9F90-38CC-2E9B-DA076468CE77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2" name="Freeform 14131">
              <a:extLst>
                <a:ext uri="{FF2B5EF4-FFF2-40B4-BE49-F238E27FC236}">
                  <a16:creationId xmlns:a16="http://schemas.microsoft.com/office/drawing/2014/main" id="{927C6880-9F10-57C0-172C-663409E3DEE3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3" name="Freeform 14132">
              <a:extLst>
                <a:ext uri="{FF2B5EF4-FFF2-40B4-BE49-F238E27FC236}">
                  <a16:creationId xmlns:a16="http://schemas.microsoft.com/office/drawing/2014/main" id="{BBE0BE25-E0E3-01FD-138B-9E55BB66B265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4" name="Freeform 14133">
              <a:extLst>
                <a:ext uri="{FF2B5EF4-FFF2-40B4-BE49-F238E27FC236}">
                  <a16:creationId xmlns:a16="http://schemas.microsoft.com/office/drawing/2014/main" id="{ED304A8A-9687-4B88-3254-229493067E33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5" name="Freeform 14134">
              <a:extLst>
                <a:ext uri="{FF2B5EF4-FFF2-40B4-BE49-F238E27FC236}">
                  <a16:creationId xmlns:a16="http://schemas.microsoft.com/office/drawing/2014/main" id="{1858FF7C-D8E4-9167-5091-AA2AAC221724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6" name="Freeform 14135">
              <a:extLst>
                <a:ext uri="{FF2B5EF4-FFF2-40B4-BE49-F238E27FC236}">
                  <a16:creationId xmlns:a16="http://schemas.microsoft.com/office/drawing/2014/main" id="{219B071F-0BC0-5C0B-5A32-8C644D920057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7" name="Freeform 14136">
              <a:extLst>
                <a:ext uri="{FF2B5EF4-FFF2-40B4-BE49-F238E27FC236}">
                  <a16:creationId xmlns:a16="http://schemas.microsoft.com/office/drawing/2014/main" id="{2BA874DA-16EF-19E5-54D1-F2DB86757424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8" name="Freeform 14137">
              <a:extLst>
                <a:ext uri="{FF2B5EF4-FFF2-40B4-BE49-F238E27FC236}">
                  <a16:creationId xmlns:a16="http://schemas.microsoft.com/office/drawing/2014/main" id="{77DF45AE-5061-BBA9-7DB1-7866D8548826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9" name="Freeform 14138">
              <a:extLst>
                <a:ext uri="{FF2B5EF4-FFF2-40B4-BE49-F238E27FC236}">
                  <a16:creationId xmlns:a16="http://schemas.microsoft.com/office/drawing/2014/main" id="{887E80DF-5AB1-EDB9-D0FD-67AF914C94C3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0" name="Freeform 14139">
              <a:extLst>
                <a:ext uri="{FF2B5EF4-FFF2-40B4-BE49-F238E27FC236}">
                  <a16:creationId xmlns:a16="http://schemas.microsoft.com/office/drawing/2014/main" id="{CE9F0234-3D46-1C9A-666A-E7A6DBB8FCB6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1" name="Freeform 14140">
              <a:extLst>
                <a:ext uri="{FF2B5EF4-FFF2-40B4-BE49-F238E27FC236}">
                  <a16:creationId xmlns:a16="http://schemas.microsoft.com/office/drawing/2014/main" id="{252AAD42-304F-F680-5109-A86296F324D6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2" name="Freeform 14141">
              <a:extLst>
                <a:ext uri="{FF2B5EF4-FFF2-40B4-BE49-F238E27FC236}">
                  <a16:creationId xmlns:a16="http://schemas.microsoft.com/office/drawing/2014/main" id="{00E42143-56C1-1275-48A8-2D406A7CC204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3" name="Freeform 14142">
              <a:extLst>
                <a:ext uri="{FF2B5EF4-FFF2-40B4-BE49-F238E27FC236}">
                  <a16:creationId xmlns:a16="http://schemas.microsoft.com/office/drawing/2014/main" id="{8D5B46AD-7327-2C79-4767-6E3D535BBB79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4" name="Freeform 14143">
              <a:extLst>
                <a:ext uri="{FF2B5EF4-FFF2-40B4-BE49-F238E27FC236}">
                  <a16:creationId xmlns:a16="http://schemas.microsoft.com/office/drawing/2014/main" id="{280CE005-711E-BF3E-18F5-C86CCEDD14A3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5" name="Freeform 14144">
              <a:extLst>
                <a:ext uri="{FF2B5EF4-FFF2-40B4-BE49-F238E27FC236}">
                  <a16:creationId xmlns:a16="http://schemas.microsoft.com/office/drawing/2014/main" id="{179B3610-7AD2-A131-93A3-97DA76B0BA5E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6" name="Freeform 14145">
              <a:extLst>
                <a:ext uri="{FF2B5EF4-FFF2-40B4-BE49-F238E27FC236}">
                  <a16:creationId xmlns:a16="http://schemas.microsoft.com/office/drawing/2014/main" id="{6BD86622-EC41-FF11-8991-3D2D9BA7B6FD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7" name="Freeform 14146">
              <a:extLst>
                <a:ext uri="{FF2B5EF4-FFF2-40B4-BE49-F238E27FC236}">
                  <a16:creationId xmlns:a16="http://schemas.microsoft.com/office/drawing/2014/main" id="{047B341B-F84B-006C-65D0-B75B0136EDD6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8" name="Freeform 14147">
              <a:extLst>
                <a:ext uri="{FF2B5EF4-FFF2-40B4-BE49-F238E27FC236}">
                  <a16:creationId xmlns:a16="http://schemas.microsoft.com/office/drawing/2014/main" id="{10A06F77-8CF9-6A47-7443-677E96A0502A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9" name="Freeform 14148">
              <a:extLst>
                <a:ext uri="{FF2B5EF4-FFF2-40B4-BE49-F238E27FC236}">
                  <a16:creationId xmlns:a16="http://schemas.microsoft.com/office/drawing/2014/main" id="{7CC4C487-9B1F-5E5A-55F9-BADCC668E8E8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0" name="Freeform 14149">
              <a:extLst>
                <a:ext uri="{FF2B5EF4-FFF2-40B4-BE49-F238E27FC236}">
                  <a16:creationId xmlns:a16="http://schemas.microsoft.com/office/drawing/2014/main" id="{567C45BA-E463-ADB5-6E55-0AF4275BD850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1" name="Freeform 14150">
              <a:extLst>
                <a:ext uri="{FF2B5EF4-FFF2-40B4-BE49-F238E27FC236}">
                  <a16:creationId xmlns:a16="http://schemas.microsoft.com/office/drawing/2014/main" id="{5639704D-0EE2-ECD3-6050-737057F15557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2" name="Freeform 14151">
              <a:extLst>
                <a:ext uri="{FF2B5EF4-FFF2-40B4-BE49-F238E27FC236}">
                  <a16:creationId xmlns:a16="http://schemas.microsoft.com/office/drawing/2014/main" id="{2C264A51-B253-322F-7B18-817CD9DE2AF4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3" name="Freeform 14152">
              <a:extLst>
                <a:ext uri="{FF2B5EF4-FFF2-40B4-BE49-F238E27FC236}">
                  <a16:creationId xmlns:a16="http://schemas.microsoft.com/office/drawing/2014/main" id="{85432788-EE8B-BF8B-73E6-24E6BC91423F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4" name="Freeform 14153">
              <a:extLst>
                <a:ext uri="{FF2B5EF4-FFF2-40B4-BE49-F238E27FC236}">
                  <a16:creationId xmlns:a16="http://schemas.microsoft.com/office/drawing/2014/main" id="{16EEA317-E0B7-49E9-A56D-C2724B03B798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5" name="Freeform 14154">
              <a:extLst>
                <a:ext uri="{FF2B5EF4-FFF2-40B4-BE49-F238E27FC236}">
                  <a16:creationId xmlns:a16="http://schemas.microsoft.com/office/drawing/2014/main" id="{7EEFA271-CA14-5ED8-83BB-3515A2891665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6" name="Freeform 14155">
              <a:extLst>
                <a:ext uri="{FF2B5EF4-FFF2-40B4-BE49-F238E27FC236}">
                  <a16:creationId xmlns:a16="http://schemas.microsoft.com/office/drawing/2014/main" id="{D8B44B18-4086-497C-9C89-08DEAC3B893F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7" name="Freeform 14156">
              <a:extLst>
                <a:ext uri="{FF2B5EF4-FFF2-40B4-BE49-F238E27FC236}">
                  <a16:creationId xmlns:a16="http://schemas.microsoft.com/office/drawing/2014/main" id="{583197AC-5580-4C85-F9C0-6B88CE6BC8D4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8" name="Freeform 14157">
              <a:extLst>
                <a:ext uri="{FF2B5EF4-FFF2-40B4-BE49-F238E27FC236}">
                  <a16:creationId xmlns:a16="http://schemas.microsoft.com/office/drawing/2014/main" id="{FBEDCBB4-94BD-6737-C5E6-B0C1BA908186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9" name="Freeform 14158">
              <a:extLst>
                <a:ext uri="{FF2B5EF4-FFF2-40B4-BE49-F238E27FC236}">
                  <a16:creationId xmlns:a16="http://schemas.microsoft.com/office/drawing/2014/main" id="{CF3AEE59-720F-DF56-ED64-A7C8C2A78E38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0" name="Freeform 14159">
              <a:extLst>
                <a:ext uri="{FF2B5EF4-FFF2-40B4-BE49-F238E27FC236}">
                  <a16:creationId xmlns:a16="http://schemas.microsoft.com/office/drawing/2014/main" id="{59FFE6D5-08AD-60AB-9472-DABC2B8C681E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1" name="Freeform 14160">
              <a:extLst>
                <a:ext uri="{FF2B5EF4-FFF2-40B4-BE49-F238E27FC236}">
                  <a16:creationId xmlns:a16="http://schemas.microsoft.com/office/drawing/2014/main" id="{A914628E-8AB1-314E-07FF-D04AB7F191E8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2" name="Freeform 14161">
              <a:extLst>
                <a:ext uri="{FF2B5EF4-FFF2-40B4-BE49-F238E27FC236}">
                  <a16:creationId xmlns:a16="http://schemas.microsoft.com/office/drawing/2014/main" id="{E2A830BC-ECA2-9A22-6F67-B5F6E6F1CC43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3" name="Freeform 14162">
              <a:extLst>
                <a:ext uri="{FF2B5EF4-FFF2-40B4-BE49-F238E27FC236}">
                  <a16:creationId xmlns:a16="http://schemas.microsoft.com/office/drawing/2014/main" id="{3F5867F6-354B-D7B6-5B48-74E30168C405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4" name="Freeform 14163">
              <a:extLst>
                <a:ext uri="{FF2B5EF4-FFF2-40B4-BE49-F238E27FC236}">
                  <a16:creationId xmlns:a16="http://schemas.microsoft.com/office/drawing/2014/main" id="{ADF29873-1894-C3B8-DE33-3E66DD94A0CE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5" name="Freeform 14164">
              <a:extLst>
                <a:ext uri="{FF2B5EF4-FFF2-40B4-BE49-F238E27FC236}">
                  <a16:creationId xmlns:a16="http://schemas.microsoft.com/office/drawing/2014/main" id="{DCD7F62A-E8D7-76C8-2F49-CD0670179462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6" name="Freeform 14165">
              <a:extLst>
                <a:ext uri="{FF2B5EF4-FFF2-40B4-BE49-F238E27FC236}">
                  <a16:creationId xmlns:a16="http://schemas.microsoft.com/office/drawing/2014/main" id="{3B34C9B2-1AA2-BAA6-2E21-5C6FEC765723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7" name="Freeform 14166">
              <a:extLst>
                <a:ext uri="{FF2B5EF4-FFF2-40B4-BE49-F238E27FC236}">
                  <a16:creationId xmlns:a16="http://schemas.microsoft.com/office/drawing/2014/main" id="{5351269A-C877-9F67-A3A3-239FAE6DFBF8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8" name="Freeform 14167">
              <a:extLst>
                <a:ext uri="{FF2B5EF4-FFF2-40B4-BE49-F238E27FC236}">
                  <a16:creationId xmlns:a16="http://schemas.microsoft.com/office/drawing/2014/main" id="{3DF98654-E360-81CB-1D44-6126B946B844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9" name="Freeform 14168">
              <a:extLst>
                <a:ext uri="{FF2B5EF4-FFF2-40B4-BE49-F238E27FC236}">
                  <a16:creationId xmlns:a16="http://schemas.microsoft.com/office/drawing/2014/main" id="{DADD0E63-04CC-EC20-4E0A-33B496789AD3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0" name="Freeform 14169">
              <a:extLst>
                <a:ext uri="{FF2B5EF4-FFF2-40B4-BE49-F238E27FC236}">
                  <a16:creationId xmlns:a16="http://schemas.microsoft.com/office/drawing/2014/main" id="{BBB8587B-1B1F-6B74-78F3-5A009EBC1EC8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1" name="Freeform 14170">
              <a:extLst>
                <a:ext uri="{FF2B5EF4-FFF2-40B4-BE49-F238E27FC236}">
                  <a16:creationId xmlns:a16="http://schemas.microsoft.com/office/drawing/2014/main" id="{2E8C697B-E7CF-0CE0-4F9E-33441A3143A8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2" name="Freeform 14171">
              <a:extLst>
                <a:ext uri="{FF2B5EF4-FFF2-40B4-BE49-F238E27FC236}">
                  <a16:creationId xmlns:a16="http://schemas.microsoft.com/office/drawing/2014/main" id="{E8D18DC3-BF2D-F8B0-E529-D42F3FCA2142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3" name="Freeform 14172">
              <a:extLst>
                <a:ext uri="{FF2B5EF4-FFF2-40B4-BE49-F238E27FC236}">
                  <a16:creationId xmlns:a16="http://schemas.microsoft.com/office/drawing/2014/main" id="{E4926EAE-5B4F-50B8-68C5-FDAB371BD320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4" name="Freeform 14173">
              <a:extLst>
                <a:ext uri="{FF2B5EF4-FFF2-40B4-BE49-F238E27FC236}">
                  <a16:creationId xmlns:a16="http://schemas.microsoft.com/office/drawing/2014/main" id="{BE9EE48A-319A-3E79-27EA-F3B852F1583D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5" name="Freeform 14174">
              <a:extLst>
                <a:ext uri="{FF2B5EF4-FFF2-40B4-BE49-F238E27FC236}">
                  <a16:creationId xmlns:a16="http://schemas.microsoft.com/office/drawing/2014/main" id="{DBEE8888-E2A4-3221-E66E-E9CA1A6D837A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6" name="Freeform 14175">
              <a:extLst>
                <a:ext uri="{FF2B5EF4-FFF2-40B4-BE49-F238E27FC236}">
                  <a16:creationId xmlns:a16="http://schemas.microsoft.com/office/drawing/2014/main" id="{D456D96C-C3CC-F8F2-3B0D-679CA25773A8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7" name="Freeform 14176">
              <a:extLst>
                <a:ext uri="{FF2B5EF4-FFF2-40B4-BE49-F238E27FC236}">
                  <a16:creationId xmlns:a16="http://schemas.microsoft.com/office/drawing/2014/main" id="{E3353F6D-AAD2-B4CD-5550-D79373D6E61A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8" name="Freeform 14177">
              <a:extLst>
                <a:ext uri="{FF2B5EF4-FFF2-40B4-BE49-F238E27FC236}">
                  <a16:creationId xmlns:a16="http://schemas.microsoft.com/office/drawing/2014/main" id="{8B66D7DD-B6EA-19BD-1659-AF68110B5E10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9" name="Freeform 14178">
              <a:extLst>
                <a:ext uri="{FF2B5EF4-FFF2-40B4-BE49-F238E27FC236}">
                  <a16:creationId xmlns:a16="http://schemas.microsoft.com/office/drawing/2014/main" id="{38402D4E-181A-9BFB-E411-14483561C502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0" name="Freeform 14179">
              <a:extLst>
                <a:ext uri="{FF2B5EF4-FFF2-40B4-BE49-F238E27FC236}">
                  <a16:creationId xmlns:a16="http://schemas.microsoft.com/office/drawing/2014/main" id="{A1CCD688-AF2A-28C6-3842-CD67C1F24352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1" name="Freeform 14180">
              <a:extLst>
                <a:ext uri="{FF2B5EF4-FFF2-40B4-BE49-F238E27FC236}">
                  <a16:creationId xmlns:a16="http://schemas.microsoft.com/office/drawing/2014/main" id="{721BCD92-7729-C2C4-C508-E7E85A3E5D91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2" name="Freeform 14181">
              <a:extLst>
                <a:ext uri="{FF2B5EF4-FFF2-40B4-BE49-F238E27FC236}">
                  <a16:creationId xmlns:a16="http://schemas.microsoft.com/office/drawing/2014/main" id="{A22798C1-E4F1-449E-0DDE-BF6788FC380B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3" name="Freeform 14182">
              <a:extLst>
                <a:ext uri="{FF2B5EF4-FFF2-40B4-BE49-F238E27FC236}">
                  <a16:creationId xmlns:a16="http://schemas.microsoft.com/office/drawing/2014/main" id="{A61BCED8-A172-6967-6690-407003D23A8E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4" name="Freeform 14183">
              <a:extLst>
                <a:ext uri="{FF2B5EF4-FFF2-40B4-BE49-F238E27FC236}">
                  <a16:creationId xmlns:a16="http://schemas.microsoft.com/office/drawing/2014/main" id="{66609047-3AE1-DC15-EE55-28F0B8E57181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5" name="Freeform 14184">
              <a:extLst>
                <a:ext uri="{FF2B5EF4-FFF2-40B4-BE49-F238E27FC236}">
                  <a16:creationId xmlns:a16="http://schemas.microsoft.com/office/drawing/2014/main" id="{D2BB1B46-B2F1-CD11-F88F-3AFFFB593EA6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6" name="Freeform 14185">
              <a:extLst>
                <a:ext uri="{FF2B5EF4-FFF2-40B4-BE49-F238E27FC236}">
                  <a16:creationId xmlns:a16="http://schemas.microsoft.com/office/drawing/2014/main" id="{9B68B649-6B54-29FC-3766-1B6A2AE1C9CF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7" name="Freeform 14186">
              <a:extLst>
                <a:ext uri="{FF2B5EF4-FFF2-40B4-BE49-F238E27FC236}">
                  <a16:creationId xmlns:a16="http://schemas.microsoft.com/office/drawing/2014/main" id="{1B309F65-BF7D-FCC9-9AAE-AA524FB1C469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8" name="Freeform 14187">
              <a:extLst>
                <a:ext uri="{FF2B5EF4-FFF2-40B4-BE49-F238E27FC236}">
                  <a16:creationId xmlns:a16="http://schemas.microsoft.com/office/drawing/2014/main" id="{3BA5180A-40B3-7F59-CC85-B040D6899672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9" name="Freeform 14188">
              <a:extLst>
                <a:ext uri="{FF2B5EF4-FFF2-40B4-BE49-F238E27FC236}">
                  <a16:creationId xmlns:a16="http://schemas.microsoft.com/office/drawing/2014/main" id="{B6EFBC26-5D17-CA44-2FC7-E9966186C6B5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0" name="Freeform 14189">
              <a:extLst>
                <a:ext uri="{FF2B5EF4-FFF2-40B4-BE49-F238E27FC236}">
                  <a16:creationId xmlns:a16="http://schemas.microsoft.com/office/drawing/2014/main" id="{3D610275-13F0-1F55-09C6-6B76FA5F3883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1" name="Freeform 14190">
              <a:extLst>
                <a:ext uri="{FF2B5EF4-FFF2-40B4-BE49-F238E27FC236}">
                  <a16:creationId xmlns:a16="http://schemas.microsoft.com/office/drawing/2014/main" id="{6CFEB49A-6A1C-B9CE-3980-F3C1767EA8CB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2" name="Freeform 14191">
              <a:extLst>
                <a:ext uri="{FF2B5EF4-FFF2-40B4-BE49-F238E27FC236}">
                  <a16:creationId xmlns:a16="http://schemas.microsoft.com/office/drawing/2014/main" id="{3074A2FC-2B89-86EF-2C15-11D88C5BA124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3" name="Freeform 14192">
              <a:extLst>
                <a:ext uri="{FF2B5EF4-FFF2-40B4-BE49-F238E27FC236}">
                  <a16:creationId xmlns:a16="http://schemas.microsoft.com/office/drawing/2014/main" id="{697259B3-3190-2C58-3D51-09DC6450264B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4" name="Freeform 14193">
              <a:extLst>
                <a:ext uri="{FF2B5EF4-FFF2-40B4-BE49-F238E27FC236}">
                  <a16:creationId xmlns:a16="http://schemas.microsoft.com/office/drawing/2014/main" id="{0DC11E2E-A8BE-1866-989C-76B2C5ED128E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5" name="Freeform 14194">
              <a:extLst>
                <a:ext uri="{FF2B5EF4-FFF2-40B4-BE49-F238E27FC236}">
                  <a16:creationId xmlns:a16="http://schemas.microsoft.com/office/drawing/2014/main" id="{603C1093-9640-FED1-05F7-6AB00E706991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6" name="Freeform 14195">
              <a:extLst>
                <a:ext uri="{FF2B5EF4-FFF2-40B4-BE49-F238E27FC236}">
                  <a16:creationId xmlns:a16="http://schemas.microsoft.com/office/drawing/2014/main" id="{88DF6B0D-C62C-858A-E71C-5A81BD22F3F8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7" name="Freeform 14196">
              <a:extLst>
                <a:ext uri="{FF2B5EF4-FFF2-40B4-BE49-F238E27FC236}">
                  <a16:creationId xmlns:a16="http://schemas.microsoft.com/office/drawing/2014/main" id="{753DB04A-F22E-082E-63C8-4368DA43FA3D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8" name="Freeform 14197">
              <a:extLst>
                <a:ext uri="{FF2B5EF4-FFF2-40B4-BE49-F238E27FC236}">
                  <a16:creationId xmlns:a16="http://schemas.microsoft.com/office/drawing/2014/main" id="{E9D5E1A2-8FD0-585E-34D7-0FB5CB63C5A8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9" name="Freeform 14198">
              <a:extLst>
                <a:ext uri="{FF2B5EF4-FFF2-40B4-BE49-F238E27FC236}">
                  <a16:creationId xmlns:a16="http://schemas.microsoft.com/office/drawing/2014/main" id="{90802849-6531-F407-1E75-96E0D37CE850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0" name="Freeform 14199">
              <a:extLst>
                <a:ext uri="{FF2B5EF4-FFF2-40B4-BE49-F238E27FC236}">
                  <a16:creationId xmlns:a16="http://schemas.microsoft.com/office/drawing/2014/main" id="{A5326DBF-3F83-257E-D61D-7574DB9D7E51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1" name="Freeform 14200">
              <a:extLst>
                <a:ext uri="{FF2B5EF4-FFF2-40B4-BE49-F238E27FC236}">
                  <a16:creationId xmlns:a16="http://schemas.microsoft.com/office/drawing/2014/main" id="{2A8A5FDC-3AB0-CE98-A5F6-747F05E8FE9F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2" name="Freeform 14201">
              <a:extLst>
                <a:ext uri="{FF2B5EF4-FFF2-40B4-BE49-F238E27FC236}">
                  <a16:creationId xmlns:a16="http://schemas.microsoft.com/office/drawing/2014/main" id="{F68D303A-4621-25AF-6F95-4676313B79C3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3" name="Freeform 14202">
              <a:extLst>
                <a:ext uri="{FF2B5EF4-FFF2-40B4-BE49-F238E27FC236}">
                  <a16:creationId xmlns:a16="http://schemas.microsoft.com/office/drawing/2014/main" id="{EB5EB63D-CB4B-B635-9135-DEA2023F8690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4" name="Freeform 14203">
              <a:extLst>
                <a:ext uri="{FF2B5EF4-FFF2-40B4-BE49-F238E27FC236}">
                  <a16:creationId xmlns:a16="http://schemas.microsoft.com/office/drawing/2014/main" id="{D6001BC7-0BC0-FEF2-9970-08258335CB7B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5" name="Freeform 14204">
              <a:extLst>
                <a:ext uri="{FF2B5EF4-FFF2-40B4-BE49-F238E27FC236}">
                  <a16:creationId xmlns:a16="http://schemas.microsoft.com/office/drawing/2014/main" id="{F0F0270E-1D86-EE4D-4833-F8B51EA82C5A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6" name="Freeform 14205">
              <a:extLst>
                <a:ext uri="{FF2B5EF4-FFF2-40B4-BE49-F238E27FC236}">
                  <a16:creationId xmlns:a16="http://schemas.microsoft.com/office/drawing/2014/main" id="{C492038A-72B5-0AAB-9899-CE66C9BFAFE5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7" name="Freeform 14206">
              <a:extLst>
                <a:ext uri="{FF2B5EF4-FFF2-40B4-BE49-F238E27FC236}">
                  <a16:creationId xmlns:a16="http://schemas.microsoft.com/office/drawing/2014/main" id="{7F618DF2-0E41-1615-8BE0-89CEB36EFD9B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8" name="Freeform 14207">
              <a:extLst>
                <a:ext uri="{FF2B5EF4-FFF2-40B4-BE49-F238E27FC236}">
                  <a16:creationId xmlns:a16="http://schemas.microsoft.com/office/drawing/2014/main" id="{F1416920-0E86-A25E-BFD4-C3FB9AA7AF85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9" name="Freeform 14208">
              <a:extLst>
                <a:ext uri="{FF2B5EF4-FFF2-40B4-BE49-F238E27FC236}">
                  <a16:creationId xmlns:a16="http://schemas.microsoft.com/office/drawing/2014/main" id="{89885946-C908-84D2-79B9-E3DDAD138101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0" name="Freeform 14209">
              <a:extLst>
                <a:ext uri="{FF2B5EF4-FFF2-40B4-BE49-F238E27FC236}">
                  <a16:creationId xmlns:a16="http://schemas.microsoft.com/office/drawing/2014/main" id="{9532A4DB-109A-CA92-FFA5-080E317DF8C5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1" name="Freeform 14210">
              <a:extLst>
                <a:ext uri="{FF2B5EF4-FFF2-40B4-BE49-F238E27FC236}">
                  <a16:creationId xmlns:a16="http://schemas.microsoft.com/office/drawing/2014/main" id="{BC16DCBD-CEA7-7F90-4B61-800158B23B63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2" name="Freeform 14211">
              <a:extLst>
                <a:ext uri="{FF2B5EF4-FFF2-40B4-BE49-F238E27FC236}">
                  <a16:creationId xmlns:a16="http://schemas.microsoft.com/office/drawing/2014/main" id="{5D6A4D14-9B5E-CD93-7F12-705253798BA9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3" name="Freeform 14212">
              <a:extLst>
                <a:ext uri="{FF2B5EF4-FFF2-40B4-BE49-F238E27FC236}">
                  <a16:creationId xmlns:a16="http://schemas.microsoft.com/office/drawing/2014/main" id="{C18D33CC-AD30-037B-8E9B-7DC6ADD35401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4" name="Freeform 14213">
              <a:extLst>
                <a:ext uri="{FF2B5EF4-FFF2-40B4-BE49-F238E27FC236}">
                  <a16:creationId xmlns:a16="http://schemas.microsoft.com/office/drawing/2014/main" id="{865558A6-651F-A9EF-C6FD-BA4761AC3122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5" name="Freeform 14214">
              <a:extLst>
                <a:ext uri="{FF2B5EF4-FFF2-40B4-BE49-F238E27FC236}">
                  <a16:creationId xmlns:a16="http://schemas.microsoft.com/office/drawing/2014/main" id="{58D9E6A8-4A79-1651-816C-7C7E6662B491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6" name="Freeform 14215">
              <a:extLst>
                <a:ext uri="{FF2B5EF4-FFF2-40B4-BE49-F238E27FC236}">
                  <a16:creationId xmlns:a16="http://schemas.microsoft.com/office/drawing/2014/main" id="{965972AB-EB3A-71E9-B21D-BCCB41370D05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7" name="Freeform 14216">
              <a:extLst>
                <a:ext uri="{FF2B5EF4-FFF2-40B4-BE49-F238E27FC236}">
                  <a16:creationId xmlns:a16="http://schemas.microsoft.com/office/drawing/2014/main" id="{19013F32-E8DD-EE43-AA91-F0F5CDF7E6D7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8" name="Freeform 14217">
              <a:extLst>
                <a:ext uri="{FF2B5EF4-FFF2-40B4-BE49-F238E27FC236}">
                  <a16:creationId xmlns:a16="http://schemas.microsoft.com/office/drawing/2014/main" id="{6593B7EA-79F6-DE99-6BC7-6376045D4BC5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9" name="Freeform 14218">
              <a:extLst>
                <a:ext uri="{FF2B5EF4-FFF2-40B4-BE49-F238E27FC236}">
                  <a16:creationId xmlns:a16="http://schemas.microsoft.com/office/drawing/2014/main" id="{DF75DD92-54A5-217F-B7CA-8A7EBF10BEA3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0" name="Freeform 14219">
              <a:extLst>
                <a:ext uri="{FF2B5EF4-FFF2-40B4-BE49-F238E27FC236}">
                  <a16:creationId xmlns:a16="http://schemas.microsoft.com/office/drawing/2014/main" id="{4C5656F5-0D47-74D9-0269-D843A2AE94D5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1" name="Freeform 14220">
              <a:extLst>
                <a:ext uri="{FF2B5EF4-FFF2-40B4-BE49-F238E27FC236}">
                  <a16:creationId xmlns:a16="http://schemas.microsoft.com/office/drawing/2014/main" id="{93D99478-B991-CCB5-3C93-A563363BA4F6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2" name="Freeform 14221">
              <a:extLst>
                <a:ext uri="{FF2B5EF4-FFF2-40B4-BE49-F238E27FC236}">
                  <a16:creationId xmlns:a16="http://schemas.microsoft.com/office/drawing/2014/main" id="{4F2E5A8E-E83E-9FB4-0376-E23593DF804C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3" name="Freeform 14222">
              <a:extLst>
                <a:ext uri="{FF2B5EF4-FFF2-40B4-BE49-F238E27FC236}">
                  <a16:creationId xmlns:a16="http://schemas.microsoft.com/office/drawing/2014/main" id="{5901C670-BCCA-1681-D225-D210BFAA43E2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4" name="Freeform 14223">
              <a:extLst>
                <a:ext uri="{FF2B5EF4-FFF2-40B4-BE49-F238E27FC236}">
                  <a16:creationId xmlns:a16="http://schemas.microsoft.com/office/drawing/2014/main" id="{69A23C16-FA3F-C5FA-27F6-EDA13AB2A820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5" name="Freeform 14224">
              <a:extLst>
                <a:ext uri="{FF2B5EF4-FFF2-40B4-BE49-F238E27FC236}">
                  <a16:creationId xmlns:a16="http://schemas.microsoft.com/office/drawing/2014/main" id="{060FABD2-EADD-4D88-2B9B-83B7DAA3BEAE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6" name="Freeform 14225">
              <a:extLst>
                <a:ext uri="{FF2B5EF4-FFF2-40B4-BE49-F238E27FC236}">
                  <a16:creationId xmlns:a16="http://schemas.microsoft.com/office/drawing/2014/main" id="{7ADBA8C5-02DD-7A39-F5E5-F687AF8A012A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7" name="Freeform 14226">
              <a:extLst>
                <a:ext uri="{FF2B5EF4-FFF2-40B4-BE49-F238E27FC236}">
                  <a16:creationId xmlns:a16="http://schemas.microsoft.com/office/drawing/2014/main" id="{BE3A6B32-B822-1FB6-8FCF-433CAAF7CF53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8" name="Freeform 14227">
              <a:extLst>
                <a:ext uri="{FF2B5EF4-FFF2-40B4-BE49-F238E27FC236}">
                  <a16:creationId xmlns:a16="http://schemas.microsoft.com/office/drawing/2014/main" id="{8F34E3A8-C0C6-1BB1-0A13-50CD8C127387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9" name="Freeform 14228">
              <a:extLst>
                <a:ext uri="{FF2B5EF4-FFF2-40B4-BE49-F238E27FC236}">
                  <a16:creationId xmlns:a16="http://schemas.microsoft.com/office/drawing/2014/main" id="{A84FF454-277B-8ACF-9B85-027349BF67FE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0" name="Freeform 14229">
              <a:extLst>
                <a:ext uri="{FF2B5EF4-FFF2-40B4-BE49-F238E27FC236}">
                  <a16:creationId xmlns:a16="http://schemas.microsoft.com/office/drawing/2014/main" id="{F150BEF7-6D00-7CF5-48EB-A7BD77BCE98D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1" name="Freeform 14230">
              <a:extLst>
                <a:ext uri="{FF2B5EF4-FFF2-40B4-BE49-F238E27FC236}">
                  <a16:creationId xmlns:a16="http://schemas.microsoft.com/office/drawing/2014/main" id="{2C17A8F5-194D-4F23-CD52-76BE849523DE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2" name="Freeform 14231">
              <a:extLst>
                <a:ext uri="{FF2B5EF4-FFF2-40B4-BE49-F238E27FC236}">
                  <a16:creationId xmlns:a16="http://schemas.microsoft.com/office/drawing/2014/main" id="{8AFFDBF3-0AE8-D775-1A4A-FD1E9F0949B9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3" name="Freeform 14232">
              <a:extLst>
                <a:ext uri="{FF2B5EF4-FFF2-40B4-BE49-F238E27FC236}">
                  <a16:creationId xmlns:a16="http://schemas.microsoft.com/office/drawing/2014/main" id="{E82AFB65-A8A9-22A4-E726-BDFB5460CF58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4" name="Freeform 14233">
              <a:extLst>
                <a:ext uri="{FF2B5EF4-FFF2-40B4-BE49-F238E27FC236}">
                  <a16:creationId xmlns:a16="http://schemas.microsoft.com/office/drawing/2014/main" id="{0A5C677D-428C-00E7-DAD8-22D8B80C689F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5" name="Freeform 14234">
              <a:extLst>
                <a:ext uri="{FF2B5EF4-FFF2-40B4-BE49-F238E27FC236}">
                  <a16:creationId xmlns:a16="http://schemas.microsoft.com/office/drawing/2014/main" id="{92CF5CDB-DCD9-86BA-F165-9C431880BB59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6" name="Freeform 14235">
              <a:extLst>
                <a:ext uri="{FF2B5EF4-FFF2-40B4-BE49-F238E27FC236}">
                  <a16:creationId xmlns:a16="http://schemas.microsoft.com/office/drawing/2014/main" id="{D15470BB-3BB9-5D10-C6EE-635589B43CE8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7" name="Freeform 14236">
              <a:extLst>
                <a:ext uri="{FF2B5EF4-FFF2-40B4-BE49-F238E27FC236}">
                  <a16:creationId xmlns:a16="http://schemas.microsoft.com/office/drawing/2014/main" id="{4D685978-2BB5-19A2-B910-EDC3B3F55954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8" name="Freeform 14237">
              <a:extLst>
                <a:ext uri="{FF2B5EF4-FFF2-40B4-BE49-F238E27FC236}">
                  <a16:creationId xmlns:a16="http://schemas.microsoft.com/office/drawing/2014/main" id="{1669F271-C645-D5B4-5CF7-95401C0744BF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9" name="Freeform 14238">
              <a:extLst>
                <a:ext uri="{FF2B5EF4-FFF2-40B4-BE49-F238E27FC236}">
                  <a16:creationId xmlns:a16="http://schemas.microsoft.com/office/drawing/2014/main" id="{A7098DC2-4DC0-C42B-B814-A66E1B5478C3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0" name="Freeform 14239">
              <a:extLst>
                <a:ext uri="{FF2B5EF4-FFF2-40B4-BE49-F238E27FC236}">
                  <a16:creationId xmlns:a16="http://schemas.microsoft.com/office/drawing/2014/main" id="{A6FC68D4-9EED-E23B-F124-A1EB9AA0D09D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1" name="Freeform 14240">
              <a:extLst>
                <a:ext uri="{FF2B5EF4-FFF2-40B4-BE49-F238E27FC236}">
                  <a16:creationId xmlns:a16="http://schemas.microsoft.com/office/drawing/2014/main" id="{F320D944-9F89-E11B-5390-398945D9A4CC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2" name="Freeform 14241">
              <a:extLst>
                <a:ext uri="{FF2B5EF4-FFF2-40B4-BE49-F238E27FC236}">
                  <a16:creationId xmlns:a16="http://schemas.microsoft.com/office/drawing/2014/main" id="{30340EB8-B610-5295-8173-DC5923ECAAD9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3" name="Freeform 14242">
              <a:extLst>
                <a:ext uri="{FF2B5EF4-FFF2-40B4-BE49-F238E27FC236}">
                  <a16:creationId xmlns:a16="http://schemas.microsoft.com/office/drawing/2014/main" id="{80BD0498-0B2B-A0B5-98F6-AB2E424C1A5A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4" name="Freeform 14243">
              <a:extLst>
                <a:ext uri="{FF2B5EF4-FFF2-40B4-BE49-F238E27FC236}">
                  <a16:creationId xmlns:a16="http://schemas.microsoft.com/office/drawing/2014/main" id="{DA346054-D0B1-E608-A207-44D8BF428280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5" name="Freeform 14244">
              <a:extLst>
                <a:ext uri="{FF2B5EF4-FFF2-40B4-BE49-F238E27FC236}">
                  <a16:creationId xmlns:a16="http://schemas.microsoft.com/office/drawing/2014/main" id="{74F11949-4980-CA60-3999-223E5BECDF68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6" name="Freeform 14245">
              <a:extLst>
                <a:ext uri="{FF2B5EF4-FFF2-40B4-BE49-F238E27FC236}">
                  <a16:creationId xmlns:a16="http://schemas.microsoft.com/office/drawing/2014/main" id="{4481C996-4238-8D9B-37AF-20451B91CA53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7" name="Freeform 14246">
              <a:extLst>
                <a:ext uri="{FF2B5EF4-FFF2-40B4-BE49-F238E27FC236}">
                  <a16:creationId xmlns:a16="http://schemas.microsoft.com/office/drawing/2014/main" id="{61746926-7CA2-B0F2-C38D-7EAF3DBE35B0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8" name="Freeform 14247">
              <a:extLst>
                <a:ext uri="{FF2B5EF4-FFF2-40B4-BE49-F238E27FC236}">
                  <a16:creationId xmlns:a16="http://schemas.microsoft.com/office/drawing/2014/main" id="{C0C0E1AF-8E60-1139-577F-9CB3461EFF33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9" name="Freeform 14248">
              <a:extLst>
                <a:ext uri="{FF2B5EF4-FFF2-40B4-BE49-F238E27FC236}">
                  <a16:creationId xmlns:a16="http://schemas.microsoft.com/office/drawing/2014/main" id="{CF59328A-0A86-ECF8-2E0C-5419048CB3B7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0" name="Freeform 14249">
              <a:extLst>
                <a:ext uri="{FF2B5EF4-FFF2-40B4-BE49-F238E27FC236}">
                  <a16:creationId xmlns:a16="http://schemas.microsoft.com/office/drawing/2014/main" id="{461FEB77-4AD1-A9EF-6496-2D785F7F0FA1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1" name="Freeform 14250">
              <a:extLst>
                <a:ext uri="{FF2B5EF4-FFF2-40B4-BE49-F238E27FC236}">
                  <a16:creationId xmlns:a16="http://schemas.microsoft.com/office/drawing/2014/main" id="{58879237-1422-BF7F-C43F-4A18CA1E395D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2" name="Freeform 14251">
              <a:extLst>
                <a:ext uri="{FF2B5EF4-FFF2-40B4-BE49-F238E27FC236}">
                  <a16:creationId xmlns:a16="http://schemas.microsoft.com/office/drawing/2014/main" id="{A5842C89-DD12-E0DE-B201-2AD9AE71C040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3" name="Freeform 14252">
              <a:extLst>
                <a:ext uri="{FF2B5EF4-FFF2-40B4-BE49-F238E27FC236}">
                  <a16:creationId xmlns:a16="http://schemas.microsoft.com/office/drawing/2014/main" id="{51A8FD92-1A9B-7FD3-D8A3-1DB9C7182B50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4" name="Freeform 14253">
              <a:extLst>
                <a:ext uri="{FF2B5EF4-FFF2-40B4-BE49-F238E27FC236}">
                  <a16:creationId xmlns:a16="http://schemas.microsoft.com/office/drawing/2014/main" id="{D6403506-F9BA-6485-2F20-54778E309AA6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5" name="Freeform 14254">
              <a:extLst>
                <a:ext uri="{FF2B5EF4-FFF2-40B4-BE49-F238E27FC236}">
                  <a16:creationId xmlns:a16="http://schemas.microsoft.com/office/drawing/2014/main" id="{A65BE301-4DB0-E58C-A4CE-CC23CBBEEFD3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6" name="Freeform 14255">
              <a:extLst>
                <a:ext uri="{FF2B5EF4-FFF2-40B4-BE49-F238E27FC236}">
                  <a16:creationId xmlns:a16="http://schemas.microsoft.com/office/drawing/2014/main" id="{0DB12AC8-46CD-497D-9B5D-D69FFCF28E6B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7" name="Freeform 14256">
              <a:extLst>
                <a:ext uri="{FF2B5EF4-FFF2-40B4-BE49-F238E27FC236}">
                  <a16:creationId xmlns:a16="http://schemas.microsoft.com/office/drawing/2014/main" id="{3A1EF231-44A1-0F91-18E3-540BBD2EE4AE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8" name="Freeform 14257">
              <a:extLst>
                <a:ext uri="{FF2B5EF4-FFF2-40B4-BE49-F238E27FC236}">
                  <a16:creationId xmlns:a16="http://schemas.microsoft.com/office/drawing/2014/main" id="{8B047E36-49D4-075A-ADE0-53AD362878BB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9" name="Freeform 14258">
              <a:extLst>
                <a:ext uri="{FF2B5EF4-FFF2-40B4-BE49-F238E27FC236}">
                  <a16:creationId xmlns:a16="http://schemas.microsoft.com/office/drawing/2014/main" id="{CDEE7C6B-6977-F3A5-97C4-5F27924CBA4F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0" name="Freeform 14259">
              <a:extLst>
                <a:ext uri="{FF2B5EF4-FFF2-40B4-BE49-F238E27FC236}">
                  <a16:creationId xmlns:a16="http://schemas.microsoft.com/office/drawing/2014/main" id="{979B3E67-499D-F2D6-E6CA-D8767AF4F6F8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1" name="Freeform 14260">
              <a:extLst>
                <a:ext uri="{FF2B5EF4-FFF2-40B4-BE49-F238E27FC236}">
                  <a16:creationId xmlns:a16="http://schemas.microsoft.com/office/drawing/2014/main" id="{1C237B89-EFAD-2138-2263-7EC382CD51AB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2" name="Freeform 14261">
              <a:extLst>
                <a:ext uri="{FF2B5EF4-FFF2-40B4-BE49-F238E27FC236}">
                  <a16:creationId xmlns:a16="http://schemas.microsoft.com/office/drawing/2014/main" id="{6BF982B1-3B1F-895F-D177-37E15C7439A4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3" name="Freeform 14262">
              <a:extLst>
                <a:ext uri="{FF2B5EF4-FFF2-40B4-BE49-F238E27FC236}">
                  <a16:creationId xmlns:a16="http://schemas.microsoft.com/office/drawing/2014/main" id="{50E5E364-A431-2B3F-9766-89C279B8A8F4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4" name="Freeform 14263">
              <a:extLst>
                <a:ext uri="{FF2B5EF4-FFF2-40B4-BE49-F238E27FC236}">
                  <a16:creationId xmlns:a16="http://schemas.microsoft.com/office/drawing/2014/main" id="{596EA521-CE36-B4D9-1737-94FCB9900505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5" name="Freeform 14264">
              <a:extLst>
                <a:ext uri="{FF2B5EF4-FFF2-40B4-BE49-F238E27FC236}">
                  <a16:creationId xmlns:a16="http://schemas.microsoft.com/office/drawing/2014/main" id="{3848829D-9A25-C567-1C29-360FD563EF95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6" name="Freeform 14265">
              <a:extLst>
                <a:ext uri="{FF2B5EF4-FFF2-40B4-BE49-F238E27FC236}">
                  <a16:creationId xmlns:a16="http://schemas.microsoft.com/office/drawing/2014/main" id="{1156E0A7-36A6-FD94-08E7-32CC55E9B2D7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7" name="Freeform 14266">
              <a:extLst>
                <a:ext uri="{FF2B5EF4-FFF2-40B4-BE49-F238E27FC236}">
                  <a16:creationId xmlns:a16="http://schemas.microsoft.com/office/drawing/2014/main" id="{369CE99D-F029-5048-D866-B5B603EDE4FA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8" name="Freeform 14267">
              <a:extLst>
                <a:ext uri="{FF2B5EF4-FFF2-40B4-BE49-F238E27FC236}">
                  <a16:creationId xmlns:a16="http://schemas.microsoft.com/office/drawing/2014/main" id="{4CE8C447-41DF-7020-88AF-F1F2E52B2C8E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9" name="Freeform 14268">
              <a:extLst>
                <a:ext uri="{FF2B5EF4-FFF2-40B4-BE49-F238E27FC236}">
                  <a16:creationId xmlns:a16="http://schemas.microsoft.com/office/drawing/2014/main" id="{0489CD67-924D-561E-03CE-C67375970140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0" name="Freeform 14269">
              <a:extLst>
                <a:ext uri="{FF2B5EF4-FFF2-40B4-BE49-F238E27FC236}">
                  <a16:creationId xmlns:a16="http://schemas.microsoft.com/office/drawing/2014/main" id="{BDDB4194-8E6E-6B83-5716-5DFD4D46BD75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1" name="Freeform 14270">
              <a:extLst>
                <a:ext uri="{FF2B5EF4-FFF2-40B4-BE49-F238E27FC236}">
                  <a16:creationId xmlns:a16="http://schemas.microsoft.com/office/drawing/2014/main" id="{42B50184-744E-085D-6779-05E7AB3F8FBB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2" name="Freeform 14271">
              <a:extLst>
                <a:ext uri="{FF2B5EF4-FFF2-40B4-BE49-F238E27FC236}">
                  <a16:creationId xmlns:a16="http://schemas.microsoft.com/office/drawing/2014/main" id="{2D02B334-2FDB-7AD1-5D42-D6E0BDC618A9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3" name="Freeform 14272">
              <a:extLst>
                <a:ext uri="{FF2B5EF4-FFF2-40B4-BE49-F238E27FC236}">
                  <a16:creationId xmlns:a16="http://schemas.microsoft.com/office/drawing/2014/main" id="{F3717AFD-AE0B-6D1A-F9E2-574788C54583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4" name="Freeform 14273">
              <a:extLst>
                <a:ext uri="{FF2B5EF4-FFF2-40B4-BE49-F238E27FC236}">
                  <a16:creationId xmlns:a16="http://schemas.microsoft.com/office/drawing/2014/main" id="{A0E27AD1-4F06-7D1F-8D33-7830A4327E9B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5" name="Freeform 14274">
              <a:extLst>
                <a:ext uri="{FF2B5EF4-FFF2-40B4-BE49-F238E27FC236}">
                  <a16:creationId xmlns:a16="http://schemas.microsoft.com/office/drawing/2014/main" id="{FF4AF293-4EE9-BAE6-41E9-02512660BE3D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6" name="Freeform 14275">
              <a:extLst>
                <a:ext uri="{FF2B5EF4-FFF2-40B4-BE49-F238E27FC236}">
                  <a16:creationId xmlns:a16="http://schemas.microsoft.com/office/drawing/2014/main" id="{A3EF5752-6366-5340-5C99-7D3443DE8176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7" name="Freeform 14276">
              <a:extLst>
                <a:ext uri="{FF2B5EF4-FFF2-40B4-BE49-F238E27FC236}">
                  <a16:creationId xmlns:a16="http://schemas.microsoft.com/office/drawing/2014/main" id="{F9B76A10-A4D9-8B01-F192-B29695BF7580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8" name="Freeform 14277">
              <a:extLst>
                <a:ext uri="{FF2B5EF4-FFF2-40B4-BE49-F238E27FC236}">
                  <a16:creationId xmlns:a16="http://schemas.microsoft.com/office/drawing/2014/main" id="{8B32FC23-2292-DD91-4A17-3F8317743C3C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817" name="Group 28816">
            <a:extLst>
              <a:ext uri="{FF2B5EF4-FFF2-40B4-BE49-F238E27FC236}">
                <a16:creationId xmlns:a16="http://schemas.microsoft.com/office/drawing/2014/main" id="{A625DFA8-AECF-28EF-9607-5D0A5AEB4CB5}"/>
              </a:ext>
            </a:extLst>
          </p:cNvPr>
          <p:cNvGrpSpPr/>
          <p:nvPr/>
        </p:nvGrpSpPr>
        <p:grpSpPr>
          <a:xfrm flipH="1">
            <a:off x="8772488" y="2045542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3">
              <p14:nvContentPartPr>
                <p14:cNvPr id="28818" name="Ink 28817">
                  <a:extLst>
                    <a:ext uri="{FF2B5EF4-FFF2-40B4-BE49-F238E27FC236}">
                      <a16:creationId xmlns:a16="http://schemas.microsoft.com/office/drawing/2014/main" id="{A216215A-DAC6-6D06-7E7A-12A502C56B7C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28818" name="Ink 28817">
                  <a:extLst>
                    <a:ext uri="{FF2B5EF4-FFF2-40B4-BE49-F238E27FC236}">
                      <a16:creationId xmlns:a16="http://schemas.microsoft.com/office/drawing/2014/main" id="{A216215A-DAC6-6D06-7E7A-12A502C56B7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4">
              <p14:nvContentPartPr>
                <p14:cNvPr id="28819" name="Ink 28818">
                  <a:extLst>
                    <a:ext uri="{FF2B5EF4-FFF2-40B4-BE49-F238E27FC236}">
                      <a16:creationId xmlns:a16="http://schemas.microsoft.com/office/drawing/2014/main" id="{D4A36DD2-DB5C-DBDA-DD78-9922EDC2D094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8819" name="Ink 28818">
                  <a:extLst>
                    <a:ext uri="{FF2B5EF4-FFF2-40B4-BE49-F238E27FC236}">
                      <a16:creationId xmlns:a16="http://schemas.microsoft.com/office/drawing/2014/main" id="{D4A36DD2-DB5C-DBDA-DD78-9922EDC2D094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5">
              <p14:nvContentPartPr>
                <p14:cNvPr id="28820" name="Ink 28819">
                  <a:extLst>
                    <a:ext uri="{FF2B5EF4-FFF2-40B4-BE49-F238E27FC236}">
                      <a16:creationId xmlns:a16="http://schemas.microsoft.com/office/drawing/2014/main" id="{ABA7D4DE-7D78-C853-03DA-045F42782EAB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8820" name="Ink 28819">
                  <a:extLst>
                    <a:ext uri="{FF2B5EF4-FFF2-40B4-BE49-F238E27FC236}">
                      <a16:creationId xmlns:a16="http://schemas.microsoft.com/office/drawing/2014/main" id="{ABA7D4DE-7D78-C853-03DA-045F42782EA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6">
              <p14:nvContentPartPr>
                <p14:cNvPr id="28821" name="Ink 28820">
                  <a:extLst>
                    <a:ext uri="{FF2B5EF4-FFF2-40B4-BE49-F238E27FC236}">
                      <a16:creationId xmlns:a16="http://schemas.microsoft.com/office/drawing/2014/main" id="{496339EC-2B56-D699-6B7D-010217D3423E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8821" name="Ink 28820">
                  <a:extLst>
                    <a:ext uri="{FF2B5EF4-FFF2-40B4-BE49-F238E27FC236}">
                      <a16:creationId xmlns:a16="http://schemas.microsoft.com/office/drawing/2014/main" id="{496339EC-2B56-D699-6B7D-010217D3423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8822" name="Group 92">
              <a:extLst>
                <a:ext uri="{FF2B5EF4-FFF2-40B4-BE49-F238E27FC236}">
                  <a16:creationId xmlns:a16="http://schemas.microsoft.com/office/drawing/2014/main" id="{7FCE942E-EF76-F754-12D9-37CCF5F5D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307">
                <p14:nvContentPartPr>
                  <p14:cNvPr id="28858" name="Ink 28857">
                    <a:extLst>
                      <a:ext uri="{FF2B5EF4-FFF2-40B4-BE49-F238E27FC236}">
                        <a16:creationId xmlns:a16="http://schemas.microsoft.com/office/drawing/2014/main" id="{C1CC6BC6-F6FA-8D01-DB82-CB5315FA63C6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8858" name="Ink 28857">
                    <a:extLst>
                      <a:ext uri="{FF2B5EF4-FFF2-40B4-BE49-F238E27FC236}">
                        <a16:creationId xmlns:a16="http://schemas.microsoft.com/office/drawing/2014/main" id="{C1CC6BC6-F6FA-8D01-DB82-CB5315FA63C6}"/>
                      </a:ext>
                    </a:extLst>
                  </p:cNvPr>
                  <p:cNvPicPr/>
                  <p:nvPr/>
                </p:nvPicPr>
                <p:blipFill>
                  <a:blip r:embed="rId1149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08">
                <p14:nvContentPartPr>
                  <p14:cNvPr id="28859" name="Ink 28858">
                    <a:extLst>
                      <a:ext uri="{FF2B5EF4-FFF2-40B4-BE49-F238E27FC236}">
                        <a16:creationId xmlns:a16="http://schemas.microsoft.com/office/drawing/2014/main" id="{B1452C07-3FD7-0BA1-BD0A-A2B7E9D8F3E5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8859" name="Ink 28858">
                    <a:extLst>
                      <a:ext uri="{FF2B5EF4-FFF2-40B4-BE49-F238E27FC236}">
                        <a16:creationId xmlns:a16="http://schemas.microsoft.com/office/drawing/2014/main" id="{B1452C07-3FD7-0BA1-BD0A-A2B7E9D8F3E5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09">
                <p14:nvContentPartPr>
                  <p14:cNvPr id="28860" name="Ink 28859">
                    <a:extLst>
                      <a:ext uri="{FF2B5EF4-FFF2-40B4-BE49-F238E27FC236}">
                        <a16:creationId xmlns:a16="http://schemas.microsoft.com/office/drawing/2014/main" id="{8C487AAB-FAB2-9BA1-4301-C7EF63F88DB5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8860" name="Ink 28859">
                    <a:extLst>
                      <a:ext uri="{FF2B5EF4-FFF2-40B4-BE49-F238E27FC236}">
                        <a16:creationId xmlns:a16="http://schemas.microsoft.com/office/drawing/2014/main" id="{8C487AAB-FAB2-9BA1-4301-C7EF63F88DB5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10">
                <p14:nvContentPartPr>
                  <p14:cNvPr id="28861" name="Ink 28860">
                    <a:extLst>
                      <a:ext uri="{FF2B5EF4-FFF2-40B4-BE49-F238E27FC236}">
                        <a16:creationId xmlns:a16="http://schemas.microsoft.com/office/drawing/2014/main" id="{23114BA0-7AB6-325A-EC80-940E98828E59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8861" name="Ink 28860">
                    <a:extLst>
                      <a:ext uri="{FF2B5EF4-FFF2-40B4-BE49-F238E27FC236}">
                        <a16:creationId xmlns:a16="http://schemas.microsoft.com/office/drawing/2014/main" id="{23114BA0-7AB6-325A-EC80-940E98828E59}"/>
                      </a:ext>
                    </a:extLst>
                  </p:cNvPr>
                  <p:cNvPicPr/>
                  <p:nvPr/>
                </p:nvPicPr>
                <p:blipFill>
                  <a:blip r:embed="rId1296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11">
                <p14:nvContentPartPr>
                  <p14:cNvPr id="28862" name="Ink 28861">
                    <a:extLst>
                      <a:ext uri="{FF2B5EF4-FFF2-40B4-BE49-F238E27FC236}">
                        <a16:creationId xmlns:a16="http://schemas.microsoft.com/office/drawing/2014/main" id="{B71260C0-F701-5F3D-8137-29850F46C31C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8862" name="Ink 28861">
                    <a:extLst>
                      <a:ext uri="{FF2B5EF4-FFF2-40B4-BE49-F238E27FC236}">
                        <a16:creationId xmlns:a16="http://schemas.microsoft.com/office/drawing/2014/main" id="{B71260C0-F701-5F3D-8137-29850F46C31C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312">
                <p14:nvContentPartPr>
                  <p14:cNvPr id="28863" name="Ink 28862">
                    <a:extLst>
                      <a:ext uri="{FF2B5EF4-FFF2-40B4-BE49-F238E27FC236}">
                        <a16:creationId xmlns:a16="http://schemas.microsoft.com/office/drawing/2014/main" id="{46F6DF90-0FD3-FD3F-CC76-6A4C71E81BD5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8863" name="Ink 28862">
                    <a:extLst>
                      <a:ext uri="{FF2B5EF4-FFF2-40B4-BE49-F238E27FC236}">
                        <a16:creationId xmlns:a16="http://schemas.microsoft.com/office/drawing/2014/main" id="{46F6DF90-0FD3-FD3F-CC76-6A4C71E81BD5}"/>
                      </a:ext>
                    </a:extLst>
                  </p:cNvPr>
                  <p:cNvPicPr/>
                  <p:nvPr/>
                </p:nvPicPr>
                <p:blipFill>
                  <a:blip r:embed="rId165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54">
                <p14:nvContentPartPr>
                  <p14:cNvPr id="28864" name="Ink 28863">
                    <a:extLst>
                      <a:ext uri="{FF2B5EF4-FFF2-40B4-BE49-F238E27FC236}">
                        <a16:creationId xmlns:a16="http://schemas.microsoft.com/office/drawing/2014/main" id="{DD7D4DEC-FD0C-A3D2-B1B0-7428257634E8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8864" name="Ink 28863">
                    <a:extLst>
                      <a:ext uri="{FF2B5EF4-FFF2-40B4-BE49-F238E27FC236}">
                        <a16:creationId xmlns:a16="http://schemas.microsoft.com/office/drawing/2014/main" id="{DD7D4DEC-FD0C-A3D2-B1B0-7428257634E8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55">
                <p14:nvContentPartPr>
                  <p14:cNvPr id="28865" name="Ink 28864">
                    <a:extLst>
                      <a:ext uri="{FF2B5EF4-FFF2-40B4-BE49-F238E27FC236}">
                        <a16:creationId xmlns:a16="http://schemas.microsoft.com/office/drawing/2014/main" id="{43D3BC27-5CEF-5DCF-A824-92C338B3FA36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8865" name="Ink 28864">
                    <a:extLst>
                      <a:ext uri="{FF2B5EF4-FFF2-40B4-BE49-F238E27FC236}">
                        <a16:creationId xmlns:a16="http://schemas.microsoft.com/office/drawing/2014/main" id="{43D3BC27-5CEF-5DCF-A824-92C338B3FA36}"/>
                      </a:ext>
                    </a:extLst>
                  </p:cNvPr>
                  <p:cNvPicPr/>
                  <p:nvPr/>
                </p:nvPicPr>
                <p:blipFill>
                  <a:blip r:embed="rId327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56">
                <p14:nvContentPartPr>
                  <p14:cNvPr id="28866" name="Ink 28865">
                    <a:extLst>
                      <a:ext uri="{FF2B5EF4-FFF2-40B4-BE49-F238E27FC236}">
                        <a16:creationId xmlns:a16="http://schemas.microsoft.com/office/drawing/2014/main" id="{01E393DA-6BD5-3D30-EBCB-2AA6F1DEF07F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8866" name="Ink 28865">
                    <a:extLst>
                      <a:ext uri="{FF2B5EF4-FFF2-40B4-BE49-F238E27FC236}">
                        <a16:creationId xmlns:a16="http://schemas.microsoft.com/office/drawing/2014/main" id="{01E393DA-6BD5-3D30-EBCB-2AA6F1DEF07F}"/>
                      </a:ext>
                    </a:extLst>
                  </p:cNvPr>
                  <p:cNvPicPr/>
                  <p:nvPr/>
                </p:nvPicPr>
                <p:blipFill>
                  <a:blip r:embed="rId1671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72">
                <p14:nvContentPartPr>
                  <p14:cNvPr id="28867" name="Ink 28866">
                    <a:extLst>
                      <a:ext uri="{FF2B5EF4-FFF2-40B4-BE49-F238E27FC236}">
                        <a16:creationId xmlns:a16="http://schemas.microsoft.com/office/drawing/2014/main" id="{021B6ED5-B23F-9C4B-7BE8-E8BF8AF94214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8867" name="Ink 28866">
                    <a:extLst>
                      <a:ext uri="{FF2B5EF4-FFF2-40B4-BE49-F238E27FC236}">
                        <a16:creationId xmlns:a16="http://schemas.microsoft.com/office/drawing/2014/main" id="{021B6ED5-B23F-9C4B-7BE8-E8BF8AF94214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73">
                <p14:nvContentPartPr>
                  <p14:cNvPr id="28868" name="Ink 28867">
                    <a:extLst>
                      <a:ext uri="{FF2B5EF4-FFF2-40B4-BE49-F238E27FC236}">
                        <a16:creationId xmlns:a16="http://schemas.microsoft.com/office/drawing/2014/main" id="{AB146577-FE94-53A9-E5FA-546714F20C62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8868" name="Ink 28867">
                    <a:extLst>
                      <a:ext uri="{FF2B5EF4-FFF2-40B4-BE49-F238E27FC236}">
                        <a16:creationId xmlns:a16="http://schemas.microsoft.com/office/drawing/2014/main" id="{AB146577-FE94-53A9-E5FA-546714F20C62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74">
                <p14:nvContentPartPr>
                  <p14:cNvPr id="28869" name="Ink 28868">
                    <a:extLst>
                      <a:ext uri="{FF2B5EF4-FFF2-40B4-BE49-F238E27FC236}">
                        <a16:creationId xmlns:a16="http://schemas.microsoft.com/office/drawing/2014/main" id="{1EBB71E1-2A41-EBF6-6931-F5F10CA9B039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8869" name="Ink 28868">
                    <a:extLst>
                      <a:ext uri="{FF2B5EF4-FFF2-40B4-BE49-F238E27FC236}">
                        <a16:creationId xmlns:a16="http://schemas.microsoft.com/office/drawing/2014/main" id="{1EBB71E1-2A41-EBF6-6931-F5F10CA9B039}"/>
                      </a:ext>
                    </a:extLst>
                  </p:cNvPr>
                  <p:cNvPicPr/>
                  <p:nvPr/>
                </p:nvPicPr>
                <p:blipFill>
                  <a:blip r:embed="rId168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86">
                <p14:nvContentPartPr>
                  <p14:cNvPr id="28870" name="Ink 28869">
                    <a:extLst>
                      <a:ext uri="{FF2B5EF4-FFF2-40B4-BE49-F238E27FC236}">
                        <a16:creationId xmlns:a16="http://schemas.microsoft.com/office/drawing/2014/main" id="{D639A1A2-7A26-1BEB-684B-77533A208DA5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8870" name="Ink 28869">
                    <a:extLst>
                      <a:ext uri="{FF2B5EF4-FFF2-40B4-BE49-F238E27FC236}">
                        <a16:creationId xmlns:a16="http://schemas.microsoft.com/office/drawing/2014/main" id="{D639A1A2-7A26-1BEB-684B-77533A208DA5}"/>
                      </a:ext>
                    </a:extLst>
                  </p:cNvPr>
                  <p:cNvPicPr/>
                  <p:nvPr/>
                </p:nvPicPr>
                <p:blipFill>
                  <a:blip r:embed="rId168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688">
                <p14:nvContentPartPr>
                  <p14:cNvPr id="28871" name="Ink 28870">
                    <a:extLst>
                      <a:ext uri="{FF2B5EF4-FFF2-40B4-BE49-F238E27FC236}">
                        <a16:creationId xmlns:a16="http://schemas.microsoft.com/office/drawing/2014/main" id="{A6C8182A-8A33-3F8B-EB56-C8391E36032F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8871" name="Ink 28870">
                    <a:extLst>
                      <a:ext uri="{FF2B5EF4-FFF2-40B4-BE49-F238E27FC236}">
                        <a16:creationId xmlns:a16="http://schemas.microsoft.com/office/drawing/2014/main" id="{A6C8182A-8A33-3F8B-EB56-C8391E36032F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00">
                <p14:nvContentPartPr>
                  <p14:cNvPr id="28872" name="Ink 28871">
                    <a:extLst>
                      <a:ext uri="{FF2B5EF4-FFF2-40B4-BE49-F238E27FC236}">
                        <a16:creationId xmlns:a16="http://schemas.microsoft.com/office/drawing/2014/main" id="{996B24CA-B9FC-D05A-3ED2-22ECBDC6FD22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8872" name="Ink 28871">
                    <a:extLst>
                      <a:ext uri="{FF2B5EF4-FFF2-40B4-BE49-F238E27FC236}">
                        <a16:creationId xmlns:a16="http://schemas.microsoft.com/office/drawing/2014/main" id="{996B24CA-B9FC-D05A-3ED2-22ECBDC6FD22}"/>
                      </a:ext>
                    </a:extLst>
                  </p:cNvPr>
                  <p:cNvPicPr/>
                  <p:nvPr/>
                </p:nvPicPr>
                <p:blipFill>
                  <a:blip r:embed="rId341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01">
                <p14:nvContentPartPr>
                  <p14:cNvPr id="28873" name="Ink 28872">
                    <a:extLst>
                      <a:ext uri="{FF2B5EF4-FFF2-40B4-BE49-F238E27FC236}">
                        <a16:creationId xmlns:a16="http://schemas.microsoft.com/office/drawing/2014/main" id="{8ECE332F-1281-E618-C480-BDD8FA478B21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8873" name="Ink 28872">
                    <a:extLst>
                      <a:ext uri="{FF2B5EF4-FFF2-40B4-BE49-F238E27FC236}">
                        <a16:creationId xmlns:a16="http://schemas.microsoft.com/office/drawing/2014/main" id="{8ECE332F-1281-E618-C480-BDD8FA478B21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02">
                <p14:nvContentPartPr>
                  <p14:cNvPr id="28874" name="Ink 28873">
                    <a:extLst>
                      <a:ext uri="{FF2B5EF4-FFF2-40B4-BE49-F238E27FC236}">
                        <a16:creationId xmlns:a16="http://schemas.microsoft.com/office/drawing/2014/main" id="{8C53C129-FEDF-709E-2F86-5F3ACFA46FB9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8874" name="Ink 28873">
                    <a:extLst>
                      <a:ext uri="{FF2B5EF4-FFF2-40B4-BE49-F238E27FC236}">
                        <a16:creationId xmlns:a16="http://schemas.microsoft.com/office/drawing/2014/main" id="{8C53C129-FEDF-709E-2F86-5F3ACFA46FB9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09">
                <p14:nvContentPartPr>
                  <p14:cNvPr id="28875" name="Ink 28874">
                    <a:extLst>
                      <a:ext uri="{FF2B5EF4-FFF2-40B4-BE49-F238E27FC236}">
                        <a16:creationId xmlns:a16="http://schemas.microsoft.com/office/drawing/2014/main" id="{0F381C3B-A382-901E-BA46-BB490DA8DCD4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8875" name="Ink 28874">
                    <a:extLst>
                      <a:ext uri="{FF2B5EF4-FFF2-40B4-BE49-F238E27FC236}">
                        <a16:creationId xmlns:a16="http://schemas.microsoft.com/office/drawing/2014/main" id="{0F381C3B-A382-901E-BA46-BB490DA8DCD4}"/>
                      </a:ext>
                    </a:extLst>
                  </p:cNvPr>
                  <p:cNvPicPr/>
                  <p:nvPr/>
                </p:nvPicPr>
                <p:blipFill>
                  <a:blip r:embed="rId1771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2">
                <p14:nvContentPartPr>
                  <p14:cNvPr id="28876" name="Ink 28875">
                    <a:extLst>
                      <a:ext uri="{FF2B5EF4-FFF2-40B4-BE49-F238E27FC236}">
                        <a16:creationId xmlns:a16="http://schemas.microsoft.com/office/drawing/2014/main" id="{0CF17A8E-C1B4-8648-489A-3F0D66E96F3A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8876" name="Ink 28875">
                    <a:extLst>
                      <a:ext uri="{FF2B5EF4-FFF2-40B4-BE49-F238E27FC236}">
                        <a16:creationId xmlns:a16="http://schemas.microsoft.com/office/drawing/2014/main" id="{0CF17A8E-C1B4-8648-489A-3F0D66E96F3A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3">
                <p14:nvContentPartPr>
                  <p14:cNvPr id="28877" name="Ink 28876">
                    <a:extLst>
                      <a:ext uri="{FF2B5EF4-FFF2-40B4-BE49-F238E27FC236}">
                        <a16:creationId xmlns:a16="http://schemas.microsoft.com/office/drawing/2014/main" id="{DB837BB4-E3ED-7789-B214-A2AB10117196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8877" name="Ink 28876">
                    <a:extLst>
                      <a:ext uri="{FF2B5EF4-FFF2-40B4-BE49-F238E27FC236}">
                        <a16:creationId xmlns:a16="http://schemas.microsoft.com/office/drawing/2014/main" id="{DB837BB4-E3ED-7789-B214-A2AB10117196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4">
                <p14:nvContentPartPr>
                  <p14:cNvPr id="28878" name="Ink 28877">
                    <a:extLst>
                      <a:ext uri="{FF2B5EF4-FFF2-40B4-BE49-F238E27FC236}">
                        <a16:creationId xmlns:a16="http://schemas.microsoft.com/office/drawing/2014/main" id="{4263A1B4-A12E-DECF-A716-886B364A1B6F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8878" name="Ink 28877">
                    <a:extLst>
                      <a:ext uri="{FF2B5EF4-FFF2-40B4-BE49-F238E27FC236}">
                        <a16:creationId xmlns:a16="http://schemas.microsoft.com/office/drawing/2014/main" id="{4263A1B4-A12E-DECF-A716-886B364A1B6F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5">
                <p14:nvContentPartPr>
                  <p14:cNvPr id="28879" name="Ink 28878">
                    <a:extLst>
                      <a:ext uri="{FF2B5EF4-FFF2-40B4-BE49-F238E27FC236}">
                        <a16:creationId xmlns:a16="http://schemas.microsoft.com/office/drawing/2014/main" id="{0863F12F-F078-545E-3AAB-0B570D15C95D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8879" name="Ink 28878">
                    <a:extLst>
                      <a:ext uri="{FF2B5EF4-FFF2-40B4-BE49-F238E27FC236}">
                        <a16:creationId xmlns:a16="http://schemas.microsoft.com/office/drawing/2014/main" id="{0863F12F-F078-545E-3AAB-0B570D15C95D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6">
                <p14:nvContentPartPr>
                  <p14:cNvPr id="28880" name="Ink 28879">
                    <a:extLst>
                      <a:ext uri="{FF2B5EF4-FFF2-40B4-BE49-F238E27FC236}">
                        <a16:creationId xmlns:a16="http://schemas.microsoft.com/office/drawing/2014/main" id="{C838FFA8-C041-C2A6-1362-345C3C8F8F40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8880" name="Ink 28879">
                    <a:extLst>
                      <a:ext uri="{FF2B5EF4-FFF2-40B4-BE49-F238E27FC236}">
                        <a16:creationId xmlns:a16="http://schemas.microsoft.com/office/drawing/2014/main" id="{C838FFA8-C041-C2A6-1362-345C3C8F8F40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7">
                <p14:nvContentPartPr>
                  <p14:cNvPr id="28881" name="Ink 28880">
                    <a:extLst>
                      <a:ext uri="{FF2B5EF4-FFF2-40B4-BE49-F238E27FC236}">
                        <a16:creationId xmlns:a16="http://schemas.microsoft.com/office/drawing/2014/main" id="{81888D18-B227-1EA7-C1AB-D7E94601F6AE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8881" name="Ink 28880">
                    <a:extLst>
                      <a:ext uri="{FF2B5EF4-FFF2-40B4-BE49-F238E27FC236}">
                        <a16:creationId xmlns:a16="http://schemas.microsoft.com/office/drawing/2014/main" id="{81888D18-B227-1EA7-C1AB-D7E94601F6AE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8">
                <p14:nvContentPartPr>
                  <p14:cNvPr id="28882" name="Ink 28881">
                    <a:extLst>
                      <a:ext uri="{FF2B5EF4-FFF2-40B4-BE49-F238E27FC236}">
                        <a16:creationId xmlns:a16="http://schemas.microsoft.com/office/drawing/2014/main" id="{EC5DBA45-4AE9-49CC-62A8-5AA505705D80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8882" name="Ink 28881">
                    <a:extLst>
                      <a:ext uri="{FF2B5EF4-FFF2-40B4-BE49-F238E27FC236}">
                        <a16:creationId xmlns:a16="http://schemas.microsoft.com/office/drawing/2014/main" id="{EC5DBA45-4AE9-49CC-62A8-5AA505705D80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79">
                <p14:nvContentPartPr>
                  <p14:cNvPr id="28883" name="Ink 28882">
                    <a:extLst>
                      <a:ext uri="{FF2B5EF4-FFF2-40B4-BE49-F238E27FC236}">
                        <a16:creationId xmlns:a16="http://schemas.microsoft.com/office/drawing/2014/main" id="{70B59D8D-55DA-8F0F-5D73-44CC7FA64400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8883" name="Ink 28882">
                    <a:extLst>
                      <a:ext uri="{FF2B5EF4-FFF2-40B4-BE49-F238E27FC236}">
                        <a16:creationId xmlns:a16="http://schemas.microsoft.com/office/drawing/2014/main" id="{70B59D8D-55DA-8F0F-5D73-44CC7FA64400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0">
                <p14:nvContentPartPr>
                  <p14:cNvPr id="28884" name="Ink 28883">
                    <a:extLst>
                      <a:ext uri="{FF2B5EF4-FFF2-40B4-BE49-F238E27FC236}">
                        <a16:creationId xmlns:a16="http://schemas.microsoft.com/office/drawing/2014/main" id="{172F3839-37ED-59AA-9D6D-F560764CC11A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8884" name="Ink 28883">
                    <a:extLst>
                      <a:ext uri="{FF2B5EF4-FFF2-40B4-BE49-F238E27FC236}">
                        <a16:creationId xmlns:a16="http://schemas.microsoft.com/office/drawing/2014/main" id="{172F3839-37ED-59AA-9D6D-F560764CC11A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1">
                <p14:nvContentPartPr>
                  <p14:cNvPr id="28885" name="Ink 28884">
                    <a:extLst>
                      <a:ext uri="{FF2B5EF4-FFF2-40B4-BE49-F238E27FC236}">
                        <a16:creationId xmlns:a16="http://schemas.microsoft.com/office/drawing/2014/main" id="{346BA18B-2419-9076-7994-0A63DAD4D00B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8885" name="Ink 28884">
                    <a:extLst>
                      <a:ext uri="{FF2B5EF4-FFF2-40B4-BE49-F238E27FC236}">
                        <a16:creationId xmlns:a16="http://schemas.microsoft.com/office/drawing/2014/main" id="{346BA18B-2419-9076-7994-0A63DAD4D00B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2">
                <p14:nvContentPartPr>
                  <p14:cNvPr id="28886" name="Ink 28885">
                    <a:extLst>
                      <a:ext uri="{FF2B5EF4-FFF2-40B4-BE49-F238E27FC236}">
                        <a16:creationId xmlns:a16="http://schemas.microsoft.com/office/drawing/2014/main" id="{658068C9-ACD9-716C-2635-8AF9CB2AF3D0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8886" name="Ink 28885">
                    <a:extLst>
                      <a:ext uri="{FF2B5EF4-FFF2-40B4-BE49-F238E27FC236}">
                        <a16:creationId xmlns:a16="http://schemas.microsoft.com/office/drawing/2014/main" id="{658068C9-ACD9-716C-2635-8AF9CB2AF3D0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3">
                <p14:nvContentPartPr>
                  <p14:cNvPr id="28887" name="Ink 28886">
                    <a:extLst>
                      <a:ext uri="{FF2B5EF4-FFF2-40B4-BE49-F238E27FC236}">
                        <a16:creationId xmlns:a16="http://schemas.microsoft.com/office/drawing/2014/main" id="{364CB476-C772-C9CD-48CB-6CBC4F4B62FB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8887" name="Ink 28886">
                    <a:extLst>
                      <a:ext uri="{FF2B5EF4-FFF2-40B4-BE49-F238E27FC236}">
                        <a16:creationId xmlns:a16="http://schemas.microsoft.com/office/drawing/2014/main" id="{364CB476-C772-C9CD-48CB-6CBC4F4B62FB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4">
                <p14:nvContentPartPr>
                  <p14:cNvPr id="28888" name="Ink 28887">
                    <a:extLst>
                      <a:ext uri="{FF2B5EF4-FFF2-40B4-BE49-F238E27FC236}">
                        <a16:creationId xmlns:a16="http://schemas.microsoft.com/office/drawing/2014/main" id="{0B3A6CBC-990A-52D1-E303-0845DEAF6BEA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8888" name="Ink 28887">
                    <a:extLst>
                      <a:ext uri="{FF2B5EF4-FFF2-40B4-BE49-F238E27FC236}">
                        <a16:creationId xmlns:a16="http://schemas.microsoft.com/office/drawing/2014/main" id="{0B3A6CBC-990A-52D1-E303-0845DEAF6BEA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5">
                <p14:nvContentPartPr>
                  <p14:cNvPr id="28889" name="Ink 28888">
                    <a:extLst>
                      <a:ext uri="{FF2B5EF4-FFF2-40B4-BE49-F238E27FC236}">
                        <a16:creationId xmlns:a16="http://schemas.microsoft.com/office/drawing/2014/main" id="{2D022C5D-7B3B-079A-D75D-F99AAA34645E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8889" name="Ink 28888">
                    <a:extLst>
                      <a:ext uri="{FF2B5EF4-FFF2-40B4-BE49-F238E27FC236}">
                        <a16:creationId xmlns:a16="http://schemas.microsoft.com/office/drawing/2014/main" id="{2D022C5D-7B3B-079A-D75D-F99AAA34645E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6">
                <p14:nvContentPartPr>
                  <p14:cNvPr id="28890" name="Ink 28889">
                    <a:extLst>
                      <a:ext uri="{FF2B5EF4-FFF2-40B4-BE49-F238E27FC236}">
                        <a16:creationId xmlns:a16="http://schemas.microsoft.com/office/drawing/2014/main" id="{02162EF8-6317-1857-3C7D-67B5F2624ED2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8890" name="Ink 28889">
                    <a:extLst>
                      <a:ext uri="{FF2B5EF4-FFF2-40B4-BE49-F238E27FC236}">
                        <a16:creationId xmlns:a16="http://schemas.microsoft.com/office/drawing/2014/main" id="{02162EF8-6317-1857-3C7D-67B5F2624ED2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7">
                <p14:nvContentPartPr>
                  <p14:cNvPr id="28891" name="Ink 28890">
                    <a:extLst>
                      <a:ext uri="{FF2B5EF4-FFF2-40B4-BE49-F238E27FC236}">
                        <a16:creationId xmlns:a16="http://schemas.microsoft.com/office/drawing/2014/main" id="{E1BD4E62-B37C-6104-B847-0C4DBF6CE021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8891" name="Ink 28890">
                    <a:extLst>
                      <a:ext uri="{FF2B5EF4-FFF2-40B4-BE49-F238E27FC236}">
                        <a16:creationId xmlns:a16="http://schemas.microsoft.com/office/drawing/2014/main" id="{E1BD4E62-B37C-6104-B847-0C4DBF6CE021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8">
                <p14:nvContentPartPr>
                  <p14:cNvPr id="28892" name="Ink 28891">
                    <a:extLst>
                      <a:ext uri="{FF2B5EF4-FFF2-40B4-BE49-F238E27FC236}">
                        <a16:creationId xmlns:a16="http://schemas.microsoft.com/office/drawing/2014/main" id="{919FF1DE-83DF-3609-14A5-9257C99E1CF4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8892" name="Ink 28891">
                    <a:extLst>
                      <a:ext uri="{FF2B5EF4-FFF2-40B4-BE49-F238E27FC236}">
                        <a16:creationId xmlns:a16="http://schemas.microsoft.com/office/drawing/2014/main" id="{919FF1DE-83DF-3609-14A5-9257C99E1CF4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89">
                <p14:nvContentPartPr>
                  <p14:cNvPr id="28893" name="Ink 28892">
                    <a:extLst>
                      <a:ext uri="{FF2B5EF4-FFF2-40B4-BE49-F238E27FC236}">
                        <a16:creationId xmlns:a16="http://schemas.microsoft.com/office/drawing/2014/main" id="{74033469-97F2-0050-B542-E5A70D209265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8893" name="Ink 28892">
                    <a:extLst>
                      <a:ext uri="{FF2B5EF4-FFF2-40B4-BE49-F238E27FC236}">
                        <a16:creationId xmlns:a16="http://schemas.microsoft.com/office/drawing/2014/main" id="{74033469-97F2-0050-B542-E5A70D209265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0">
                <p14:nvContentPartPr>
                  <p14:cNvPr id="28894" name="Ink 28893">
                    <a:extLst>
                      <a:ext uri="{FF2B5EF4-FFF2-40B4-BE49-F238E27FC236}">
                        <a16:creationId xmlns:a16="http://schemas.microsoft.com/office/drawing/2014/main" id="{9941D11E-88AA-CBCB-DFD7-E9DCB80CCEA6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8894" name="Ink 28893">
                    <a:extLst>
                      <a:ext uri="{FF2B5EF4-FFF2-40B4-BE49-F238E27FC236}">
                        <a16:creationId xmlns:a16="http://schemas.microsoft.com/office/drawing/2014/main" id="{9941D11E-88AA-CBCB-DFD7-E9DCB80CCEA6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1">
                <p14:nvContentPartPr>
                  <p14:cNvPr id="28895" name="Ink 28894">
                    <a:extLst>
                      <a:ext uri="{FF2B5EF4-FFF2-40B4-BE49-F238E27FC236}">
                        <a16:creationId xmlns:a16="http://schemas.microsoft.com/office/drawing/2014/main" id="{F9BB79FC-6BAC-A0B8-94EC-B6F922E97155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8895" name="Ink 28894">
                    <a:extLst>
                      <a:ext uri="{FF2B5EF4-FFF2-40B4-BE49-F238E27FC236}">
                        <a16:creationId xmlns:a16="http://schemas.microsoft.com/office/drawing/2014/main" id="{F9BB79FC-6BAC-A0B8-94EC-B6F922E97155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2">
                <p14:nvContentPartPr>
                  <p14:cNvPr id="28896" name="Ink 28895">
                    <a:extLst>
                      <a:ext uri="{FF2B5EF4-FFF2-40B4-BE49-F238E27FC236}">
                        <a16:creationId xmlns:a16="http://schemas.microsoft.com/office/drawing/2014/main" id="{06C35549-DFC1-2CF2-967A-3967BB0B7FB9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8896" name="Ink 28895">
                    <a:extLst>
                      <a:ext uri="{FF2B5EF4-FFF2-40B4-BE49-F238E27FC236}">
                        <a16:creationId xmlns:a16="http://schemas.microsoft.com/office/drawing/2014/main" id="{06C35549-DFC1-2CF2-967A-3967BB0B7FB9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3">
                <p14:nvContentPartPr>
                  <p14:cNvPr id="28897" name="Ink 28896">
                    <a:extLst>
                      <a:ext uri="{FF2B5EF4-FFF2-40B4-BE49-F238E27FC236}">
                        <a16:creationId xmlns:a16="http://schemas.microsoft.com/office/drawing/2014/main" id="{F3872916-28C8-BD57-0E88-1F13A1375CC0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8897" name="Ink 28896">
                    <a:extLst>
                      <a:ext uri="{FF2B5EF4-FFF2-40B4-BE49-F238E27FC236}">
                        <a16:creationId xmlns:a16="http://schemas.microsoft.com/office/drawing/2014/main" id="{F3872916-28C8-BD57-0E88-1F13A1375CC0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4">
                <p14:nvContentPartPr>
                  <p14:cNvPr id="28898" name="Ink 28897">
                    <a:extLst>
                      <a:ext uri="{FF2B5EF4-FFF2-40B4-BE49-F238E27FC236}">
                        <a16:creationId xmlns:a16="http://schemas.microsoft.com/office/drawing/2014/main" id="{05DA83C6-4FAF-757E-561A-8AADB0D87C06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8898" name="Ink 28897">
                    <a:extLst>
                      <a:ext uri="{FF2B5EF4-FFF2-40B4-BE49-F238E27FC236}">
                        <a16:creationId xmlns:a16="http://schemas.microsoft.com/office/drawing/2014/main" id="{05DA83C6-4FAF-757E-561A-8AADB0D87C06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5">
                <p14:nvContentPartPr>
                  <p14:cNvPr id="28899" name="Ink 28898">
                    <a:extLst>
                      <a:ext uri="{FF2B5EF4-FFF2-40B4-BE49-F238E27FC236}">
                        <a16:creationId xmlns:a16="http://schemas.microsoft.com/office/drawing/2014/main" id="{51D1DDEB-AEF2-8570-22A0-B5C46EE8B0BE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8899" name="Ink 28898">
                    <a:extLst>
                      <a:ext uri="{FF2B5EF4-FFF2-40B4-BE49-F238E27FC236}">
                        <a16:creationId xmlns:a16="http://schemas.microsoft.com/office/drawing/2014/main" id="{51D1DDEB-AEF2-8570-22A0-B5C46EE8B0BE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6">
                <p14:nvContentPartPr>
                  <p14:cNvPr id="28900" name="Ink 28899">
                    <a:extLst>
                      <a:ext uri="{FF2B5EF4-FFF2-40B4-BE49-F238E27FC236}">
                        <a16:creationId xmlns:a16="http://schemas.microsoft.com/office/drawing/2014/main" id="{B2EF2C30-5898-DE3A-A067-655E3C88743E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8900" name="Ink 28899">
                    <a:extLst>
                      <a:ext uri="{FF2B5EF4-FFF2-40B4-BE49-F238E27FC236}">
                        <a16:creationId xmlns:a16="http://schemas.microsoft.com/office/drawing/2014/main" id="{B2EF2C30-5898-DE3A-A067-655E3C88743E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7">
                <p14:nvContentPartPr>
                  <p14:cNvPr id="28901" name="Ink 28900">
                    <a:extLst>
                      <a:ext uri="{FF2B5EF4-FFF2-40B4-BE49-F238E27FC236}">
                        <a16:creationId xmlns:a16="http://schemas.microsoft.com/office/drawing/2014/main" id="{8AFFEBA8-F5FB-C357-7EC6-0754E6DFBE81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8901" name="Ink 28900">
                    <a:extLst>
                      <a:ext uri="{FF2B5EF4-FFF2-40B4-BE49-F238E27FC236}">
                        <a16:creationId xmlns:a16="http://schemas.microsoft.com/office/drawing/2014/main" id="{8AFFEBA8-F5FB-C357-7EC6-0754E6DFBE81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8">
                <p14:nvContentPartPr>
                  <p14:cNvPr id="28902" name="Ink 28901">
                    <a:extLst>
                      <a:ext uri="{FF2B5EF4-FFF2-40B4-BE49-F238E27FC236}">
                        <a16:creationId xmlns:a16="http://schemas.microsoft.com/office/drawing/2014/main" id="{F2A50780-2549-5B96-D44F-49F0499CD88C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8902" name="Ink 28901">
                    <a:extLst>
                      <a:ext uri="{FF2B5EF4-FFF2-40B4-BE49-F238E27FC236}">
                        <a16:creationId xmlns:a16="http://schemas.microsoft.com/office/drawing/2014/main" id="{F2A50780-2549-5B96-D44F-49F0499CD88C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799">
                <p14:nvContentPartPr>
                  <p14:cNvPr id="28903" name="Ink 28902">
                    <a:extLst>
                      <a:ext uri="{FF2B5EF4-FFF2-40B4-BE49-F238E27FC236}">
                        <a16:creationId xmlns:a16="http://schemas.microsoft.com/office/drawing/2014/main" id="{2038A6EA-4C20-AE24-1207-24723C8ED55F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8903" name="Ink 28902">
                    <a:extLst>
                      <a:ext uri="{FF2B5EF4-FFF2-40B4-BE49-F238E27FC236}">
                        <a16:creationId xmlns:a16="http://schemas.microsoft.com/office/drawing/2014/main" id="{2038A6EA-4C20-AE24-1207-24723C8ED55F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0">
                <p14:nvContentPartPr>
                  <p14:cNvPr id="28904" name="Ink 28903">
                    <a:extLst>
                      <a:ext uri="{FF2B5EF4-FFF2-40B4-BE49-F238E27FC236}">
                        <a16:creationId xmlns:a16="http://schemas.microsoft.com/office/drawing/2014/main" id="{693D54FE-D26E-A3F3-3BDB-F2AC174F2079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8904" name="Ink 28903">
                    <a:extLst>
                      <a:ext uri="{FF2B5EF4-FFF2-40B4-BE49-F238E27FC236}">
                        <a16:creationId xmlns:a16="http://schemas.microsoft.com/office/drawing/2014/main" id="{693D54FE-D26E-A3F3-3BDB-F2AC174F2079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1">
                <p14:nvContentPartPr>
                  <p14:cNvPr id="28905" name="Ink 28904">
                    <a:extLst>
                      <a:ext uri="{FF2B5EF4-FFF2-40B4-BE49-F238E27FC236}">
                        <a16:creationId xmlns:a16="http://schemas.microsoft.com/office/drawing/2014/main" id="{8EA7B9D4-C508-6365-A9F0-E780CBF2B535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8905" name="Ink 28904">
                    <a:extLst>
                      <a:ext uri="{FF2B5EF4-FFF2-40B4-BE49-F238E27FC236}">
                        <a16:creationId xmlns:a16="http://schemas.microsoft.com/office/drawing/2014/main" id="{8EA7B9D4-C508-6365-A9F0-E780CBF2B535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2">
                <p14:nvContentPartPr>
                  <p14:cNvPr id="28906" name="Ink 28905">
                    <a:extLst>
                      <a:ext uri="{FF2B5EF4-FFF2-40B4-BE49-F238E27FC236}">
                        <a16:creationId xmlns:a16="http://schemas.microsoft.com/office/drawing/2014/main" id="{8339F52C-3AE6-7F1B-813E-DF108BA03052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8906" name="Ink 28905">
                    <a:extLst>
                      <a:ext uri="{FF2B5EF4-FFF2-40B4-BE49-F238E27FC236}">
                        <a16:creationId xmlns:a16="http://schemas.microsoft.com/office/drawing/2014/main" id="{8339F52C-3AE6-7F1B-813E-DF108BA03052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3">
                <p14:nvContentPartPr>
                  <p14:cNvPr id="28907" name="Ink 28906">
                    <a:extLst>
                      <a:ext uri="{FF2B5EF4-FFF2-40B4-BE49-F238E27FC236}">
                        <a16:creationId xmlns:a16="http://schemas.microsoft.com/office/drawing/2014/main" id="{54D5E4D5-DAF6-07C4-2C9C-9FE712B95A70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8907" name="Ink 28906">
                    <a:extLst>
                      <a:ext uri="{FF2B5EF4-FFF2-40B4-BE49-F238E27FC236}">
                        <a16:creationId xmlns:a16="http://schemas.microsoft.com/office/drawing/2014/main" id="{54D5E4D5-DAF6-07C4-2C9C-9FE712B95A70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8823" name="Freeform 28822">
              <a:extLst>
                <a:ext uri="{FF2B5EF4-FFF2-40B4-BE49-F238E27FC236}">
                  <a16:creationId xmlns:a16="http://schemas.microsoft.com/office/drawing/2014/main" id="{337D1775-B8F8-D32B-AB1F-F55564A5EB13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4" name="Freeform 28823">
              <a:extLst>
                <a:ext uri="{FF2B5EF4-FFF2-40B4-BE49-F238E27FC236}">
                  <a16:creationId xmlns:a16="http://schemas.microsoft.com/office/drawing/2014/main" id="{F6A063FE-8729-4A5C-63BB-5885EB32FBC7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5" name="Freeform 28824">
              <a:extLst>
                <a:ext uri="{FF2B5EF4-FFF2-40B4-BE49-F238E27FC236}">
                  <a16:creationId xmlns:a16="http://schemas.microsoft.com/office/drawing/2014/main" id="{CB034617-DD21-DD75-14B9-9B418772D520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6" name="Freeform 28825">
              <a:extLst>
                <a:ext uri="{FF2B5EF4-FFF2-40B4-BE49-F238E27FC236}">
                  <a16:creationId xmlns:a16="http://schemas.microsoft.com/office/drawing/2014/main" id="{96BDAB14-5ACC-91FE-8201-BB667D7BCF7C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7" name="Freeform 28826">
              <a:extLst>
                <a:ext uri="{FF2B5EF4-FFF2-40B4-BE49-F238E27FC236}">
                  <a16:creationId xmlns:a16="http://schemas.microsoft.com/office/drawing/2014/main" id="{149A8D82-E254-4F5A-ACD5-1167AC6063BA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8" name="Freeform 28827">
              <a:extLst>
                <a:ext uri="{FF2B5EF4-FFF2-40B4-BE49-F238E27FC236}">
                  <a16:creationId xmlns:a16="http://schemas.microsoft.com/office/drawing/2014/main" id="{DAD12246-2BCB-D6FF-607F-84D7A6823E14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29" name="Freeform 28828">
              <a:extLst>
                <a:ext uri="{FF2B5EF4-FFF2-40B4-BE49-F238E27FC236}">
                  <a16:creationId xmlns:a16="http://schemas.microsoft.com/office/drawing/2014/main" id="{D441DDD6-E255-0A24-8BB7-4AB5520DFF1A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0" name="Freeform 28829">
              <a:extLst>
                <a:ext uri="{FF2B5EF4-FFF2-40B4-BE49-F238E27FC236}">
                  <a16:creationId xmlns:a16="http://schemas.microsoft.com/office/drawing/2014/main" id="{36326695-0166-3E38-A357-1F401DEB0502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1" name="Freeform 28830">
              <a:extLst>
                <a:ext uri="{FF2B5EF4-FFF2-40B4-BE49-F238E27FC236}">
                  <a16:creationId xmlns:a16="http://schemas.microsoft.com/office/drawing/2014/main" id="{33125450-8B68-A32F-BDFF-E07023D2B47F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2" name="Freeform 28831">
              <a:extLst>
                <a:ext uri="{FF2B5EF4-FFF2-40B4-BE49-F238E27FC236}">
                  <a16:creationId xmlns:a16="http://schemas.microsoft.com/office/drawing/2014/main" id="{97CA4293-4950-AF75-09C3-A223E95B68F2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3" name="Freeform 28832">
              <a:extLst>
                <a:ext uri="{FF2B5EF4-FFF2-40B4-BE49-F238E27FC236}">
                  <a16:creationId xmlns:a16="http://schemas.microsoft.com/office/drawing/2014/main" id="{A4D0DD39-5230-C3DD-E565-A35A99CA6451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4" name="Freeform 28833">
              <a:extLst>
                <a:ext uri="{FF2B5EF4-FFF2-40B4-BE49-F238E27FC236}">
                  <a16:creationId xmlns:a16="http://schemas.microsoft.com/office/drawing/2014/main" id="{819A1D77-0C7A-4D50-EBCF-31AB845AB2EB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5" name="Freeform 28834">
              <a:extLst>
                <a:ext uri="{FF2B5EF4-FFF2-40B4-BE49-F238E27FC236}">
                  <a16:creationId xmlns:a16="http://schemas.microsoft.com/office/drawing/2014/main" id="{8B1A1236-0A3F-7118-2E69-BB37FF79AB4D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6" name="Freeform 28835">
              <a:extLst>
                <a:ext uri="{FF2B5EF4-FFF2-40B4-BE49-F238E27FC236}">
                  <a16:creationId xmlns:a16="http://schemas.microsoft.com/office/drawing/2014/main" id="{FA99740E-67B3-4CF7-C423-AAFAD1F21BFF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7" name="Freeform 28836">
              <a:extLst>
                <a:ext uri="{FF2B5EF4-FFF2-40B4-BE49-F238E27FC236}">
                  <a16:creationId xmlns:a16="http://schemas.microsoft.com/office/drawing/2014/main" id="{468DF5FE-5083-E3BB-1041-D0A9C385469A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38" name="Freeform 28837">
              <a:extLst>
                <a:ext uri="{FF2B5EF4-FFF2-40B4-BE49-F238E27FC236}">
                  <a16:creationId xmlns:a16="http://schemas.microsoft.com/office/drawing/2014/main" id="{B0D7FD68-C783-A766-4AE9-7B736ECFCE9D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804">
              <p14:nvContentPartPr>
                <p14:cNvPr id="28839" name="Ink 28838">
                  <a:extLst>
                    <a:ext uri="{FF2B5EF4-FFF2-40B4-BE49-F238E27FC236}">
                      <a16:creationId xmlns:a16="http://schemas.microsoft.com/office/drawing/2014/main" id="{C407C449-2091-D934-3CE0-79DE4457260C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8839" name="Ink 28838">
                  <a:extLst>
                    <a:ext uri="{FF2B5EF4-FFF2-40B4-BE49-F238E27FC236}">
                      <a16:creationId xmlns:a16="http://schemas.microsoft.com/office/drawing/2014/main" id="{C407C449-2091-D934-3CE0-79DE4457260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5">
              <p14:nvContentPartPr>
                <p14:cNvPr id="28840" name="Ink 28839">
                  <a:extLst>
                    <a:ext uri="{FF2B5EF4-FFF2-40B4-BE49-F238E27FC236}">
                      <a16:creationId xmlns:a16="http://schemas.microsoft.com/office/drawing/2014/main" id="{5593FA82-8B50-D903-5D33-C9923FC8BB7A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8840" name="Ink 28839">
                  <a:extLst>
                    <a:ext uri="{FF2B5EF4-FFF2-40B4-BE49-F238E27FC236}">
                      <a16:creationId xmlns:a16="http://schemas.microsoft.com/office/drawing/2014/main" id="{5593FA82-8B50-D903-5D33-C9923FC8BB7A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6">
              <p14:nvContentPartPr>
                <p14:cNvPr id="28841" name="Ink 28840">
                  <a:extLst>
                    <a:ext uri="{FF2B5EF4-FFF2-40B4-BE49-F238E27FC236}">
                      <a16:creationId xmlns:a16="http://schemas.microsoft.com/office/drawing/2014/main" id="{79ADA9AD-A3C1-DF47-C9E0-CA3942DFF5D2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8841" name="Ink 28840">
                  <a:extLst>
                    <a:ext uri="{FF2B5EF4-FFF2-40B4-BE49-F238E27FC236}">
                      <a16:creationId xmlns:a16="http://schemas.microsoft.com/office/drawing/2014/main" id="{79ADA9AD-A3C1-DF47-C9E0-CA3942DFF5D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8842" name="Freeform 28841">
              <a:extLst>
                <a:ext uri="{FF2B5EF4-FFF2-40B4-BE49-F238E27FC236}">
                  <a16:creationId xmlns:a16="http://schemas.microsoft.com/office/drawing/2014/main" id="{32030061-B962-8238-C7A2-5B069C69C775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3" name="Freeform 28842">
              <a:extLst>
                <a:ext uri="{FF2B5EF4-FFF2-40B4-BE49-F238E27FC236}">
                  <a16:creationId xmlns:a16="http://schemas.microsoft.com/office/drawing/2014/main" id="{C89927C8-EA25-C16B-A77D-7CC309E11704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4" name="Freeform 28843">
              <a:extLst>
                <a:ext uri="{FF2B5EF4-FFF2-40B4-BE49-F238E27FC236}">
                  <a16:creationId xmlns:a16="http://schemas.microsoft.com/office/drawing/2014/main" id="{54B43DC1-C827-3493-9369-2D518F5D772D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5" name="Freeform 28844">
              <a:extLst>
                <a:ext uri="{FF2B5EF4-FFF2-40B4-BE49-F238E27FC236}">
                  <a16:creationId xmlns:a16="http://schemas.microsoft.com/office/drawing/2014/main" id="{875B1D2C-A876-BE99-AFFD-514C567C3C54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6" name="Freeform 28845">
              <a:extLst>
                <a:ext uri="{FF2B5EF4-FFF2-40B4-BE49-F238E27FC236}">
                  <a16:creationId xmlns:a16="http://schemas.microsoft.com/office/drawing/2014/main" id="{0F2751E0-B6C9-9C78-BB8B-33681CDD8D49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7" name="Freeform 28846">
              <a:extLst>
                <a:ext uri="{FF2B5EF4-FFF2-40B4-BE49-F238E27FC236}">
                  <a16:creationId xmlns:a16="http://schemas.microsoft.com/office/drawing/2014/main" id="{9BFD047F-5389-25AB-58C6-1D0ED2CE8A9D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48" name="Freeform 28847">
              <a:extLst>
                <a:ext uri="{FF2B5EF4-FFF2-40B4-BE49-F238E27FC236}">
                  <a16:creationId xmlns:a16="http://schemas.microsoft.com/office/drawing/2014/main" id="{8249EEA8-DBAE-8C11-AB53-AE94C4703844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8849" name="Group 28848">
              <a:extLst>
                <a:ext uri="{FF2B5EF4-FFF2-40B4-BE49-F238E27FC236}">
                  <a16:creationId xmlns:a16="http://schemas.microsoft.com/office/drawing/2014/main" id="{0A2DBDDD-A82A-0D14-7D2F-1492CDECEABE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807">
                <p14:nvContentPartPr>
                  <p14:cNvPr id="28850" name="Ink 28849">
                    <a:extLst>
                      <a:ext uri="{FF2B5EF4-FFF2-40B4-BE49-F238E27FC236}">
                        <a16:creationId xmlns:a16="http://schemas.microsoft.com/office/drawing/2014/main" id="{F33792F1-88B7-F507-1CA8-F69F276ECD71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28850" name="Ink 28849">
                    <a:extLst>
                      <a:ext uri="{FF2B5EF4-FFF2-40B4-BE49-F238E27FC236}">
                        <a16:creationId xmlns:a16="http://schemas.microsoft.com/office/drawing/2014/main" id="{F33792F1-88B7-F507-1CA8-F69F276ECD71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8">
                <p14:nvContentPartPr>
                  <p14:cNvPr id="28851" name="Ink 28850">
                    <a:extLst>
                      <a:ext uri="{FF2B5EF4-FFF2-40B4-BE49-F238E27FC236}">
                        <a16:creationId xmlns:a16="http://schemas.microsoft.com/office/drawing/2014/main" id="{B61FD921-8483-EF0F-20BF-83D6C24CD169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28851" name="Ink 28850">
                    <a:extLst>
                      <a:ext uri="{FF2B5EF4-FFF2-40B4-BE49-F238E27FC236}">
                        <a16:creationId xmlns:a16="http://schemas.microsoft.com/office/drawing/2014/main" id="{B61FD921-8483-EF0F-20BF-83D6C24CD169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09">
                <p14:nvContentPartPr>
                  <p14:cNvPr id="28852" name="Ink 28851">
                    <a:extLst>
                      <a:ext uri="{FF2B5EF4-FFF2-40B4-BE49-F238E27FC236}">
                        <a16:creationId xmlns:a16="http://schemas.microsoft.com/office/drawing/2014/main" id="{5140C91B-120B-9ACE-EADC-96EB6F1D7E4F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28852" name="Ink 28851">
                    <a:extLst>
                      <a:ext uri="{FF2B5EF4-FFF2-40B4-BE49-F238E27FC236}">
                        <a16:creationId xmlns:a16="http://schemas.microsoft.com/office/drawing/2014/main" id="{5140C91B-120B-9ACE-EADC-96EB6F1D7E4F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0">
                <p14:nvContentPartPr>
                  <p14:cNvPr id="28853" name="Ink 28852">
                    <a:extLst>
                      <a:ext uri="{FF2B5EF4-FFF2-40B4-BE49-F238E27FC236}">
                        <a16:creationId xmlns:a16="http://schemas.microsoft.com/office/drawing/2014/main" id="{3ED7E1EE-9D66-0830-DDBC-222A89EED93C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28853" name="Ink 28852">
                    <a:extLst>
                      <a:ext uri="{FF2B5EF4-FFF2-40B4-BE49-F238E27FC236}">
                        <a16:creationId xmlns:a16="http://schemas.microsoft.com/office/drawing/2014/main" id="{3ED7E1EE-9D66-0830-DDBC-222A89EED93C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1">
                <p14:nvContentPartPr>
                  <p14:cNvPr id="28854" name="Ink 28853">
                    <a:extLst>
                      <a:ext uri="{FF2B5EF4-FFF2-40B4-BE49-F238E27FC236}">
                        <a16:creationId xmlns:a16="http://schemas.microsoft.com/office/drawing/2014/main" id="{D898048F-40A0-42D7-A6D9-DA4FB9A9E0F3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28854" name="Ink 28853">
                    <a:extLst>
                      <a:ext uri="{FF2B5EF4-FFF2-40B4-BE49-F238E27FC236}">
                        <a16:creationId xmlns:a16="http://schemas.microsoft.com/office/drawing/2014/main" id="{D898048F-40A0-42D7-A6D9-DA4FB9A9E0F3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2">
                <p14:nvContentPartPr>
                  <p14:cNvPr id="28855" name="Ink 28854">
                    <a:extLst>
                      <a:ext uri="{FF2B5EF4-FFF2-40B4-BE49-F238E27FC236}">
                        <a16:creationId xmlns:a16="http://schemas.microsoft.com/office/drawing/2014/main" id="{97DD7CE1-20C0-EFA6-ECA6-1BDDD2AC0831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28855" name="Ink 28854">
                    <a:extLst>
                      <a:ext uri="{FF2B5EF4-FFF2-40B4-BE49-F238E27FC236}">
                        <a16:creationId xmlns:a16="http://schemas.microsoft.com/office/drawing/2014/main" id="{97DD7CE1-20C0-EFA6-ECA6-1BDDD2AC0831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3">
                <p14:nvContentPartPr>
                  <p14:cNvPr id="28856" name="Ink 28855">
                    <a:extLst>
                      <a:ext uri="{FF2B5EF4-FFF2-40B4-BE49-F238E27FC236}">
                        <a16:creationId xmlns:a16="http://schemas.microsoft.com/office/drawing/2014/main" id="{E9BF1473-DB5C-C413-792C-3F83200E9DFD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28856" name="Ink 28855">
                    <a:extLst>
                      <a:ext uri="{FF2B5EF4-FFF2-40B4-BE49-F238E27FC236}">
                        <a16:creationId xmlns:a16="http://schemas.microsoft.com/office/drawing/2014/main" id="{E9BF1473-DB5C-C413-792C-3F83200E9DFD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4">
                <p14:nvContentPartPr>
                  <p14:cNvPr id="28857" name="Ink 28856">
                    <a:extLst>
                      <a:ext uri="{FF2B5EF4-FFF2-40B4-BE49-F238E27FC236}">
                        <a16:creationId xmlns:a16="http://schemas.microsoft.com/office/drawing/2014/main" id="{55F0605D-E28A-D02B-A932-F7117D968B90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28857" name="Ink 28856">
                    <a:extLst>
                      <a:ext uri="{FF2B5EF4-FFF2-40B4-BE49-F238E27FC236}">
                        <a16:creationId xmlns:a16="http://schemas.microsoft.com/office/drawing/2014/main" id="{55F0605D-E28A-D02B-A932-F7117D968B90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8394" name="Group 28393">
            <a:extLst>
              <a:ext uri="{FF2B5EF4-FFF2-40B4-BE49-F238E27FC236}">
                <a16:creationId xmlns:a16="http://schemas.microsoft.com/office/drawing/2014/main" id="{03CD0255-9F42-D8BF-95C9-AE4284AB2D11}"/>
              </a:ext>
            </a:extLst>
          </p:cNvPr>
          <p:cNvGrpSpPr/>
          <p:nvPr/>
        </p:nvGrpSpPr>
        <p:grpSpPr>
          <a:xfrm>
            <a:off x="3543267" y="6030535"/>
            <a:ext cx="737177" cy="2717580"/>
            <a:chOff x="9203827" y="1437191"/>
            <a:chExt cx="1271154" cy="4686070"/>
          </a:xfrm>
        </p:grpSpPr>
        <p:grpSp>
          <p:nvGrpSpPr>
            <p:cNvPr id="28395" name="Group 28394">
              <a:extLst>
                <a:ext uri="{FF2B5EF4-FFF2-40B4-BE49-F238E27FC236}">
                  <a16:creationId xmlns:a16="http://schemas.microsoft.com/office/drawing/2014/main" id="{036371C8-C26F-99C9-F5D0-B4271D5F7E80}"/>
                </a:ext>
              </a:extLst>
            </p:cNvPr>
            <p:cNvGrpSpPr/>
            <p:nvPr/>
          </p:nvGrpSpPr>
          <p:grpSpPr>
            <a:xfrm>
              <a:off x="9203827" y="2312462"/>
              <a:ext cx="1196847" cy="3810799"/>
              <a:chOff x="6907377" y="2263425"/>
              <a:chExt cx="1196847" cy="3810799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815">
                <p14:nvContentPartPr>
                  <p14:cNvPr id="28410" name="Ink 28409">
                    <a:extLst>
                      <a:ext uri="{FF2B5EF4-FFF2-40B4-BE49-F238E27FC236}">
                        <a16:creationId xmlns:a16="http://schemas.microsoft.com/office/drawing/2014/main" id="{D66EE2B3-2D92-27FB-A334-F22AF29DFC79}"/>
                      </a:ext>
                    </a:extLst>
                  </p14:cNvPr>
                  <p14:cNvContentPartPr/>
                  <p14:nvPr/>
                </p14:nvContentPartPr>
                <p14:xfrm>
                  <a:off x="7643976" y="3240063"/>
                  <a:ext cx="397253" cy="215991"/>
                </p14:xfrm>
              </p:contentPart>
            </mc:Choice>
            <mc:Fallback xmlns="">
              <p:pic>
                <p:nvPicPr>
                  <p:cNvPr id="28410" name="Ink 28409">
                    <a:extLst>
                      <a:ext uri="{FF2B5EF4-FFF2-40B4-BE49-F238E27FC236}">
                        <a16:creationId xmlns:a16="http://schemas.microsoft.com/office/drawing/2014/main" id="{D66EE2B3-2D92-27FB-A334-F22AF29DFC79}"/>
                      </a:ext>
                    </a:extLst>
                  </p:cNvPr>
                  <p:cNvPicPr/>
                  <p:nvPr/>
                </p:nvPicPr>
                <p:blipFill>
                  <a:blip r:embed="rId166"/>
                  <a:stretch>
                    <a:fillRect/>
                  </a:stretch>
                </p:blipFill>
                <p:spPr>
                  <a:xfrm>
                    <a:off x="7633440" y="3229512"/>
                    <a:ext cx="418324" cy="2370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6">
                <p14:nvContentPartPr>
                  <p14:cNvPr id="28411" name="Ink 28410">
                    <a:extLst>
                      <a:ext uri="{FF2B5EF4-FFF2-40B4-BE49-F238E27FC236}">
                        <a16:creationId xmlns:a16="http://schemas.microsoft.com/office/drawing/2014/main" id="{064D2C59-919E-C4CF-EDDF-E13A36C1186D}"/>
                      </a:ext>
                    </a:extLst>
                  </p14:cNvPr>
                  <p14:cNvContentPartPr/>
                  <p14:nvPr/>
                </p14:nvContentPartPr>
                <p14:xfrm>
                  <a:off x="7045217" y="3157986"/>
                  <a:ext cx="367747" cy="210591"/>
                </p14:xfrm>
              </p:contentPart>
            </mc:Choice>
            <mc:Fallback xmlns="">
              <p:pic>
                <p:nvPicPr>
                  <p:cNvPr id="28411" name="Ink 28410">
                    <a:extLst>
                      <a:ext uri="{FF2B5EF4-FFF2-40B4-BE49-F238E27FC236}">
                        <a16:creationId xmlns:a16="http://schemas.microsoft.com/office/drawing/2014/main" id="{064D2C59-919E-C4CF-EDDF-E13A36C1186D}"/>
                      </a:ext>
                    </a:extLst>
                  </p:cNvPr>
                  <p:cNvPicPr/>
                  <p:nvPr/>
                </p:nvPicPr>
                <p:blipFill>
                  <a:blip r:embed="rId168"/>
                  <a:stretch>
                    <a:fillRect/>
                  </a:stretch>
                </p:blipFill>
                <p:spPr>
                  <a:xfrm>
                    <a:off x="7034675" y="3147456"/>
                    <a:ext cx="388832" cy="2316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7">
                <p14:nvContentPartPr>
                  <p14:cNvPr id="28412" name="Ink 28411">
                    <a:extLst>
                      <a:ext uri="{FF2B5EF4-FFF2-40B4-BE49-F238E27FC236}">
                        <a16:creationId xmlns:a16="http://schemas.microsoft.com/office/drawing/2014/main" id="{A51DE5A3-EAF1-837E-4599-F02E574141C4}"/>
                      </a:ext>
                    </a:extLst>
                  </p14:cNvPr>
                  <p14:cNvContentPartPr/>
                  <p14:nvPr/>
                </p14:nvContentPartPr>
                <p14:xfrm>
                  <a:off x="7571290" y="4047869"/>
                  <a:ext cx="192150" cy="146154"/>
                </p14:xfrm>
              </p:contentPart>
            </mc:Choice>
            <mc:Fallback xmlns="">
              <p:pic>
                <p:nvPicPr>
                  <p:cNvPr id="28412" name="Ink 28411">
                    <a:extLst>
                      <a:ext uri="{FF2B5EF4-FFF2-40B4-BE49-F238E27FC236}">
                        <a16:creationId xmlns:a16="http://schemas.microsoft.com/office/drawing/2014/main" id="{A51DE5A3-EAF1-837E-4599-F02E574141C4}"/>
                      </a:ext>
                    </a:extLst>
                  </p:cNvPr>
                  <p:cNvPicPr/>
                  <p:nvPr/>
                </p:nvPicPr>
                <p:blipFill>
                  <a:blip r:embed="rId170"/>
                  <a:stretch>
                    <a:fillRect/>
                  </a:stretch>
                </p:blipFill>
                <p:spPr>
                  <a:xfrm>
                    <a:off x="7560753" y="4037341"/>
                    <a:ext cx="213225" cy="1672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18">
                <p14:nvContentPartPr>
                  <p14:cNvPr id="28413" name="Ink 28412">
                    <a:extLst>
                      <a:ext uri="{FF2B5EF4-FFF2-40B4-BE49-F238E27FC236}">
                        <a16:creationId xmlns:a16="http://schemas.microsoft.com/office/drawing/2014/main" id="{6877676C-BA35-0A30-E555-5C794D27C7EF}"/>
                      </a:ext>
                    </a:extLst>
                  </p14:cNvPr>
                  <p14:cNvContentPartPr/>
                  <p14:nvPr/>
                </p14:nvContentPartPr>
                <p14:xfrm>
                  <a:off x="7274429" y="4491370"/>
                  <a:ext cx="156167" cy="149754"/>
                </p14:xfrm>
              </p:contentPart>
            </mc:Choice>
            <mc:Fallback xmlns="">
              <p:pic>
                <p:nvPicPr>
                  <p:cNvPr id="28413" name="Ink 28412">
                    <a:extLst>
                      <a:ext uri="{FF2B5EF4-FFF2-40B4-BE49-F238E27FC236}">
                        <a16:creationId xmlns:a16="http://schemas.microsoft.com/office/drawing/2014/main" id="{6877676C-BA35-0A30-E555-5C794D27C7EF}"/>
                      </a:ext>
                    </a:extLst>
                  </p:cNvPr>
                  <p:cNvPicPr/>
                  <p:nvPr/>
                </p:nvPicPr>
                <p:blipFill>
                  <a:blip r:embed="rId172"/>
                  <a:stretch>
                    <a:fillRect/>
                  </a:stretch>
                </p:blipFill>
                <p:spPr>
                  <a:xfrm>
                    <a:off x="7263894" y="4480806"/>
                    <a:ext cx="177237" cy="170881"/>
                  </a:xfrm>
                  <a:prstGeom prst="rect">
                    <a:avLst/>
                  </a:prstGeom>
                </p:spPr>
              </p:pic>
            </mc:Fallback>
          </mc:AlternateContent>
          <p:grpSp>
            <p:nvGrpSpPr>
              <p:cNvPr id="28414" name="Group 92">
                <a:extLst>
                  <a:ext uri="{FF2B5EF4-FFF2-40B4-BE49-F238E27FC236}">
                    <a16:creationId xmlns:a16="http://schemas.microsoft.com/office/drawing/2014/main" id="{06C55339-3B81-6087-0934-A5EF5CFC4E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989803" y="3328979"/>
                <a:ext cx="964706" cy="2745245"/>
                <a:chOff x="4664804" y="3367972"/>
                <a:chExt cx="965160" cy="2745360"/>
              </a:xfrm>
            </p:grpSpPr>
            <mc:AlternateContent xmlns:mc="http://schemas.openxmlformats.org/markup-compatibility/2006" xmlns:p14="http://schemas.microsoft.com/office/powerpoint/2010/main">
              <mc:Choice Requires="p14">
                <p:contentPart p14:bwMode="auto" r:id="rId1819">
                  <p14:nvContentPartPr>
                    <p14:cNvPr id="28450" name="Ink 28449">
                      <a:extLst>
                        <a:ext uri="{FF2B5EF4-FFF2-40B4-BE49-F238E27FC236}">
                          <a16:creationId xmlns:a16="http://schemas.microsoft.com/office/drawing/2014/main" id="{A15F7DFA-2F5E-7961-723E-74B76CCEEB4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798364" y="5761252"/>
                    <a:ext cx="420480" cy="255240"/>
                  </p14:xfrm>
                </p:contentPart>
              </mc:Choice>
              <mc:Fallback xmlns="">
                <p:pic>
                  <p:nvPicPr>
                    <p:cNvPr id="28450" name="Ink 28449">
                      <a:extLst>
                        <a:ext uri="{FF2B5EF4-FFF2-40B4-BE49-F238E27FC236}">
                          <a16:creationId xmlns:a16="http://schemas.microsoft.com/office/drawing/2014/main" id="{A15F7DFA-2F5E-7961-723E-74B76CCEEB43}"/>
                        </a:ext>
                      </a:extLst>
                    </p:cNvPr>
                    <p:cNvPicPr/>
                    <p:nvPr/>
                  </p:nvPicPr>
                  <p:blipFill>
                    <a:blip r:embed="rId947"/>
                    <a:stretch>
                      <a:fillRect/>
                    </a:stretch>
                  </p:blipFill>
                  <p:spPr>
                    <a:xfrm>
                      <a:off x="4787821" y="5750720"/>
                      <a:ext cx="441566" cy="27630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0">
                  <p14:nvContentPartPr>
                    <p14:cNvPr id="28451" name="Ink 28450">
                      <a:extLst>
                        <a:ext uri="{FF2B5EF4-FFF2-40B4-BE49-F238E27FC236}">
                          <a16:creationId xmlns:a16="http://schemas.microsoft.com/office/drawing/2014/main" id="{074F9CF3-DDA4-E843-FAD0-4B53AD393BE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940204" y="5759812"/>
                    <a:ext cx="279720" cy="321840"/>
                  </p14:xfrm>
                </p:contentPart>
              </mc:Choice>
              <mc:Fallback xmlns="">
                <p:pic>
                  <p:nvPicPr>
                    <p:cNvPr id="28451" name="Ink 28450">
                      <a:extLst>
                        <a:ext uri="{FF2B5EF4-FFF2-40B4-BE49-F238E27FC236}">
                          <a16:creationId xmlns:a16="http://schemas.microsoft.com/office/drawing/2014/main" id="{074F9CF3-DDA4-E843-FAD0-4B53AD393BEA}"/>
                        </a:ext>
                      </a:extLst>
                    </p:cNvPr>
                    <p:cNvPicPr/>
                    <p:nvPr/>
                  </p:nvPicPr>
                  <p:blipFill>
                    <a:blip r:embed="rId949"/>
                    <a:stretch>
                      <a:fillRect/>
                    </a:stretch>
                  </p:blipFill>
                  <p:spPr>
                    <a:xfrm>
                      <a:off x="4929660" y="5749250"/>
                      <a:ext cx="300808" cy="34296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1">
                  <p14:nvContentPartPr>
                    <p14:cNvPr id="28452" name="Ink 28451">
                      <a:extLst>
                        <a:ext uri="{FF2B5EF4-FFF2-40B4-BE49-F238E27FC236}">
                          <a16:creationId xmlns:a16="http://schemas.microsoft.com/office/drawing/2014/main" id="{B28013C8-B3D1-FF33-D95E-3EEE7A1682EC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2564" y="5764852"/>
                    <a:ext cx="126360" cy="338760"/>
                  </p14:xfrm>
                </p:contentPart>
              </mc:Choice>
              <mc:Fallback xmlns="">
                <p:pic>
                  <p:nvPicPr>
                    <p:cNvPr id="28452" name="Ink 28451">
                      <a:extLst>
                        <a:ext uri="{FF2B5EF4-FFF2-40B4-BE49-F238E27FC236}">
                          <a16:creationId xmlns:a16="http://schemas.microsoft.com/office/drawing/2014/main" id="{B28013C8-B3D1-FF33-D95E-3EEE7A1682EC}"/>
                        </a:ext>
                      </a:extLst>
                    </p:cNvPr>
                    <p:cNvPicPr/>
                    <p:nvPr/>
                  </p:nvPicPr>
                  <p:blipFill>
                    <a:blip r:embed="rId178"/>
                    <a:stretch>
                      <a:fillRect/>
                    </a:stretch>
                  </p:blipFill>
                  <p:spPr>
                    <a:xfrm>
                      <a:off x="5092085" y="5754324"/>
                      <a:ext cx="147317" cy="35981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2">
                  <p14:nvContentPartPr>
                    <p14:cNvPr id="28453" name="Ink 28452">
                      <a:extLst>
                        <a:ext uri="{FF2B5EF4-FFF2-40B4-BE49-F238E27FC236}">
                          <a16:creationId xmlns:a16="http://schemas.microsoft.com/office/drawing/2014/main" id="{7070CC76-06C5-D51E-DC16-D7DFE12BB51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08044" y="5766652"/>
                    <a:ext cx="34200" cy="277200"/>
                  </p14:xfrm>
                </p:contentPart>
              </mc:Choice>
              <mc:Fallback xmlns="">
                <p:pic>
                  <p:nvPicPr>
                    <p:cNvPr id="28453" name="Ink 28452">
                      <a:extLst>
                        <a:ext uri="{FF2B5EF4-FFF2-40B4-BE49-F238E27FC236}">
                          <a16:creationId xmlns:a16="http://schemas.microsoft.com/office/drawing/2014/main" id="{7070CC76-06C5-D51E-DC16-D7DFE12BB519}"/>
                        </a:ext>
                      </a:extLst>
                    </p:cNvPr>
                    <p:cNvPicPr/>
                    <p:nvPr/>
                  </p:nvPicPr>
                  <p:blipFill>
                    <a:blip r:embed="rId953"/>
                    <a:stretch>
                      <a:fillRect/>
                    </a:stretch>
                  </p:blipFill>
                  <p:spPr>
                    <a:xfrm>
                      <a:off x="5197662" y="5756086"/>
                      <a:ext cx="54964" cy="29833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3">
                  <p14:nvContentPartPr>
                    <p14:cNvPr id="28454" name="Ink 28453">
                      <a:extLst>
                        <a:ext uri="{FF2B5EF4-FFF2-40B4-BE49-F238E27FC236}">
                          <a16:creationId xmlns:a16="http://schemas.microsoft.com/office/drawing/2014/main" id="{A7D8A870-DB51-7A87-AF87-3AC578A3E5E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4044" y="5769172"/>
                    <a:ext cx="191880" cy="344160"/>
                  </p14:xfrm>
                </p:contentPart>
              </mc:Choice>
              <mc:Fallback xmlns="">
                <p:pic>
                  <p:nvPicPr>
                    <p:cNvPr id="28454" name="Ink 28453">
                      <a:extLst>
                        <a:ext uri="{FF2B5EF4-FFF2-40B4-BE49-F238E27FC236}">
                          <a16:creationId xmlns:a16="http://schemas.microsoft.com/office/drawing/2014/main" id="{A7D8A870-DB51-7A87-AF87-3AC578A3E5ED}"/>
                        </a:ext>
                      </a:extLst>
                    </p:cNvPr>
                    <p:cNvPicPr/>
                    <p:nvPr/>
                  </p:nvPicPr>
                  <p:blipFill>
                    <a:blip r:embed="rId955"/>
                    <a:stretch>
                      <a:fillRect/>
                    </a:stretch>
                  </p:blipFill>
                  <p:spPr>
                    <a:xfrm>
                      <a:off x="5233522" y="5758630"/>
                      <a:ext cx="212925" cy="36524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4">
                  <p14:nvContentPartPr>
                    <p14:cNvPr id="28455" name="Ink 28454">
                      <a:extLst>
                        <a:ext uri="{FF2B5EF4-FFF2-40B4-BE49-F238E27FC236}">
                          <a16:creationId xmlns:a16="http://schemas.microsoft.com/office/drawing/2014/main" id="{F38E4061-E4E9-9202-9936-63F389B228E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2244" y="5768812"/>
                    <a:ext cx="344880" cy="343440"/>
                  </p14:xfrm>
                </p:contentPart>
              </mc:Choice>
              <mc:Fallback xmlns="">
                <p:pic>
                  <p:nvPicPr>
                    <p:cNvPr id="28455" name="Ink 28454">
                      <a:extLst>
                        <a:ext uri="{FF2B5EF4-FFF2-40B4-BE49-F238E27FC236}">
                          <a16:creationId xmlns:a16="http://schemas.microsoft.com/office/drawing/2014/main" id="{F38E4061-E4E9-9202-9936-63F389B228E2}"/>
                        </a:ext>
                      </a:extLst>
                    </p:cNvPr>
                    <p:cNvPicPr/>
                    <p:nvPr/>
                  </p:nvPicPr>
                  <p:blipFill>
                    <a:blip r:embed="rId958"/>
                    <a:stretch>
                      <a:fillRect/>
                    </a:stretch>
                  </p:blipFill>
                  <p:spPr>
                    <a:xfrm>
                      <a:off x="5231680" y="5758273"/>
                      <a:ext cx="366008" cy="36451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5">
                  <p14:nvContentPartPr>
                    <p14:cNvPr id="28456" name="Ink 28455">
                      <a:extLst>
                        <a:ext uri="{FF2B5EF4-FFF2-40B4-BE49-F238E27FC236}">
                          <a16:creationId xmlns:a16="http://schemas.microsoft.com/office/drawing/2014/main" id="{B59D6D1E-DD88-18C7-779B-1C35EB3A9A1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7044" y="5628412"/>
                    <a:ext cx="58320" cy="143280"/>
                  </p14:xfrm>
                </p:contentPart>
              </mc:Choice>
              <mc:Fallback xmlns="">
                <p:pic>
                  <p:nvPicPr>
                    <p:cNvPr id="28456" name="Ink 28455">
                      <a:extLst>
                        <a:ext uri="{FF2B5EF4-FFF2-40B4-BE49-F238E27FC236}">
                          <a16:creationId xmlns:a16="http://schemas.microsoft.com/office/drawing/2014/main" id="{B59D6D1E-DD88-18C7-779B-1C35EB3A9A19}"/>
                        </a:ext>
                      </a:extLst>
                    </p:cNvPr>
                    <p:cNvPicPr/>
                    <p:nvPr/>
                  </p:nvPicPr>
                  <p:blipFill>
                    <a:blip r:embed="rId960"/>
                    <a:stretch>
                      <a:fillRect/>
                    </a:stretch>
                  </p:blipFill>
                  <p:spPr>
                    <a:xfrm>
                      <a:off x="5206497" y="5617913"/>
                      <a:ext cx="79414" cy="16427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6">
                  <p14:nvContentPartPr>
                    <p14:cNvPr id="28457" name="Ink 28456">
                      <a:extLst>
                        <a:ext uri="{FF2B5EF4-FFF2-40B4-BE49-F238E27FC236}">
                          <a16:creationId xmlns:a16="http://schemas.microsoft.com/office/drawing/2014/main" id="{F005A5E9-3D71-01E5-7C18-CCB94FF0111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74564" y="5534092"/>
                    <a:ext cx="86400" cy="145080"/>
                  </p14:xfrm>
                </p:contentPart>
              </mc:Choice>
              <mc:Fallback xmlns="">
                <p:pic>
                  <p:nvPicPr>
                    <p:cNvPr id="28457" name="Ink 28456">
                      <a:extLst>
                        <a:ext uri="{FF2B5EF4-FFF2-40B4-BE49-F238E27FC236}">
                          <a16:creationId xmlns:a16="http://schemas.microsoft.com/office/drawing/2014/main" id="{F005A5E9-3D71-01E5-7C18-CCB94FF01117}"/>
                        </a:ext>
                      </a:extLst>
                    </p:cNvPr>
                    <p:cNvPicPr/>
                    <p:nvPr/>
                  </p:nvPicPr>
                  <p:blipFill>
                    <a:blip r:embed="rId964"/>
                    <a:stretch>
                      <a:fillRect/>
                    </a:stretch>
                  </p:blipFill>
                  <p:spPr>
                    <a:xfrm>
                      <a:off x="5163997" y="5523597"/>
                      <a:ext cx="107534" cy="16607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7">
                  <p14:nvContentPartPr>
                    <p14:cNvPr id="28458" name="Ink 28457">
                      <a:extLst>
                        <a:ext uri="{FF2B5EF4-FFF2-40B4-BE49-F238E27FC236}">
                          <a16:creationId xmlns:a16="http://schemas.microsoft.com/office/drawing/2014/main" id="{C6EB2CD2-F875-9F8A-0C3F-8F0CA2B26D8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91124" y="5414212"/>
                    <a:ext cx="52560" cy="162720"/>
                  </p14:xfrm>
                </p:contentPart>
              </mc:Choice>
              <mc:Fallback xmlns="">
                <p:pic>
                  <p:nvPicPr>
                    <p:cNvPr id="28458" name="Ink 28457">
                      <a:extLst>
                        <a:ext uri="{FF2B5EF4-FFF2-40B4-BE49-F238E27FC236}">
                          <a16:creationId xmlns:a16="http://schemas.microsoft.com/office/drawing/2014/main" id="{C6EB2CD2-F875-9F8A-0C3F-8F0CA2B26D83}"/>
                        </a:ext>
                      </a:extLst>
                    </p:cNvPr>
                    <p:cNvPicPr/>
                    <p:nvPr/>
                  </p:nvPicPr>
                  <p:blipFill>
                    <a:blip r:embed="rId190"/>
                    <a:stretch>
                      <a:fillRect/>
                    </a:stretch>
                  </p:blipFill>
                  <p:spPr>
                    <a:xfrm>
                      <a:off x="5180612" y="5403694"/>
                      <a:ext cx="73584" cy="18375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8">
                  <p14:nvContentPartPr>
                    <p14:cNvPr id="28459" name="Ink 28458">
                      <a:extLst>
                        <a:ext uri="{FF2B5EF4-FFF2-40B4-BE49-F238E27FC236}">
                          <a16:creationId xmlns:a16="http://schemas.microsoft.com/office/drawing/2014/main" id="{CE888F6B-7B91-EB8C-962B-52B33B0BF7C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26684" y="5300452"/>
                    <a:ext cx="104040" cy="163080"/>
                  </p14:xfrm>
                </p:contentPart>
              </mc:Choice>
              <mc:Fallback xmlns="">
                <p:pic>
                  <p:nvPicPr>
                    <p:cNvPr id="28459" name="Ink 28458">
                      <a:extLst>
                        <a:ext uri="{FF2B5EF4-FFF2-40B4-BE49-F238E27FC236}">
                          <a16:creationId xmlns:a16="http://schemas.microsoft.com/office/drawing/2014/main" id="{CE888F6B-7B91-EB8C-962B-52B33B0BF7C8}"/>
                        </a:ext>
                      </a:extLst>
                    </p:cNvPr>
                    <p:cNvPicPr/>
                    <p:nvPr/>
                  </p:nvPicPr>
                  <p:blipFill>
                    <a:blip r:embed="rId969"/>
                    <a:stretch>
                      <a:fillRect/>
                    </a:stretch>
                  </p:blipFill>
                  <p:spPr>
                    <a:xfrm>
                      <a:off x="5116156" y="5289911"/>
                      <a:ext cx="125096" cy="18416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29">
                  <p14:nvContentPartPr>
                    <p14:cNvPr id="28460" name="Ink 28459">
                      <a:extLst>
                        <a:ext uri="{FF2B5EF4-FFF2-40B4-BE49-F238E27FC236}">
                          <a16:creationId xmlns:a16="http://schemas.microsoft.com/office/drawing/2014/main" id="{F9FAE80B-0FAF-D915-5F63-0C59D2E234E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49724" y="5135212"/>
                    <a:ext cx="97920" cy="228240"/>
                  </p14:xfrm>
                </p:contentPart>
              </mc:Choice>
              <mc:Fallback xmlns="">
                <p:pic>
                  <p:nvPicPr>
                    <p:cNvPr id="28460" name="Ink 28459">
                      <a:extLst>
                        <a:ext uri="{FF2B5EF4-FFF2-40B4-BE49-F238E27FC236}">
                          <a16:creationId xmlns:a16="http://schemas.microsoft.com/office/drawing/2014/main" id="{F9FAE80B-0FAF-D915-5F63-0C59D2E234EE}"/>
                        </a:ext>
                      </a:extLst>
                    </p:cNvPr>
                    <p:cNvPicPr/>
                    <p:nvPr/>
                  </p:nvPicPr>
                  <p:blipFill>
                    <a:blip r:embed="rId194"/>
                    <a:stretch>
                      <a:fillRect/>
                    </a:stretch>
                  </p:blipFill>
                  <p:spPr>
                    <a:xfrm>
                      <a:off x="5139188" y="5124697"/>
                      <a:ext cx="118991" cy="24927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0">
                  <p14:nvContentPartPr>
                    <p14:cNvPr id="28461" name="Ink 28460">
                      <a:extLst>
                        <a:ext uri="{FF2B5EF4-FFF2-40B4-BE49-F238E27FC236}">
                          <a16:creationId xmlns:a16="http://schemas.microsoft.com/office/drawing/2014/main" id="{F3CEEEAD-76C1-D905-0728-1A8C9E93CBF5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63764" y="4993372"/>
                    <a:ext cx="52200" cy="203400"/>
                  </p14:xfrm>
                </p:contentPart>
              </mc:Choice>
              <mc:Fallback xmlns="">
                <p:pic>
                  <p:nvPicPr>
                    <p:cNvPr id="28461" name="Ink 28460">
                      <a:extLst>
                        <a:ext uri="{FF2B5EF4-FFF2-40B4-BE49-F238E27FC236}">
                          <a16:creationId xmlns:a16="http://schemas.microsoft.com/office/drawing/2014/main" id="{F3CEEEAD-76C1-D905-0728-1A8C9E93CBF5}"/>
                        </a:ext>
                      </a:extLst>
                    </p:cNvPr>
                    <p:cNvPicPr/>
                    <p:nvPr/>
                  </p:nvPicPr>
                  <p:blipFill>
                    <a:blip r:embed="rId977"/>
                    <a:stretch>
                      <a:fillRect/>
                    </a:stretch>
                  </p:blipFill>
                  <p:spPr>
                    <a:xfrm>
                      <a:off x="5153324" y="4982830"/>
                      <a:ext cx="73080" cy="22448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1">
                  <p14:nvContentPartPr>
                    <p14:cNvPr id="28462" name="Ink 28461">
                      <a:extLst>
                        <a:ext uri="{FF2B5EF4-FFF2-40B4-BE49-F238E27FC236}">
                          <a16:creationId xmlns:a16="http://schemas.microsoft.com/office/drawing/2014/main" id="{283BC687-2BE8-9190-B782-67CE0640684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93284" y="4825612"/>
                    <a:ext cx="101880" cy="210240"/>
                  </p14:xfrm>
                </p:contentPart>
              </mc:Choice>
              <mc:Fallback xmlns="">
                <p:pic>
                  <p:nvPicPr>
                    <p:cNvPr id="28462" name="Ink 28461">
                      <a:extLst>
                        <a:ext uri="{FF2B5EF4-FFF2-40B4-BE49-F238E27FC236}">
                          <a16:creationId xmlns:a16="http://schemas.microsoft.com/office/drawing/2014/main" id="{283BC687-2BE8-9190-B782-67CE06406840}"/>
                        </a:ext>
                      </a:extLst>
                    </p:cNvPr>
                    <p:cNvPicPr/>
                    <p:nvPr/>
                  </p:nvPicPr>
                  <p:blipFill>
                    <a:blip r:embed="rId198"/>
                    <a:stretch>
                      <a:fillRect/>
                    </a:stretch>
                  </p:blipFill>
                  <p:spPr>
                    <a:xfrm>
                      <a:off x="5182787" y="4815069"/>
                      <a:ext cx="122873" cy="23132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2">
                  <p14:nvContentPartPr>
                    <p14:cNvPr id="28463" name="Ink 28462">
                      <a:extLst>
                        <a:ext uri="{FF2B5EF4-FFF2-40B4-BE49-F238E27FC236}">
                          <a16:creationId xmlns:a16="http://schemas.microsoft.com/office/drawing/2014/main" id="{025702B7-94D7-6ED3-628E-2BE500454751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1724" y="4701412"/>
                    <a:ext cx="126000" cy="197280"/>
                  </p14:xfrm>
                </p:contentPart>
              </mc:Choice>
              <mc:Fallback xmlns="">
                <p:pic>
                  <p:nvPicPr>
                    <p:cNvPr id="28463" name="Ink 28462">
                      <a:extLst>
                        <a:ext uri="{FF2B5EF4-FFF2-40B4-BE49-F238E27FC236}">
                          <a16:creationId xmlns:a16="http://schemas.microsoft.com/office/drawing/2014/main" id="{025702B7-94D7-6ED3-628E-2BE500454751}"/>
                        </a:ext>
                      </a:extLst>
                    </p:cNvPr>
                    <p:cNvPicPr/>
                    <p:nvPr/>
                  </p:nvPicPr>
                  <p:blipFill>
                    <a:blip r:embed="rId200"/>
                    <a:stretch>
                      <a:fillRect/>
                    </a:stretch>
                  </p:blipFill>
                  <p:spPr>
                    <a:xfrm>
                      <a:off x="5121172" y="4690866"/>
                      <a:ext cx="147103" cy="21837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3">
                  <p14:nvContentPartPr>
                    <p14:cNvPr id="28464" name="Ink 28463">
                      <a:extLst>
                        <a:ext uri="{FF2B5EF4-FFF2-40B4-BE49-F238E27FC236}">
                          <a16:creationId xmlns:a16="http://schemas.microsoft.com/office/drawing/2014/main" id="{40F1F9EA-1FC2-8C1A-B6D4-9A01CE543EF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76004" y="4589812"/>
                    <a:ext cx="56880" cy="204480"/>
                  </p14:xfrm>
                </p:contentPart>
              </mc:Choice>
              <mc:Fallback xmlns="">
                <p:pic>
                  <p:nvPicPr>
                    <p:cNvPr id="28464" name="Ink 28463">
                      <a:extLst>
                        <a:ext uri="{FF2B5EF4-FFF2-40B4-BE49-F238E27FC236}">
                          <a16:creationId xmlns:a16="http://schemas.microsoft.com/office/drawing/2014/main" id="{40F1F9EA-1FC2-8C1A-B6D4-9A01CE543EFE}"/>
                        </a:ext>
                      </a:extLst>
                    </p:cNvPr>
                    <p:cNvPicPr/>
                    <p:nvPr/>
                  </p:nvPicPr>
                  <p:blipFill>
                    <a:blip r:embed="rId988"/>
                    <a:stretch>
                      <a:fillRect/>
                    </a:stretch>
                  </p:blipFill>
                  <p:spPr>
                    <a:xfrm>
                      <a:off x="5165494" y="4579278"/>
                      <a:ext cx="77901" cy="22554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4">
                  <p14:nvContentPartPr>
                    <p14:cNvPr id="28465" name="Ink 28464">
                      <a:extLst>
                        <a:ext uri="{FF2B5EF4-FFF2-40B4-BE49-F238E27FC236}">
                          <a16:creationId xmlns:a16="http://schemas.microsoft.com/office/drawing/2014/main" id="{4E977E46-FF4D-7549-BCAB-8441F030681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0764" y="4452652"/>
                    <a:ext cx="119520" cy="195120"/>
                  </p14:xfrm>
                </p:contentPart>
              </mc:Choice>
              <mc:Fallback xmlns="">
                <p:pic>
                  <p:nvPicPr>
                    <p:cNvPr id="28465" name="Ink 28464">
                      <a:extLst>
                        <a:ext uri="{FF2B5EF4-FFF2-40B4-BE49-F238E27FC236}">
                          <a16:creationId xmlns:a16="http://schemas.microsoft.com/office/drawing/2014/main" id="{4E977E46-FF4D-7549-BCAB-8441F0306812}"/>
                        </a:ext>
                      </a:extLst>
                    </p:cNvPr>
                    <p:cNvPicPr/>
                    <p:nvPr/>
                  </p:nvPicPr>
                  <p:blipFill>
                    <a:blip r:embed="rId990"/>
                    <a:stretch>
                      <a:fillRect/>
                    </a:stretch>
                  </p:blipFill>
                  <p:spPr>
                    <a:xfrm>
                      <a:off x="5090181" y="4442122"/>
                      <a:ext cx="140685" cy="21618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5">
                  <p14:nvContentPartPr>
                    <p14:cNvPr id="28466" name="Ink 28465">
                      <a:extLst>
                        <a:ext uri="{FF2B5EF4-FFF2-40B4-BE49-F238E27FC236}">
                          <a16:creationId xmlns:a16="http://schemas.microsoft.com/office/drawing/2014/main" id="{7EFD2700-C255-9385-920F-6E8FECCB76E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41084" y="4285612"/>
                    <a:ext cx="67680" cy="224280"/>
                  </p14:xfrm>
                </p:contentPart>
              </mc:Choice>
              <mc:Fallback xmlns="">
                <p:pic>
                  <p:nvPicPr>
                    <p:cNvPr id="28466" name="Ink 28465">
                      <a:extLst>
                        <a:ext uri="{FF2B5EF4-FFF2-40B4-BE49-F238E27FC236}">
                          <a16:creationId xmlns:a16="http://schemas.microsoft.com/office/drawing/2014/main" id="{7EFD2700-C255-9385-920F-6E8FECCB76ED}"/>
                        </a:ext>
                      </a:extLst>
                    </p:cNvPr>
                    <p:cNvPicPr/>
                    <p:nvPr/>
                  </p:nvPicPr>
                  <p:blipFill>
                    <a:blip r:embed="rId992"/>
                    <a:stretch>
                      <a:fillRect/>
                    </a:stretch>
                  </p:blipFill>
                  <p:spPr>
                    <a:xfrm>
                      <a:off x="5130528" y="4275080"/>
                      <a:ext cx="88791" cy="2453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6">
                  <p14:nvContentPartPr>
                    <p14:cNvPr id="28467" name="Ink 28466">
                      <a:extLst>
                        <a:ext uri="{FF2B5EF4-FFF2-40B4-BE49-F238E27FC236}">
                          <a16:creationId xmlns:a16="http://schemas.microsoft.com/office/drawing/2014/main" id="{C35AB855-3EC9-C71C-2E25-E092DDA1159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23084" y="4094092"/>
                    <a:ext cx="85680" cy="263880"/>
                  </p14:xfrm>
                </p:contentPart>
              </mc:Choice>
              <mc:Fallback xmlns="">
                <p:pic>
                  <p:nvPicPr>
                    <p:cNvPr id="28467" name="Ink 28466">
                      <a:extLst>
                        <a:ext uri="{FF2B5EF4-FFF2-40B4-BE49-F238E27FC236}">
                          <a16:creationId xmlns:a16="http://schemas.microsoft.com/office/drawing/2014/main" id="{C35AB855-3EC9-C71C-2E25-E092DDA1159F}"/>
                        </a:ext>
                      </a:extLst>
                    </p:cNvPr>
                    <p:cNvPicPr/>
                    <p:nvPr/>
                  </p:nvPicPr>
                  <p:blipFill>
                    <a:blip r:embed="rId208"/>
                    <a:stretch>
                      <a:fillRect/>
                    </a:stretch>
                  </p:blipFill>
                  <p:spPr>
                    <a:xfrm>
                      <a:off x="5112529" y="4083562"/>
                      <a:ext cx="106790" cy="28494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7">
                  <p14:nvContentPartPr>
                    <p14:cNvPr id="28468" name="Ink 28467">
                      <a:extLst>
                        <a:ext uri="{FF2B5EF4-FFF2-40B4-BE49-F238E27FC236}">
                          <a16:creationId xmlns:a16="http://schemas.microsoft.com/office/drawing/2014/main" id="{D9074A1A-1A02-C046-AD93-B32B409F1A0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55484" y="3882772"/>
                    <a:ext cx="59400" cy="278280"/>
                  </p14:xfrm>
                </p:contentPart>
              </mc:Choice>
              <mc:Fallback xmlns="">
                <p:pic>
                  <p:nvPicPr>
                    <p:cNvPr id="28468" name="Ink 28467">
                      <a:extLst>
                        <a:ext uri="{FF2B5EF4-FFF2-40B4-BE49-F238E27FC236}">
                          <a16:creationId xmlns:a16="http://schemas.microsoft.com/office/drawing/2014/main" id="{D9074A1A-1A02-C046-AD93-B32B409F1A00}"/>
                        </a:ext>
                      </a:extLst>
                    </p:cNvPr>
                    <p:cNvPicPr/>
                    <p:nvPr/>
                  </p:nvPicPr>
                  <p:blipFill>
                    <a:blip r:embed="rId210"/>
                    <a:stretch>
                      <a:fillRect/>
                    </a:stretch>
                  </p:blipFill>
                  <p:spPr>
                    <a:xfrm>
                      <a:off x="5144965" y="3872236"/>
                      <a:ext cx="80438" cy="29935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8">
                  <p14:nvContentPartPr>
                    <p14:cNvPr id="28469" name="Ink 28468">
                      <a:extLst>
                        <a:ext uri="{FF2B5EF4-FFF2-40B4-BE49-F238E27FC236}">
                          <a16:creationId xmlns:a16="http://schemas.microsoft.com/office/drawing/2014/main" id="{C0ADBCF6-E348-48A2-CB19-8A7C25B18EAB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5684" y="3743452"/>
                    <a:ext cx="61560" cy="229320"/>
                  </p14:xfrm>
                </p:contentPart>
              </mc:Choice>
              <mc:Fallback xmlns="">
                <p:pic>
                  <p:nvPicPr>
                    <p:cNvPr id="28469" name="Ink 28468">
                      <a:extLst>
                        <a:ext uri="{FF2B5EF4-FFF2-40B4-BE49-F238E27FC236}">
                          <a16:creationId xmlns:a16="http://schemas.microsoft.com/office/drawing/2014/main" id="{C0ADBCF6-E348-48A2-CB19-8A7C25B18EAB}"/>
                        </a:ext>
                      </a:extLst>
                    </p:cNvPr>
                    <p:cNvPicPr/>
                    <p:nvPr/>
                  </p:nvPicPr>
                  <p:blipFill>
                    <a:blip r:embed="rId212"/>
                    <a:stretch>
                      <a:fillRect/>
                    </a:stretch>
                  </p:blipFill>
                  <p:spPr>
                    <a:xfrm>
                      <a:off x="5125219" y="3732916"/>
                      <a:ext cx="82490" cy="25039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39">
                  <p14:nvContentPartPr>
                    <p14:cNvPr id="28470" name="Ink 28469">
                      <a:extLst>
                        <a:ext uri="{FF2B5EF4-FFF2-40B4-BE49-F238E27FC236}">
                          <a16:creationId xmlns:a16="http://schemas.microsoft.com/office/drawing/2014/main" id="{D7C26053-E4BA-0A13-EED3-5FCD600744F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67364" y="3539332"/>
                    <a:ext cx="103680" cy="232920"/>
                  </p14:xfrm>
                </p:contentPart>
              </mc:Choice>
              <mc:Fallback xmlns="">
                <p:pic>
                  <p:nvPicPr>
                    <p:cNvPr id="28470" name="Ink 28469">
                      <a:extLst>
                        <a:ext uri="{FF2B5EF4-FFF2-40B4-BE49-F238E27FC236}">
                          <a16:creationId xmlns:a16="http://schemas.microsoft.com/office/drawing/2014/main" id="{D7C26053-E4BA-0A13-EED3-5FCD600744F8}"/>
                        </a:ext>
                      </a:extLst>
                    </p:cNvPr>
                    <p:cNvPicPr/>
                    <p:nvPr/>
                  </p:nvPicPr>
                  <p:blipFill>
                    <a:blip r:embed="rId214"/>
                    <a:stretch>
                      <a:fillRect/>
                    </a:stretch>
                  </p:blipFill>
                  <p:spPr>
                    <a:xfrm>
                      <a:off x="5156810" y="3528801"/>
                      <a:ext cx="124789" cy="2539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0">
                  <p14:nvContentPartPr>
                    <p14:cNvPr id="28471" name="Ink 28470">
                      <a:extLst>
                        <a:ext uri="{FF2B5EF4-FFF2-40B4-BE49-F238E27FC236}">
                          <a16:creationId xmlns:a16="http://schemas.microsoft.com/office/drawing/2014/main" id="{82226874-DE49-3214-099C-BEA8CAA1426C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6524" y="3428812"/>
                    <a:ext cx="142560" cy="171720"/>
                  </p14:xfrm>
                </p:contentPart>
              </mc:Choice>
              <mc:Fallback xmlns="">
                <p:pic>
                  <p:nvPicPr>
                    <p:cNvPr id="28471" name="Ink 28470">
                      <a:extLst>
                        <a:ext uri="{FF2B5EF4-FFF2-40B4-BE49-F238E27FC236}">
                          <a16:creationId xmlns:a16="http://schemas.microsoft.com/office/drawing/2014/main" id="{82226874-DE49-3214-099C-BEA8CAA1426C}"/>
                        </a:ext>
                      </a:extLst>
                    </p:cNvPr>
                    <p:cNvPicPr/>
                    <p:nvPr/>
                  </p:nvPicPr>
                  <p:blipFill>
                    <a:blip r:embed="rId216"/>
                    <a:stretch>
                      <a:fillRect/>
                    </a:stretch>
                  </p:blipFill>
                  <p:spPr>
                    <a:xfrm>
                      <a:off x="5095987" y="3418311"/>
                      <a:ext cx="163634" cy="19272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1">
                  <p14:nvContentPartPr>
                    <p14:cNvPr id="28472" name="Ink 28471">
                      <a:extLst>
                        <a:ext uri="{FF2B5EF4-FFF2-40B4-BE49-F238E27FC236}">
                          <a16:creationId xmlns:a16="http://schemas.microsoft.com/office/drawing/2014/main" id="{E33CA166-EEE1-050F-B38B-61C256A225C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76804" y="5544892"/>
                    <a:ext cx="45000" cy="96120"/>
                  </p14:xfrm>
                </p:contentPart>
              </mc:Choice>
              <mc:Fallback xmlns="">
                <p:pic>
                  <p:nvPicPr>
                    <p:cNvPr id="28472" name="Ink 28471">
                      <a:extLst>
                        <a:ext uri="{FF2B5EF4-FFF2-40B4-BE49-F238E27FC236}">
                          <a16:creationId xmlns:a16="http://schemas.microsoft.com/office/drawing/2014/main" id="{E33CA166-EEE1-050F-B38B-61C256A225C9}"/>
                        </a:ext>
                      </a:extLst>
                    </p:cNvPr>
                    <p:cNvPicPr/>
                    <p:nvPr/>
                  </p:nvPicPr>
                  <p:blipFill>
                    <a:blip r:embed="rId1012"/>
                    <a:stretch>
                      <a:fillRect/>
                    </a:stretch>
                  </p:blipFill>
                  <p:spPr>
                    <a:xfrm>
                      <a:off x="5266325" y="5534350"/>
                      <a:ext cx="65959" cy="11720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2">
                  <p14:nvContentPartPr>
                    <p14:cNvPr id="28473" name="Ink 28472">
                      <a:extLst>
                        <a:ext uri="{FF2B5EF4-FFF2-40B4-BE49-F238E27FC236}">
                          <a16:creationId xmlns:a16="http://schemas.microsoft.com/office/drawing/2014/main" id="{8189CB58-1FF8-1907-7AD3-E5EC51685BF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2444" y="5467132"/>
                    <a:ext cx="53280" cy="81720"/>
                  </p14:xfrm>
                </p:contentPart>
              </mc:Choice>
              <mc:Fallback xmlns="">
                <p:pic>
                  <p:nvPicPr>
                    <p:cNvPr id="28473" name="Ink 28472">
                      <a:extLst>
                        <a:ext uri="{FF2B5EF4-FFF2-40B4-BE49-F238E27FC236}">
                          <a16:creationId xmlns:a16="http://schemas.microsoft.com/office/drawing/2014/main" id="{8189CB58-1FF8-1907-7AD3-E5EC51685BF7}"/>
                        </a:ext>
                      </a:extLst>
                    </p:cNvPr>
                    <p:cNvPicPr/>
                    <p:nvPr/>
                  </p:nvPicPr>
                  <p:blipFill>
                    <a:blip r:embed="rId220"/>
                    <a:stretch>
                      <a:fillRect/>
                    </a:stretch>
                  </p:blipFill>
                  <p:spPr>
                    <a:xfrm>
                      <a:off x="5121912" y="5456607"/>
                      <a:ext cx="74344" cy="10276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3">
                  <p14:nvContentPartPr>
                    <p14:cNvPr id="28474" name="Ink 28473">
                      <a:extLst>
                        <a:ext uri="{FF2B5EF4-FFF2-40B4-BE49-F238E27FC236}">
                          <a16:creationId xmlns:a16="http://schemas.microsoft.com/office/drawing/2014/main" id="{792B72CF-BE55-ADF7-1B46-B0A9B8444FF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4764" y="5329972"/>
                    <a:ext cx="63720" cy="81360"/>
                  </p14:xfrm>
                </p:contentPart>
              </mc:Choice>
              <mc:Fallback xmlns="">
                <p:pic>
                  <p:nvPicPr>
                    <p:cNvPr id="28474" name="Ink 28473">
                      <a:extLst>
                        <a:ext uri="{FF2B5EF4-FFF2-40B4-BE49-F238E27FC236}">
                          <a16:creationId xmlns:a16="http://schemas.microsoft.com/office/drawing/2014/main" id="{792B72CF-BE55-ADF7-1B46-B0A9B8444FFA}"/>
                        </a:ext>
                      </a:extLst>
                    </p:cNvPr>
                    <p:cNvPicPr/>
                    <p:nvPr/>
                  </p:nvPicPr>
                  <p:blipFill>
                    <a:blip r:embed="rId222"/>
                    <a:stretch>
                      <a:fillRect/>
                    </a:stretch>
                  </p:blipFill>
                  <p:spPr>
                    <a:xfrm>
                      <a:off x="5234247" y="5319414"/>
                      <a:ext cx="84754" cy="10247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4">
                  <p14:nvContentPartPr>
                    <p14:cNvPr id="28475" name="Ink 28474">
                      <a:extLst>
                        <a:ext uri="{FF2B5EF4-FFF2-40B4-BE49-F238E27FC236}">
                          <a16:creationId xmlns:a16="http://schemas.microsoft.com/office/drawing/2014/main" id="{F50AEA0D-D690-F9B3-68EB-FE2FDB0A155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91764" y="5232772"/>
                    <a:ext cx="59040" cy="71280"/>
                  </p14:xfrm>
                </p:contentPart>
              </mc:Choice>
              <mc:Fallback xmlns="">
                <p:pic>
                  <p:nvPicPr>
                    <p:cNvPr id="28475" name="Ink 28474">
                      <a:extLst>
                        <a:ext uri="{FF2B5EF4-FFF2-40B4-BE49-F238E27FC236}">
                          <a16:creationId xmlns:a16="http://schemas.microsoft.com/office/drawing/2014/main" id="{F50AEA0D-D690-F9B3-68EB-FE2FDB0A1552}"/>
                        </a:ext>
                      </a:extLst>
                    </p:cNvPr>
                    <p:cNvPicPr/>
                    <p:nvPr/>
                  </p:nvPicPr>
                  <p:blipFill>
                    <a:blip r:embed="rId224"/>
                    <a:stretch>
                      <a:fillRect/>
                    </a:stretch>
                  </p:blipFill>
                  <p:spPr>
                    <a:xfrm>
                      <a:off x="5081199" y="5222235"/>
                      <a:ext cx="80170" cy="9235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5">
                  <p14:nvContentPartPr>
                    <p14:cNvPr id="28476" name="Ink 28475">
                      <a:extLst>
                        <a:ext uri="{FF2B5EF4-FFF2-40B4-BE49-F238E27FC236}">
                          <a16:creationId xmlns:a16="http://schemas.microsoft.com/office/drawing/2014/main" id="{CC4DF09B-C001-95EF-CBD1-FDD74A30618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54484" y="5054932"/>
                    <a:ext cx="65160" cy="82800"/>
                  </p14:xfrm>
                </p:contentPart>
              </mc:Choice>
              <mc:Fallback xmlns="">
                <p:pic>
                  <p:nvPicPr>
                    <p:cNvPr id="28476" name="Ink 28475">
                      <a:extLst>
                        <a:ext uri="{FF2B5EF4-FFF2-40B4-BE49-F238E27FC236}">
                          <a16:creationId xmlns:a16="http://schemas.microsoft.com/office/drawing/2014/main" id="{CC4DF09B-C001-95EF-CBD1-FDD74A306188}"/>
                        </a:ext>
                      </a:extLst>
                    </p:cNvPr>
                    <p:cNvPicPr/>
                    <p:nvPr/>
                  </p:nvPicPr>
                  <p:blipFill>
                    <a:blip r:embed="rId1021"/>
                    <a:stretch>
                      <a:fillRect/>
                    </a:stretch>
                  </p:blipFill>
                  <p:spPr>
                    <a:xfrm>
                      <a:off x="5243934" y="5044428"/>
                      <a:ext cx="86259" cy="10380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6">
                  <p14:nvContentPartPr>
                    <p14:cNvPr id="28477" name="Ink 28476">
                      <a:extLst>
                        <a:ext uri="{FF2B5EF4-FFF2-40B4-BE49-F238E27FC236}">
                          <a16:creationId xmlns:a16="http://schemas.microsoft.com/office/drawing/2014/main" id="{B27109E8-5CA5-2A67-E95A-7FD4CB22B0F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19124" y="4911652"/>
                    <a:ext cx="68040" cy="72360"/>
                  </p14:xfrm>
                </p:contentPart>
              </mc:Choice>
              <mc:Fallback xmlns="">
                <p:pic>
                  <p:nvPicPr>
                    <p:cNvPr id="28477" name="Ink 28476">
                      <a:extLst>
                        <a:ext uri="{FF2B5EF4-FFF2-40B4-BE49-F238E27FC236}">
                          <a16:creationId xmlns:a16="http://schemas.microsoft.com/office/drawing/2014/main" id="{B27109E8-5CA5-2A67-E95A-7FD4CB22B0F9}"/>
                        </a:ext>
                      </a:extLst>
                    </p:cNvPr>
                    <p:cNvPicPr/>
                    <p:nvPr/>
                  </p:nvPicPr>
                  <p:blipFill>
                    <a:blip r:embed="rId1023"/>
                    <a:stretch>
                      <a:fillRect/>
                    </a:stretch>
                  </p:blipFill>
                  <p:spPr>
                    <a:xfrm>
                      <a:off x="5108512" y="4901048"/>
                      <a:ext cx="89263" cy="9356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7">
                  <p14:nvContentPartPr>
                    <p14:cNvPr id="28478" name="Ink 28477">
                      <a:extLst>
                        <a:ext uri="{FF2B5EF4-FFF2-40B4-BE49-F238E27FC236}">
                          <a16:creationId xmlns:a16="http://schemas.microsoft.com/office/drawing/2014/main" id="{2784830A-F8C0-6549-2E7C-79CB1290AB5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90124" y="4741012"/>
                    <a:ext cx="51120" cy="81000"/>
                  </p14:xfrm>
                </p:contentPart>
              </mc:Choice>
              <mc:Fallback xmlns="">
                <p:pic>
                  <p:nvPicPr>
                    <p:cNvPr id="28478" name="Ink 28477">
                      <a:extLst>
                        <a:ext uri="{FF2B5EF4-FFF2-40B4-BE49-F238E27FC236}">
                          <a16:creationId xmlns:a16="http://schemas.microsoft.com/office/drawing/2014/main" id="{2784830A-F8C0-6549-2E7C-79CB1290AB57}"/>
                        </a:ext>
                      </a:extLst>
                    </p:cNvPr>
                    <p:cNvPicPr/>
                    <p:nvPr/>
                  </p:nvPicPr>
                  <p:blipFill>
                    <a:blip r:embed="rId1025"/>
                    <a:stretch>
                      <a:fillRect/>
                    </a:stretch>
                  </p:blipFill>
                  <p:spPr>
                    <a:xfrm>
                      <a:off x="5279654" y="4730501"/>
                      <a:ext cx="72061" cy="10202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8">
                  <p14:nvContentPartPr>
                    <p14:cNvPr id="28479" name="Ink 28478">
                      <a:extLst>
                        <a:ext uri="{FF2B5EF4-FFF2-40B4-BE49-F238E27FC236}">
                          <a16:creationId xmlns:a16="http://schemas.microsoft.com/office/drawing/2014/main" id="{E038D381-0E5C-EEF1-1EA9-91BC576C75F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0404" y="4643812"/>
                    <a:ext cx="56880" cy="58320"/>
                  </p14:xfrm>
                </p:contentPart>
              </mc:Choice>
              <mc:Fallback xmlns="">
                <p:pic>
                  <p:nvPicPr>
                    <p:cNvPr id="28479" name="Ink 28478">
                      <a:extLst>
                        <a:ext uri="{FF2B5EF4-FFF2-40B4-BE49-F238E27FC236}">
                          <a16:creationId xmlns:a16="http://schemas.microsoft.com/office/drawing/2014/main" id="{E038D381-0E5C-EEF1-1EA9-91BC576C75FD}"/>
                        </a:ext>
                      </a:extLst>
                    </p:cNvPr>
                    <p:cNvPicPr/>
                    <p:nvPr/>
                  </p:nvPicPr>
                  <p:blipFill>
                    <a:blip r:embed="rId232"/>
                    <a:stretch>
                      <a:fillRect/>
                    </a:stretch>
                  </p:blipFill>
                  <p:spPr>
                    <a:xfrm>
                      <a:off x="5089894" y="4633265"/>
                      <a:ext cx="77901" cy="7941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49">
                  <p14:nvContentPartPr>
                    <p14:cNvPr id="28480" name="Ink 28479">
                      <a:extLst>
                        <a:ext uri="{FF2B5EF4-FFF2-40B4-BE49-F238E27FC236}">
                          <a16:creationId xmlns:a16="http://schemas.microsoft.com/office/drawing/2014/main" id="{AC476006-6D86-7FFD-1A29-294C57F797C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3684" y="4537612"/>
                    <a:ext cx="56520" cy="51120"/>
                  </p14:xfrm>
                </p:contentPart>
              </mc:Choice>
              <mc:Fallback xmlns="">
                <p:pic>
                  <p:nvPicPr>
                    <p:cNvPr id="28480" name="Ink 28479">
                      <a:extLst>
                        <a:ext uri="{FF2B5EF4-FFF2-40B4-BE49-F238E27FC236}">
                          <a16:creationId xmlns:a16="http://schemas.microsoft.com/office/drawing/2014/main" id="{AC476006-6D86-7FFD-1A29-294C57F797CA}"/>
                        </a:ext>
                      </a:extLst>
                    </p:cNvPr>
                    <p:cNvPicPr/>
                    <p:nvPr/>
                  </p:nvPicPr>
                  <p:blipFill>
                    <a:blip r:embed="rId234"/>
                    <a:stretch>
                      <a:fillRect/>
                    </a:stretch>
                  </p:blipFill>
                  <p:spPr>
                    <a:xfrm>
                      <a:off x="5233240" y="4527142"/>
                      <a:ext cx="77408" cy="7206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0">
                  <p14:nvContentPartPr>
                    <p14:cNvPr id="28481" name="Ink 28480">
                      <a:extLst>
                        <a:ext uri="{FF2B5EF4-FFF2-40B4-BE49-F238E27FC236}">
                          <a16:creationId xmlns:a16="http://schemas.microsoft.com/office/drawing/2014/main" id="{5901EE93-B040-D0FF-2243-44C7C6B5D49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3044" y="4407652"/>
                    <a:ext cx="43200" cy="56520"/>
                  </p14:xfrm>
                </p:contentPart>
              </mc:Choice>
              <mc:Fallback xmlns="">
                <p:pic>
                  <p:nvPicPr>
                    <p:cNvPr id="28481" name="Ink 28480">
                      <a:extLst>
                        <a:ext uri="{FF2B5EF4-FFF2-40B4-BE49-F238E27FC236}">
                          <a16:creationId xmlns:a16="http://schemas.microsoft.com/office/drawing/2014/main" id="{5901EE93-B040-D0FF-2243-44C7C6B5D496}"/>
                        </a:ext>
                      </a:extLst>
                    </p:cNvPr>
                    <p:cNvPicPr/>
                    <p:nvPr/>
                  </p:nvPicPr>
                  <p:blipFill>
                    <a:blip r:embed="rId236"/>
                    <a:stretch>
                      <a:fillRect/>
                    </a:stretch>
                  </p:blipFill>
                  <p:spPr>
                    <a:xfrm>
                      <a:off x="5062553" y="4397093"/>
                      <a:ext cx="64183" cy="776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1">
                  <p14:nvContentPartPr>
                    <p14:cNvPr id="28482" name="Ink 28481">
                      <a:extLst>
                        <a:ext uri="{FF2B5EF4-FFF2-40B4-BE49-F238E27FC236}">
                          <a16:creationId xmlns:a16="http://schemas.microsoft.com/office/drawing/2014/main" id="{2CC6CC52-ACC3-3B3A-EA4C-3151ACA3F0D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5604" y="4225492"/>
                    <a:ext cx="43560" cy="67320"/>
                  </p14:xfrm>
                </p:contentPart>
              </mc:Choice>
              <mc:Fallback xmlns="">
                <p:pic>
                  <p:nvPicPr>
                    <p:cNvPr id="28482" name="Ink 28481">
                      <a:extLst>
                        <a:ext uri="{FF2B5EF4-FFF2-40B4-BE49-F238E27FC236}">
                          <a16:creationId xmlns:a16="http://schemas.microsoft.com/office/drawing/2014/main" id="{2CC6CC52-ACC3-3B3A-EA4C-3151ACA3F0D9}"/>
                        </a:ext>
                      </a:extLst>
                    </p:cNvPr>
                    <p:cNvPicPr/>
                    <p:nvPr/>
                  </p:nvPicPr>
                  <p:blipFill>
                    <a:blip r:embed="rId238"/>
                    <a:stretch>
                      <a:fillRect/>
                    </a:stretch>
                  </p:blipFill>
                  <p:spPr>
                    <a:xfrm>
                      <a:off x="5205025" y="4214993"/>
                      <a:ext cx="64718" cy="8831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2">
                  <p14:nvContentPartPr>
                    <p14:cNvPr id="28483" name="Ink 28482">
                      <a:extLst>
                        <a:ext uri="{FF2B5EF4-FFF2-40B4-BE49-F238E27FC236}">
                          <a16:creationId xmlns:a16="http://schemas.microsoft.com/office/drawing/2014/main" id="{FAF4B564-0616-5C10-00CD-21237CFCBAA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9164" y="4004812"/>
                    <a:ext cx="61560" cy="88560"/>
                  </p14:xfrm>
                </p:contentPart>
              </mc:Choice>
              <mc:Fallback xmlns="">
                <p:pic>
                  <p:nvPicPr>
                    <p:cNvPr id="28483" name="Ink 28482">
                      <a:extLst>
                        <a:ext uri="{FF2B5EF4-FFF2-40B4-BE49-F238E27FC236}">
                          <a16:creationId xmlns:a16="http://schemas.microsoft.com/office/drawing/2014/main" id="{FAF4B564-0616-5C10-00CD-21237CFCBAA8}"/>
                        </a:ext>
                      </a:extLst>
                    </p:cNvPr>
                    <p:cNvPicPr/>
                    <p:nvPr/>
                  </p:nvPicPr>
                  <p:blipFill>
                    <a:blip r:embed="rId1036"/>
                    <a:stretch>
                      <a:fillRect/>
                    </a:stretch>
                  </p:blipFill>
                  <p:spPr>
                    <a:xfrm>
                      <a:off x="5068699" y="3994284"/>
                      <a:ext cx="82490" cy="10961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3">
                  <p14:nvContentPartPr>
                    <p14:cNvPr id="28484" name="Ink 28483">
                      <a:extLst>
                        <a:ext uri="{FF2B5EF4-FFF2-40B4-BE49-F238E27FC236}">
                          <a16:creationId xmlns:a16="http://schemas.microsoft.com/office/drawing/2014/main" id="{C4186927-A726-14D3-7B9D-2ED924A0D16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6684" y="3820852"/>
                    <a:ext cx="61560" cy="73080"/>
                  </p14:xfrm>
                </p:contentPart>
              </mc:Choice>
              <mc:Fallback xmlns="">
                <p:pic>
                  <p:nvPicPr>
                    <p:cNvPr id="28484" name="Ink 28483">
                      <a:extLst>
                        <a:ext uri="{FF2B5EF4-FFF2-40B4-BE49-F238E27FC236}">
                          <a16:creationId xmlns:a16="http://schemas.microsoft.com/office/drawing/2014/main" id="{C4186927-A726-14D3-7B9D-2ED924A0D169}"/>
                        </a:ext>
                      </a:extLst>
                    </p:cNvPr>
                    <p:cNvPicPr/>
                    <p:nvPr/>
                  </p:nvPicPr>
                  <p:blipFill>
                    <a:blip r:embed="rId1038"/>
                    <a:stretch>
                      <a:fillRect/>
                    </a:stretch>
                  </p:blipFill>
                  <p:spPr>
                    <a:xfrm>
                      <a:off x="5206219" y="3810324"/>
                      <a:ext cx="82490" cy="941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4">
                  <p14:nvContentPartPr>
                    <p14:cNvPr id="28485" name="Ink 28484">
                      <a:extLst>
                        <a:ext uri="{FF2B5EF4-FFF2-40B4-BE49-F238E27FC236}">
                          <a16:creationId xmlns:a16="http://schemas.microsoft.com/office/drawing/2014/main" id="{8AD837F0-31A5-C78E-7E47-C1D7647836B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0524" y="3689812"/>
                    <a:ext cx="104400" cy="62280"/>
                  </p14:xfrm>
                </p:contentPart>
              </mc:Choice>
              <mc:Fallback xmlns="">
                <p:pic>
                  <p:nvPicPr>
                    <p:cNvPr id="28485" name="Ink 28484">
                      <a:extLst>
                        <a:ext uri="{FF2B5EF4-FFF2-40B4-BE49-F238E27FC236}">
                          <a16:creationId xmlns:a16="http://schemas.microsoft.com/office/drawing/2014/main" id="{8AD837F0-31A5-C78E-7E47-C1D7647836B8}"/>
                        </a:ext>
                      </a:extLst>
                    </p:cNvPr>
                    <p:cNvPicPr/>
                    <p:nvPr/>
                  </p:nvPicPr>
                  <p:blipFill>
                    <a:blip r:embed="rId244"/>
                    <a:stretch>
                      <a:fillRect/>
                    </a:stretch>
                  </p:blipFill>
                  <p:spPr>
                    <a:xfrm>
                      <a:off x="5060022" y="3679224"/>
                      <a:ext cx="125404" cy="8345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5">
                  <p14:nvContentPartPr>
                    <p14:cNvPr id="28486" name="Ink 28485">
                      <a:extLst>
                        <a:ext uri="{FF2B5EF4-FFF2-40B4-BE49-F238E27FC236}">
                          <a16:creationId xmlns:a16="http://schemas.microsoft.com/office/drawing/2014/main" id="{218871B8-E0C9-57CB-6D22-CA6ED15F5FAC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68524" y="3488572"/>
                    <a:ext cx="52200" cy="42120"/>
                  </p14:xfrm>
                </p:contentPart>
              </mc:Choice>
              <mc:Fallback xmlns="">
                <p:pic>
                  <p:nvPicPr>
                    <p:cNvPr id="28486" name="Ink 28485">
                      <a:extLst>
                        <a:ext uri="{FF2B5EF4-FFF2-40B4-BE49-F238E27FC236}">
                          <a16:creationId xmlns:a16="http://schemas.microsoft.com/office/drawing/2014/main" id="{218871B8-E0C9-57CB-6D22-CA6ED15F5FAC}"/>
                        </a:ext>
                      </a:extLst>
                    </p:cNvPr>
                    <p:cNvPicPr/>
                    <p:nvPr/>
                  </p:nvPicPr>
                  <p:blipFill>
                    <a:blip r:embed="rId1042"/>
                    <a:stretch>
                      <a:fillRect/>
                    </a:stretch>
                  </p:blipFill>
                  <p:spPr>
                    <a:xfrm>
                      <a:off x="5258084" y="3478042"/>
                      <a:ext cx="73080" cy="6318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6">
                  <p14:nvContentPartPr>
                    <p14:cNvPr id="28487" name="Ink 28486">
                      <a:extLst>
                        <a:ext uri="{FF2B5EF4-FFF2-40B4-BE49-F238E27FC236}">
                          <a16:creationId xmlns:a16="http://schemas.microsoft.com/office/drawing/2014/main" id="{DF407597-6C92-C84E-D441-59133004B94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52164" y="3367972"/>
                    <a:ext cx="80640" cy="67320"/>
                  </p14:xfrm>
                </p:contentPart>
              </mc:Choice>
              <mc:Fallback xmlns="">
                <p:pic>
                  <p:nvPicPr>
                    <p:cNvPr id="28487" name="Ink 28486">
                      <a:extLst>
                        <a:ext uri="{FF2B5EF4-FFF2-40B4-BE49-F238E27FC236}">
                          <a16:creationId xmlns:a16="http://schemas.microsoft.com/office/drawing/2014/main" id="{DF407597-6C92-C84E-D441-59133004B948}"/>
                        </a:ext>
                      </a:extLst>
                    </p:cNvPr>
                    <p:cNvPicPr/>
                    <p:nvPr/>
                  </p:nvPicPr>
                  <p:blipFill>
                    <a:blip r:embed="rId1044"/>
                    <a:stretch>
                      <a:fillRect/>
                    </a:stretch>
                  </p:blipFill>
                  <p:spPr>
                    <a:xfrm>
                      <a:off x="5041619" y="3357473"/>
                      <a:ext cx="101730" cy="8831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7">
                  <p14:nvContentPartPr>
                    <p14:cNvPr id="28488" name="Ink 28487">
                      <a:extLst>
                        <a:ext uri="{FF2B5EF4-FFF2-40B4-BE49-F238E27FC236}">
                          <a16:creationId xmlns:a16="http://schemas.microsoft.com/office/drawing/2014/main" id="{A623C1C5-938A-E38B-0056-ED0D473E34F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664804" y="3529972"/>
                    <a:ext cx="410400" cy="194760"/>
                  </p14:xfrm>
                </p:contentPart>
              </mc:Choice>
              <mc:Fallback xmlns="">
                <p:pic>
                  <p:nvPicPr>
                    <p:cNvPr id="28488" name="Ink 28487">
                      <a:extLst>
                        <a:ext uri="{FF2B5EF4-FFF2-40B4-BE49-F238E27FC236}">
                          <a16:creationId xmlns:a16="http://schemas.microsoft.com/office/drawing/2014/main" id="{A623C1C5-938A-E38B-0056-ED0D473E34FD}"/>
                        </a:ext>
                      </a:extLst>
                    </p:cNvPr>
                    <p:cNvPicPr/>
                    <p:nvPr/>
                  </p:nvPicPr>
                  <p:blipFill>
                    <a:blip r:embed="rId1046"/>
                    <a:stretch>
                      <a:fillRect/>
                    </a:stretch>
                  </p:blipFill>
                  <p:spPr>
                    <a:xfrm>
                      <a:off x="4654265" y="3519428"/>
                      <a:ext cx="431478" cy="21584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8">
                  <p14:nvContentPartPr>
                    <p14:cNvPr id="28489" name="Ink 28488">
                      <a:extLst>
                        <a:ext uri="{FF2B5EF4-FFF2-40B4-BE49-F238E27FC236}">
                          <a16:creationId xmlns:a16="http://schemas.microsoft.com/office/drawing/2014/main" id="{40462E6F-4E84-D000-9485-15F3CE6B4B0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77164" y="3742732"/>
                    <a:ext cx="270720" cy="113760"/>
                  </p14:xfrm>
                </p:contentPart>
              </mc:Choice>
              <mc:Fallback xmlns="">
                <p:pic>
                  <p:nvPicPr>
                    <p:cNvPr id="28489" name="Ink 28488">
                      <a:extLst>
                        <a:ext uri="{FF2B5EF4-FFF2-40B4-BE49-F238E27FC236}">
                          <a16:creationId xmlns:a16="http://schemas.microsoft.com/office/drawing/2014/main" id="{40462E6F-4E84-D000-9485-15F3CE6B4B07}"/>
                        </a:ext>
                      </a:extLst>
                    </p:cNvPr>
                    <p:cNvPicPr/>
                    <p:nvPr/>
                  </p:nvPicPr>
                  <p:blipFill>
                    <a:blip r:embed="rId252"/>
                    <a:stretch>
                      <a:fillRect/>
                    </a:stretch>
                  </p:blipFill>
                  <p:spPr>
                    <a:xfrm>
                      <a:off x="5266633" y="3732222"/>
                      <a:ext cx="291783" cy="13478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59">
                  <p14:nvContentPartPr>
                    <p14:cNvPr id="28490" name="Ink 28489">
                      <a:extLst>
                        <a:ext uri="{FF2B5EF4-FFF2-40B4-BE49-F238E27FC236}">
                          <a16:creationId xmlns:a16="http://schemas.microsoft.com/office/drawing/2014/main" id="{DC64D82B-4996-2946-5343-9166773D86AB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83684" y="3856132"/>
                    <a:ext cx="201600" cy="163800"/>
                  </p14:xfrm>
                </p:contentPart>
              </mc:Choice>
              <mc:Fallback xmlns="">
                <p:pic>
                  <p:nvPicPr>
                    <p:cNvPr id="28490" name="Ink 28489">
                      <a:extLst>
                        <a:ext uri="{FF2B5EF4-FFF2-40B4-BE49-F238E27FC236}">
                          <a16:creationId xmlns:a16="http://schemas.microsoft.com/office/drawing/2014/main" id="{DC64D82B-4996-2946-5343-9166773D86AB}"/>
                        </a:ext>
                      </a:extLst>
                    </p:cNvPr>
                    <p:cNvPicPr/>
                    <p:nvPr/>
                  </p:nvPicPr>
                  <p:blipFill>
                    <a:blip r:embed="rId1050"/>
                    <a:stretch>
                      <a:fillRect/>
                    </a:stretch>
                  </p:blipFill>
                  <p:spPr>
                    <a:xfrm>
                      <a:off x="4873139" y="3845584"/>
                      <a:ext cx="222690" cy="18489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0">
                  <p14:nvContentPartPr>
                    <p14:cNvPr id="28491" name="Ink 28490">
                      <a:extLst>
                        <a:ext uri="{FF2B5EF4-FFF2-40B4-BE49-F238E27FC236}">
                          <a16:creationId xmlns:a16="http://schemas.microsoft.com/office/drawing/2014/main" id="{3847ADA6-8CFC-978F-ECA6-8F7E90FD3E74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950284" y="4198492"/>
                    <a:ext cx="157680" cy="222840"/>
                  </p14:xfrm>
                </p:contentPart>
              </mc:Choice>
              <mc:Fallback xmlns="">
                <p:pic>
                  <p:nvPicPr>
                    <p:cNvPr id="28491" name="Ink 28490">
                      <a:extLst>
                        <a:ext uri="{FF2B5EF4-FFF2-40B4-BE49-F238E27FC236}">
                          <a16:creationId xmlns:a16="http://schemas.microsoft.com/office/drawing/2014/main" id="{3847ADA6-8CFC-978F-ECA6-8F7E90FD3E74}"/>
                        </a:ext>
                      </a:extLst>
                    </p:cNvPr>
                    <p:cNvPicPr/>
                    <p:nvPr/>
                  </p:nvPicPr>
                  <p:blipFill>
                    <a:blip r:embed="rId1052"/>
                    <a:stretch>
                      <a:fillRect/>
                    </a:stretch>
                  </p:blipFill>
                  <p:spPr>
                    <a:xfrm>
                      <a:off x="4939731" y="4187940"/>
                      <a:ext cx="178787" cy="2439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1">
                  <p14:nvContentPartPr>
                    <p14:cNvPr id="28492" name="Ink 28491">
                      <a:extLst>
                        <a:ext uri="{FF2B5EF4-FFF2-40B4-BE49-F238E27FC236}">
                          <a16:creationId xmlns:a16="http://schemas.microsoft.com/office/drawing/2014/main" id="{C110749C-D567-53DD-653A-9E94580A657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95884" y="4447252"/>
                    <a:ext cx="200880" cy="109440"/>
                  </p14:xfrm>
                </p:contentPart>
              </mc:Choice>
              <mc:Fallback xmlns="">
                <p:pic>
                  <p:nvPicPr>
                    <p:cNvPr id="28492" name="Ink 28491">
                      <a:extLst>
                        <a:ext uri="{FF2B5EF4-FFF2-40B4-BE49-F238E27FC236}">
                          <a16:creationId xmlns:a16="http://schemas.microsoft.com/office/drawing/2014/main" id="{C110749C-D567-53DD-653A-9E94580A6576}"/>
                        </a:ext>
                      </a:extLst>
                    </p:cNvPr>
                    <p:cNvPicPr/>
                    <p:nvPr/>
                  </p:nvPicPr>
                  <p:blipFill>
                    <a:blip r:embed="rId1054"/>
                    <a:stretch>
                      <a:fillRect/>
                    </a:stretch>
                  </p:blipFill>
                  <p:spPr>
                    <a:xfrm>
                      <a:off x="5285344" y="4436681"/>
                      <a:ext cx="221960" cy="1305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2">
                  <p14:nvContentPartPr>
                    <p14:cNvPr id="28493" name="Ink 28492">
                      <a:extLst>
                        <a:ext uri="{FF2B5EF4-FFF2-40B4-BE49-F238E27FC236}">
                          <a16:creationId xmlns:a16="http://schemas.microsoft.com/office/drawing/2014/main" id="{3CA2A74C-3507-7671-035E-75E716C3CE6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53844" y="4662892"/>
                    <a:ext cx="232200" cy="144360"/>
                  </p14:xfrm>
                </p:contentPart>
              </mc:Choice>
              <mc:Fallback xmlns="">
                <p:pic>
                  <p:nvPicPr>
                    <p:cNvPr id="28493" name="Ink 28492">
                      <a:extLst>
                        <a:ext uri="{FF2B5EF4-FFF2-40B4-BE49-F238E27FC236}">
                          <a16:creationId xmlns:a16="http://schemas.microsoft.com/office/drawing/2014/main" id="{3CA2A74C-3507-7671-035E-75E716C3CE68}"/>
                        </a:ext>
                      </a:extLst>
                    </p:cNvPr>
                    <p:cNvPicPr/>
                    <p:nvPr/>
                  </p:nvPicPr>
                  <p:blipFill>
                    <a:blip r:embed="rId1056"/>
                    <a:stretch>
                      <a:fillRect/>
                    </a:stretch>
                  </p:blipFill>
                  <p:spPr>
                    <a:xfrm>
                      <a:off x="5343318" y="4652359"/>
                      <a:ext cx="253253" cy="16542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3">
                  <p14:nvContentPartPr>
                    <p14:cNvPr id="28494" name="Ink 28493">
                      <a:extLst>
                        <a:ext uri="{FF2B5EF4-FFF2-40B4-BE49-F238E27FC236}">
                          <a16:creationId xmlns:a16="http://schemas.microsoft.com/office/drawing/2014/main" id="{9CE481B5-7F32-385D-497C-AF10392997E1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56684" y="4769092"/>
                    <a:ext cx="285120" cy="165600"/>
                  </p14:xfrm>
                </p:contentPart>
              </mc:Choice>
              <mc:Fallback xmlns="">
                <p:pic>
                  <p:nvPicPr>
                    <p:cNvPr id="28494" name="Ink 28493">
                      <a:extLst>
                        <a:ext uri="{FF2B5EF4-FFF2-40B4-BE49-F238E27FC236}">
                          <a16:creationId xmlns:a16="http://schemas.microsoft.com/office/drawing/2014/main" id="{9CE481B5-7F32-385D-497C-AF10392997E1}"/>
                        </a:ext>
                      </a:extLst>
                    </p:cNvPr>
                    <p:cNvPicPr/>
                    <p:nvPr/>
                  </p:nvPicPr>
                  <p:blipFill>
                    <a:blip r:embed="rId1293"/>
                    <a:stretch>
                      <a:fillRect/>
                    </a:stretch>
                  </p:blipFill>
                  <p:spPr>
                    <a:xfrm>
                      <a:off x="4846147" y="4758548"/>
                      <a:ext cx="306194" cy="18668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4">
                  <p14:nvContentPartPr>
                    <p14:cNvPr id="28495" name="Ink 28494">
                      <a:extLst>
                        <a:ext uri="{FF2B5EF4-FFF2-40B4-BE49-F238E27FC236}">
                          <a16:creationId xmlns:a16="http://schemas.microsoft.com/office/drawing/2014/main" id="{A5D0D589-6F90-1EFC-5B91-2559DC56B8A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26124" y="4953412"/>
                    <a:ext cx="249120" cy="145440"/>
                  </p14:xfrm>
                </p:contentPart>
              </mc:Choice>
              <mc:Fallback xmlns="">
                <p:pic>
                  <p:nvPicPr>
                    <p:cNvPr id="28495" name="Ink 28494">
                      <a:extLst>
                        <a:ext uri="{FF2B5EF4-FFF2-40B4-BE49-F238E27FC236}">
                          <a16:creationId xmlns:a16="http://schemas.microsoft.com/office/drawing/2014/main" id="{A5D0D589-6F90-1EFC-5B91-2559DC56B8A3}"/>
                        </a:ext>
                      </a:extLst>
                    </p:cNvPr>
                    <p:cNvPicPr/>
                    <p:nvPr/>
                  </p:nvPicPr>
                  <p:blipFill>
                    <a:blip r:embed="rId1060"/>
                    <a:stretch>
                      <a:fillRect/>
                    </a:stretch>
                  </p:blipFill>
                  <p:spPr>
                    <a:xfrm>
                      <a:off x="5315589" y="4942891"/>
                      <a:ext cx="270190" cy="1664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5">
                  <p14:nvContentPartPr>
                    <p14:cNvPr id="28496" name="Ink 28495">
                      <a:extLst>
                        <a:ext uri="{FF2B5EF4-FFF2-40B4-BE49-F238E27FC236}">
                          <a16:creationId xmlns:a16="http://schemas.microsoft.com/office/drawing/2014/main" id="{B40C2D0B-FAFD-C511-103E-1AF909F0B2D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45884" y="5067892"/>
                    <a:ext cx="251640" cy="170640"/>
                  </p14:xfrm>
                </p:contentPart>
              </mc:Choice>
              <mc:Fallback xmlns="">
                <p:pic>
                  <p:nvPicPr>
                    <p:cNvPr id="28496" name="Ink 28495">
                      <a:extLst>
                        <a:ext uri="{FF2B5EF4-FFF2-40B4-BE49-F238E27FC236}">
                          <a16:creationId xmlns:a16="http://schemas.microsoft.com/office/drawing/2014/main" id="{B40C2D0B-FAFD-C511-103E-1AF909F0B2DF}"/>
                        </a:ext>
                      </a:extLst>
                    </p:cNvPr>
                    <p:cNvPicPr/>
                    <p:nvPr/>
                  </p:nvPicPr>
                  <p:blipFill>
                    <a:blip r:embed="rId266"/>
                    <a:stretch>
                      <a:fillRect/>
                    </a:stretch>
                  </p:blipFill>
                  <p:spPr>
                    <a:xfrm>
                      <a:off x="4835347" y="5057343"/>
                      <a:ext cx="272713" cy="1917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6">
                  <p14:nvContentPartPr>
                    <p14:cNvPr id="28497" name="Ink 28496">
                      <a:extLst>
                        <a:ext uri="{FF2B5EF4-FFF2-40B4-BE49-F238E27FC236}">
                          <a16:creationId xmlns:a16="http://schemas.microsoft.com/office/drawing/2014/main" id="{24184E05-C85C-C39C-F209-60ABC7BC568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18564" y="5205772"/>
                    <a:ext cx="252720" cy="144360"/>
                  </p14:xfrm>
                </p:contentPart>
              </mc:Choice>
              <mc:Fallback xmlns="">
                <p:pic>
                  <p:nvPicPr>
                    <p:cNvPr id="28497" name="Ink 28496">
                      <a:extLst>
                        <a:ext uri="{FF2B5EF4-FFF2-40B4-BE49-F238E27FC236}">
                          <a16:creationId xmlns:a16="http://schemas.microsoft.com/office/drawing/2014/main" id="{24184E05-C85C-C39C-F209-60ABC7BC5682}"/>
                        </a:ext>
                      </a:extLst>
                    </p:cNvPr>
                    <p:cNvPicPr/>
                    <p:nvPr/>
                  </p:nvPicPr>
                  <p:blipFill>
                    <a:blip r:embed="rId1065"/>
                    <a:stretch>
                      <a:fillRect/>
                    </a:stretch>
                  </p:blipFill>
                  <p:spPr>
                    <a:xfrm>
                      <a:off x="5308034" y="5195239"/>
                      <a:ext cx="273780" cy="16542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7">
                  <p14:nvContentPartPr>
                    <p14:cNvPr id="28498" name="Ink 28497">
                      <a:extLst>
                        <a:ext uri="{FF2B5EF4-FFF2-40B4-BE49-F238E27FC236}">
                          <a16:creationId xmlns:a16="http://schemas.microsoft.com/office/drawing/2014/main" id="{0E3D8618-BBC4-E74C-84D4-681C0CCFED3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88004" y="5347972"/>
                    <a:ext cx="291960" cy="131400"/>
                  </p14:xfrm>
                </p:contentPart>
              </mc:Choice>
              <mc:Fallback xmlns="">
                <p:pic>
                  <p:nvPicPr>
                    <p:cNvPr id="28498" name="Ink 28497">
                      <a:extLst>
                        <a:ext uri="{FF2B5EF4-FFF2-40B4-BE49-F238E27FC236}">
                          <a16:creationId xmlns:a16="http://schemas.microsoft.com/office/drawing/2014/main" id="{0E3D8618-BBC4-E74C-84D4-681C0CCFED3A}"/>
                        </a:ext>
                      </a:extLst>
                    </p:cNvPr>
                    <p:cNvPicPr/>
                    <p:nvPr/>
                  </p:nvPicPr>
                  <p:blipFill>
                    <a:blip r:embed="rId1081"/>
                    <a:stretch>
                      <a:fillRect/>
                    </a:stretch>
                  </p:blipFill>
                  <p:spPr>
                    <a:xfrm>
                      <a:off x="4877466" y="5337435"/>
                      <a:ext cx="313036" cy="15247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68">
                  <p14:nvContentPartPr>
                    <p14:cNvPr id="28499" name="Ink 28498">
                      <a:extLst>
                        <a:ext uri="{FF2B5EF4-FFF2-40B4-BE49-F238E27FC236}">
                          <a16:creationId xmlns:a16="http://schemas.microsoft.com/office/drawing/2014/main" id="{D5F6C885-7A32-7C9A-E5B4-248F5CEAFB6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09204" y="5427892"/>
                    <a:ext cx="320760" cy="145080"/>
                  </p14:xfrm>
                </p:contentPart>
              </mc:Choice>
              <mc:Fallback xmlns="">
                <p:pic>
                  <p:nvPicPr>
                    <p:cNvPr id="28499" name="Ink 28498">
                      <a:extLst>
                        <a:ext uri="{FF2B5EF4-FFF2-40B4-BE49-F238E27FC236}">
                          <a16:creationId xmlns:a16="http://schemas.microsoft.com/office/drawing/2014/main" id="{D5F6C885-7A32-7C9A-E5B4-248F5CEAFB66}"/>
                        </a:ext>
                      </a:extLst>
                    </p:cNvPr>
                    <p:cNvPicPr/>
                    <p:nvPr/>
                  </p:nvPicPr>
                  <p:blipFill>
                    <a:blip r:embed="rId272"/>
                    <a:stretch>
                      <a:fillRect/>
                    </a:stretch>
                  </p:blipFill>
                  <p:spPr>
                    <a:xfrm>
                      <a:off x="5298677" y="5417352"/>
                      <a:ext cx="341814" cy="166160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  <p:sp>
            <p:nvSpPr>
              <p:cNvPr id="28415" name="Freeform 28414">
                <a:extLst>
                  <a:ext uri="{FF2B5EF4-FFF2-40B4-BE49-F238E27FC236}">
                    <a16:creationId xmlns:a16="http://schemas.microsoft.com/office/drawing/2014/main" id="{CC4EF22A-DF34-3FE3-1741-4F559017C4FD}"/>
                  </a:ext>
                </a:extLst>
              </p:cNvPr>
              <p:cNvSpPr/>
              <p:nvPr/>
            </p:nvSpPr>
            <p:spPr bwMode="auto">
              <a:xfrm>
                <a:off x="7593240" y="3222243"/>
                <a:ext cx="490474" cy="277188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16" name="Freeform 28415">
                <a:extLst>
                  <a:ext uri="{FF2B5EF4-FFF2-40B4-BE49-F238E27FC236}">
                    <a16:creationId xmlns:a16="http://schemas.microsoft.com/office/drawing/2014/main" id="{407C8A97-70EB-C6E1-4632-8DAC18F19B08}"/>
                  </a:ext>
                </a:extLst>
              </p:cNvPr>
              <p:cNvSpPr/>
              <p:nvPr/>
            </p:nvSpPr>
            <p:spPr bwMode="auto">
              <a:xfrm>
                <a:off x="7564814" y="3649364"/>
                <a:ext cx="340400" cy="189737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17" name="Freeform 28416">
                <a:extLst>
                  <a:ext uri="{FF2B5EF4-FFF2-40B4-BE49-F238E27FC236}">
                    <a16:creationId xmlns:a16="http://schemas.microsoft.com/office/drawing/2014/main" id="{BC8DE178-8BD1-904E-F2CA-5276C0395DAB}"/>
                  </a:ext>
                </a:extLst>
              </p:cNvPr>
              <p:cNvSpPr/>
              <p:nvPr/>
            </p:nvSpPr>
            <p:spPr bwMode="auto">
              <a:xfrm>
                <a:off x="7519475" y="4046429"/>
                <a:ext cx="301898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18" name="Freeform 28417">
                <a:extLst>
                  <a:ext uri="{FF2B5EF4-FFF2-40B4-BE49-F238E27FC236}">
                    <a16:creationId xmlns:a16="http://schemas.microsoft.com/office/drawing/2014/main" id="{53AE16F0-F8CB-CC6D-2959-A9E750DA8103}"/>
                  </a:ext>
                </a:extLst>
              </p:cNvPr>
              <p:cNvSpPr/>
              <p:nvPr/>
            </p:nvSpPr>
            <p:spPr bwMode="auto">
              <a:xfrm>
                <a:off x="7509940" y="4354936"/>
                <a:ext cx="385919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19" name="Freeform 28418">
                <a:extLst>
                  <a:ext uri="{FF2B5EF4-FFF2-40B4-BE49-F238E27FC236}">
                    <a16:creationId xmlns:a16="http://schemas.microsoft.com/office/drawing/2014/main" id="{7D8DC4D1-4C9B-6333-C297-A6028031DB47}"/>
                  </a:ext>
                </a:extLst>
              </p:cNvPr>
              <p:cNvSpPr/>
              <p:nvPr/>
            </p:nvSpPr>
            <p:spPr bwMode="auto">
              <a:xfrm>
                <a:off x="7628605" y="4595046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0" name="Freeform 28419">
                <a:extLst>
                  <a:ext uri="{FF2B5EF4-FFF2-40B4-BE49-F238E27FC236}">
                    <a16:creationId xmlns:a16="http://schemas.microsoft.com/office/drawing/2014/main" id="{A8F51F69-E6E3-0DA1-A753-F8C0DA48CA21}"/>
                  </a:ext>
                </a:extLst>
              </p:cNvPr>
              <p:cNvSpPr/>
              <p:nvPr/>
            </p:nvSpPr>
            <p:spPr bwMode="auto">
              <a:xfrm>
                <a:off x="7592160" y="4889571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1" name="Freeform 28420">
                <a:extLst>
                  <a:ext uri="{FF2B5EF4-FFF2-40B4-BE49-F238E27FC236}">
                    <a16:creationId xmlns:a16="http://schemas.microsoft.com/office/drawing/2014/main" id="{36209922-6515-C179-6EB8-11AAAF6EC84A}"/>
                  </a:ext>
                </a:extLst>
              </p:cNvPr>
              <p:cNvSpPr/>
              <p:nvPr/>
            </p:nvSpPr>
            <p:spPr bwMode="auto">
              <a:xfrm>
                <a:off x="7600076" y="5149603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2" name="Freeform 28421">
                <a:extLst>
                  <a:ext uri="{FF2B5EF4-FFF2-40B4-BE49-F238E27FC236}">
                    <a16:creationId xmlns:a16="http://schemas.microsoft.com/office/drawing/2014/main" id="{CD901B2C-66C3-248C-9E92-3A2FEA9BD278}"/>
                  </a:ext>
                </a:extLst>
              </p:cNvPr>
              <p:cNvSpPr/>
              <p:nvPr/>
            </p:nvSpPr>
            <p:spPr bwMode="auto">
              <a:xfrm>
                <a:off x="7592160" y="5370093"/>
                <a:ext cx="422363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3" name="Freeform 28422">
                <a:extLst>
                  <a:ext uri="{FF2B5EF4-FFF2-40B4-BE49-F238E27FC236}">
                    <a16:creationId xmlns:a16="http://schemas.microsoft.com/office/drawing/2014/main" id="{C489B20F-D5B4-197D-C896-D45A5E77AB07}"/>
                  </a:ext>
                </a:extLst>
              </p:cNvPr>
              <p:cNvSpPr/>
              <p:nvPr/>
            </p:nvSpPr>
            <p:spPr bwMode="auto">
              <a:xfrm flipH="1">
                <a:off x="6907377" y="3489893"/>
                <a:ext cx="591588" cy="283692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4" name="Freeform 28423">
                <a:extLst>
                  <a:ext uri="{FF2B5EF4-FFF2-40B4-BE49-F238E27FC236}">
                    <a16:creationId xmlns:a16="http://schemas.microsoft.com/office/drawing/2014/main" id="{2E49DFCB-2460-ED98-DDE6-BB550AF89AD7}"/>
                  </a:ext>
                </a:extLst>
              </p:cNvPr>
              <p:cNvSpPr/>
              <p:nvPr/>
            </p:nvSpPr>
            <p:spPr bwMode="auto">
              <a:xfrm flipH="1">
                <a:off x="7121220" y="3798759"/>
                <a:ext cx="313514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5" name="Freeform 28424">
                <a:extLst>
                  <a:ext uri="{FF2B5EF4-FFF2-40B4-BE49-F238E27FC236}">
                    <a16:creationId xmlns:a16="http://schemas.microsoft.com/office/drawing/2014/main" id="{4F69DBC1-AF43-73F3-7A18-DE998823A01C}"/>
                  </a:ext>
                </a:extLst>
              </p:cNvPr>
              <p:cNvSpPr/>
              <p:nvPr/>
            </p:nvSpPr>
            <p:spPr bwMode="auto">
              <a:xfrm flipH="1">
                <a:off x="7096174" y="4198342"/>
                <a:ext cx="400767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6" name="Freeform 28425">
                <a:extLst>
                  <a:ext uri="{FF2B5EF4-FFF2-40B4-BE49-F238E27FC236}">
                    <a16:creationId xmlns:a16="http://schemas.microsoft.com/office/drawing/2014/main" id="{58D590E3-90BB-8470-77B1-13DD3353922A}"/>
                  </a:ext>
                </a:extLst>
              </p:cNvPr>
              <p:cNvSpPr/>
              <p:nvPr/>
            </p:nvSpPr>
            <p:spPr bwMode="auto">
              <a:xfrm flipH="1">
                <a:off x="7161989" y="4529529"/>
                <a:ext cx="400767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7" name="Freeform 28426">
                <a:extLst>
                  <a:ext uri="{FF2B5EF4-FFF2-40B4-BE49-F238E27FC236}">
                    <a16:creationId xmlns:a16="http://schemas.microsoft.com/office/drawing/2014/main" id="{9F8562F3-C734-08A8-9830-CD599D88B09E}"/>
                  </a:ext>
                </a:extLst>
              </p:cNvPr>
              <p:cNvSpPr/>
              <p:nvPr/>
            </p:nvSpPr>
            <p:spPr bwMode="auto">
              <a:xfrm flipH="1">
                <a:off x="7087694" y="4730040"/>
                <a:ext cx="438615" cy="266446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8" name="Freeform 28427">
                <a:extLst>
                  <a:ext uri="{FF2B5EF4-FFF2-40B4-BE49-F238E27FC236}">
                    <a16:creationId xmlns:a16="http://schemas.microsoft.com/office/drawing/2014/main" id="{BBD3B8BD-037E-2F80-3DB9-B3F4D514777A}"/>
                  </a:ext>
                </a:extLst>
              </p:cNvPr>
              <p:cNvSpPr/>
              <p:nvPr/>
            </p:nvSpPr>
            <p:spPr bwMode="auto">
              <a:xfrm flipH="1">
                <a:off x="7096175" y="5037107"/>
                <a:ext cx="400767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29" name="Freeform 28428">
                <a:extLst>
                  <a:ext uri="{FF2B5EF4-FFF2-40B4-BE49-F238E27FC236}">
                    <a16:creationId xmlns:a16="http://schemas.microsoft.com/office/drawing/2014/main" id="{3D4A3772-650A-1D6F-6332-6100BD39DD15}"/>
                  </a:ext>
                </a:extLst>
              </p:cNvPr>
              <p:cNvSpPr/>
              <p:nvPr/>
            </p:nvSpPr>
            <p:spPr bwMode="auto">
              <a:xfrm flipH="1">
                <a:off x="7087697" y="5304576"/>
                <a:ext cx="438614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0" name="Freeform 28429">
                <a:extLst>
                  <a:ext uri="{FF2B5EF4-FFF2-40B4-BE49-F238E27FC236}">
                    <a16:creationId xmlns:a16="http://schemas.microsoft.com/office/drawing/2014/main" id="{2A65DC48-09F7-5C44-4437-05A20D39DB84}"/>
                  </a:ext>
                </a:extLst>
              </p:cNvPr>
              <p:cNvSpPr/>
              <p:nvPr/>
            </p:nvSpPr>
            <p:spPr bwMode="auto">
              <a:xfrm flipH="1">
                <a:off x="6960991" y="3164467"/>
                <a:ext cx="490474" cy="217439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mc:AlternateContent xmlns:mc="http://schemas.openxmlformats.org/markup-compatibility/2006" xmlns:p14="http://schemas.microsoft.com/office/powerpoint/2010/main">
            <mc:Choice Requires="p14">
              <p:contentPart p14:bwMode="auto" r:id="rId1869">
                <p14:nvContentPartPr>
                  <p14:cNvPr id="28431" name="Ink 28430">
                    <a:extLst>
                      <a:ext uri="{FF2B5EF4-FFF2-40B4-BE49-F238E27FC236}">
                        <a16:creationId xmlns:a16="http://schemas.microsoft.com/office/drawing/2014/main" id="{7307EA0C-5265-7AA9-3C60-DB57ABCFD000}"/>
                      </a:ext>
                    </a:extLst>
                  </p14:cNvPr>
                  <p14:cNvContentPartPr/>
                  <p14:nvPr/>
                </p14:nvContentPartPr>
                <p14:xfrm>
                  <a:off x="7664486" y="2345502"/>
                  <a:ext cx="397253" cy="215991"/>
                </p14:xfrm>
              </p:contentPart>
            </mc:Choice>
            <mc:Fallback xmlns="">
              <p:pic>
                <p:nvPicPr>
                  <p:cNvPr id="28431" name="Ink 28430">
                    <a:extLst>
                      <a:ext uri="{FF2B5EF4-FFF2-40B4-BE49-F238E27FC236}">
                        <a16:creationId xmlns:a16="http://schemas.microsoft.com/office/drawing/2014/main" id="{7307EA0C-5265-7AA9-3C60-DB57ABCFD000}"/>
                      </a:ext>
                    </a:extLst>
                  </p:cNvPr>
                  <p:cNvPicPr/>
                  <p:nvPr/>
                </p:nvPicPr>
                <p:blipFill>
                  <a:blip r:embed="rId166"/>
                  <a:stretch>
                    <a:fillRect/>
                  </a:stretch>
                </p:blipFill>
                <p:spPr>
                  <a:xfrm>
                    <a:off x="7653950" y="2334951"/>
                    <a:ext cx="418324" cy="2370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70">
                <p14:nvContentPartPr>
                  <p14:cNvPr id="28432" name="Ink 28431">
                    <a:extLst>
                      <a:ext uri="{FF2B5EF4-FFF2-40B4-BE49-F238E27FC236}">
                        <a16:creationId xmlns:a16="http://schemas.microsoft.com/office/drawing/2014/main" id="{64E5C0CD-1F01-145B-58FF-4417ECB7A9A1}"/>
                      </a:ext>
                    </a:extLst>
                  </p14:cNvPr>
                  <p14:cNvContentPartPr/>
                  <p14:nvPr/>
                </p14:nvContentPartPr>
                <p14:xfrm>
                  <a:off x="7065727" y="2263425"/>
                  <a:ext cx="367747" cy="210591"/>
                </p14:xfrm>
              </p:contentPart>
            </mc:Choice>
            <mc:Fallback xmlns="">
              <p:pic>
                <p:nvPicPr>
                  <p:cNvPr id="28432" name="Ink 28431">
                    <a:extLst>
                      <a:ext uri="{FF2B5EF4-FFF2-40B4-BE49-F238E27FC236}">
                        <a16:creationId xmlns:a16="http://schemas.microsoft.com/office/drawing/2014/main" id="{64E5C0CD-1F01-145B-58FF-4417ECB7A9A1}"/>
                      </a:ext>
                    </a:extLst>
                  </p:cNvPr>
                  <p:cNvPicPr/>
                  <p:nvPr/>
                </p:nvPicPr>
                <p:blipFill>
                  <a:blip r:embed="rId168"/>
                  <a:stretch>
                    <a:fillRect/>
                  </a:stretch>
                </p:blipFill>
                <p:spPr>
                  <a:xfrm>
                    <a:off x="7055185" y="2252895"/>
                    <a:ext cx="388832" cy="2316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71">
                <p14:nvContentPartPr>
                  <p14:cNvPr id="28433" name="Ink 28432">
                    <a:extLst>
                      <a:ext uri="{FF2B5EF4-FFF2-40B4-BE49-F238E27FC236}">
                        <a16:creationId xmlns:a16="http://schemas.microsoft.com/office/drawing/2014/main" id="{9419F85B-FD8C-FAF1-03B8-1F114D785481}"/>
                      </a:ext>
                    </a:extLst>
                  </p14:cNvPr>
                  <p14:cNvContentPartPr/>
                  <p14:nvPr/>
                </p14:nvContentPartPr>
                <p14:xfrm>
                  <a:off x="7591800" y="3153308"/>
                  <a:ext cx="192150" cy="146154"/>
                </p14:xfrm>
              </p:contentPart>
            </mc:Choice>
            <mc:Fallback xmlns="">
              <p:pic>
                <p:nvPicPr>
                  <p:cNvPr id="28433" name="Ink 28432">
                    <a:extLst>
                      <a:ext uri="{FF2B5EF4-FFF2-40B4-BE49-F238E27FC236}">
                        <a16:creationId xmlns:a16="http://schemas.microsoft.com/office/drawing/2014/main" id="{9419F85B-FD8C-FAF1-03B8-1F114D785481}"/>
                      </a:ext>
                    </a:extLst>
                  </p:cNvPr>
                  <p:cNvPicPr/>
                  <p:nvPr/>
                </p:nvPicPr>
                <p:blipFill>
                  <a:blip r:embed="rId170"/>
                  <a:stretch>
                    <a:fillRect/>
                  </a:stretch>
                </p:blipFill>
                <p:spPr>
                  <a:xfrm>
                    <a:off x="7581263" y="3142780"/>
                    <a:ext cx="213225" cy="167210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28434" name="Freeform 28433">
                <a:extLst>
                  <a:ext uri="{FF2B5EF4-FFF2-40B4-BE49-F238E27FC236}">
                    <a16:creationId xmlns:a16="http://schemas.microsoft.com/office/drawing/2014/main" id="{2D152209-19D0-AC35-724A-19E9C3E6FE36}"/>
                  </a:ext>
                </a:extLst>
              </p:cNvPr>
              <p:cNvSpPr/>
              <p:nvPr/>
            </p:nvSpPr>
            <p:spPr bwMode="auto">
              <a:xfrm>
                <a:off x="7613750" y="2327682"/>
                <a:ext cx="490474" cy="277188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5" name="Freeform 28434">
                <a:extLst>
                  <a:ext uri="{FF2B5EF4-FFF2-40B4-BE49-F238E27FC236}">
                    <a16:creationId xmlns:a16="http://schemas.microsoft.com/office/drawing/2014/main" id="{CCE929FB-3DF6-0720-A7CA-CEA79F8B0AAA}"/>
                  </a:ext>
                </a:extLst>
              </p:cNvPr>
              <p:cNvSpPr/>
              <p:nvPr/>
            </p:nvSpPr>
            <p:spPr bwMode="auto">
              <a:xfrm>
                <a:off x="7585324" y="2754803"/>
                <a:ext cx="340400" cy="189737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6" name="Freeform 28435">
                <a:extLst>
                  <a:ext uri="{FF2B5EF4-FFF2-40B4-BE49-F238E27FC236}">
                    <a16:creationId xmlns:a16="http://schemas.microsoft.com/office/drawing/2014/main" id="{EB961132-C1AC-152D-6D4B-06AE6E2D072B}"/>
                  </a:ext>
                </a:extLst>
              </p:cNvPr>
              <p:cNvSpPr/>
              <p:nvPr/>
            </p:nvSpPr>
            <p:spPr bwMode="auto">
              <a:xfrm>
                <a:off x="7539985" y="3151868"/>
                <a:ext cx="301898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7" name="Freeform 28436">
                <a:extLst>
                  <a:ext uri="{FF2B5EF4-FFF2-40B4-BE49-F238E27FC236}">
                    <a16:creationId xmlns:a16="http://schemas.microsoft.com/office/drawing/2014/main" id="{91BD130C-943A-331E-F9B4-C3EF5A952BF7}"/>
                  </a:ext>
                </a:extLst>
              </p:cNvPr>
              <p:cNvSpPr/>
              <p:nvPr/>
            </p:nvSpPr>
            <p:spPr bwMode="auto">
              <a:xfrm flipH="1">
                <a:off x="6927887" y="2595332"/>
                <a:ext cx="591588" cy="283692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8" name="Freeform 28437">
                <a:extLst>
                  <a:ext uri="{FF2B5EF4-FFF2-40B4-BE49-F238E27FC236}">
                    <a16:creationId xmlns:a16="http://schemas.microsoft.com/office/drawing/2014/main" id="{0BCC8105-5889-5A1C-773F-2A890D22F36A}"/>
                  </a:ext>
                </a:extLst>
              </p:cNvPr>
              <p:cNvSpPr/>
              <p:nvPr/>
            </p:nvSpPr>
            <p:spPr bwMode="auto">
              <a:xfrm flipH="1">
                <a:off x="7141730" y="2904198"/>
                <a:ext cx="313514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39" name="Freeform 28438">
                <a:extLst>
                  <a:ext uri="{FF2B5EF4-FFF2-40B4-BE49-F238E27FC236}">
                    <a16:creationId xmlns:a16="http://schemas.microsoft.com/office/drawing/2014/main" id="{590E01E8-75E6-EC77-A7DD-2AF02A50310E}"/>
                  </a:ext>
                </a:extLst>
              </p:cNvPr>
              <p:cNvSpPr/>
              <p:nvPr/>
            </p:nvSpPr>
            <p:spPr bwMode="auto">
              <a:xfrm flipH="1">
                <a:off x="7116684" y="3303781"/>
                <a:ext cx="400767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440" name="Freeform 28439">
                <a:extLst>
                  <a:ext uri="{FF2B5EF4-FFF2-40B4-BE49-F238E27FC236}">
                    <a16:creationId xmlns:a16="http://schemas.microsoft.com/office/drawing/2014/main" id="{E45CEB2B-37F5-90DF-EC51-D5AE4FCC4ADD}"/>
                  </a:ext>
                </a:extLst>
              </p:cNvPr>
              <p:cNvSpPr/>
              <p:nvPr/>
            </p:nvSpPr>
            <p:spPr bwMode="auto">
              <a:xfrm flipH="1">
                <a:off x="6981501" y="2269906"/>
                <a:ext cx="490474" cy="217439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8441" name="Group 28440">
                <a:extLst>
                  <a:ext uri="{FF2B5EF4-FFF2-40B4-BE49-F238E27FC236}">
                    <a16:creationId xmlns:a16="http://schemas.microsoft.com/office/drawing/2014/main" id="{1E6B20D4-96CA-95F0-83E6-38BEFA747D91}"/>
                  </a:ext>
                </a:extLst>
              </p:cNvPr>
              <p:cNvGrpSpPr/>
              <p:nvPr/>
            </p:nvGrpSpPr>
            <p:grpSpPr>
              <a:xfrm>
                <a:off x="7368155" y="2468870"/>
                <a:ext cx="299520" cy="1076400"/>
                <a:chOff x="7368155" y="2468870"/>
                <a:chExt cx="299520" cy="1076400"/>
              </a:xfrm>
            </p:grpSpPr>
            <mc:AlternateContent xmlns:mc="http://schemas.openxmlformats.org/markup-compatibility/2006" xmlns:p14="http://schemas.microsoft.com/office/powerpoint/2010/main">
              <mc:Choice Requires="p14">
                <p:contentPart p14:bwMode="auto" r:id="rId1872">
                  <p14:nvContentPartPr>
                    <p14:cNvPr id="28442" name="Ink 28441">
                      <a:extLst>
                        <a:ext uri="{FF2B5EF4-FFF2-40B4-BE49-F238E27FC236}">
                          <a16:creationId xmlns:a16="http://schemas.microsoft.com/office/drawing/2014/main" id="{715755F0-C2DA-F7A3-7AFB-88BFB900F69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72995" y="3322430"/>
                    <a:ext cx="7920" cy="222840"/>
                  </p14:xfrm>
                </p:contentPart>
              </mc:Choice>
              <mc:Fallback xmlns="">
                <p:pic>
                  <p:nvPicPr>
                    <p:cNvPr id="28442" name="Ink 28441">
                      <a:extLst>
                        <a:ext uri="{FF2B5EF4-FFF2-40B4-BE49-F238E27FC236}">
                          <a16:creationId xmlns:a16="http://schemas.microsoft.com/office/drawing/2014/main" id="{715755F0-C2DA-F7A3-7AFB-88BFB900F69A}"/>
                        </a:ext>
                      </a:extLst>
                    </p:cNvPr>
                    <p:cNvPicPr/>
                    <p:nvPr/>
                  </p:nvPicPr>
                  <p:blipFill>
                    <a:blip r:embed="rId277"/>
                    <a:stretch>
                      <a:fillRect/>
                    </a:stretch>
                  </p:blipFill>
                  <p:spPr>
                    <a:xfrm>
                      <a:off x="7562638" y="3311878"/>
                      <a:ext cx="28634" cy="2439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3">
                  <p14:nvContentPartPr>
                    <p14:cNvPr id="28443" name="Ink 28442">
                      <a:extLst>
                        <a:ext uri="{FF2B5EF4-FFF2-40B4-BE49-F238E27FC236}">
                          <a16:creationId xmlns:a16="http://schemas.microsoft.com/office/drawing/2014/main" id="{F19F7AD4-6B49-D746-A17D-126C47BF452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368155" y="3027590"/>
                    <a:ext cx="208080" cy="339120"/>
                  </p14:xfrm>
                </p:contentPart>
              </mc:Choice>
              <mc:Fallback xmlns="">
                <p:pic>
                  <p:nvPicPr>
                    <p:cNvPr id="28443" name="Ink 28442">
                      <a:extLst>
                        <a:ext uri="{FF2B5EF4-FFF2-40B4-BE49-F238E27FC236}">
                          <a16:creationId xmlns:a16="http://schemas.microsoft.com/office/drawing/2014/main" id="{F19F7AD4-6B49-D746-A17D-126C47BF4526}"/>
                        </a:ext>
                      </a:extLst>
                    </p:cNvPr>
                    <p:cNvPicPr/>
                    <p:nvPr/>
                  </p:nvPicPr>
                  <p:blipFill>
                    <a:blip r:embed="rId1096"/>
                    <a:stretch>
                      <a:fillRect/>
                    </a:stretch>
                  </p:blipFill>
                  <p:spPr>
                    <a:xfrm>
                      <a:off x="7357627" y="3017031"/>
                      <a:ext cx="229136" cy="3602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4">
                  <p14:nvContentPartPr>
                    <p14:cNvPr id="28444" name="Ink 28443">
                      <a:extLst>
                        <a:ext uri="{FF2B5EF4-FFF2-40B4-BE49-F238E27FC236}">
                          <a16:creationId xmlns:a16="http://schemas.microsoft.com/office/drawing/2014/main" id="{8E6C1BD9-FA30-8154-8A39-A44C58A936F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28995" y="2928950"/>
                    <a:ext cx="226800" cy="222120"/>
                  </p14:xfrm>
                </p:contentPart>
              </mc:Choice>
              <mc:Fallback xmlns="">
                <p:pic>
                  <p:nvPicPr>
                    <p:cNvPr id="28444" name="Ink 28443">
                      <a:extLst>
                        <a:ext uri="{FF2B5EF4-FFF2-40B4-BE49-F238E27FC236}">
                          <a16:creationId xmlns:a16="http://schemas.microsoft.com/office/drawing/2014/main" id="{8E6C1BD9-FA30-8154-8A39-A44C58A936FA}"/>
                        </a:ext>
                      </a:extLst>
                    </p:cNvPr>
                    <p:cNvPicPr/>
                    <p:nvPr/>
                  </p:nvPicPr>
                  <p:blipFill>
                    <a:blip r:embed="rId281"/>
                    <a:stretch>
                      <a:fillRect/>
                    </a:stretch>
                  </p:blipFill>
                  <p:spPr>
                    <a:xfrm>
                      <a:off x="7418461" y="2918402"/>
                      <a:ext cx="247869" cy="24321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5">
                  <p14:nvContentPartPr>
                    <p14:cNvPr id="28445" name="Ink 28444">
                      <a:extLst>
                        <a:ext uri="{FF2B5EF4-FFF2-40B4-BE49-F238E27FC236}">
                          <a16:creationId xmlns:a16="http://schemas.microsoft.com/office/drawing/2014/main" id="{0BAADB44-364C-7CE9-BFD8-BE018B28250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17475" y="2860550"/>
                    <a:ext cx="225000" cy="136440"/>
                  </p14:xfrm>
                </p:contentPart>
              </mc:Choice>
              <mc:Fallback xmlns="">
                <p:pic>
                  <p:nvPicPr>
                    <p:cNvPr id="28445" name="Ink 28444">
                      <a:extLst>
                        <a:ext uri="{FF2B5EF4-FFF2-40B4-BE49-F238E27FC236}">
                          <a16:creationId xmlns:a16="http://schemas.microsoft.com/office/drawing/2014/main" id="{0BAADB44-364C-7CE9-BFD8-BE018B282508}"/>
                        </a:ext>
                      </a:extLst>
                    </p:cNvPr>
                    <p:cNvPicPr/>
                    <p:nvPr/>
                  </p:nvPicPr>
                  <p:blipFill>
                    <a:blip r:embed="rId283"/>
                    <a:stretch>
                      <a:fillRect/>
                    </a:stretch>
                  </p:blipFill>
                  <p:spPr>
                    <a:xfrm>
                      <a:off x="7406938" y="2850007"/>
                      <a:ext cx="246074" cy="15752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6">
                  <p14:nvContentPartPr>
                    <p14:cNvPr id="28446" name="Ink 28445">
                      <a:extLst>
                        <a:ext uri="{FF2B5EF4-FFF2-40B4-BE49-F238E27FC236}">
                          <a16:creationId xmlns:a16="http://schemas.microsoft.com/office/drawing/2014/main" id="{48CCECAB-A918-C887-2BBD-49041D2E7A1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94515" y="2844710"/>
                    <a:ext cx="158040" cy="146520"/>
                  </p14:xfrm>
                </p:contentPart>
              </mc:Choice>
              <mc:Fallback xmlns="">
                <p:pic>
                  <p:nvPicPr>
                    <p:cNvPr id="28446" name="Ink 28445">
                      <a:extLst>
                        <a:ext uri="{FF2B5EF4-FFF2-40B4-BE49-F238E27FC236}">
                          <a16:creationId xmlns:a16="http://schemas.microsoft.com/office/drawing/2014/main" id="{48CCECAB-A918-C887-2BBD-49041D2E7A18}"/>
                        </a:ext>
                      </a:extLst>
                    </p:cNvPr>
                    <p:cNvPicPr/>
                    <p:nvPr/>
                  </p:nvPicPr>
                  <p:blipFill>
                    <a:blip r:embed="rId1111"/>
                    <a:stretch>
                      <a:fillRect/>
                    </a:stretch>
                  </p:blipFill>
                  <p:spPr>
                    <a:xfrm>
                      <a:off x="7483979" y="2834200"/>
                      <a:ext cx="179112" cy="16754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7">
                  <p14:nvContentPartPr>
                    <p14:cNvPr id="28447" name="Ink 28446">
                      <a:extLst>
                        <a:ext uri="{FF2B5EF4-FFF2-40B4-BE49-F238E27FC236}">
                          <a16:creationId xmlns:a16="http://schemas.microsoft.com/office/drawing/2014/main" id="{8D062403-54EB-9AAF-70C2-9295ADDEAE0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56435" y="2542310"/>
                    <a:ext cx="111240" cy="388440"/>
                  </p14:xfrm>
                </p:contentPart>
              </mc:Choice>
              <mc:Fallback xmlns="">
                <p:pic>
                  <p:nvPicPr>
                    <p:cNvPr id="28447" name="Ink 28446">
                      <a:extLst>
                        <a:ext uri="{FF2B5EF4-FFF2-40B4-BE49-F238E27FC236}">
                          <a16:creationId xmlns:a16="http://schemas.microsoft.com/office/drawing/2014/main" id="{8D062403-54EB-9AAF-70C2-9295ADDEAE07}"/>
                        </a:ext>
                      </a:extLst>
                    </p:cNvPr>
                    <p:cNvPicPr/>
                    <p:nvPr/>
                  </p:nvPicPr>
                  <p:blipFill>
                    <a:blip r:embed="rId1114"/>
                    <a:stretch>
                      <a:fillRect/>
                    </a:stretch>
                  </p:blipFill>
                  <p:spPr>
                    <a:xfrm>
                      <a:off x="7545870" y="2531761"/>
                      <a:ext cx="132369" cy="4095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8">
                  <p14:nvContentPartPr>
                    <p14:cNvPr id="28448" name="Ink 28447">
                      <a:extLst>
                        <a:ext uri="{FF2B5EF4-FFF2-40B4-BE49-F238E27FC236}">
                          <a16:creationId xmlns:a16="http://schemas.microsoft.com/office/drawing/2014/main" id="{F1D0E5BB-F115-1366-DF15-CBA857897C5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77595" y="2468870"/>
                    <a:ext cx="114480" cy="409320"/>
                  </p14:xfrm>
                </p:contentPart>
              </mc:Choice>
              <mc:Fallback xmlns="">
                <p:pic>
                  <p:nvPicPr>
                    <p:cNvPr id="28448" name="Ink 28447">
                      <a:extLst>
                        <a:ext uri="{FF2B5EF4-FFF2-40B4-BE49-F238E27FC236}">
                          <a16:creationId xmlns:a16="http://schemas.microsoft.com/office/drawing/2014/main" id="{F1D0E5BB-F115-1366-DF15-CBA857897C57}"/>
                        </a:ext>
                      </a:extLst>
                    </p:cNvPr>
                    <p:cNvPicPr/>
                    <p:nvPr/>
                  </p:nvPicPr>
                  <p:blipFill>
                    <a:blip r:embed="rId289"/>
                    <a:stretch>
                      <a:fillRect/>
                    </a:stretch>
                  </p:blipFill>
                  <p:spPr>
                    <a:xfrm>
                      <a:off x="7467075" y="2458327"/>
                      <a:ext cx="135520" cy="43040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79">
                  <p14:nvContentPartPr>
                    <p14:cNvPr id="28449" name="Ink 28448">
                      <a:extLst>
                        <a:ext uri="{FF2B5EF4-FFF2-40B4-BE49-F238E27FC236}">
                          <a16:creationId xmlns:a16="http://schemas.microsoft.com/office/drawing/2014/main" id="{BF0FE9E4-F6A7-F4D0-0473-0B4FDD14D3D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66132" y="3126683"/>
                    <a:ext cx="16200" cy="178200"/>
                  </p14:xfrm>
                </p:contentPart>
              </mc:Choice>
              <mc:Fallback xmlns="">
                <p:pic>
                  <p:nvPicPr>
                    <p:cNvPr id="28449" name="Ink 28448">
                      <a:extLst>
                        <a:ext uri="{FF2B5EF4-FFF2-40B4-BE49-F238E27FC236}">
                          <a16:creationId xmlns:a16="http://schemas.microsoft.com/office/drawing/2014/main" id="{BF0FE9E4-F6A7-F4D0-0473-0B4FDD14D3D0}"/>
                        </a:ext>
                      </a:extLst>
                    </p:cNvPr>
                    <p:cNvPicPr/>
                    <p:nvPr/>
                  </p:nvPicPr>
                  <p:blipFill>
                    <a:blip r:embed="rId1121"/>
                    <a:stretch>
                      <a:fillRect/>
                    </a:stretch>
                  </p:blipFill>
                  <p:spPr>
                    <a:xfrm>
                      <a:off x="7555932" y="3116164"/>
                      <a:ext cx="36600" cy="199238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</p:grpSp>
        <p:sp>
          <p:nvSpPr>
            <p:cNvPr id="28396" name="Freeform 28395">
              <a:extLst>
                <a:ext uri="{FF2B5EF4-FFF2-40B4-BE49-F238E27FC236}">
                  <a16:creationId xmlns:a16="http://schemas.microsoft.com/office/drawing/2014/main" id="{2DFE6A59-7C3E-EF08-2893-663EEC2F988D}"/>
                </a:ext>
              </a:extLst>
            </p:cNvPr>
            <p:cNvSpPr/>
            <p:nvPr/>
          </p:nvSpPr>
          <p:spPr bwMode="auto">
            <a:xfrm>
              <a:off x="9984507" y="1494967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397" name="Freeform 28396">
              <a:extLst>
                <a:ext uri="{FF2B5EF4-FFF2-40B4-BE49-F238E27FC236}">
                  <a16:creationId xmlns:a16="http://schemas.microsoft.com/office/drawing/2014/main" id="{37F748E5-C649-1F34-1186-26E79E3C6F54}"/>
                </a:ext>
              </a:extLst>
            </p:cNvPr>
            <p:cNvSpPr/>
            <p:nvPr/>
          </p:nvSpPr>
          <p:spPr bwMode="auto">
            <a:xfrm>
              <a:off x="9956081" y="1922088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398" name="Freeform 28397">
              <a:extLst>
                <a:ext uri="{FF2B5EF4-FFF2-40B4-BE49-F238E27FC236}">
                  <a16:creationId xmlns:a16="http://schemas.microsoft.com/office/drawing/2014/main" id="{31EC5495-9C51-783C-E526-5C4A42D29355}"/>
                </a:ext>
              </a:extLst>
            </p:cNvPr>
            <p:cNvSpPr/>
            <p:nvPr/>
          </p:nvSpPr>
          <p:spPr bwMode="auto">
            <a:xfrm>
              <a:off x="9910742" y="2319153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399" name="Freeform 28398">
              <a:extLst>
                <a:ext uri="{FF2B5EF4-FFF2-40B4-BE49-F238E27FC236}">
                  <a16:creationId xmlns:a16="http://schemas.microsoft.com/office/drawing/2014/main" id="{55D6DD08-306B-4ABF-2A0E-D1237E33D487}"/>
                </a:ext>
              </a:extLst>
            </p:cNvPr>
            <p:cNvSpPr/>
            <p:nvPr/>
          </p:nvSpPr>
          <p:spPr bwMode="auto">
            <a:xfrm flipH="1">
              <a:off x="9298644" y="1762617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400" name="Freeform 28399">
              <a:extLst>
                <a:ext uri="{FF2B5EF4-FFF2-40B4-BE49-F238E27FC236}">
                  <a16:creationId xmlns:a16="http://schemas.microsoft.com/office/drawing/2014/main" id="{B7A5A7E7-748F-041A-B55C-C8B4C2341103}"/>
                </a:ext>
              </a:extLst>
            </p:cNvPr>
            <p:cNvSpPr/>
            <p:nvPr/>
          </p:nvSpPr>
          <p:spPr bwMode="auto">
            <a:xfrm flipH="1">
              <a:off x="9487441" y="2471066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401" name="Freeform 28400">
              <a:extLst>
                <a:ext uri="{FF2B5EF4-FFF2-40B4-BE49-F238E27FC236}">
                  <a16:creationId xmlns:a16="http://schemas.microsoft.com/office/drawing/2014/main" id="{7D4221DC-D2EF-2E88-6500-026B7D877E66}"/>
                </a:ext>
              </a:extLst>
            </p:cNvPr>
            <p:cNvSpPr/>
            <p:nvPr/>
          </p:nvSpPr>
          <p:spPr bwMode="auto">
            <a:xfrm flipH="1">
              <a:off x="9352258" y="1437191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880">
              <p14:nvContentPartPr>
                <p14:cNvPr id="28402" name="Ink 28401">
                  <a:extLst>
                    <a:ext uri="{FF2B5EF4-FFF2-40B4-BE49-F238E27FC236}">
                      <a16:creationId xmlns:a16="http://schemas.microsoft.com/office/drawing/2014/main" id="{7E16C08E-9CF3-2731-FAF6-143BFAFDA3FC}"/>
                    </a:ext>
                  </a:extLst>
                </p14:cNvPr>
                <p14:cNvContentPartPr/>
                <p14:nvPr/>
              </p14:nvContentPartPr>
              <p14:xfrm>
                <a:off x="9879492" y="2471483"/>
                <a:ext cx="67680" cy="152280"/>
              </p14:xfrm>
            </p:contentPart>
          </mc:Choice>
          <mc:Fallback xmlns="">
            <p:pic>
              <p:nvPicPr>
                <p:cNvPr id="28402" name="Ink 28401">
                  <a:extLst>
                    <a:ext uri="{FF2B5EF4-FFF2-40B4-BE49-F238E27FC236}">
                      <a16:creationId xmlns:a16="http://schemas.microsoft.com/office/drawing/2014/main" id="{7E16C08E-9CF3-2731-FAF6-143BFAFDA3F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869032" y="2460960"/>
                  <a:ext cx="88599" cy="173327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8403" name="Group 28402">
              <a:extLst>
                <a:ext uri="{FF2B5EF4-FFF2-40B4-BE49-F238E27FC236}">
                  <a16:creationId xmlns:a16="http://schemas.microsoft.com/office/drawing/2014/main" id="{D16E83E7-B0B2-3D1E-FCA8-22355BE450AE}"/>
                </a:ext>
              </a:extLst>
            </p:cNvPr>
            <p:cNvGrpSpPr/>
            <p:nvPr/>
          </p:nvGrpSpPr>
          <p:grpSpPr>
            <a:xfrm>
              <a:off x="9694092" y="1599203"/>
              <a:ext cx="329400" cy="1015920"/>
              <a:chOff x="9694092" y="1599203"/>
              <a:chExt cx="329400" cy="10159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881">
                <p14:nvContentPartPr>
                  <p14:cNvPr id="28405" name="Ink 28404">
                    <a:extLst>
                      <a:ext uri="{FF2B5EF4-FFF2-40B4-BE49-F238E27FC236}">
                        <a16:creationId xmlns:a16="http://schemas.microsoft.com/office/drawing/2014/main" id="{28B85677-62AA-4A55-3795-B292FE9EE188}"/>
                      </a:ext>
                    </a:extLst>
                  </p14:cNvPr>
                  <p14:cNvContentPartPr/>
                  <p14:nvPr/>
                </p14:nvContentPartPr>
                <p14:xfrm>
                  <a:off x="9694092" y="2270603"/>
                  <a:ext cx="192600" cy="344520"/>
                </p14:xfrm>
              </p:contentPart>
            </mc:Choice>
            <mc:Fallback xmlns="">
              <p:pic>
                <p:nvPicPr>
                  <p:cNvPr id="28405" name="Ink 28404">
                    <a:extLst>
                      <a:ext uri="{FF2B5EF4-FFF2-40B4-BE49-F238E27FC236}">
                        <a16:creationId xmlns:a16="http://schemas.microsoft.com/office/drawing/2014/main" id="{28B85677-62AA-4A55-3795-B292FE9EE188}"/>
                      </a:ext>
                    </a:extLst>
                  </p:cNvPr>
                  <p:cNvPicPr/>
                  <p:nvPr/>
                </p:nvPicPr>
                <p:blipFill>
                  <a:blip r:embed="rId295"/>
                  <a:stretch>
                    <a:fillRect/>
                  </a:stretch>
                </p:blipFill>
                <p:spPr>
                  <a:xfrm>
                    <a:off x="9683564" y="2260069"/>
                    <a:ext cx="213656" cy="36558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2">
                <p14:nvContentPartPr>
                  <p14:cNvPr id="28406" name="Ink 28405">
                    <a:extLst>
                      <a:ext uri="{FF2B5EF4-FFF2-40B4-BE49-F238E27FC236}">
                        <a16:creationId xmlns:a16="http://schemas.microsoft.com/office/drawing/2014/main" id="{EFF3CAFF-583C-9C74-B049-6A493FCD4C02}"/>
                      </a:ext>
                    </a:extLst>
                  </p14:cNvPr>
                  <p14:cNvContentPartPr/>
                  <p14:nvPr/>
                </p14:nvContentPartPr>
                <p14:xfrm>
                  <a:off x="9778692" y="2088443"/>
                  <a:ext cx="201240" cy="255240"/>
                </p14:xfrm>
              </p:contentPart>
            </mc:Choice>
            <mc:Fallback xmlns="">
              <p:pic>
                <p:nvPicPr>
                  <p:cNvPr id="28406" name="Ink 28405">
                    <a:extLst>
                      <a:ext uri="{FF2B5EF4-FFF2-40B4-BE49-F238E27FC236}">
                        <a16:creationId xmlns:a16="http://schemas.microsoft.com/office/drawing/2014/main" id="{EFF3CAFF-583C-9C74-B049-6A493FCD4C02}"/>
                      </a:ext>
                    </a:extLst>
                  </p:cNvPr>
                  <p:cNvPicPr/>
                  <p:nvPr/>
                </p:nvPicPr>
                <p:blipFill>
                  <a:blip r:embed="rId1133"/>
                  <a:stretch>
                    <a:fillRect/>
                  </a:stretch>
                </p:blipFill>
                <p:spPr>
                  <a:xfrm>
                    <a:off x="9768166" y="2077911"/>
                    <a:ext cx="222293" cy="2763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3">
                <p14:nvContentPartPr>
                  <p14:cNvPr id="28407" name="Ink 28406">
                    <a:extLst>
                      <a:ext uri="{FF2B5EF4-FFF2-40B4-BE49-F238E27FC236}">
                        <a16:creationId xmlns:a16="http://schemas.microsoft.com/office/drawing/2014/main" id="{2F453C75-F677-E7E2-877F-3B631D1D245D}"/>
                      </a:ext>
                    </a:extLst>
                  </p14:cNvPr>
                  <p14:cNvContentPartPr/>
                  <p14:nvPr/>
                </p14:nvContentPartPr>
                <p14:xfrm>
                  <a:off x="9870852" y="1988723"/>
                  <a:ext cx="58320" cy="115200"/>
                </p14:xfrm>
              </p:contentPart>
            </mc:Choice>
            <mc:Fallback xmlns="">
              <p:pic>
                <p:nvPicPr>
                  <p:cNvPr id="28407" name="Ink 28406">
                    <a:extLst>
                      <a:ext uri="{FF2B5EF4-FFF2-40B4-BE49-F238E27FC236}">
                        <a16:creationId xmlns:a16="http://schemas.microsoft.com/office/drawing/2014/main" id="{2F453C75-F677-E7E2-877F-3B631D1D245D}"/>
                      </a:ext>
                    </a:extLst>
                  </p:cNvPr>
                  <p:cNvPicPr/>
                  <p:nvPr/>
                </p:nvPicPr>
                <p:blipFill>
                  <a:blip r:embed="rId1135"/>
                  <a:stretch>
                    <a:fillRect/>
                  </a:stretch>
                </p:blipFill>
                <p:spPr>
                  <a:xfrm>
                    <a:off x="9860305" y="1978194"/>
                    <a:ext cx="79414" cy="1362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4">
                <p14:nvContentPartPr>
                  <p14:cNvPr id="28408" name="Ink 28407">
                    <a:extLst>
                      <a:ext uri="{FF2B5EF4-FFF2-40B4-BE49-F238E27FC236}">
                        <a16:creationId xmlns:a16="http://schemas.microsoft.com/office/drawing/2014/main" id="{6B6C79E0-979B-1095-736D-ED2107A873F3}"/>
                      </a:ext>
                    </a:extLst>
                  </p14:cNvPr>
                  <p14:cNvContentPartPr/>
                  <p14:nvPr/>
                </p14:nvContentPartPr>
                <p14:xfrm>
                  <a:off x="9902172" y="1703603"/>
                  <a:ext cx="121320" cy="335880"/>
                </p14:xfrm>
              </p:contentPart>
            </mc:Choice>
            <mc:Fallback xmlns="">
              <p:pic>
                <p:nvPicPr>
                  <p:cNvPr id="28408" name="Ink 28407">
                    <a:extLst>
                      <a:ext uri="{FF2B5EF4-FFF2-40B4-BE49-F238E27FC236}">
                        <a16:creationId xmlns:a16="http://schemas.microsoft.com/office/drawing/2014/main" id="{6B6C79E0-979B-1095-736D-ED2107A873F3}"/>
                      </a:ext>
                    </a:extLst>
                  </p:cNvPr>
                  <p:cNvPicPr/>
                  <p:nvPr/>
                </p:nvPicPr>
                <p:blipFill>
                  <a:blip r:embed="rId1137"/>
                  <a:stretch>
                    <a:fillRect/>
                  </a:stretch>
                </p:blipFill>
                <p:spPr>
                  <a:xfrm>
                    <a:off x="9891649" y="1693068"/>
                    <a:ext cx="142365" cy="3569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5">
                <p14:nvContentPartPr>
                  <p14:cNvPr id="28409" name="Ink 28408">
                    <a:extLst>
                      <a:ext uri="{FF2B5EF4-FFF2-40B4-BE49-F238E27FC236}">
                        <a16:creationId xmlns:a16="http://schemas.microsoft.com/office/drawing/2014/main" id="{646B1188-3DED-3A1A-90AA-7E7D68A0C23D}"/>
                      </a:ext>
                    </a:extLst>
                  </p14:cNvPr>
                  <p14:cNvContentPartPr/>
                  <p14:nvPr/>
                </p14:nvContentPartPr>
                <p14:xfrm>
                  <a:off x="9777612" y="1599203"/>
                  <a:ext cx="211680" cy="234000"/>
                </p14:xfrm>
              </p:contentPart>
            </mc:Choice>
            <mc:Fallback xmlns="">
              <p:pic>
                <p:nvPicPr>
                  <p:cNvPr id="28409" name="Ink 28408">
                    <a:extLst>
                      <a:ext uri="{FF2B5EF4-FFF2-40B4-BE49-F238E27FC236}">
                        <a16:creationId xmlns:a16="http://schemas.microsoft.com/office/drawing/2014/main" id="{646B1188-3DED-3A1A-90AA-7E7D68A0C23D}"/>
                      </a:ext>
                    </a:extLst>
                  </p:cNvPr>
                  <p:cNvPicPr/>
                  <p:nvPr/>
                </p:nvPicPr>
                <p:blipFill>
                  <a:blip r:embed="rId303"/>
                  <a:stretch>
                    <a:fillRect/>
                  </a:stretch>
                </p:blipFill>
                <p:spPr>
                  <a:xfrm>
                    <a:off x="9767059" y="1588651"/>
                    <a:ext cx="232786" cy="255103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8404" name="Freeform 28403">
              <a:extLst>
                <a:ext uri="{FF2B5EF4-FFF2-40B4-BE49-F238E27FC236}">
                  <a16:creationId xmlns:a16="http://schemas.microsoft.com/office/drawing/2014/main" id="{040883DB-9342-130F-2A96-DAAA9C86F1BB}"/>
                </a:ext>
              </a:extLst>
            </p:cNvPr>
            <p:cNvSpPr/>
            <p:nvPr/>
          </p:nvSpPr>
          <p:spPr bwMode="auto">
            <a:xfrm flipH="1">
              <a:off x="9455621" y="209958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28500" name="Group 28499">
            <a:extLst>
              <a:ext uri="{FF2B5EF4-FFF2-40B4-BE49-F238E27FC236}">
                <a16:creationId xmlns:a16="http://schemas.microsoft.com/office/drawing/2014/main" id="{FFC19668-D7F3-938D-33AB-361C3067B38F}"/>
              </a:ext>
            </a:extLst>
          </p:cNvPr>
          <p:cNvGrpSpPr/>
          <p:nvPr/>
        </p:nvGrpSpPr>
        <p:grpSpPr>
          <a:xfrm>
            <a:off x="3968005" y="6159318"/>
            <a:ext cx="737177" cy="2717580"/>
            <a:chOff x="9203827" y="1437191"/>
            <a:chExt cx="1271154" cy="4686070"/>
          </a:xfrm>
        </p:grpSpPr>
        <p:grpSp>
          <p:nvGrpSpPr>
            <p:cNvPr id="28501" name="Group 28500">
              <a:extLst>
                <a:ext uri="{FF2B5EF4-FFF2-40B4-BE49-F238E27FC236}">
                  <a16:creationId xmlns:a16="http://schemas.microsoft.com/office/drawing/2014/main" id="{BE10A32A-DA89-A0F8-A6E8-5B185089F108}"/>
                </a:ext>
              </a:extLst>
            </p:cNvPr>
            <p:cNvGrpSpPr/>
            <p:nvPr/>
          </p:nvGrpSpPr>
          <p:grpSpPr>
            <a:xfrm>
              <a:off x="9203827" y="2312462"/>
              <a:ext cx="1196847" cy="3810799"/>
              <a:chOff x="6907377" y="2263425"/>
              <a:chExt cx="1196847" cy="3810799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886">
                <p14:nvContentPartPr>
                  <p14:cNvPr id="28516" name="Ink 28515">
                    <a:extLst>
                      <a:ext uri="{FF2B5EF4-FFF2-40B4-BE49-F238E27FC236}">
                        <a16:creationId xmlns:a16="http://schemas.microsoft.com/office/drawing/2014/main" id="{EC1A7322-7FE1-C250-200C-BB1FBBDA9607}"/>
                      </a:ext>
                    </a:extLst>
                  </p14:cNvPr>
                  <p14:cNvContentPartPr/>
                  <p14:nvPr/>
                </p14:nvContentPartPr>
                <p14:xfrm>
                  <a:off x="7643976" y="3240063"/>
                  <a:ext cx="397253" cy="215991"/>
                </p14:xfrm>
              </p:contentPart>
            </mc:Choice>
            <mc:Fallback xmlns="">
              <p:pic>
                <p:nvPicPr>
                  <p:cNvPr id="28516" name="Ink 28515">
                    <a:extLst>
                      <a:ext uri="{FF2B5EF4-FFF2-40B4-BE49-F238E27FC236}">
                        <a16:creationId xmlns:a16="http://schemas.microsoft.com/office/drawing/2014/main" id="{EC1A7322-7FE1-C250-200C-BB1FBBDA9607}"/>
                      </a:ext>
                    </a:extLst>
                  </p:cNvPr>
                  <p:cNvPicPr/>
                  <p:nvPr/>
                </p:nvPicPr>
                <p:blipFill>
                  <a:blip r:embed="rId166"/>
                  <a:stretch>
                    <a:fillRect/>
                  </a:stretch>
                </p:blipFill>
                <p:spPr>
                  <a:xfrm>
                    <a:off x="7633440" y="3229512"/>
                    <a:ext cx="418324" cy="2370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7">
                <p14:nvContentPartPr>
                  <p14:cNvPr id="28517" name="Ink 28516">
                    <a:extLst>
                      <a:ext uri="{FF2B5EF4-FFF2-40B4-BE49-F238E27FC236}">
                        <a16:creationId xmlns:a16="http://schemas.microsoft.com/office/drawing/2014/main" id="{348647E9-677D-6E47-3CC8-27BB3FA5D91D}"/>
                      </a:ext>
                    </a:extLst>
                  </p14:cNvPr>
                  <p14:cNvContentPartPr/>
                  <p14:nvPr/>
                </p14:nvContentPartPr>
                <p14:xfrm>
                  <a:off x="7045217" y="3157986"/>
                  <a:ext cx="367747" cy="210591"/>
                </p14:xfrm>
              </p:contentPart>
            </mc:Choice>
            <mc:Fallback xmlns="">
              <p:pic>
                <p:nvPicPr>
                  <p:cNvPr id="28517" name="Ink 28516">
                    <a:extLst>
                      <a:ext uri="{FF2B5EF4-FFF2-40B4-BE49-F238E27FC236}">
                        <a16:creationId xmlns:a16="http://schemas.microsoft.com/office/drawing/2014/main" id="{348647E9-677D-6E47-3CC8-27BB3FA5D91D}"/>
                      </a:ext>
                    </a:extLst>
                  </p:cNvPr>
                  <p:cNvPicPr/>
                  <p:nvPr/>
                </p:nvPicPr>
                <p:blipFill>
                  <a:blip r:embed="rId168"/>
                  <a:stretch>
                    <a:fillRect/>
                  </a:stretch>
                </p:blipFill>
                <p:spPr>
                  <a:xfrm>
                    <a:off x="7034675" y="3147456"/>
                    <a:ext cx="388832" cy="2316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8">
                <p14:nvContentPartPr>
                  <p14:cNvPr id="28518" name="Ink 28517">
                    <a:extLst>
                      <a:ext uri="{FF2B5EF4-FFF2-40B4-BE49-F238E27FC236}">
                        <a16:creationId xmlns:a16="http://schemas.microsoft.com/office/drawing/2014/main" id="{A610D3FC-0DD1-D312-28F7-86A761146DA9}"/>
                      </a:ext>
                    </a:extLst>
                  </p14:cNvPr>
                  <p14:cNvContentPartPr/>
                  <p14:nvPr/>
                </p14:nvContentPartPr>
                <p14:xfrm>
                  <a:off x="7571290" y="4047869"/>
                  <a:ext cx="192150" cy="146154"/>
                </p14:xfrm>
              </p:contentPart>
            </mc:Choice>
            <mc:Fallback xmlns="">
              <p:pic>
                <p:nvPicPr>
                  <p:cNvPr id="28518" name="Ink 28517">
                    <a:extLst>
                      <a:ext uri="{FF2B5EF4-FFF2-40B4-BE49-F238E27FC236}">
                        <a16:creationId xmlns:a16="http://schemas.microsoft.com/office/drawing/2014/main" id="{A610D3FC-0DD1-D312-28F7-86A761146DA9}"/>
                      </a:ext>
                    </a:extLst>
                  </p:cNvPr>
                  <p:cNvPicPr/>
                  <p:nvPr/>
                </p:nvPicPr>
                <p:blipFill>
                  <a:blip r:embed="rId170"/>
                  <a:stretch>
                    <a:fillRect/>
                  </a:stretch>
                </p:blipFill>
                <p:spPr>
                  <a:xfrm>
                    <a:off x="7560753" y="4037341"/>
                    <a:ext cx="213225" cy="1672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889">
                <p14:nvContentPartPr>
                  <p14:cNvPr id="28519" name="Ink 28518">
                    <a:extLst>
                      <a:ext uri="{FF2B5EF4-FFF2-40B4-BE49-F238E27FC236}">
                        <a16:creationId xmlns:a16="http://schemas.microsoft.com/office/drawing/2014/main" id="{E42B7FDB-3DB1-6E64-F579-7318C8862392}"/>
                      </a:ext>
                    </a:extLst>
                  </p14:cNvPr>
                  <p14:cNvContentPartPr/>
                  <p14:nvPr/>
                </p14:nvContentPartPr>
                <p14:xfrm>
                  <a:off x="7274429" y="4491370"/>
                  <a:ext cx="156167" cy="149754"/>
                </p14:xfrm>
              </p:contentPart>
            </mc:Choice>
            <mc:Fallback xmlns="">
              <p:pic>
                <p:nvPicPr>
                  <p:cNvPr id="28519" name="Ink 28518">
                    <a:extLst>
                      <a:ext uri="{FF2B5EF4-FFF2-40B4-BE49-F238E27FC236}">
                        <a16:creationId xmlns:a16="http://schemas.microsoft.com/office/drawing/2014/main" id="{E42B7FDB-3DB1-6E64-F579-7318C8862392}"/>
                      </a:ext>
                    </a:extLst>
                  </p:cNvPr>
                  <p:cNvPicPr/>
                  <p:nvPr/>
                </p:nvPicPr>
                <p:blipFill>
                  <a:blip r:embed="rId172"/>
                  <a:stretch>
                    <a:fillRect/>
                  </a:stretch>
                </p:blipFill>
                <p:spPr>
                  <a:xfrm>
                    <a:off x="7263894" y="4480806"/>
                    <a:ext cx="177237" cy="170881"/>
                  </a:xfrm>
                  <a:prstGeom prst="rect">
                    <a:avLst/>
                  </a:prstGeom>
                </p:spPr>
              </p:pic>
            </mc:Fallback>
          </mc:AlternateContent>
          <p:grpSp>
            <p:nvGrpSpPr>
              <p:cNvPr id="28520" name="Group 92">
                <a:extLst>
                  <a:ext uri="{FF2B5EF4-FFF2-40B4-BE49-F238E27FC236}">
                    <a16:creationId xmlns:a16="http://schemas.microsoft.com/office/drawing/2014/main" id="{25826911-932E-B3EF-0455-DAEF10C6E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989803" y="3328979"/>
                <a:ext cx="964706" cy="2745245"/>
                <a:chOff x="4664804" y="3367972"/>
                <a:chExt cx="965160" cy="2745360"/>
              </a:xfrm>
            </p:grpSpPr>
            <mc:AlternateContent xmlns:mc="http://schemas.openxmlformats.org/markup-compatibility/2006" xmlns:p14="http://schemas.microsoft.com/office/powerpoint/2010/main">
              <mc:Choice Requires="p14">
                <p:contentPart p14:bwMode="auto" r:id="rId1890">
                  <p14:nvContentPartPr>
                    <p14:cNvPr id="28556" name="Ink 28555">
                      <a:extLst>
                        <a:ext uri="{FF2B5EF4-FFF2-40B4-BE49-F238E27FC236}">
                          <a16:creationId xmlns:a16="http://schemas.microsoft.com/office/drawing/2014/main" id="{4B5A5B39-6BFE-2D47-6C30-E89F94D6B41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798364" y="5761252"/>
                    <a:ext cx="420480" cy="255240"/>
                  </p14:xfrm>
                </p:contentPart>
              </mc:Choice>
              <mc:Fallback xmlns="">
                <p:pic>
                  <p:nvPicPr>
                    <p:cNvPr id="28556" name="Ink 28555">
                      <a:extLst>
                        <a:ext uri="{FF2B5EF4-FFF2-40B4-BE49-F238E27FC236}">
                          <a16:creationId xmlns:a16="http://schemas.microsoft.com/office/drawing/2014/main" id="{4B5A5B39-6BFE-2D47-6C30-E89F94D6B41A}"/>
                        </a:ext>
                      </a:extLst>
                    </p:cNvPr>
                    <p:cNvPicPr/>
                    <p:nvPr/>
                  </p:nvPicPr>
                  <p:blipFill>
                    <a:blip r:embed="rId947"/>
                    <a:stretch>
                      <a:fillRect/>
                    </a:stretch>
                  </p:blipFill>
                  <p:spPr>
                    <a:xfrm>
                      <a:off x="4787821" y="5750720"/>
                      <a:ext cx="441566" cy="27630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1">
                  <p14:nvContentPartPr>
                    <p14:cNvPr id="28557" name="Ink 28556">
                      <a:extLst>
                        <a:ext uri="{FF2B5EF4-FFF2-40B4-BE49-F238E27FC236}">
                          <a16:creationId xmlns:a16="http://schemas.microsoft.com/office/drawing/2014/main" id="{52200640-17C6-935E-F8C1-3031ADF5B98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940204" y="5759812"/>
                    <a:ext cx="279720" cy="321840"/>
                  </p14:xfrm>
                </p:contentPart>
              </mc:Choice>
              <mc:Fallback xmlns="">
                <p:pic>
                  <p:nvPicPr>
                    <p:cNvPr id="28557" name="Ink 28556">
                      <a:extLst>
                        <a:ext uri="{FF2B5EF4-FFF2-40B4-BE49-F238E27FC236}">
                          <a16:creationId xmlns:a16="http://schemas.microsoft.com/office/drawing/2014/main" id="{52200640-17C6-935E-F8C1-3031ADF5B98A}"/>
                        </a:ext>
                      </a:extLst>
                    </p:cNvPr>
                    <p:cNvPicPr/>
                    <p:nvPr/>
                  </p:nvPicPr>
                  <p:blipFill>
                    <a:blip r:embed="rId949"/>
                    <a:stretch>
                      <a:fillRect/>
                    </a:stretch>
                  </p:blipFill>
                  <p:spPr>
                    <a:xfrm>
                      <a:off x="4929660" y="5749250"/>
                      <a:ext cx="300808" cy="34296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2">
                  <p14:nvContentPartPr>
                    <p14:cNvPr id="28558" name="Ink 28557">
                      <a:extLst>
                        <a:ext uri="{FF2B5EF4-FFF2-40B4-BE49-F238E27FC236}">
                          <a16:creationId xmlns:a16="http://schemas.microsoft.com/office/drawing/2014/main" id="{0F176D47-21A4-8AC8-F05C-5CFE08F5487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2564" y="5764852"/>
                    <a:ext cx="126360" cy="338760"/>
                  </p14:xfrm>
                </p:contentPart>
              </mc:Choice>
              <mc:Fallback xmlns="">
                <p:pic>
                  <p:nvPicPr>
                    <p:cNvPr id="28558" name="Ink 28557">
                      <a:extLst>
                        <a:ext uri="{FF2B5EF4-FFF2-40B4-BE49-F238E27FC236}">
                          <a16:creationId xmlns:a16="http://schemas.microsoft.com/office/drawing/2014/main" id="{0F176D47-21A4-8AC8-F05C-5CFE08F54876}"/>
                        </a:ext>
                      </a:extLst>
                    </p:cNvPr>
                    <p:cNvPicPr/>
                    <p:nvPr/>
                  </p:nvPicPr>
                  <p:blipFill>
                    <a:blip r:embed="rId178"/>
                    <a:stretch>
                      <a:fillRect/>
                    </a:stretch>
                  </p:blipFill>
                  <p:spPr>
                    <a:xfrm>
                      <a:off x="5092085" y="5754324"/>
                      <a:ext cx="147317" cy="35981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3">
                  <p14:nvContentPartPr>
                    <p14:cNvPr id="28559" name="Ink 28558">
                      <a:extLst>
                        <a:ext uri="{FF2B5EF4-FFF2-40B4-BE49-F238E27FC236}">
                          <a16:creationId xmlns:a16="http://schemas.microsoft.com/office/drawing/2014/main" id="{747381A5-E309-BFDC-2545-575935902F4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08044" y="5766652"/>
                    <a:ext cx="34200" cy="277200"/>
                  </p14:xfrm>
                </p:contentPart>
              </mc:Choice>
              <mc:Fallback xmlns="">
                <p:pic>
                  <p:nvPicPr>
                    <p:cNvPr id="28559" name="Ink 28558">
                      <a:extLst>
                        <a:ext uri="{FF2B5EF4-FFF2-40B4-BE49-F238E27FC236}">
                          <a16:creationId xmlns:a16="http://schemas.microsoft.com/office/drawing/2014/main" id="{747381A5-E309-BFDC-2545-575935902F42}"/>
                        </a:ext>
                      </a:extLst>
                    </p:cNvPr>
                    <p:cNvPicPr/>
                    <p:nvPr/>
                  </p:nvPicPr>
                  <p:blipFill>
                    <a:blip r:embed="rId953"/>
                    <a:stretch>
                      <a:fillRect/>
                    </a:stretch>
                  </p:blipFill>
                  <p:spPr>
                    <a:xfrm>
                      <a:off x="5197662" y="5756086"/>
                      <a:ext cx="54964" cy="29833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4">
                  <p14:nvContentPartPr>
                    <p14:cNvPr id="28560" name="Ink 28559">
                      <a:extLst>
                        <a:ext uri="{FF2B5EF4-FFF2-40B4-BE49-F238E27FC236}">
                          <a16:creationId xmlns:a16="http://schemas.microsoft.com/office/drawing/2014/main" id="{2D3DE275-5A06-E80B-1C66-5F531697718B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4044" y="5769172"/>
                    <a:ext cx="191880" cy="344160"/>
                  </p14:xfrm>
                </p:contentPart>
              </mc:Choice>
              <mc:Fallback xmlns="">
                <p:pic>
                  <p:nvPicPr>
                    <p:cNvPr id="28560" name="Ink 28559">
                      <a:extLst>
                        <a:ext uri="{FF2B5EF4-FFF2-40B4-BE49-F238E27FC236}">
                          <a16:creationId xmlns:a16="http://schemas.microsoft.com/office/drawing/2014/main" id="{2D3DE275-5A06-E80B-1C66-5F531697718B}"/>
                        </a:ext>
                      </a:extLst>
                    </p:cNvPr>
                    <p:cNvPicPr/>
                    <p:nvPr/>
                  </p:nvPicPr>
                  <p:blipFill>
                    <a:blip r:embed="rId955"/>
                    <a:stretch>
                      <a:fillRect/>
                    </a:stretch>
                  </p:blipFill>
                  <p:spPr>
                    <a:xfrm>
                      <a:off x="5233522" y="5758630"/>
                      <a:ext cx="212925" cy="36524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5">
                  <p14:nvContentPartPr>
                    <p14:cNvPr id="28561" name="Ink 28560">
                      <a:extLst>
                        <a:ext uri="{FF2B5EF4-FFF2-40B4-BE49-F238E27FC236}">
                          <a16:creationId xmlns:a16="http://schemas.microsoft.com/office/drawing/2014/main" id="{6657B48E-4F63-76A1-326E-C814A193E735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2244" y="5768812"/>
                    <a:ext cx="344880" cy="343440"/>
                  </p14:xfrm>
                </p:contentPart>
              </mc:Choice>
              <mc:Fallback xmlns="">
                <p:pic>
                  <p:nvPicPr>
                    <p:cNvPr id="28561" name="Ink 28560">
                      <a:extLst>
                        <a:ext uri="{FF2B5EF4-FFF2-40B4-BE49-F238E27FC236}">
                          <a16:creationId xmlns:a16="http://schemas.microsoft.com/office/drawing/2014/main" id="{6657B48E-4F63-76A1-326E-C814A193E735}"/>
                        </a:ext>
                      </a:extLst>
                    </p:cNvPr>
                    <p:cNvPicPr/>
                    <p:nvPr/>
                  </p:nvPicPr>
                  <p:blipFill>
                    <a:blip r:embed="rId958"/>
                    <a:stretch>
                      <a:fillRect/>
                    </a:stretch>
                  </p:blipFill>
                  <p:spPr>
                    <a:xfrm>
                      <a:off x="5231680" y="5758273"/>
                      <a:ext cx="366008" cy="36451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6">
                  <p14:nvContentPartPr>
                    <p14:cNvPr id="28562" name="Ink 28561">
                      <a:extLst>
                        <a:ext uri="{FF2B5EF4-FFF2-40B4-BE49-F238E27FC236}">
                          <a16:creationId xmlns:a16="http://schemas.microsoft.com/office/drawing/2014/main" id="{6F99CFED-0366-54B7-AE0A-9FFF5370070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7044" y="5628412"/>
                    <a:ext cx="58320" cy="143280"/>
                  </p14:xfrm>
                </p:contentPart>
              </mc:Choice>
              <mc:Fallback xmlns="">
                <p:pic>
                  <p:nvPicPr>
                    <p:cNvPr id="28562" name="Ink 28561">
                      <a:extLst>
                        <a:ext uri="{FF2B5EF4-FFF2-40B4-BE49-F238E27FC236}">
                          <a16:creationId xmlns:a16="http://schemas.microsoft.com/office/drawing/2014/main" id="{6F99CFED-0366-54B7-AE0A-9FFF53700703}"/>
                        </a:ext>
                      </a:extLst>
                    </p:cNvPr>
                    <p:cNvPicPr/>
                    <p:nvPr/>
                  </p:nvPicPr>
                  <p:blipFill>
                    <a:blip r:embed="rId960"/>
                    <a:stretch>
                      <a:fillRect/>
                    </a:stretch>
                  </p:blipFill>
                  <p:spPr>
                    <a:xfrm>
                      <a:off x="5206497" y="5617913"/>
                      <a:ext cx="79414" cy="16427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7">
                  <p14:nvContentPartPr>
                    <p14:cNvPr id="28563" name="Ink 28562">
                      <a:extLst>
                        <a:ext uri="{FF2B5EF4-FFF2-40B4-BE49-F238E27FC236}">
                          <a16:creationId xmlns:a16="http://schemas.microsoft.com/office/drawing/2014/main" id="{8CB34F66-4B13-5AE5-1D89-79C1AE845F3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74564" y="5534092"/>
                    <a:ext cx="86400" cy="145080"/>
                  </p14:xfrm>
                </p:contentPart>
              </mc:Choice>
              <mc:Fallback xmlns="">
                <p:pic>
                  <p:nvPicPr>
                    <p:cNvPr id="28563" name="Ink 28562">
                      <a:extLst>
                        <a:ext uri="{FF2B5EF4-FFF2-40B4-BE49-F238E27FC236}">
                          <a16:creationId xmlns:a16="http://schemas.microsoft.com/office/drawing/2014/main" id="{8CB34F66-4B13-5AE5-1D89-79C1AE845F33}"/>
                        </a:ext>
                      </a:extLst>
                    </p:cNvPr>
                    <p:cNvPicPr/>
                    <p:nvPr/>
                  </p:nvPicPr>
                  <p:blipFill>
                    <a:blip r:embed="rId964"/>
                    <a:stretch>
                      <a:fillRect/>
                    </a:stretch>
                  </p:blipFill>
                  <p:spPr>
                    <a:xfrm>
                      <a:off x="5163997" y="5523597"/>
                      <a:ext cx="107534" cy="16607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8">
                  <p14:nvContentPartPr>
                    <p14:cNvPr id="28564" name="Ink 28563">
                      <a:extLst>
                        <a:ext uri="{FF2B5EF4-FFF2-40B4-BE49-F238E27FC236}">
                          <a16:creationId xmlns:a16="http://schemas.microsoft.com/office/drawing/2014/main" id="{DD79C630-7A50-6DC7-5145-B7277651CC34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91124" y="5414212"/>
                    <a:ext cx="52560" cy="162720"/>
                  </p14:xfrm>
                </p:contentPart>
              </mc:Choice>
              <mc:Fallback xmlns="">
                <p:pic>
                  <p:nvPicPr>
                    <p:cNvPr id="28564" name="Ink 28563">
                      <a:extLst>
                        <a:ext uri="{FF2B5EF4-FFF2-40B4-BE49-F238E27FC236}">
                          <a16:creationId xmlns:a16="http://schemas.microsoft.com/office/drawing/2014/main" id="{DD79C630-7A50-6DC7-5145-B7277651CC34}"/>
                        </a:ext>
                      </a:extLst>
                    </p:cNvPr>
                    <p:cNvPicPr/>
                    <p:nvPr/>
                  </p:nvPicPr>
                  <p:blipFill>
                    <a:blip r:embed="rId190"/>
                    <a:stretch>
                      <a:fillRect/>
                    </a:stretch>
                  </p:blipFill>
                  <p:spPr>
                    <a:xfrm>
                      <a:off x="5180612" y="5403694"/>
                      <a:ext cx="73584" cy="18375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899">
                  <p14:nvContentPartPr>
                    <p14:cNvPr id="28565" name="Ink 28564">
                      <a:extLst>
                        <a:ext uri="{FF2B5EF4-FFF2-40B4-BE49-F238E27FC236}">
                          <a16:creationId xmlns:a16="http://schemas.microsoft.com/office/drawing/2014/main" id="{BB6603AB-6C13-D3FA-D363-D6AE2A3C07E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26684" y="5300452"/>
                    <a:ext cx="104040" cy="163080"/>
                  </p14:xfrm>
                </p:contentPart>
              </mc:Choice>
              <mc:Fallback xmlns="">
                <p:pic>
                  <p:nvPicPr>
                    <p:cNvPr id="28565" name="Ink 28564">
                      <a:extLst>
                        <a:ext uri="{FF2B5EF4-FFF2-40B4-BE49-F238E27FC236}">
                          <a16:creationId xmlns:a16="http://schemas.microsoft.com/office/drawing/2014/main" id="{BB6603AB-6C13-D3FA-D363-D6AE2A3C07EA}"/>
                        </a:ext>
                      </a:extLst>
                    </p:cNvPr>
                    <p:cNvPicPr/>
                    <p:nvPr/>
                  </p:nvPicPr>
                  <p:blipFill>
                    <a:blip r:embed="rId969"/>
                    <a:stretch>
                      <a:fillRect/>
                    </a:stretch>
                  </p:blipFill>
                  <p:spPr>
                    <a:xfrm>
                      <a:off x="5116156" y="5289911"/>
                      <a:ext cx="125096" cy="18416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0">
                  <p14:nvContentPartPr>
                    <p14:cNvPr id="28566" name="Ink 28565">
                      <a:extLst>
                        <a:ext uri="{FF2B5EF4-FFF2-40B4-BE49-F238E27FC236}">
                          <a16:creationId xmlns:a16="http://schemas.microsoft.com/office/drawing/2014/main" id="{C81AE38D-7406-61A4-A28D-EA7D7D2299B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49724" y="5135212"/>
                    <a:ext cx="97920" cy="228240"/>
                  </p14:xfrm>
                </p:contentPart>
              </mc:Choice>
              <mc:Fallback xmlns="">
                <p:pic>
                  <p:nvPicPr>
                    <p:cNvPr id="28566" name="Ink 28565">
                      <a:extLst>
                        <a:ext uri="{FF2B5EF4-FFF2-40B4-BE49-F238E27FC236}">
                          <a16:creationId xmlns:a16="http://schemas.microsoft.com/office/drawing/2014/main" id="{C81AE38D-7406-61A4-A28D-EA7D7D2299BF}"/>
                        </a:ext>
                      </a:extLst>
                    </p:cNvPr>
                    <p:cNvPicPr/>
                    <p:nvPr/>
                  </p:nvPicPr>
                  <p:blipFill>
                    <a:blip r:embed="rId194"/>
                    <a:stretch>
                      <a:fillRect/>
                    </a:stretch>
                  </p:blipFill>
                  <p:spPr>
                    <a:xfrm>
                      <a:off x="5139188" y="5124697"/>
                      <a:ext cx="118991" cy="24927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1">
                  <p14:nvContentPartPr>
                    <p14:cNvPr id="28567" name="Ink 28566">
                      <a:extLst>
                        <a:ext uri="{FF2B5EF4-FFF2-40B4-BE49-F238E27FC236}">
                          <a16:creationId xmlns:a16="http://schemas.microsoft.com/office/drawing/2014/main" id="{14B0FACC-078B-65D1-7901-CBC32B1FBC0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63764" y="4993372"/>
                    <a:ext cx="52200" cy="203400"/>
                  </p14:xfrm>
                </p:contentPart>
              </mc:Choice>
              <mc:Fallback xmlns="">
                <p:pic>
                  <p:nvPicPr>
                    <p:cNvPr id="28567" name="Ink 28566">
                      <a:extLst>
                        <a:ext uri="{FF2B5EF4-FFF2-40B4-BE49-F238E27FC236}">
                          <a16:creationId xmlns:a16="http://schemas.microsoft.com/office/drawing/2014/main" id="{14B0FACC-078B-65D1-7901-CBC32B1FBC0E}"/>
                        </a:ext>
                      </a:extLst>
                    </p:cNvPr>
                    <p:cNvPicPr/>
                    <p:nvPr/>
                  </p:nvPicPr>
                  <p:blipFill>
                    <a:blip r:embed="rId977"/>
                    <a:stretch>
                      <a:fillRect/>
                    </a:stretch>
                  </p:blipFill>
                  <p:spPr>
                    <a:xfrm>
                      <a:off x="5153324" y="4982830"/>
                      <a:ext cx="73080" cy="22448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2">
                  <p14:nvContentPartPr>
                    <p14:cNvPr id="28568" name="Ink 28567">
                      <a:extLst>
                        <a:ext uri="{FF2B5EF4-FFF2-40B4-BE49-F238E27FC236}">
                          <a16:creationId xmlns:a16="http://schemas.microsoft.com/office/drawing/2014/main" id="{BB0E0BFC-E9B5-09C7-F147-47EF94507DA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93284" y="4825612"/>
                    <a:ext cx="101880" cy="210240"/>
                  </p14:xfrm>
                </p:contentPart>
              </mc:Choice>
              <mc:Fallback xmlns="">
                <p:pic>
                  <p:nvPicPr>
                    <p:cNvPr id="28568" name="Ink 28567">
                      <a:extLst>
                        <a:ext uri="{FF2B5EF4-FFF2-40B4-BE49-F238E27FC236}">
                          <a16:creationId xmlns:a16="http://schemas.microsoft.com/office/drawing/2014/main" id="{BB0E0BFC-E9B5-09C7-F147-47EF94507DA2}"/>
                        </a:ext>
                      </a:extLst>
                    </p:cNvPr>
                    <p:cNvPicPr/>
                    <p:nvPr/>
                  </p:nvPicPr>
                  <p:blipFill>
                    <a:blip r:embed="rId198"/>
                    <a:stretch>
                      <a:fillRect/>
                    </a:stretch>
                  </p:blipFill>
                  <p:spPr>
                    <a:xfrm>
                      <a:off x="5182787" y="4815069"/>
                      <a:ext cx="122873" cy="23132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3">
                  <p14:nvContentPartPr>
                    <p14:cNvPr id="28569" name="Ink 28568">
                      <a:extLst>
                        <a:ext uri="{FF2B5EF4-FFF2-40B4-BE49-F238E27FC236}">
                          <a16:creationId xmlns:a16="http://schemas.microsoft.com/office/drawing/2014/main" id="{B57977FD-C979-7153-EF39-696EE1BB41F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1724" y="4701412"/>
                    <a:ext cx="126000" cy="197280"/>
                  </p14:xfrm>
                </p:contentPart>
              </mc:Choice>
              <mc:Fallback xmlns="">
                <p:pic>
                  <p:nvPicPr>
                    <p:cNvPr id="28569" name="Ink 28568">
                      <a:extLst>
                        <a:ext uri="{FF2B5EF4-FFF2-40B4-BE49-F238E27FC236}">
                          <a16:creationId xmlns:a16="http://schemas.microsoft.com/office/drawing/2014/main" id="{B57977FD-C979-7153-EF39-696EE1BB41FA}"/>
                        </a:ext>
                      </a:extLst>
                    </p:cNvPr>
                    <p:cNvPicPr/>
                    <p:nvPr/>
                  </p:nvPicPr>
                  <p:blipFill>
                    <a:blip r:embed="rId200"/>
                    <a:stretch>
                      <a:fillRect/>
                    </a:stretch>
                  </p:blipFill>
                  <p:spPr>
                    <a:xfrm>
                      <a:off x="5121172" y="4690866"/>
                      <a:ext cx="147103" cy="21837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4">
                  <p14:nvContentPartPr>
                    <p14:cNvPr id="28570" name="Ink 28569">
                      <a:extLst>
                        <a:ext uri="{FF2B5EF4-FFF2-40B4-BE49-F238E27FC236}">
                          <a16:creationId xmlns:a16="http://schemas.microsoft.com/office/drawing/2014/main" id="{4785A4EB-2038-F2B8-F868-9B1FDE25BEC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76004" y="4589812"/>
                    <a:ext cx="56880" cy="204480"/>
                  </p14:xfrm>
                </p:contentPart>
              </mc:Choice>
              <mc:Fallback xmlns="">
                <p:pic>
                  <p:nvPicPr>
                    <p:cNvPr id="28570" name="Ink 28569">
                      <a:extLst>
                        <a:ext uri="{FF2B5EF4-FFF2-40B4-BE49-F238E27FC236}">
                          <a16:creationId xmlns:a16="http://schemas.microsoft.com/office/drawing/2014/main" id="{4785A4EB-2038-F2B8-F868-9B1FDE25BEC2}"/>
                        </a:ext>
                      </a:extLst>
                    </p:cNvPr>
                    <p:cNvPicPr/>
                    <p:nvPr/>
                  </p:nvPicPr>
                  <p:blipFill>
                    <a:blip r:embed="rId988"/>
                    <a:stretch>
                      <a:fillRect/>
                    </a:stretch>
                  </p:blipFill>
                  <p:spPr>
                    <a:xfrm>
                      <a:off x="5165494" y="4579278"/>
                      <a:ext cx="77901" cy="22554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5">
                  <p14:nvContentPartPr>
                    <p14:cNvPr id="28571" name="Ink 28570">
                      <a:extLst>
                        <a:ext uri="{FF2B5EF4-FFF2-40B4-BE49-F238E27FC236}">
                          <a16:creationId xmlns:a16="http://schemas.microsoft.com/office/drawing/2014/main" id="{970CD68C-2A39-5C35-999E-B434CEFFEEB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0764" y="4452652"/>
                    <a:ext cx="119520" cy="195120"/>
                  </p14:xfrm>
                </p:contentPart>
              </mc:Choice>
              <mc:Fallback xmlns="">
                <p:pic>
                  <p:nvPicPr>
                    <p:cNvPr id="28571" name="Ink 28570">
                      <a:extLst>
                        <a:ext uri="{FF2B5EF4-FFF2-40B4-BE49-F238E27FC236}">
                          <a16:creationId xmlns:a16="http://schemas.microsoft.com/office/drawing/2014/main" id="{970CD68C-2A39-5C35-999E-B434CEFFEEB7}"/>
                        </a:ext>
                      </a:extLst>
                    </p:cNvPr>
                    <p:cNvPicPr/>
                    <p:nvPr/>
                  </p:nvPicPr>
                  <p:blipFill>
                    <a:blip r:embed="rId990"/>
                    <a:stretch>
                      <a:fillRect/>
                    </a:stretch>
                  </p:blipFill>
                  <p:spPr>
                    <a:xfrm>
                      <a:off x="5090181" y="4442122"/>
                      <a:ext cx="140685" cy="21618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6">
                  <p14:nvContentPartPr>
                    <p14:cNvPr id="28572" name="Ink 28571">
                      <a:extLst>
                        <a:ext uri="{FF2B5EF4-FFF2-40B4-BE49-F238E27FC236}">
                          <a16:creationId xmlns:a16="http://schemas.microsoft.com/office/drawing/2014/main" id="{6CCC37B0-882D-EB0A-AA9D-F451883D1A3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41084" y="4285612"/>
                    <a:ext cx="67680" cy="224280"/>
                  </p14:xfrm>
                </p:contentPart>
              </mc:Choice>
              <mc:Fallback xmlns="">
                <p:pic>
                  <p:nvPicPr>
                    <p:cNvPr id="28572" name="Ink 28571">
                      <a:extLst>
                        <a:ext uri="{FF2B5EF4-FFF2-40B4-BE49-F238E27FC236}">
                          <a16:creationId xmlns:a16="http://schemas.microsoft.com/office/drawing/2014/main" id="{6CCC37B0-882D-EB0A-AA9D-F451883D1A33}"/>
                        </a:ext>
                      </a:extLst>
                    </p:cNvPr>
                    <p:cNvPicPr/>
                    <p:nvPr/>
                  </p:nvPicPr>
                  <p:blipFill>
                    <a:blip r:embed="rId992"/>
                    <a:stretch>
                      <a:fillRect/>
                    </a:stretch>
                  </p:blipFill>
                  <p:spPr>
                    <a:xfrm>
                      <a:off x="5130528" y="4275080"/>
                      <a:ext cx="88791" cy="2453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7">
                  <p14:nvContentPartPr>
                    <p14:cNvPr id="28573" name="Ink 28572">
                      <a:extLst>
                        <a:ext uri="{FF2B5EF4-FFF2-40B4-BE49-F238E27FC236}">
                          <a16:creationId xmlns:a16="http://schemas.microsoft.com/office/drawing/2014/main" id="{68C4040B-4EB4-AAB2-005B-A883B1D570CC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23084" y="4094092"/>
                    <a:ext cx="85680" cy="263880"/>
                  </p14:xfrm>
                </p:contentPart>
              </mc:Choice>
              <mc:Fallback xmlns="">
                <p:pic>
                  <p:nvPicPr>
                    <p:cNvPr id="28573" name="Ink 28572">
                      <a:extLst>
                        <a:ext uri="{FF2B5EF4-FFF2-40B4-BE49-F238E27FC236}">
                          <a16:creationId xmlns:a16="http://schemas.microsoft.com/office/drawing/2014/main" id="{68C4040B-4EB4-AAB2-005B-A883B1D570CC}"/>
                        </a:ext>
                      </a:extLst>
                    </p:cNvPr>
                    <p:cNvPicPr/>
                    <p:nvPr/>
                  </p:nvPicPr>
                  <p:blipFill>
                    <a:blip r:embed="rId208"/>
                    <a:stretch>
                      <a:fillRect/>
                    </a:stretch>
                  </p:blipFill>
                  <p:spPr>
                    <a:xfrm>
                      <a:off x="5112529" y="4083562"/>
                      <a:ext cx="106790" cy="28494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8">
                  <p14:nvContentPartPr>
                    <p14:cNvPr id="28574" name="Ink 28573">
                      <a:extLst>
                        <a:ext uri="{FF2B5EF4-FFF2-40B4-BE49-F238E27FC236}">
                          <a16:creationId xmlns:a16="http://schemas.microsoft.com/office/drawing/2014/main" id="{AFBFF454-1906-DA97-4AE5-2624BB40A00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55484" y="3882772"/>
                    <a:ext cx="59400" cy="278280"/>
                  </p14:xfrm>
                </p:contentPart>
              </mc:Choice>
              <mc:Fallback xmlns="">
                <p:pic>
                  <p:nvPicPr>
                    <p:cNvPr id="28574" name="Ink 28573">
                      <a:extLst>
                        <a:ext uri="{FF2B5EF4-FFF2-40B4-BE49-F238E27FC236}">
                          <a16:creationId xmlns:a16="http://schemas.microsoft.com/office/drawing/2014/main" id="{AFBFF454-1906-DA97-4AE5-2624BB40A007}"/>
                        </a:ext>
                      </a:extLst>
                    </p:cNvPr>
                    <p:cNvPicPr/>
                    <p:nvPr/>
                  </p:nvPicPr>
                  <p:blipFill>
                    <a:blip r:embed="rId210"/>
                    <a:stretch>
                      <a:fillRect/>
                    </a:stretch>
                  </p:blipFill>
                  <p:spPr>
                    <a:xfrm>
                      <a:off x="5144965" y="3872236"/>
                      <a:ext cx="80438" cy="29935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09">
                  <p14:nvContentPartPr>
                    <p14:cNvPr id="28575" name="Ink 28574">
                      <a:extLst>
                        <a:ext uri="{FF2B5EF4-FFF2-40B4-BE49-F238E27FC236}">
                          <a16:creationId xmlns:a16="http://schemas.microsoft.com/office/drawing/2014/main" id="{6529B7B2-CAC9-C821-0F58-00661FFF135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5684" y="3743452"/>
                    <a:ext cx="61560" cy="229320"/>
                  </p14:xfrm>
                </p:contentPart>
              </mc:Choice>
              <mc:Fallback xmlns="">
                <p:pic>
                  <p:nvPicPr>
                    <p:cNvPr id="28575" name="Ink 28574">
                      <a:extLst>
                        <a:ext uri="{FF2B5EF4-FFF2-40B4-BE49-F238E27FC236}">
                          <a16:creationId xmlns:a16="http://schemas.microsoft.com/office/drawing/2014/main" id="{6529B7B2-CAC9-C821-0F58-00661FFF135F}"/>
                        </a:ext>
                      </a:extLst>
                    </p:cNvPr>
                    <p:cNvPicPr/>
                    <p:nvPr/>
                  </p:nvPicPr>
                  <p:blipFill>
                    <a:blip r:embed="rId212"/>
                    <a:stretch>
                      <a:fillRect/>
                    </a:stretch>
                  </p:blipFill>
                  <p:spPr>
                    <a:xfrm>
                      <a:off x="5125219" y="3732916"/>
                      <a:ext cx="82490" cy="25039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0">
                  <p14:nvContentPartPr>
                    <p14:cNvPr id="28576" name="Ink 28575">
                      <a:extLst>
                        <a:ext uri="{FF2B5EF4-FFF2-40B4-BE49-F238E27FC236}">
                          <a16:creationId xmlns:a16="http://schemas.microsoft.com/office/drawing/2014/main" id="{DDB155AD-F296-23DC-CBCF-8023B514553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67364" y="3539332"/>
                    <a:ext cx="103680" cy="232920"/>
                  </p14:xfrm>
                </p:contentPart>
              </mc:Choice>
              <mc:Fallback xmlns="">
                <p:pic>
                  <p:nvPicPr>
                    <p:cNvPr id="28576" name="Ink 28575">
                      <a:extLst>
                        <a:ext uri="{FF2B5EF4-FFF2-40B4-BE49-F238E27FC236}">
                          <a16:creationId xmlns:a16="http://schemas.microsoft.com/office/drawing/2014/main" id="{DDB155AD-F296-23DC-CBCF-8023B514553F}"/>
                        </a:ext>
                      </a:extLst>
                    </p:cNvPr>
                    <p:cNvPicPr/>
                    <p:nvPr/>
                  </p:nvPicPr>
                  <p:blipFill>
                    <a:blip r:embed="rId214"/>
                    <a:stretch>
                      <a:fillRect/>
                    </a:stretch>
                  </p:blipFill>
                  <p:spPr>
                    <a:xfrm>
                      <a:off x="5156810" y="3528801"/>
                      <a:ext cx="124789" cy="2539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1">
                  <p14:nvContentPartPr>
                    <p14:cNvPr id="28577" name="Ink 28576">
                      <a:extLst>
                        <a:ext uri="{FF2B5EF4-FFF2-40B4-BE49-F238E27FC236}">
                          <a16:creationId xmlns:a16="http://schemas.microsoft.com/office/drawing/2014/main" id="{EE5A73A1-6A61-7503-B3B5-FCBBDC11433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6524" y="3428812"/>
                    <a:ext cx="142560" cy="171720"/>
                  </p14:xfrm>
                </p:contentPart>
              </mc:Choice>
              <mc:Fallback xmlns="">
                <p:pic>
                  <p:nvPicPr>
                    <p:cNvPr id="28577" name="Ink 28576">
                      <a:extLst>
                        <a:ext uri="{FF2B5EF4-FFF2-40B4-BE49-F238E27FC236}">
                          <a16:creationId xmlns:a16="http://schemas.microsoft.com/office/drawing/2014/main" id="{EE5A73A1-6A61-7503-B3B5-FCBBDC11433F}"/>
                        </a:ext>
                      </a:extLst>
                    </p:cNvPr>
                    <p:cNvPicPr/>
                    <p:nvPr/>
                  </p:nvPicPr>
                  <p:blipFill>
                    <a:blip r:embed="rId216"/>
                    <a:stretch>
                      <a:fillRect/>
                    </a:stretch>
                  </p:blipFill>
                  <p:spPr>
                    <a:xfrm>
                      <a:off x="5095987" y="3418311"/>
                      <a:ext cx="163634" cy="19272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2">
                  <p14:nvContentPartPr>
                    <p14:cNvPr id="28578" name="Ink 28577">
                      <a:extLst>
                        <a:ext uri="{FF2B5EF4-FFF2-40B4-BE49-F238E27FC236}">
                          <a16:creationId xmlns:a16="http://schemas.microsoft.com/office/drawing/2014/main" id="{43F8F676-F845-0C17-A041-B9226F02A48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76804" y="5544892"/>
                    <a:ext cx="45000" cy="96120"/>
                  </p14:xfrm>
                </p:contentPart>
              </mc:Choice>
              <mc:Fallback xmlns="">
                <p:pic>
                  <p:nvPicPr>
                    <p:cNvPr id="28578" name="Ink 28577">
                      <a:extLst>
                        <a:ext uri="{FF2B5EF4-FFF2-40B4-BE49-F238E27FC236}">
                          <a16:creationId xmlns:a16="http://schemas.microsoft.com/office/drawing/2014/main" id="{43F8F676-F845-0C17-A041-B9226F02A48D}"/>
                        </a:ext>
                      </a:extLst>
                    </p:cNvPr>
                    <p:cNvPicPr/>
                    <p:nvPr/>
                  </p:nvPicPr>
                  <p:blipFill>
                    <a:blip r:embed="rId1012"/>
                    <a:stretch>
                      <a:fillRect/>
                    </a:stretch>
                  </p:blipFill>
                  <p:spPr>
                    <a:xfrm>
                      <a:off x="5266325" y="5534350"/>
                      <a:ext cx="65959" cy="11720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3">
                  <p14:nvContentPartPr>
                    <p14:cNvPr id="28579" name="Ink 28578">
                      <a:extLst>
                        <a:ext uri="{FF2B5EF4-FFF2-40B4-BE49-F238E27FC236}">
                          <a16:creationId xmlns:a16="http://schemas.microsoft.com/office/drawing/2014/main" id="{819A351D-7909-2710-AC16-7B7941C5146D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32444" y="5467132"/>
                    <a:ext cx="53280" cy="81720"/>
                  </p14:xfrm>
                </p:contentPart>
              </mc:Choice>
              <mc:Fallback xmlns="">
                <p:pic>
                  <p:nvPicPr>
                    <p:cNvPr id="28579" name="Ink 28578">
                      <a:extLst>
                        <a:ext uri="{FF2B5EF4-FFF2-40B4-BE49-F238E27FC236}">
                          <a16:creationId xmlns:a16="http://schemas.microsoft.com/office/drawing/2014/main" id="{819A351D-7909-2710-AC16-7B7941C5146D}"/>
                        </a:ext>
                      </a:extLst>
                    </p:cNvPr>
                    <p:cNvPicPr/>
                    <p:nvPr/>
                  </p:nvPicPr>
                  <p:blipFill>
                    <a:blip r:embed="rId220"/>
                    <a:stretch>
                      <a:fillRect/>
                    </a:stretch>
                  </p:blipFill>
                  <p:spPr>
                    <a:xfrm>
                      <a:off x="5121912" y="5456607"/>
                      <a:ext cx="74344" cy="10276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4">
                  <p14:nvContentPartPr>
                    <p14:cNvPr id="28580" name="Ink 28579">
                      <a:extLst>
                        <a:ext uri="{FF2B5EF4-FFF2-40B4-BE49-F238E27FC236}">
                          <a16:creationId xmlns:a16="http://schemas.microsoft.com/office/drawing/2014/main" id="{841682FE-D463-3701-4F55-4D5ABF9AE23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4764" y="5329972"/>
                    <a:ext cx="63720" cy="81360"/>
                  </p14:xfrm>
                </p:contentPart>
              </mc:Choice>
              <mc:Fallback xmlns="">
                <p:pic>
                  <p:nvPicPr>
                    <p:cNvPr id="28580" name="Ink 28579">
                      <a:extLst>
                        <a:ext uri="{FF2B5EF4-FFF2-40B4-BE49-F238E27FC236}">
                          <a16:creationId xmlns:a16="http://schemas.microsoft.com/office/drawing/2014/main" id="{841682FE-D463-3701-4F55-4D5ABF9AE230}"/>
                        </a:ext>
                      </a:extLst>
                    </p:cNvPr>
                    <p:cNvPicPr/>
                    <p:nvPr/>
                  </p:nvPicPr>
                  <p:blipFill>
                    <a:blip r:embed="rId222"/>
                    <a:stretch>
                      <a:fillRect/>
                    </a:stretch>
                  </p:blipFill>
                  <p:spPr>
                    <a:xfrm>
                      <a:off x="5234247" y="5319414"/>
                      <a:ext cx="84754" cy="10247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5">
                  <p14:nvContentPartPr>
                    <p14:cNvPr id="28581" name="Ink 28580">
                      <a:extLst>
                        <a:ext uri="{FF2B5EF4-FFF2-40B4-BE49-F238E27FC236}">
                          <a16:creationId xmlns:a16="http://schemas.microsoft.com/office/drawing/2014/main" id="{ED5B2848-7F10-0E6C-757E-BB2784E8CF1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91764" y="5232772"/>
                    <a:ext cx="59040" cy="71280"/>
                  </p14:xfrm>
                </p:contentPart>
              </mc:Choice>
              <mc:Fallback xmlns="">
                <p:pic>
                  <p:nvPicPr>
                    <p:cNvPr id="28581" name="Ink 28580">
                      <a:extLst>
                        <a:ext uri="{FF2B5EF4-FFF2-40B4-BE49-F238E27FC236}">
                          <a16:creationId xmlns:a16="http://schemas.microsoft.com/office/drawing/2014/main" id="{ED5B2848-7F10-0E6C-757E-BB2784E8CF16}"/>
                        </a:ext>
                      </a:extLst>
                    </p:cNvPr>
                    <p:cNvPicPr/>
                    <p:nvPr/>
                  </p:nvPicPr>
                  <p:blipFill>
                    <a:blip r:embed="rId224"/>
                    <a:stretch>
                      <a:fillRect/>
                    </a:stretch>
                  </p:blipFill>
                  <p:spPr>
                    <a:xfrm>
                      <a:off x="5081199" y="5222235"/>
                      <a:ext cx="80170" cy="9235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6">
                  <p14:nvContentPartPr>
                    <p14:cNvPr id="28582" name="Ink 28581">
                      <a:extLst>
                        <a:ext uri="{FF2B5EF4-FFF2-40B4-BE49-F238E27FC236}">
                          <a16:creationId xmlns:a16="http://schemas.microsoft.com/office/drawing/2014/main" id="{A0035CEF-C155-77CE-1D34-BA6EC072C26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54484" y="5054932"/>
                    <a:ext cx="65160" cy="82800"/>
                  </p14:xfrm>
                </p:contentPart>
              </mc:Choice>
              <mc:Fallback xmlns="">
                <p:pic>
                  <p:nvPicPr>
                    <p:cNvPr id="28582" name="Ink 28581">
                      <a:extLst>
                        <a:ext uri="{FF2B5EF4-FFF2-40B4-BE49-F238E27FC236}">
                          <a16:creationId xmlns:a16="http://schemas.microsoft.com/office/drawing/2014/main" id="{A0035CEF-C155-77CE-1D34-BA6EC072C26E}"/>
                        </a:ext>
                      </a:extLst>
                    </p:cNvPr>
                    <p:cNvPicPr/>
                    <p:nvPr/>
                  </p:nvPicPr>
                  <p:blipFill>
                    <a:blip r:embed="rId1021"/>
                    <a:stretch>
                      <a:fillRect/>
                    </a:stretch>
                  </p:blipFill>
                  <p:spPr>
                    <a:xfrm>
                      <a:off x="5243934" y="5044428"/>
                      <a:ext cx="86259" cy="10380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7">
                  <p14:nvContentPartPr>
                    <p14:cNvPr id="28583" name="Ink 28582">
                      <a:extLst>
                        <a:ext uri="{FF2B5EF4-FFF2-40B4-BE49-F238E27FC236}">
                          <a16:creationId xmlns:a16="http://schemas.microsoft.com/office/drawing/2014/main" id="{663FA572-3CE6-2B36-488A-019CD82AC4E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19124" y="4911652"/>
                    <a:ext cx="68040" cy="72360"/>
                  </p14:xfrm>
                </p:contentPart>
              </mc:Choice>
              <mc:Fallback xmlns="">
                <p:pic>
                  <p:nvPicPr>
                    <p:cNvPr id="28583" name="Ink 28582">
                      <a:extLst>
                        <a:ext uri="{FF2B5EF4-FFF2-40B4-BE49-F238E27FC236}">
                          <a16:creationId xmlns:a16="http://schemas.microsoft.com/office/drawing/2014/main" id="{663FA572-3CE6-2B36-488A-019CD82AC4E9}"/>
                        </a:ext>
                      </a:extLst>
                    </p:cNvPr>
                    <p:cNvPicPr/>
                    <p:nvPr/>
                  </p:nvPicPr>
                  <p:blipFill>
                    <a:blip r:embed="rId1023"/>
                    <a:stretch>
                      <a:fillRect/>
                    </a:stretch>
                  </p:blipFill>
                  <p:spPr>
                    <a:xfrm>
                      <a:off x="5108512" y="4901048"/>
                      <a:ext cx="89263" cy="9356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8">
                  <p14:nvContentPartPr>
                    <p14:cNvPr id="28584" name="Ink 28583">
                      <a:extLst>
                        <a:ext uri="{FF2B5EF4-FFF2-40B4-BE49-F238E27FC236}">
                          <a16:creationId xmlns:a16="http://schemas.microsoft.com/office/drawing/2014/main" id="{543DE130-957B-1A22-CBC4-920EB9BDC7B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90124" y="4741012"/>
                    <a:ext cx="51120" cy="81000"/>
                  </p14:xfrm>
                </p:contentPart>
              </mc:Choice>
              <mc:Fallback xmlns="">
                <p:pic>
                  <p:nvPicPr>
                    <p:cNvPr id="28584" name="Ink 28583">
                      <a:extLst>
                        <a:ext uri="{FF2B5EF4-FFF2-40B4-BE49-F238E27FC236}">
                          <a16:creationId xmlns:a16="http://schemas.microsoft.com/office/drawing/2014/main" id="{543DE130-957B-1A22-CBC4-920EB9BDC7B6}"/>
                        </a:ext>
                      </a:extLst>
                    </p:cNvPr>
                    <p:cNvPicPr/>
                    <p:nvPr/>
                  </p:nvPicPr>
                  <p:blipFill>
                    <a:blip r:embed="rId1025"/>
                    <a:stretch>
                      <a:fillRect/>
                    </a:stretch>
                  </p:blipFill>
                  <p:spPr>
                    <a:xfrm>
                      <a:off x="5279654" y="4730501"/>
                      <a:ext cx="72061" cy="102023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19">
                  <p14:nvContentPartPr>
                    <p14:cNvPr id="28585" name="Ink 28584">
                      <a:extLst>
                        <a:ext uri="{FF2B5EF4-FFF2-40B4-BE49-F238E27FC236}">
                          <a16:creationId xmlns:a16="http://schemas.microsoft.com/office/drawing/2014/main" id="{705A1658-7454-970A-14DA-34416C2E302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100404" y="4643812"/>
                    <a:ext cx="56880" cy="58320"/>
                  </p14:xfrm>
                </p:contentPart>
              </mc:Choice>
              <mc:Fallback xmlns="">
                <p:pic>
                  <p:nvPicPr>
                    <p:cNvPr id="28585" name="Ink 28584">
                      <a:extLst>
                        <a:ext uri="{FF2B5EF4-FFF2-40B4-BE49-F238E27FC236}">
                          <a16:creationId xmlns:a16="http://schemas.microsoft.com/office/drawing/2014/main" id="{705A1658-7454-970A-14DA-34416C2E3028}"/>
                        </a:ext>
                      </a:extLst>
                    </p:cNvPr>
                    <p:cNvPicPr/>
                    <p:nvPr/>
                  </p:nvPicPr>
                  <p:blipFill>
                    <a:blip r:embed="rId232"/>
                    <a:stretch>
                      <a:fillRect/>
                    </a:stretch>
                  </p:blipFill>
                  <p:spPr>
                    <a:xfrm>
                      <a:off x="5089894" y="4633265"/>
                      <a:ext cx="77901" cy="7941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0">
                  <p14:nvContentPartPr>
                    <p14:cNvPr id="28586" name="Ink 28585">
                      <a:extLst>
                        <a:ext uri="{FF2B5EF4-FFF2-40B4-BE49-F238E27FC236}">
                          <a16:creationId xmlns:a16="http://schemas.microsoft.com/office/drawing/2014/main" id="{CFABAB97-3CEA-CD78-07D6-4FBBEFFDF065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43684" y="4537612"/>
                    <a:ext cx="56520" cy="51120"/>
                  </p14:xfrm>
                </p:contentPart>
              </mc:Choice>
              <mc:Fallback xmlns="">
                <p:pic>
                  <p:nvPicPr>
                    <p:cNvPr id="28586" name="Ink 28585">
                      <a:extLst>
                        <a:ext uri="{FF2B5EF4-FFF2-40B4-BE49-F238E27FC236}">
                          <a16:creationId xmlns:a16="http://schemas.microsoft.com/office/drawing/2014/main" id="{CFABAB97-3CEA-CD78-07D6-4FBBEFFDF065}"/>
                        </a:ext>
                      </a:extLst>
                    </p:cNvPr>
                    <p:cNvPicPr/>
                    <p:nvPr/>
                  </p:nvPicPr>
                  <p:blipFill>
                    <a:blip r:embed="rId234"/>
                    <a:stretch>
                      <a:fillRect/>
                    </a:stretch>
                  </p:blipFill>
                  <p:spPr>
                    <a:xfrm>
                      <a:off x="5233240" y="4527142"/>
                      <a:ext cx="77408" cy="7206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1">
                  <p14:nvContentPartPr>
                    <p14:cNvPr id="28587" name="Ink 28586">
                      <a:extLst>
                        <a:ext uri="{FF2B5EF4-FFF2-40B4-BE49-F238E27FC236}">
                          <a16:creationId xmlns:a16="http://schemas.microsoft.com/office/drawing/2014/main" id="{0EEAB0C7-7184-30F7-1B6C-534A9D733F74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3044" y="4407652"/>
                    <a:ext cx="43200" cy="56520"/>
                  </p14:xfrm>
                </p:contentPart>
              </mc:Choice>
              <mc:Fallback xmlns="">
                <p:pic>
                  <p:nvPicPr>
                    <p:cNvPr id="28587" name="Ink 28586">
                      <a:extLst>
                        <a:ext uri="{FF2B5EF4-FFF2-40B4-BE49-F238E27FC236}">
                          <a16:creationId xmlns:a16="http://schemas.microsoft.com/office/drawing/2014/main" id="{0EEAB0C7-7184-30F7-1B6C-534A9D733F74}"/>
                        </a:ext>
                      </a:extLst>
                    </p:cNvPr>
                    <p:cNvPicPr/>
                    <p:nvPr/>
                  </p:nvPicPr>
                  <p:blipFill>
                    <a:blip r:embed="rId236"/>
                    <a:stretch>
                      <a:fillRect/>
                    </a:stretch>
                  </p:blipFill>
                  <p:spPr>
                    <a:xfrm>
                      <a:off x="5062553" y="4397093"/>
                      <a:ext cx="64183" cy="776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2">
                  <p14:nvContentPartPr>
                    <p14:cNvPr id="28588" name="Ink 28587">
                      <a:extLst>
                        <a:ext uri="{FF2B5EF4-FFF2-40B4-BE49-F238E27FC236}">
                          <a16:creationId xmlns:a16="http://schemas.microsoft.com/office/drawing/2014/main" id="{36E11486-C6AB-546E-B142-10EACA80C7BA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5604" y="4225492"/>
                    <a:ext cx="43560" cy="67320"/>
                  </p14:xfrm>
                </p:contentPart>
              </mc:Choice>
              <mc:Fallback xmlns="">
                <p:pic>
                  <p:nvPicPr>
                    <p:cNvPr id="28588" name="Ink 28587">
                      <a:extLst>
                        <a:ext uri="{FF2B5EF4-FFF2-40B4-BE49-F238E27FC236}">
                          <a16:creationId xmlns:a16="http://schemas.microsoft.com/office/drawing/2014/main" id="{36E11486-C6AB-546E-B142-10EACA80C7BA}"/>
                        </a:ext>
                      </a:extLst>
                    </p:cNvPr>
                    <p:cNvPicPr/>
                    <p:nvPr/>
                  </p:nvPicPr>
                  <p:blipFill>
                    <a:blip r:embed="rId238"/>
                    <a:stretch>
                      <a:fillRect/>
                    </a:stretch>
                  </p:blipFill>
                  <p:spPr>
                    <a:xfrm>
                      <a:off x="5205025" y="4214993"/>
                      <a:ext cx="64718" cy="8831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3">
                  <p14:nvContentPartPr>
                    <p14:cNvPr id="28589" name="Ink 28588">
                      <a:extLst>
                        <a:ext uri="{FF2B5EF4-FFF2-40B4-BE49-F238E27FC236}">
                          <a16:creationId xmlns:a16="http://schemas.microsoft.com/office/drawing/2014/main" id="{CA36EF24-2CF9-E77C-DC72-31391AA4A3A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9164" y="4004812"/>
                    <a:ext cx="61560" cy="88560"/>
                  </p14:xfrm>
                </p:contentPart>
              </mc:Choice>
              <mc:Fallback xmlns="">
                <p:pic>
                  <p:nvPicPr>
                    <p:cNvPr id="28589" name="Ink 28588">
                      <a:extLst>
                        <a:ext uri="{FF2B5EF4-FFF2-40B4-BE49-F238E27FC236}">
                          <a16:creationId xmlns:a16="http://schemas.microsoft.com/office/drawing/2014/main" id="{CA36EF24-2CF9-E77C-DC72-31391AA4A3A3}"/>
                        </a:ext>
                      </a:extLst>
                    </p:cNvPr>
                    <p:cNvPicPr/>
                    <p:nvPr/>
                  </p:nvPicPr>
                  <p:blipFill>
                    <a:blip r:embed="rId1036"/>
                    <a:stretch>
                      <a:fillRect/>
                    </a:stretch>
                  </p:blipFill>
                  <p:spPr>
                    <a:xfrm>
                      <a:off x="5068699" y="3994284"/>
                      <a:ext cx="82490" cy="10961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4">
                  <p14:nvContentPartPr>
                    <p14:cNvPr id="28590" name="Ink 28589">
                      <a:extLst>
                        <a:ext uri="{FF2B5EF4-FFF2-40B4-BE49-F238E27FC236}">
                          <a16:creationId xmlns:a16="http://schemas.microsoft.com/office/drawing/2014/main" id="{419EFEE3-71E0-66C6-1058-E9E37D52C34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16684" y="3820852"/>
                    <a:ext cx="61560" cy="73080"/>
                  </p14:xfrm>
                </p:contentPart>
              </mc:Choice>
              <mc:Fallback xmlns="">
                <p:pic>
                  <p:nvPicPr>
                    <p:cNvPr id="28590" name="Ink 28589">
                      <a:extLst>
                        <a:ext uri="{FF2B5EF4-FFF2-40B4-BE49-F238E27FC236}">
                          <a16:creationId xmlns:a16="http://schemas.microsoft.com/office/drawing/2014/main" id="{419EFEE3-71E0-66C6-1058-E9E37D52C349}"/>
                        </a:ext>
                      </a:extLst>
                    </p:cNvPr>
                    <p:cNvPicPr/>
                    <p:nvPr/>
                  </p:nvPicPr>
                  <p:blipFill>
                    <a:blip r:embed="rId1038"/>
                    <a:stretch>
                      <a:fillRect/>
                    </a:stretch>
                  </p:blipFill>
                  <p:spPr>
                    <a:xfrm>
                      <a:off x="5206219" y="3810324"/>
                      <a:ext cx="82490" cy="941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5">
                  <p14:nvContentPartPr>
                    <p14:cNvPr id="28591" name="Ink 28590">
                      <a:extLst>
                        <a:ext uri="{FF2B5EF4-FFF2-40B4-BE49-F238E27FC236}">
                          <a16:creationId xmlns:a16="http://schemas.microsoft.com/office/drawing/2014/main" id="{AA72424D-7AC1-C3A0-6138-82AC63BCACE3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70524" y="3689812"/>
                    <a:ext cx="104400" cy="62280"/>
                  </p14:xfrm>
                </p:contentPart>
              </mc:Choice>
              <mc:Fallback xmlns="">
                <p:pic>
                  <p:nvPicPr>
                    <p:cNvPr id="28591" name="Ink 28590">
                      <a:extLst>
                        <a:ext uri="{FF2B5EF4-FFF2-40B4-BE49-F238E27FC236}">
                          <a16:creationId xmlns:a16="http://schemas.microsoft.com/office/drawing/2014/main" id="{AA72424D-7AC1-C3A0-6138-82AC63BCACE3}"/>
                        </a:ext>
                      </a:extLst>
                    </p:cNvPr>
                    <p:cNvPicPr/>
                    <p:nvPr/>
                  </p:nvPicPr>
                  <p:blipFill>
                    <a:blip r:embed="rId244"/>
                    <a:stretch>
                      <a:fillRect/>
                    </a:stretch>
                  </p:blipFill>
                  <p:spPr>
                    <a:xfrm>
                      <a:off x="5060022" y="3679224"/>
                      <a:ext cx="125404" cy="8345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6">
                  <p14:nvContentPartPr>
                    <p14:cNvPr id="28592" name="Ink 28591">
                      <a:extLst>
                        <a:ext uri="{FF2B5EF4-FFF2-40B4-BE49-F238E27FC236}">
                          <a16:creationId xmlns:a16="http://schemas.microsoft.com/office/drawing/2014/main" id="{610D800D-ECDC-7059-9297-6D46A23CD46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68524" y="3488572"/>
                    <a:ext cx="52200" cy="42120"/>
                  </p14:xfrm>
                </p:contentPart>
              </mc:Choice>
              <mc:Fallback xmlns="">
                <p:pic>
                  <p:nvPicPr>
                    <p:cNvPr id="28592" name="Ink 28591">
                      <a:extLst>
                        <a:ext uri="{FF2B5EF4-FFF2-40B4-BE49-F238E27FC236}">
                          <a16:creationId xmlns:a16="http://schemas.microsoft.com/office/drawing/2014/main" id="{610D800D-ECDC-7059-9297-6D46A23CD468}"/>
                        </a:ext>
                      </a:extLst>
                    </p:cNvPr>
                    <p:cNvPicPr/>
                    <p:nvPr/>
                  </p:nvPicPr>
                  <p:blipFill>
                    <a:blip r:embed="rId1042"/>
                    <a:stretch>
                      <a:fillRect/>
                    </a:stretch>
                  </p:blipFill>
                  <p:spPr>
                    <a:xfrm>
                      <a:off x="5258084" y="3478042"/>
                      <a:ext cx="73080" cy="6318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7">
                  <p14:nvContentPartPr>
                    <p14:cNvPr id="28593" name="Ink 28592">
                      <a:extLst>
                        <a:ext uri="{FF2B5EF4-FFF2-40B4-BE49-F238E27FC236}">
                          <a16:creationId xmlns:a16="http://schemas.microsoft.com/office/drawing/2014/main" id="{4614F502-C0F6-564E-4BD8-23BDDF528792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052164" y="3367972"/>
                    <a:ext cx="80640" cy="67320"/>
                  </p14:xfrm>
                </p:contentPart>
              </mc:Choice>
              <mc:Fallback xmlns="">
                <p:pic>
                  <p:nvPicPr>
                    <p:cNvPr id="28593" name="Ink 28592">
                      <a:extLst>
                        <a:ext uri="{FF2B5EF4-FFF2-40B4-BE49-F238E27FC236}">
                          <a16:creationId xmlns:a16="http://schemas.microsoft.com/office/drawing/2014/main" id="{4614F502-C0F6-564E-4BD8-23BDDF528792}"/>
                        </a:ext>
                      </a:extLst>
                    </p:cNvPr>
                    <p:cNvPicPr/>
                    <p:nvPr/>
                  </p:nvPicPr>
                  <p:blipFill>
                    <a:blip r:embed="rId1044"/>
                    <a:stretch>
                      <a:fillRect/>
                    </a:stretch>
                  </p:blipFill>
                  <p:spPr>
                    <a:xfrm>
                      <a:off x="5041619" y="3357473"/>
                      <a:ext cx="101730" cy="8831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8">
                  <p14:nvContentPartPr>
                    <p14:cNvPr id="28594" name="Ink 28593">
                      <a:extLst>
                        <a:ext uri="{FF2B5EF4-FFF2-40B4-BE49-F238E27FC236}">
                          <a16:creationId xmlns:a16="http://schemas.microsoft.com/office/drawing/2014/main" id="{6AC8B6A4-CDF3-6018-CCEC-4C54C82780E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664804" y="3529972"/>
                    <a:ext cx="410400" cy="194760"/>
                  </p14:xfrm>
                </p:contentPart>
              </mc:Choice>
              <mc:Fallback xmlns="">
                <p:pic>
                  <p:nvPicPr>
                    <p:cNvPr id="28594" name="Ink 28593">
                      <a:extLst>
                        <a:ext uri="{FF2B5EF4-FFF2-40B4-BE49-F238E27FC236}">
                          <a16:creationId xmlns:a16="http://schemas.microsoft.com/office/drawing/2014/main" id="{6AC8B6A4-CDF3-6018-CCEC-4C54C82780E7}"/>
                        </a:ext>
                      </a:extLst>
                    </p:cNvPr>
                    <p:cNvPicPr/>
                    <p:nvPr/>
                  </p:nvPicPr>
                  <p:blipFill>
                    <a:blip r:embed="rId1046"/>
                    <a:stretch>
                      <a:fillRect/>
                    </a:stretch>
                  </p:blipFill>
                  <p:spPr>
                    <a:xfrm>
                      <a:off x="4654265" y="3519428"/>
                      <a:ext cx="431478" cy="215849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29">
                  <p14:nvContentPartPr>
                    <p14:cNvPr id="28595" name="Ink 28594">
                      <a:extLst>
                        <a:ext uri="{FF2B5EF4-FFF2-40B4-BE49-F238E27FC236}">
                          <a16:creationId xmlns:a16="http://schemas.microsoft.com/office/drawing/2014/main" id="{3D64D9F2-9D28-F430-0774-58A85BA161EF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77164" y="3742732"/>
                    <a:ext cx="270720" cy="113760"/>
                  </p14:xfrm>
                </p:contentPart>
              </mc:Choice>
              <mc:Fallback xmlns="">
                <p:pic>
                  <p:nvPicPr>
                    <p:cNvPr id="28595" name="Ink 28594">
                      <a:extLst>
                        <a:ext uri="{FF2B5EF4-FFF2-40B4-BE49-F238E27FC236}">
                          <a16:creationId xmlns:a16="http://schemas.microsoft.com/office/drawing/2014/main" id="{3D64D9F2-9D28-F430-0774-58A85BA161EF}"/>
                        </a:ext>
                      </a:extLst>
                    </p:cNvPr>
                    <p:cNvPicPr/>
                    <p:nvPr/>
                  </p:nvPicPr>
                  <p:blipFill>
                    <a:blip r:embed="rId252"/>
                    <a:stretch>
                      <a:fillRect/>
                    </a:stretch>
                  </p:blipFill>
                  <p:spPr>
                    <a:xfrm>
                      <a:off x="5266633" y="3732222"/>
                      <a:ext cx="291783" cy="134781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0">
                  <p14:nvContentPartPr>
                    <p14:cNvPr id="28596" name="Ink 28595">
                      <a:extLst>
                        <a:ext uri="{FF2B5EF4-FFF2-40B4-BE49-F238E27FC236}">
                          <a16:creationId xmlns:a16="http://schemas.microsoft.com/office/drawing/2014/main" id="{D16C7A15-3D7E-F5D8-C35E-6164A4D5A0D1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83684" y="3856132"/>
                    <a:ext cx="201600" cy="163800"/>
                  </p14:xfrm>
                </p:contentPart>
              </mc:Choice>
              <mc:Fallback xmlns="">
                <p:pic>
                  <p:nvPicPr>
                    <p:cNvPr id="28596" name="Ink 28595">
                      <a:extLst>
                        <a:ext uri="{FF2B5EF4-FFF2-40B4-BE49-F238E27FC236}">
                          <a16:creationId xmlns:a16="http://schemas.microsoft.com/office/drawing/2014/main" id="{D16C7A15-3D7E-F5D8-C35E-6164A4D5A0D1}"/>
                        </a:ext>
                      </a:extLst>
                    </p:cNvPr>
                    <p:cNvPicPr/>
                    <p:nvPr/>
                  </p:nvPicPr>
                  <p:blipFill>
                    <a:blip r:embed="rId1050"/>
                    <a:stretch>
                      <a:fillRect/>
                    </a:stretch>
                  </p:blipFill>
                  <p:spPr>
                    <a:xfrm>
                      <a:off x="4873139" y="3845584"/>
                      <a:ext cx="222690" cy="18489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1">
                  <p14:nvContentPartPr>
                    <p14:cNvPr id="28597" name="Ink 28596">
                      <a:extLst>
                        <a:ext uri="{FF2B5EF4-FFF2-40B4-BE49-F238E27FC236}">
                          <a16:creationId xmlns:a16="http://schemas.microsoft.com/office/drawing/2014/main" id="{0A310B82-B398-60A6-D60E-64A9B98F69B5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950284" y="4198492"/>
                    <a:ext cx="157680" cy="222840"/>
                  </p14:xfrm>
                </p:contentPart>
              </mc:Choice>
              <mc:Fallback xmlns="">
                <p:pic>
                  <p:nvPicPr>
                    <p:cNvPr id="28597" name="Ink 28596">
                      <a:extLst>
                        <a:ext uri="{FF2B5EF4-FFF2-40B4-BE49-F238E27FC236}">
                          <a16:creationId xmlns:a16="http://schemas.microsoft.com/office/drawing/2014/main" id="{0A310B82-B398-60A6-D60E-64A9B98F69B5}"/>
                        </a:ext>
                      </a:extLst>
                    </p:cNvPr>
                    <p:cNvPicPr/>
                    <p:nvPr/>
                  </p:nvPicPr>
                  <p:blipFill>
                    <a:blip r:embed="rId1052"/>
                    <a:stretch>
                      <a:fillRect/>
                    </a:stretch>
                  </p:blipFill>
                  <p:spPr>
                    <a:xfrm>
                      <a:off x="4939731" y="4187940"/>
                      <a:ext cx="178787" cy="2439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2">
                  <p14:nvContentPartPr>
                    <p14:cNvPr id="28598" name="Ink 28597">
                      <a:extLst>
                        <a:ext uri="{FF2B5EF4-FFF2-40B4-BE49-F238E27FC236}">
                          <a16:creationId xmlns:a16="http://schemas.microsoft.com/office/drawing/2014/main" id="{8D924CAB-3F29-0A14-084F-6517E54A4EC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295884" y="4447252"/>
                    <a:ext cx="200880" cy="109440"/>
                  </p14:xfrm>
                </p:contentPart>
              </mc:Choice>
              <mc:Fallback xmlns="">
                <p:pic>
                  <p:nvPicPr>
                    <p:cNvPr id="28598" name="Ink 28597">
                      <a:extLst>
                        <a:ext uri="{FF2B5EF4-FFF2-40B4-BE49-F238E27FC236}">
                          <a16:creationId xmlns:a16="http://schemas.microsoft.com/office/drawing/2014/main" id="{8D924CAB-3F29-0A14-084F-6517E54A4EC7}"/>
                        </a:ext>
                      </a:extLst>
                    </p:cNvPr>
                    <p:cNvPicPr/>
                    <p:nvPr/>
                  </p:nvPicPr>
                  <p:blipFill>
                    <a:blip r:embed="rId1054"/>
                    <a:stretch>
                      <a:fillRect/>
                    </a:stretch>
                  </p:blipFill>
                  <p:spPr>
                    <a:xfrm>
                      <a:off x="5285344" y="4436681"/>
                      <a:ext cx="221960" cy="1305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3">
                  <p14:nvContentPartPr>
                    <p14:cNvPr id="28599" name="Ink 28598">
                      <a:extLst>
                        <a:ext uri="{FF2B5EF4-FFF2-40B4-BE49-F238E27FC236}">
                          <a16:creationId xmlns:a16="http://schemas.microsoft.com/office/drawing/2014/main" id="{6AF29B08-14E9-07B8-620F-5CA71752B85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53844" y="4662892"/>
                    <a:ext cx="232200" cy="144360"/>
                  </p14:xfrm>
                </p:contentPart>
              </mc:Choice>
              <mc:Fallback xmlns="">
                <p:pic>
                  <p:nvPicPr>
                    <p:cNvPr id="28599" name="Ink 28598">
                      <a:extLst>
                        <a:ext uri="{FF2B5EF4-FFF2-40B4-BE49-F238E27FC236}">
                          <a16:creationId xmlns:a16="http://schemas.microsoft.com/office/drawing/2014/main" id="{6AF29B08-14E9-07B8-620F-5CA71752B85E}"/>
                        </a:ext>
                      </a:extLst>
                    </p:cNvPr>
                    <p:cNvPicPr/>
                    <p:nvPr/>
                  </p:nvPicPr>
                  <p:blipFill>
                    <a:blip r:embed="rId1056"/>
                    <a:stretch>
                      <a:fillRect/>
                    </a:stretch>
                  </p:blipFill>
                  <p:spPr>
                    <a:xfrm>
                      <a:off x="5343318" y="4652359"/>
                      <a:ext cx="253253" cy="16542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4">
                  <p14:nvContentPartPr>
                    <p14:cNvPr id="28600" name="Ink 28599">
                      <a:extLst>
                        <a:ext uri="{FF2B5EF4-FFF2-40B4-BE49-F238E27FC236}">
                          <a16:creationId xmlns:a16="http://schemas.microsoft.com/office/drawing/2014/main" id="{DDF56FF5-64E1-5208-6EE7-4D1E20D779D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56684" y="4769092"/>
                    <a:ext cx="285120" cy="165600"/>
                  </p14:xfrm>
                </p:contentPart>
              </mc:Choice>
              <mc:Fallback xmlns="">
                <p:pic>
                  <p:nvPicPr>
                    <p:cNvPr id="28600" name="Ink 28599">
                      <a:extLst>
                        <a:ext uri="{FF2B5EF4-FFF2-40B4-BE49-F238E27FC236}">
                          <a16:creationId xmlns:a16="http://schemas.microsoft.com/office/drawing/2014/main" id="{DDF56FF5-64E1-5208-6EE7-4D1E20D779D8}"/>
                        </a:ext>
                      </a:extLst>
                    </p:cNvPr>
                    <p:cNvPicPr/>
                    <p:nvPr/>
                  </p:nvPicPr>
                  <p:blipFill>
                    <a:blip r:embed="rId1293"/>
                    <a:stretch>
                      <a:fillRect/>
                    </a:stretch>
                  </p:blipFill>
                  <p:spPr>
                    <a:xfrm>
                      <a:off x="4846147" y="4758548"/>
                      <a:ext cx="306194" cy="186688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5">
                  <p14:nvContentPartPr>
                    <p14:cNvPr id="28601" name="Ink 28600">
                      <a:extLst>
                        <a:ext uri="{FF2B5EF4-FFF2-40B4-BE49-F238E27FC236}">
                          <a16:creationId xmlns:a16="http://schemas.microsoft.com/office/drawing/2014/main" id="{EBFC764B-34D3-5F3E-F206-E3DD868387E1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26124" y="4953412"/>
                    <a:ext cx="249120" cy="145440"/>
                  </p14:xfrm>
                </p:contentPart>
              </mc:Choice>
              <mc:Fallback xmlns="">
                <p:pic>
                  <p:nvPicPr>
                    <p:cNvPr id="28601" name="Ink 28600">
                      <a:extLst>
                        <a:ext uri="{FF2B5EF4-FFF2-40B4-BE49-F238E27FC236}">
                          <a16:creationId xmlns:a16="http://schemas.microsoft.com/office/drawing/2014/main" id="{EBFC764B-34D3-5F3E-F206-E3DD868387E1}"/>
                        </a:ext>
                      </a:extLst>
                    </p:cNvPr>
                    <p:cNvPicPr/>
                    <p:nvPr/>
                  </p:nvPicPr>
                  <p:blipFill>
                    <a:blip r:embed="rId1060"/>
                    <a:stretch>
                      <a:fillRect/>
                    </a:stretch>
                  </p:blipFill>
                  <p:spPr>
                    <a:xfrm>
                      <a:off x="5315589" y="4942891"/>
                      <a:ext cx="270190" cy="166482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6">
                  <p14:nvContentPartPr>
                    <p14:cNvPr id="28602" name="Ink 28601">
                      <a:extLst>
                        <a:ext uri="{FF2B5EF4-FFF2-40B4-BE49-F238E27FC236}">
                          <a16:creationId xmlns:a16="http://schemas.microsoft.com/office/drawing/2014/main" id="{35CF02C5-CFA4-A0B5-A15C-2D883839A996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45884" y="5067892"/>
                    <a:ext cx="251640" cy="170640"/>
                  </p14:xfrm>
                </p:contentPart>
              </mc:Choice>
              <mc:Fallback xmlns="">
                <p:pic>
                  <p:nvPicPr>
                    <p:cNvPr id="28602" name="Ink 28601">
                      <a:extLst>
                        <a:ext uri="{FF2B5EF4-FFF2-40B4-BE49-F238E27FC236}">
                          <a16:creationId xmlns:a16="http://schemas.microsoft.com/office/drawing/2014/main" id="{35CF02C5-CFA4-A0B5-A15C-2D883839A996}"/>
                        </a:ext>
                      </a:extLst>
                    </p:cNvPr>
                    <p:cNvPicPr/>
                    <p:nvPr/>
                  </p:nvPicPr>
                  <p:blipFill>
                    <a:blip r:embed="rId266"/>
                    <a:stretch>
                      <a:fillRect/>
                    </a:stretch>
                  </p:blipFill>
                  <p:spPr>
                    <a:xfrm>
                      <a:off x="4835347" y="5057343"/>
                      <a:ext cx="272713" cy="1917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7">
                  <p14:nvContentPartPr>
                    <p14:cNvPr id="28603" name="Ink 28602">
                      <a:extLst>
                        <a:ext uri="{FF2B5EF4-FFF2-40B4-BE49-F238E27FC236}">
                          <a16:creationId xmlns:a16="http://schemas.microsoft.com/office/drawing/2014/main" id="{81C2753B-41B1-9446-6198-8225A3384CF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18564" y="5205772"/>
                    <a:ext cx="252720" cy="144360"/>
                  </p14:xfrm>
                </p:contentPart>
              </mc:Choice>
              <mc:Fallback xmlns="">
                <p:pic>
                  <p:nvPicPr>
                    <p:cNvPr id="28603" name="Ink 28602">
                      <a:extLst>
                        <a:ext uri="{FF2B5EF4-FFF2-40B4-BE49-F238E27FC236}">
                          <a16:creationId xmlns:a16="http://schemas.microsoft.com/office/drawing/2014/main" id="{81C2753B-41B1-9446-6198-8225A3384CF9}"/>
                        </a:ext>
                      </a:extLst>
                    </p:cNvPr>
                    <p:cNvPicPr/>
                    <p:nvPr/>
                  </p:nvPicPr>
                  <p:blipFill>
                    <a:blip r:embed="rId1065"/>
                    <a:stretch>
                      <a:fillRect/>
                    </a:stretch>
                  </p:blipFill>
                  <p:spPr>
                    <a:xfrm>
                      <a:off x="5308034" y="5195239"/>
                      <a:ext cx="273780" cy="16542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8">
                  <p14:nvContentPartPr>
                    <p14:cNvPr id="28604" name="Ink 28603">
                      <a:extLst>
                        <a:ext uri="{FF2B5EF4-FFF2-40B4-BE49-F238E27FC236}">
                          <a16:creationId xmlns:a16="http://schemas.microsoft.com/office/drawing/2014/main" id="{E055E17D-1B2F-A5DB-BD36-61982C4145B7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4888004" y="5347972"/>
                    <a:ext cx="291960" cy="131400"/>
                  </p14:xfrm>
                </p:contentPart>
              </mc:Choice>
              <mc:Fallback xmlns="">
                <p:pic>
                  <p:nvPicPr>
                    <p:cNvPr id="28604" name="Ink 28603">
                      <a:extLst>
                        <a:ext uri="{FF2B5EF4-FFF2-40B4-BE49-F238E27FC236}">
                          <a16:creationId xmlns:a16="http://schemas.microsoft.com/office/drawing/2014/main" id="{E055E17D-1B2F-A5DB-BD36-61982C4145B7}"/>
                        </a:ext>
                      </a:extLst>
                    </p:cNvPr>
                    <p:cNvPicPr/>
                    <p:nvPr/>
                  </p:nvPicPr>
                  <p:blipFill>
                    <a:blip r:embed="rId1081"/>
                    <a:stretch>
                      <a:fillRect/>
                    </a:stretch>
                  </p:blipFill>
                  <p:spPr>
                    <a:xfrm>
                      <a:off x="4877466" y="5337435"/>
                      <a:ext cx="313036" cy="152474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39">
                  <p14:nvContentPartPr>
                    <p14:cNvPr id="28605" name="Ink 28604">
                      <a:extLst>
                        <a:ext uri="{FF2B5EF4-FFF2-40B4-BE49-F238E27FC236}">
                          <a16:creationId xmlns:a16="http://schemas.microsoft.com/office/drawing/2014/main" id="{408F6EDC-5A35-3275-FC52-02754A25315E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5309204" y="5427892"/>
                    <a:ext cx="320760" cy="145080"/>
                  </p14:xfrm>
                </p:contentPart>
              </mc:Choice>
              <mc:Fallback xmlns="">
                <p:pic>
                  <p:nvPicPr>
                    <p:cNvPr id="28605" name="Ink 28604">
                      <a:extLst>
                        <a:ext uri="{FF2B5EF4-FFF2-40B4-BE49-F238E27FC236}">
                          <a16:creationId xmlns:a16="http://schemas.microsoft.com/office/drawing/2014/main" id="{408F6EDC-5A35-3275-FC52-02754A25315E}"/>
                        </a:ext>
                      </a:extLst>
                    </p:cNvPr>
                    <p:cNvPicPr/>
                    <p:nvPr/>
                  </p:nvPicPr>
                  <p:blipFill>
                    <a:blip r:embed="rId272"/>
                    <a:stretch>
                      <a:fillRect/>
                    </a:stretch>
                  </p:blipFill>
                  <p:spPr>
                    <a:xfrm>
                      <a:off x="5298677" y="5417352"/>
                      <a:ext cx="341814" cy="166160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  <p:sp>
            <p:nvSpPr>
              <p:cNvPr id="28521" name="Freeform 28520">
                <a:extLst>
                  <a:ext uri="{FF2B5EF4-FFF2-40B4-BE49-F238E27FC236}">
                    <a16:creationId xmlns:a16="http://schemas.microsoft.com/office/drawing/2014/main" id="{D8257608-A9DB-195A-81E4-358A3FCD03A1}"/>
                  </a:ext>
                </a:extLst>
              </p:cNvPr>
              <p:cNvSpPr/>
              <p:nvPr/>
            </p:nvSpPr>
            <p:spPr bwMode="auto">
              <a:xfrm>
                <a:off x="7593240" y="3222243"/>
                <a:ext cx="490474" cy="277188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2" name="Freeform 28521">
                <a:extLst>
                  <a:ext uri="{FF2B5EF4-FFF2-40B4-BE49-F238E27FC236}">
                    <a16:creationId xmlns:a16="http://schemas.microsoft.com/office/drawing/2014/main" id="{D175C584-1F14-CF86-E21E-3B7B616EE0B9}"/>
                  </a:ext>
                </a:extLst>
              </p:cNvPr>
              <p:cNvSpPr/>
              <p:nvPr/>
            </p:nvSpPr>
            <p:spPr bwMode="auto">
              <a:xfrm>
                <a:off x="7564814" y="3649364"/>
                <a:ext cx="340400" cy="189737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3" name="Freeform 28522">
                <a:extLst>
                  <a:ext uri="{FF2B5EF4-FFF2-40B4-BE49-F238E27FC236}">
                    <a16:creationId xmlns:a16="http://schemas.microsoft.com/office/drawing/2014/main" id="{9E66AD08-2AE0-2E91-CB2E-95B00E78E032}"/>
                  </a:ext>
                </a:extLst>
              </p:cNvPr>
              <p:cNvSpPr/>
              <p:nvPr/>
            </p:nvSpPr>
            <p:spPr bwMode="auto">
              <a:xfrm>
                <a:off x="7519475" y="4046429"/>
                <a:ext cx="301898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4" name="Freeform 28523">
                <a:extLst>
                  <a:ext uri="{FF2B5EF4-FFF2-40B4-BE49-F238E27FC236}">
                    <a16:creationId xmlns:a16="http://schemas.microsoft.com/office/drawing/2014/main" id="{B9DC7CE5-54B0-C65B-15B3-843EAAE1C379}"/>
                  </a:ext>
                </a:extLst>
              </p:cNvPr>
              <p:cNvSpPr/>
              <p:nvPr/>
            </p:nvSpPr>
            <p:spPr bwMode="auto">
              <a:xfrm>
                <a:off x="7509940" y="4354936"/>
                <a:ext cx="385919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5" name="Freeform 28524">
                <a:extLst>
                  <a:ext uri="{FF2B5EF4-FFF2-40B4-BE49-F238E27FC236}">
                    <a16:creationId xmlns:a16="http://schemas.microsoft.com/office/drawing/2014/main" id="{7678F809-D6D2-3111-52A3-F0FE1B82A13E}"/>
                  </a:ext>
                </a:extLst>
              </p:cNvPr>
              <p:cNvSpPr/>
              <p:nvPr/>
            </p:nvSpPr>
            <p:spPr bwMode="auto">
              <a:xfrm>
                <a:off x="7628605" y="4595046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6" name="Freeform 28525">
                <a:extLst>
                  <a:ext uri="{FF2B5EF4-FFF2-40B4-BE49-F238E27FC236}">
                    <a16:creationId xmlns:a16="http://schemas.microsoft.com/office/drawing/2014/main" id="{4F9D0E8B-57F5-75BE-B902-1964BAF33C66}"/>
                  </a:ext>
                </a:extLst>
              </p:cNvPr>
              <p:cNvSpPr/>
              <p:nvPr/>
            </p:nvSpPr>
            <p:spPr bwMode="auto">
              <a:xfrm>
                <a:off x="7592160" y="4889571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7" name="Freeform 28526">
                <a:extLst>
                  <a:ext uri="{FF2B5EF4-FFF2-40B4-BE49-F238E27FC236}">
                    <a16:creationId xmlns:a16="http://schemas.microsoft.com/office/drawing/2014/main" id="{B037919C-8B86-7002-0F92-E99A5D5C1D4A}"/>
                  </a:ext>
                </a:extLst>
              </p:cNvPr>
              <p:cNvSpPr/>
              <p:nvPr/>
            </p:nvSpPr>
            <p:spPr bwMode="auto">
              <a:xfrm>
                <a:off x="7600076" y="5149603"/>
                <a:ext cx="385919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8" name="Freeform 28527">
                <a:extLst>
                  <a:ext uri="{FF2B5EF4-FFF2-40B4-BE49-F238E27FC236}">
                    <a16:creationId xmlns:a16="http://schemas.microsoft.com/office/drawing/2014/main" id="{502915B2-7C19-6669-8807-C831DD9D8DA0}"/>
                  </a:ext>
                </a:extLst>
              </p:cNvPr>
              <p:cNvSpPr/>
              <p:nvPr/>
            </p:nvSpPr>
            <p:spPr bwMode="auto">
              <a:xfrm>
                <a:off x="7592160" y="5370093"/>
                <a:ext cx="422363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29" name="Freeform 28528">
                <a:extLst>
                  <a:ext uri="{FF2B5EF4-FFF2-40B4-BE49-F238E27FC236}">
                    <a16:creationId xmlns:a16="http://schemas.microsoft.com/office/drawing/2014/main" id="{611BA8CB-4DD8-2C21-5B21-5CCD126487FB}"/>
                  </a:ext>
                </a:extLst>
              </p:cNvPr>
              <p:cNvSpPr/>
              <p:nvPr/>
            </p:nvSpPr>
            <p:spPr bwMode="auto">
              <a:xfrm flipH="1">
                <a:off x="6907377" y="3489893"/>
                <a:ext cx="591588" cy="283692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0" name="Freeform 28529">
                <a:extLst>
                  <a:ext uri="{FF2B5EF4-FFF2-40B4-BE49-F238E27FC236}">
                    <a16:creationId xmlns:a16="http://schemas.microsoft.com/office/drawing/2014/main" id="{86B5CE45-BC42-CE3A-09BB-496220EE319A}"/>
                  </a:ext>
                </a:extLst>
              </p:cNvPr>
              <p:cNvSpPr/>
              <p:nvPr/>
            </p:nvSpPr>
            <p:spPr bwMode="auto">
              <a:xfrm flipH="1">
                <a:off x="7121220" y="3798759"/>
                <a:ext cx="313514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1" name="Freeform 28530">
                <a:extLst>
                  <a:ext uri="{FF2B5EF4-FFF2-40B4-BE49-F238E27FC236}">
                    <a16:creationId xmlns:a16="http://schemas.microsoft.com/office/drawing/2014/main" id="{388FCDE1-2001-7C87-BC14-B87837BC8911}"/>
                  </a:ext>
                </a:extLst>
              </p:cNvPr>
              <p:cNvSpPr/>
              <p:nvPr/>
            </p:nvSpPr>
            <p:spPr bwMode="auto">
              <a:xfrm flipH="1">
                <a:off x="7096174" y="4198342"/>
                <a:ext cx="400767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2" name="Freeform 28531">
                <a:extLst>
                  <a:ext uri="{FF2B5EF4-FFF2-40B4-BE49-F238E27FC236}">
                    <a16:creationId xmlns:a16="http://schemas.microsoft.com/office/drawing/2014/main" id="{A60CE58D-323A-970B-5BBF-0BDF2A7831B6}"/>
                  </a:ext>
                </a:extLst>
              </p:cNvPr>
              <p:cNvSpPr/>
              <p:nvPr/>
            </p:nvSpPr>
            <p:spPr bwMode="auto">
              <a:xfrm flipH="1">
                <a:off x="7161989" y="4529529"/>
                <a:ext cx="400767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3" name="Freeform 28532">
                <a:extLst>
                  <a:ext uri="{FF2B5EF4-FFF2-40B4-BE49-F238E27FC236}">
                    <a16:creationId xmlns:a16="http://schemas.microsoft.com/office/drawing/2014/main" id="{8668E2A8-7CC7-3D79-713B-11B172BF664B}"/>
                  </a:ext>
                </a:extLst>
              </p:cNvPr>
              <p:cNvSpPr/>
              <p:nvPr/>
            </p:nvSpPr>
            <p:spPr bwMode="auto">
              <a:xfrm flipH="1">
                <a:off x="7087694" y="4730040"/>
                <a:ext cx="438615" cy="266446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4" name="Freeform 28533">
                <a:extLst>
                  <a:ext uri="{FF2B5EF4-FFF2-40B4-BE49-F238E27FC236}">
                    <a16:creationId xmlns:a16="http://schemas.microsoft.com/office/drawing/2014/main" id="{96706803-487A-E9B4-C05D-B88F9D70BC19}"/>
                  </a:ext>
                </a:extLst>
              </p:cNvPr>
              <p:cNvSpPr/>
              <p:nvPr/>
            </p:nvSpPr>
            <p:spPr bwMode="auto">
              <a:xfrm flipH="1">
                <a:off x="7096175" y="5037107"/>
                <a:ext cx="400767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5" name="Freeform 28534">
                <a:extLst>
                  <a:ext uri="{FF2B5EF4-FFF2-40B4-BE49-F238E27FC236}">
                    <a16:creationId xmlns:a16="http://schemas.microsoft.com/office/drawing/2014/main" id="{D1E85065-7C12-685B-C753-13D59F40B2C6}"/>
                  </a:ext>
                </a:extLst>
              </p:cNvPr>
              <p:cNvSpPr/>
              <p:nvPr/>
            </p:nvSpPr>
            <p:spPr bwMode="auto">
              <a:xfrm flipH="1">
                <a:off x="7087697" y="5304576"/>
                <a:ext cx="438614" cy="172433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36" name="Freeform 28535">
                <a:extLst>
                  <a:ext uri="{FF2B5EF4-FFF2-40B4-BE49-F238E27FC236}">
                    <a16:creationId xmlns:a16="http://schemas.microsoft.com/office/drawing/2014/main" id="{468DE06A-71E2-1D10-20B2-3BC64601AFB7}"/>
                  </a:ext>
                </a:extLst>
              </p:cNvPr>
              <p:cNvSpPr/>
              <p:nvPr/>
            </p:nvSpPr>
            <p:spPr bwMode="auto">
              <a:xfrm flipH="1">
                <a:off x="6960991" y="3164467"/>
                <a:ext cx="490474" cy="217439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mc:AlternateContent xmlns:mc="http://schemas.openxmlformats.org/markup-compatibility/2006" xmlns:p14="http://schemas.microsoft.com/office/powerpoint/2010/main">
            <mc:Choice Requires="p14">
              <p:contentPart p14:bwMode="auto" r:id="rId1940">
                <p14:nvContentPartPr>
                  <p14:cNvPr id="28537" name="Ink 28536">
                    <a:extLst>
                      <a:ext uri="{FF2B5EF4-FFF2-40B4-BE49-F238E27FC236}">
                        <a16:creationId xmlns:a16="http://schemas.microsoft.com/office/drawing/2014/main" id="{19DF1F70-8000-402F-BA37-7FDF12D5178C}"/>
                      </a:ext>
                    </a:extLst>
                  </p14:cNvPr>
                  <p14:cNvContentPartPr/>
                  <p14:nvPr/>
                </p14:nvContentPartPr>
                <p14:xfrm>
                  <a:off x="7664486" y="2345502"/>
                  <a:ext cx="397253" cy="215991"/>
                </p14:xfrm>
              </p:contentPart>
            </mc:Choice>
            <mc:Fallback xmlns="">
              <p:pic>
                <p:nvPicPr>
                  <p:cNvPr id="28537" name="Ink 28536">
                    <a:extLst>
                      <a:ext uri="{FF2B5EF4-FFF2-40B4-BE49-F238E27FC236}">
                        <a16:creationId xmlns:a16="http://schemas.microsoft.com/office/drawing/2014/main" id="{19DF1F70-8000-402F-BA37-7FDF12D5178C}"/>
                      </a:ext>
                    </a:extLst>
                  </p:cNvPr>
                  <p:cNvPicPr/>
                  <p:nvPr/>
                </p:nvPicPr>
                <p:blipFill>
                  <a:blip r:embed="rId166"/>
                  <a:stretch>
                    <a:fillRect/>
                  </a:stretch>
                </p:blipFill>
                <p:spPr>
                  <a:xfrm>
                    <a:off x="7653950" y="2334951"/>
                    <a:ext cx="418324" cy="2370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41">
                <p14:nvContentPartPr>
                  <p14:cNvPr id="28538" name="Ink 28537">
                    <a:extLst>
                      <a:ext uri="{FF2B5EF4-FFF2-40B4-BE49-F238E27FC236}">
                        <a16:creationId xmlns:a16="http://schemas.microsoft.com/office/drawing/2014/main" id="{A5DFE39C-08C1-3D3E-298A-2999039EF799}"/>
                      </a:ext>
                    </a:extLst>
                  </p14:cNvPr>
                  <p14:cNvContentPartPr/>
                  <p14:nvPr/>
                </p14:nvContentPartPr>
                <p14:xfrm>
                  <a:off x="7065727" y="2263425"/>
                  <a:ext cx="367747" cy="210591"/>
                </p14:xfrm>
              </p:contentPart>
            </mc:Choice>
            <mc:Fallback xmlns="">
              <p:pic>
                <p:nvPicPr>
                  <p:cNvPr id="28538" name="Ink 28537">
                    <a:extLst>
                      <a:ext uri="{FF2B5EF4-FFF2-40B4-BE49-F238E27FC236}">
                        <a16:creationId xmlns:a16="http://schemas.microsoft.com/office/drawing/2014/main" id="{A5DFE39C-08C1-3D3E-298A-2999039EF799}"/>
                      </a:ext>
                    </a:extLst>
                  </p:cNvPr>
                  <p:cNvPicPr/>
                  <p:nvPr/>
                </p:nvPicPr>
                <p:blipFill>
                  <a:blip r:embed="rId168"/>
                  <a:stretch>
                    <a:fillRect/>
                  </a:stretch>
                </p:blipFill>
                <p:spPr>
                  <a:xfrm>
                    <a:off x="7055185" y="2252895"/>
                    <a:ext cx="388832" cy="2316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42">
                <p14:nvContentPartPr>
                  <p14:cNvPr id="28539" name="Ink 28538">
                    <a:extLst>
                      <a:ext uri="{FF2B5EF4-FFF2-40B4-BE49-F238E27FC236}">
                        <a16:creationId xmlns:a16="http://schemas.microsoft.com/office/drawing/2014/main" id="{D25B415F-5B39-382C-2B6D-61E3EFEA8519}"/>
                      </a:ext>
                    </a:extLst>
                  </p14:cNvPr>
                  <p14:cNvContentPartPr/>
                  <p14:nvPr/>
                </p14:nvContentPartPr>
                <p14:xfrm>
                  <a:off x="7591800" y="3153308"/>
                  <a:ext cx="192150" cy="146154"/>
                </p14:xfrm>
              </p:contentPart>
            </mc:Choice>
            <mc:Fallback xmlns="">
              <p:pic>
                <p:nvPicPr>
                  <p:cNvPr id="28539" name="Ink 28538">
                    <a:extLst>
                      <a:ext uri="{FF2B5EF4-FFF2-40B4-BE49-F238E27FC236}">
                        <a16:creationId xmlns:a16="http://schemas.microsoft.com/office/drawing/2014/main" id="{D25B415F-5B39-382C-2B6D-61E3EFEA8519}"/>
                      </a:ext>
                    </a:extLst>
                  </p:cNvPr>
                  <p:cNvPicPr/>
                  <p:nvPr/>
                </p:nvPicPr>
                <p:blipFill>
                  <a:blip r:embed="rId170"/>
                  <a:stretch>
                    <a:fillRect/>
                  </a:stretch>
                </p:blipFill>
                <p:spPr>
                  <a:xfrm>
                    <a:off x="7581263" y="3142780"/>
                    <a:ext cx="213225" cy="167210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28540" name="Freeform 28539">
                <a:extLst>
                  <a:ext uri="{FF2B5EF4-FFF2-40B4-BE49-F238E27FC236}">
                    <a16:creationId xmlns:a16="http://schemas.microsoft.com/office/drawing/2014/main" id="{4471352A-7873-D010-E6E7-816EDA3BBC4A}"/>
                  </a:ext>
                </a:extLst>
              </p:cNvPr>
              <p:cNvSpPr/>
              <p:nvPr/>
            </p:nvSpPr>
            <p:spPr bwMode="auto">
              <a:xfrm>
                <a:off x="7613750" y="2327682"/>
                <a:ext cx="490474" cy="277188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1" name="Freeform 28540">
                <a:extLst>
                  <a:ext uri="{FF2B5EF4-FFF2-40B4-BE49-F238E27FC236}">
                    <a16:creationId xmlns:a16="http://schemas.microsoft.com/office/drawing/2014/main" id="{081EBC57-4B2E-028B-B534-5DE54C4AAE27}"/>
                  </a:ext>
                </a:extLst>
              </p:cNvPr>
              <p:cNvSpPr/>
              <p:nvPr/>
            </p:nvSpPr>
            <p:spPr bwMode="auto">
              <a:xfrm>
                <a:off x="7585324" y="2754803"/>
                <a:ext cx="340400" cy="189737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2" name="Freeform 28541">
                <a:extLst>
                  <a:ext uri="{FF2B5EF4-FFF2-40B4-BE49-F238E27FC236}">
                    <a16:creationId xmlns:a16="http://schemas.microsoft.com/office/drawing/2014/main" id="{D3680E1A-8ED2-C3F8-0535-F73270DBE736}"/>
                  </a:ext>
                </a:extLst>
              </p:cNvPr>
              <p:cNvSpPr/>
              <p:nvPr/>
            </p:nvSpPr>
            <p:spPr bwMode="auto">
              <a:xfrm>
                <a:off x="7539985" y="3151868"/>
                <a:ext cx="301898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3" name="Freeform 28542">
                <a:extLst>
                  <a:ext uri="{FF2B5EF4-FFF2-40B4-BE49-F238E27FC236}">
                    <a16:creationId xmlns:a16="http://schemas.microsoft.com/office/drawing/2014/main" id="{0E781FB4-7A7C-5F9B-73AD-24E913325EEE}"/>
                  </a:ext>
                </a:extLst>
              </p:cNvPr>
              <p:cNvSpPr/>
              <p:nvPr/>
            </p:nvSpPr>
            <p:spPr bwMode="auto">
              <a:xfrm flipH="1">
                <a:off x="6927887" y="2595332"/>
                <a:ext cx="591588" cy="283692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4" name="Freeform 28543">
                <a:extLst>
                  <a:ext uri="{FF2B5EF4-FFF2-40B4-BE49-F238E27FC236}">
                    <a16:creationId xmlns:a16="http://schemas.microsoft.com/office/drawing/2014/main" id="{1C46DFD5-B6BF-D910-07C8-92581B8D1E1A}"/>
                  </a:ext>
                </a:extLst>
              </p:cNvPr>
              <p:cNvSpPr/>
              <p:nvPr/>
            </p:nvSpPr>
            <p:spPr bwMode="auto">
              <a:xfrm flipH="1">
                <a:off x="7141730" y="2904198"/>
                <a:ext cx="313514" cy="2044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5" name="Freeform 28544">
                <a:extLst>
                  <a:ext uri="{FF2B5EF4-FFF2-40B4-BE49-F238E27FC236}">
                    <a16:creationId xmlns:a16="http://schemas.microsoft.com/office/drawing/2014/main" id="{777DB130-6074-5DA0-F9A8-FEC322536866}"/>
                  </a:ext>
                </a:extLst>
              </p:cNvPr>
              <p:cNvSpPr/>
              <p:nvPr/>
            </p:nvSpPr>
            <p:spPr bwMode="auto">
              <a:xfrm flipH="1">
                <a:off x="7116684" y="3303781"/>
                <a:ext cx="400767" cy="206271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546" name="Freeform 28545">
                <a:extLst>
                  <a:ext uri="{FF2B5EF4-FFF2-40B4-BE49-F238E27FC236}">
                    <a16:creationId xmlns:a16="http://schemas.microsoft.com/office/drawing/2014/main" id="{6E01636A-C2E2-4EEA-0826-9F1866DE72D0}"/>
                  </a:ext>
                </a:extLst>
              </p:cNvPr>
              <p:cNvSpPr/>
              <p:nvPr/>
            </p:nvSpPr>
            <p:spPr bwMode="auto">
              <a:xfrm flipH="1">
                <a:off x="6981501" y="2269906"/>
                <a:ext cx="490474" cy="217439"/>
              </a:xfrm>
              <a:custGeom>
                <a:avLst/>
                <a:gdLst>
                  <a:gd name="connsiteX0" fmla="*/ 1317 w 752639"/>
                  <a:gd name="connsiteY0" fmla="*/ 366925 h 425167"/>
                  <a:gd name="connsiteX1" fmla="*/ 30438 w 752639"/>
                  <a:gd name="connsiteY1" fmla="*/ 361101 h 425167"/>
                  <a:gd name="connsiteX2" fmla="*/ 47911 w 752639"/>
                  <a:gd name="connsiteY2" fmla="*/ 355277 h 425167"/>
                  <a:gd name="connsiteX3" fmla="*/ 82856 w 752639"/>
                  <a:gd name="connsiteY3" fmla="*/ 297035 h 425167"/>
                  <a:gd name="connsiteX4" fmla="*/ 94504 w 752639"/>
                  <a:gd name="connsiteY4" fmla="*/ 279562 h 425167"/>
                  <a:gd name="connsiteX5" fmla="*/ 111977 w 752639"/>
                  <a:gd name="connsiteY5" fmla="*/ 244617 h 425167"/>
                  <a:gd name="connsiteX6" fmla="*/ 135274 w 752639"/>
                  <a:gd name="connsiteY6" fmla="*/ 186375 h 425167"/>
                  <a:gd name="connsiteX7" fmla="*/ 158570 w 752639"/>
                  <a:gd name="connsiteY7" fmla="*/ 151430 h 425167"/>
                  <a:gd name="connsiteX8" fmla="*/ 170219 w 752639"/>
                  <a:gd name="connsiteY8" fmla="*/ 128133 h 425167"/>
                  <a:gd name="connsiteX9" fmla="*/ 187691 w 752639"/>
                  <a:gd name="connsiteY9" fmla="*/ 104836 h 425167"/>
                  <a:gd name="connsiteX10" fmla="*/ 199340 w 752639"/>
                  <a:gd name="connsiteY10" fmla="*/ 81539 h 425167"/>
                  <a:gd name="connsiteX11" fmla="*/ 216813 w 752639"/>
                  <a:gd name="connsiteY11" fmla="*/ 64067 h 425167"/>
                  <a:gd name="connsiteX12" fmla="*/ 228461 w 752639"/>
                  <a:gd name="connsiteY12" fmla="*/ 46594 h 425167"/>
                  <a:gd name="connsiteX13" fmla="*/ 245934 w 752639"/>
                  <a:gd name="connsiteY13" fmla="*/ 34946 h 425167"/>
                  <a:gd name="connsiteX14" fmla="*/ 257582 w 752639"/>
                  <a:gd name="connsiteY14" fmla="*/ 23297 h 425167"/>
                  <a:gd name="connsiteX15" fmla="*/ 304176 w 752639"/>
                  <a:gd name="connsiteY15" fmla="*/ 5825 h 425167"/>
                  <a:gd name="connsiteX16" fmla="*/ 321648 w 752639"/>
                  <a:gd name="connsiteY16" fmla="*/ 0 h 425167"/>
                  <a:gd name="connsiteX17" fmla="*/ 455605 w 752639"/>
                  <a:gd name="connsiteY17" fmla="*/ 11649 h 425167"/>
                  <a:gd name="connsiteX18" fmla="*/ 496374 w 752639"/>
                  <a:gd name="connsiteY18" fmla="*/ 23297 h 425167"/>
                  <a:gd name="connsiteX19" fmla="*/ 525495 w 752639"/>
                  <a:gd name="connsiteY19" fmla="*/ 29121 h 425167"/>
                  <a:gd name="connsiteX20" fmla="*/ 566265 w 752639"/>
                  <a:gd name="connsiteY20" fmla="*/ 46594 h 425167"/>
                  <a:gd name="connsiteX21" fmla="*/ 589562 w 752639"/>
                  <a:gd name="connsiteY21" fmla="*/ 58242 h 425167"/>
                  <a:gd name="connsiteX22" fmla="*/ 630331 w 752639"/>
                  <a:gd name="connsiteY22" fmla="*/ 69891 h 425167"/>
                  <a:gd name="connsiteX23" fmla="*/ 688573 w 752639"/>
                  <a:gd name="connsiteY23" fmla="*/ 93188 h 425167"/>
                  <a:gd name="connsiteX24" fmla="*/ 729342 w 752639"/>
                  <a:gd name="connsiteY24" fmla="*/ 104836 h 425167"/>
                  <a:gd name="connsiteX25" fmla="*/ 752639 w 752639"/>
                  <a:gd name="connsiteY25" fmla="*/ 110660 h 425167"/>
                  <a:gd name="connsiteX26" fmla="*/ 700221 w 752639"/>
                  <a:gd name="connsiteY26" fmla="*/ 116485 h 425167"/>
                  <a:gd name="connsiteX27" fmla="*/ 636155 w 752639"/>
                  <a:gd name="connsiteY27" fmla="*/ 133957 h 425167"/>
                  <a:gd name="connsiteX28" fmla="*/ 612858 w 752639"/>
                  <a:gd name="connsiteY28" fmla="*/ 163078 h 425167"/>
                  <a:gd name="connsiteX29" fmla="*/ 607034 w 752639"/>
                  <a:gd name="connsiteY29" fmla="*/ 180551 h 425167"/>
                  <a:gd name="connsiteX30" fmla="*/ 595386 w 752639"/>
                  <a:gd name="connsiteY30" fmla="*/ 244617 h 425167"/>
                  <a:gd name="connsiteX31" fmla="*/ 589562 w 752639"/>
                  <a:gd name="connsiteY31" fmla="*/ 262090 h 425167"/>
                  <a:gd name="connsiteX32" fmla="*/ 583737 w 752639"/>
                  <a:gd name="connsiteY32" fmla="*/ 297035 h 425167"/>
                  <a:gd name="connsiteX33" fmla="*/ 560441 w 752639"/>
                  <a:gd name="connsiteY33" fmla="*/ 349453 h 425167"/>
                  <a:gd name="connsiteX34" fmla="*/ 531320 w 752639"/>
                  <a:gd name="connsiteY34" fmla="*/ 378574 h 425167"/>
                  <a:gd name="connsiteX35" fmla="*/ 519671 w 752639"/>
                  <a:gd name="connsiteY35" fmla="*/ 390222 h 425167"/>
                  <a:gd name="connsiteX36" fmla="*/ 496374 w 752639"/>
                  <a:gd name="connsiteY36" fmla="*/ 401870 h 425167"/>
                  <a:gd name="connsiteX37" fmla="*/ 467253 w 752639"/>
                  <a:gd name="connsiteY37" fmla="*/ 413519 h 425167"/>
                  <a:gd name="connsiteX38" fmla="*/ 385714 w 752639"/>
                  <a:gd name="connsiteY38" fmla="*/ 425167 h 425167"/>
                  <a:gd name="connsiteX39" fmla="*/ 228461 w 752639"/>
                  <a:gd name="connsiteY39" fmla="*/ 419343 h 425167"/>
                  <a:gd name="connsiteX40" fmla="*/ 205164 w 752639"/>
                  <a:gd name="connsiteY40" fmla="*/ 413519 h 425167"/>
                  <a:gd name="connsiteX41" fmla="*/ 141098 w 752639"/>
                  <a:gd name="connsiteY41" fmla="*/ 378574 h 425167"/>
                  <a:gd name="connsiteX42" fmla="*/ 59559 w 752639"/>
                  <a:gd name="connsiteY42" fmla="*/ 366925 h 425167"/>
                  <a:gd name="connsiteX43" fmla="*/ 36262 w 752639"/>
                  <a:gd name="connsiteY43" fmla="*/ 372749 h 425167"/>
                  <a:gd name="connsiteX44" fmla="*/ 7141 w 752639"/>
                  <a:gd name="connsiteY44" fmla="*/ 378574 h 425167"/>
                  <a:gd name="connsiteX45" fmla="*/ 1317 w 752639"/>
                  <a:gd name="connsiteY45" fmla="*/ 366925 h 42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52639" h="425167">
                    <a:moveTo>
                      <a:pt x="1317" y="366925"/>
                    </a:moveTo>
                    <a:cubicBezTo>
                      <a:pt x="5200" y="364013"/>
                      <a:pt x="20834" y="363502"/>
                      <a:pt x="30438" y="361101"/>
                    </a:cubicBezTo>
                    <a:cubicBezTo>
                      <a:pt x="36394" y="359612"/>
                      <a:pt x="43570" y="359618"/>
                      <a:pt x="47911" y="355277"/>
                    </a:cubicBezTo>
                    <a:cubicBezTo>
                      <a:pt x="66902" y="336286"/>
                      <a:pt x="70603" y="318479"/>
                      <a:pt x="82856" y="297035"/>
                    </a:cubicBezTo>
                    <a:cubicBezTo>
                      <a:pt x="86329" y="290957"/>
                      <a:pt x="91374" y="285823"/>
                      <a:pt x="94504" y="279562"/>
                    </a:cubicBezTo>
                    <a:cubicBezTo>
                      <a:pt x="118613" y="231343"/>
                      <a:pt x="78598" y="294685"/>
                      <a:pt x="111977" y="244617"/>
                    </a:cubicBezTo>
                    <a:cubicBezTo>
                      <a:pt x="120313" y="219609"/>
                      <a:pt x="122417" y="207803"/>
                      <a:pt x="135274" y="186375"/>
                    </a:cubicBezTo>
                    <a:cubicBezTo>
                      <a:pt x="142477" y="174371"/>
                      <a:pt x="152309" y="163951"/>
                      <a:pt x="158570" y="151430"/>
                    </a:cubicBezTo>
                    <a:cubicBezTo>
                      <a:pt x="162453" y="143664"/>
                      <a:pt x="165617" y="135496"/>
                      <a:pt x="170219" y="128133"/>
                    </a:cubicBezTo>
                    <a:cubicBezTo>
                      <a:pt x="175364" y="119902"/>
                      <a:pt x="182546" y="113067"/>
                      <a:pt x="187691" y="104836"/>
                    </a:cubicBezTo>
                    <a:cubicBezTo>
                      <a:pt x="192293" y="97473"/>
                      <a:pt x="194293" y="88604"/>
                      <a:pt x="199340" y="81539"/>
                    </a:cubicBezTo>
                    <a:cubicBezTo>
                      <a:pt x="204128" y="74837"/>
                      <a:pt x="211540" y="70395"/>
                      <a:pt x="216813" y="64067"/>
                    </a:cubicBezTo>
                    <a:cubicBezTo>
                      <a:pt x="221294" y="58690"/>
                      <a:pt x="223511" y="51544"/>
                      <a:pt x="228461" y="46594"/>
                    </a:cubicBezTo>
                    <a:cubicBezTo>
                      <a:pt x="233411" y="41644"/>
                      <a:pt x="240468" y="39319"/>
                      <a:pt x="245934" y="34946"/>
                    </a:cubicBezTo>
                    <a:cubicBezTo>
                      <a:pt x="250222" y="31516"/>
                      <a:pt x="253013" y="26343"/>
                      <a:pt x="257582" y="23297"/>
                    </a:cubicBezTo>
                    <a:cubicBezTo>
                      <a:pt x="277939" y="9725"/>
                      <a:pt x="281767" y="12228"/>
                      <a:pt x="304176" y="5825"/>
                    </a:cubicBezTo>
                    <a:cubicBezTo>
                      <a:pt x="310079" y="4138"/>
                      <a:pt x="315824" y="1942"/>
                      <a:pt x="321648" y="0"/>
                    </a:cubicBezTo>
                    <a:cubicBezTo>
                      <a:pt x="375541" y="3369"/>
                      <a:pt x="407400" y="2885"/>
                      <a:pt x="455605" y="11649"/>
                    </a:cubicBezTo>
                    <a:cubicBezTo>
                      <a:pt x="495554" y="18912"/>
                      <a:pt x="463105" y="14980"/>
                      <a:pt x="496374" y="23297"/>
                    </a:cubicBezTo>
                    <a:cubicBezTo>
                      <a:pt x="505978" y="25698"/>
                      <a:pt x="515788" y="27180"/>
                      <a:pt x="525495" y="29121"/>
                    </a:cubicBezTo>
                    <a:cubicBezTo>
                      <a:pt x="602732" y="67741"/>
                      <a:pt x="506296" y="20894"/>
                      <a:pt x="566265" y="46594"/>
                    </a:cubicBezTo>
                    <a:cubicBezTo>
                      <a:pt x="574245" y="50014"/>
                      <a:pt x="581582" y="54822"/>
                      <a:pt x="589562" y="58242"/>
                    </a:cubicBezTo>
                    <a:cubicBezTo>
                      <a:pt x="614878" y="69092"/>
                      <a:pt x="600752" y="59327"/>
                      <a:pt x="630331" y="69891"/>
                    </a:cubicBezTo>
                    <a:cubicBezTo>
                      <a:pt x="650022" y="76924"/>
                      <a:pt x="668288" y="88117"/>
                      <a:pt x="688573" y="93188"/>
                    </a:cubicBezTo>
                    <a:cubicBezTo>
                      <a:pt x="761405" y="111395"/>
                      <a:pt x="670854" y="88125"/>
                      <a:pt x="729342" y="104836"/>
                    </a:cubicBezTo>
                    <a:cubicBezTo>
                      <a:pt x="737039" y="107035"/>
                      <a:pt x="744873" y="108719"/>
                      <a:pt x="752639" y="110660"/>
                    </a:cubicBezTo>
                    <a:cubicBezTo>
                      <a:pt x="735166" y="112602"/>
                      <a:pt x="717534" y="113430"/>
                      <a:pt x="700221" y="116485"/>
                    </a:cubicBezTo>
                    <a:cubicBezTo>
                      <a:pt x="672305" y="121412"/>
                      <a:pt x="659369" y="126219"/>
                      <a:pt x="636155" y="133957"/>
                    </a:cubicBezTo>
                    <a:cubicBezTo>
                      <a:pt x="625323" y="144790"/>
                      <a:pt x="620203" y="148387"/>
                      <a:pt x="612858" y="163078"/>
                    </a:cubicBezTo>
                    <a:cubicBezTo>
                      <a:pt x="610112" y="168569"/>
                      <a:pt x="608523" y="174595"/>
                      <a:pt x="607034" y="180551"/>
                    </a:cubicBezTo>
                    <a:cubicBezTo>
                      <a:pt x="596435" y="222949"/>
                      <a:pt x="605771" y="197882"/>
                      <a:pt x="595386" y="244617"/>
                    </a:cubicBezTo>
                    <a:cubicBezTo>
                      <a:pt x="594054" y="250610"/>
                      <a:pt x="590894" y="256097"/>
                      <a:pt x="589562" y="262090"/>
                    </a:cubicBezTo>
                    <a:cubicBezTo>
                      <a:pt x="587000" y="273618"/>
                      <a:pt x="586601" y="285579"/>
                      <a:pt x="583737" y="297035"/>
                    </a:cubicBezTo>
                    <a:cubicBezTo>
                      <a:pt x="578774" y="316885"/>
                      <a:pt x="573826" y="334155"/>
                      <a:pt x="560441" y="349453"/>
                    </a:cubicBezTo>
                    <a:cubicBezTo>
                      <a:pt x="551401" y="359784"/>
                      <a:pt x="541027" y="368867"/>
                      <a:pt x="531320" y="378574"/>
                    </a:cubicBezTo>
                    <a:cubicBezTo>
                      <a:pt x="527437" y="382457"/>
                      <a:pt x="524582" y="387766"/>
                      <a:pt x="519671" y="390222"/>
                    </a:cubicBezTo>
                    <a:cubicBezTo>
                      <a:pt x="511905" y="394105"/>
                      <a:pt x="504308" y="398344"/>
                      <a:pt x="496374" y="401870"/>
                    </a:cubicBezTo>
                    <a:cubicBezTo>
                      <a:pt x="486820" y="406116"/>
                      <a:pt x="477484" y="411365"/>
                      <a:pt x="467253" y="413519"/>
                    </a:cubicBezTo>
                    <a:cubicBezTo>
                      <a:pt x="440386" y="419175"/>
                      <a:pt x="385714" y="425167"/>
                      <a:pt x="385714" y="425167"/>
                    </a:cubicBezTo>
                    <a:cubicBezTo>
                      <a:pt x="333296" y="423226"/>
                      <a:pt x="280806" y="422720"/>
                      <a:pt x="228461" y="419343"/>
                    </a:cubicBezTo>
                    <a:cubicBezTo>
                      <a:pt x="220473" y="418828"/>
                      <a:pt x="212521" y="416672"/>
                      <a:pt x="205164" y="413519"/>
                    </a:cubicBezTo>
                    <a:cubicBezTo>
                      <a:pt x="171338" y="399022"/>
                      <a:pt x="198679" y="388172"/>
                      <a:pt x="141098" y="378574"/>
                    </a:cubicBezTo>
                    <a:cubicBezTo>
                      <a:pt x="90714" y="370175"/>
                      <a:pt x="117871" y="374214"/>
                      <a:pt x="59559" y="366925"/>
                    </a:cubicBezTo>
                    <a:cubicBezTo>
                      <a:pt x="51793" y="368866"/>
                      <a:pt x="44076" y="371012"/>
                      <a:pt x="36262" y="372749"/>
                    </a:cubicBezTo>
                    <a:cubicBezTo>
                      <a:pt x="26598" y="374897"/>
                      <a:pt x="16659" y="375854"/>
                      <a:pt x="7141" y="378574"/>
                    </a:cubicBezTo>
                    <a:cubicBezTo>
                      <a:pt x="2967" y="379767"/>
                      <a:pt x="-2566" y="369837"/>
                      <a:pt x="1317" y="366925"/>
                    </a:cubicBezTo>
                    <a:close/>
                  </a:path>
                </a:pathLst>
              </a:custGeom>
              <a:gradFill flip="none" rotWithShape="1">
                <a:gsLst>
                  <a:gs pos="45000">
                    <a:srgbClr val="899000"/>
                  </a:gs>
                  <a:gs pos="100000">
                    <a:schemeClr val="accent4">
                      <a:lumMod val="50000"/>
                    </a:schemeClr>
                  </a:gs>
                  <a:gs pos="8000">
                    <a:srgbClr val="F8FEDF"/>
                  </a:gs>
                  <a:gs pos="70000">
                    <a:srgbClr val="436C04"/>
                  </a:gs>
                  <a:gs pos="26000">
                    <a:srgbClr val="ABD310"/>
                  </a:gs>
                </a:gsLst>
                <a:path path="circle">
                  <a:fillToRect l="100000" b="100000"/>
                </a:path>
                <a:tileRect t="-100000" r="-10000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8547" name="Group 28546">
                <a:extLst>
                  <a:ext uri="{FF2B5EF4-FFF2-40B4-BE49-F238E27FC236}">
                    <a16:creationId xmlns:a16="http://schemas.microsoft.com/office/drawing/2014/main" id="{8F037865-4A55-3B86-6745-7F31E1661CAB}"/>
                  </a:ext>
                </a:extLst>
              </p:cNvPr>
              <p:cNvGrpSpPr/>
              <p:nvPr/>
            </p:nvGrpSpPr>
            <p:grpSpPr>
              <a:xfrm>
                <a:off x="7368155" y="2468870"/>
                <a:ext cx="299520" cy="1076400"/>
                <a:chOff x="7368155" y="2468870"/>
                <a:chExt cx="299520" cy="1076400"/>
              </a:xfrm>
            </p:grpSpPr>
            <mc:AlternateContent xmlns:mc="http://schemas.openxmlformats.org/markup-compatibility/2006" xmlns:p14="http://schemas.microsoft.com/office/powerpoint/2010/main">
              <mc:Choice Requires="p14">
                <p:contentPart p14:bwMode="auto" r:id="rId1943">
                  <p14:nvContentPartPr>
                    <p14:cNvPr id="28548" name="Ink 28547">
                      <a:extLst>
                        <a:ext uri="{FF2B5EF4-FFF2-40B4-BE49-F238E27FC236}">
                          <a16:creationId xmlns:a16="http://schemas.microsoft.com/office/drawing/2014/main" id="{28F21AC5-D3D1-A0EE-5AFC-0DB9D7EE84F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72995" y="3322430"/>
                    <a:ext cx="7920" cy="222840"/>
                  </p14:xfrm>
                </p:contentPart>
              </mc:Choice>
              <mc:Fallback xmlns="">
                <p:pic>
                  <p:nvPicPr>
                    <p:cNvPr id="28548" name="Ink 28547">
                      <a:extLst>
                        <a:ext uri="{FF2B5EF4-FFF2-40B4-BE49-F238E27FC236}">
                          <a16:creationId xmlns:a16="http://schemas.microsoft.com/office/drawing/2014/main" id="{28F21AC5-D3D1-A0EE-5AFC-0DB9D7EE84F8}"/>
                        </a:ext>
                      </a:extLst>
                    </p:cNvPr>
                    <p:cNvPicPr/>
                    <p:nvPr/>
                  </p:nvPicPr>
                  <p:blipFill>
                    <a:blip r:embed="rId277"/>
                    <a:stretch>
                      <a:fillRect/>
                    </a:stretch>
                  </p:blipFill>
                  <p:spPr>
                    <a:xfrm>
                      <a:off x="7562638" y="3311878"/>
                      <a:ext cx="28634" cy="24394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4">
                  <p14:nvContentPartPr>
                    <p14:cNvPr id="28549" name="Ink 28548">
                      <a:extLst>
                        <a:ext uri="{FF2B5EF4-FFF2-40B4-BE49-F238E27FC236}">
                          <a16:creationId xmlns:a16="http://schemas.microsoft.com/office/drawing/2014/main" id="{A1AA0DA2-3956-13E1-4F39-69EB84D12DE4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368155" y="3027590"/>
                    <a:ext cx="208080" cy="339120"/>
                  </p14:xfrm>
                </p:contentPart>
              </mc:Choice>
              <mc:Fallback xmlns="">
                <p:pic>
                  <p:nvPicPr>
                    <p:cNvPr id="28549" name="Ink 28548">
                      <a:extLst>
                        <a:ext uri="{FF2B5EF4-FFF2-40B4-BE49-F238E27FC236}">
                          <a16:creationId xmlns:a16="http://schemas.microsoft.com/office/drawing/2014/main" id="{A1AA0DA2-3956-13E1-4F39-69EB84D12DE4}"/>
                        </a:ext>
                      </a:extLst>
                    </p:cNvPr>
                    <p:cNvPicPr/>
                    <p:nvPr/>
                  </p:nvPicPr>
                  <p:blipFill>
                    <a:blip r:embed="rId1096"/>
                    <a:stretch>
                      <a:fillRect/>
                    </a:stretch>
                  </p:blipFill>
                  <p:spPr>
                    <a:xfrm>
                      <a:off x="7357627" y="3017031"/>
                      <a:ext cx="229136" cy="3602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5">
                  <p14:nvContentPartPr>
                    <p14:cNvPr id="28550" name="Ink 28549">
                      <a:extLst>
                        <a:ext uri="{FF2B5EF4-FFF2-40B4-BE49-F238E27FC236}">
                          <a16:creationId xmlns:a16="http://schemas.microsoft.com/office/drawing/2014/main" id="{4F7BF033-EA46-0AFF-0C22-035556B99D79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28995" y="2928950"/>
                    <a:ext cx="226800" cy="222120"/>
                  </p14:xfrm>
                </p:contentPart>
              </mc:Choice>
              <mc:Fallback xmlns="">
                <p:pic>
                  <p:nvPicPr>
                    <p:cNvPr id="28550" name="Ink 28549">
                      <a:extLst>
                        <a:ext uri="{FF2B5EF4-FFF2-40B4-BE49-F238E27FC236}">
                          <a16:creationId xmlns:a16="http://schemas.microsoft.com/office/drawing/2014/main" id="{4F7BF033-EA46-0AFF-0C22-035556B99D79}"/>
                        </a:ext>
                      </a:extLst>
                    </p:cNvPr>
                    <p:cNvPicPr/>
                    <p:nvPr/>
                  </p:nvPicPr>
                  <p:blipFill>
                    <a:blip r:embed="rId281"/>
                    <a:stretch>
                      <a:fillRect/>
                    </a:stretch>
                  </p:blipFill>
                  <p:spPr>
                    <a:xfrm>
                      <a:off x="7418461" y="2918402"/>
                      <a:ext cx="247869" cy="243215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6">
                  <p14:nvContentPartPr>
                    <p14:cNvPr id="28551" name="Ink 28550">
                      <a:extLst>
                        <a:ext uri="{FF2B5EF4-FFF2-40B4-BE49-F238E27FC236}">
                          <a16:creationId xmlns:a16="http://schemas.microsoft.com/office/drawing/2014/main" id="{49CC7FA3-D293-FEDF-4CE5-A123E63A8A34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17475" y="2860550"/>
                    <a:ext cx="225000" cy="136440"/>
                  </p14:xfrm>
                </p:contentPart>
              </mc:Choice>
              <mc:Fallback xmlns="">
                <p:pic>
                  <p:nvPicPr>
                    <p:cNvPr id="28551" name="Ink 28550">
                      <a:extLst>
                        <a:ext uri="{FF2B5EF4-FFF2-40B4-BE49-F238E27FC236}">
                          <a16:creationId xmlns:a16="http://schemas.microsoft.com/office/drawing/2014/main" id="{49CC7FA3-D293-FEDF-4CE5-A123E63A8A34}"/>
                        </a:ext>
                      </a:extLst>
                    </p:cNvPr>
                    <p:cNvPicPr/>
                    <p:nvPr/>
                  </p:nvPicPr>
                  <p:blipFill>
                    <a:blip r:embed="rId283"/>
                    <a:stretch>
                      <a:fillRect/>
                    </a:stretch>
                  </p:blipFill>
                  <p:spPr>
                    <a:xfrm>
                      <a:off x="7406938" y="2850007"/>
                      <a:ext cx="246074" cy="15752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7">
                  <p14:nvContentPartPr>
                    <p14:cNvPr id="28552" name="Ink 28551">
                      <a:extLst>
                        <a:ext uri="{FF2B5EF4-FFF2-40B4-BE49-F238E27FC236}">
                          <a16:creationId xmlns:a16="http://schemas.microsoft.com/office/drawing/2014/main" id="{F27406CF-A5ED-4D81-A852-7551D0566AF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94515" y="2844710"/>
                    <a:ext cx="158040" cy="146520"/>
                  </p14:xfrm>
                </p:contentPart>
              </mc:Choice>
              <mc:Fallback xmlns="">
                <p:pic>
                  <p:nvPicPr>
                    <p:cNvPr id="28552" name="Ink 28551">
                      <a:extLst>
                        <a:ext uri="{FF2B5EF4-FFF2-40B4-BE49-F238E27FC236}">
                          <a16:creationId xmlns:a16="http://schemas.microsoft.com/office/drawing/2014/main" id="{F27406CF-A5ED-4D81-A852-7551D0566AF0}"/>
                        </a:ext>
                      </a:extLst>
                    </p:cNvPr>
                    <p:cNvPicPr/>
                    <p:nvPr/>
                  </p:nvPicPr>
                  <p:blipFill>
                    <a:blip r:embed="rId1111"/>
                    <a:stretch>
                      <a:fillRect/>
                    </a:stretch>
                  </p:blipFill>
                  <p:spPr>
                    <a:xfrm>
                      <a:off x="7483979" y="2834200"/>
                      <a:ext cx="179112" cy="167540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8">
                  <p14:nvContentPartPr>
                    <p14:cNvPr id="28553" name="Ink 28552">
                      <a:extLst>
                        <a:ext uri="{FF2B5EF4-FFF2-40B4-BE49-F238E27FC236}">
                          <a16:creationId xmlns:a16="http://schemas.microsoft.com/office/drawing/2014/main" id="{1AE5B93E-8CCA-FFB0-C782-26D16BF46735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56435" y="2542310"/>
                    <a:ext cx="111240" cy="388440"/>
                  </p14:xfrm>
                </p:contentPart>
              </mc:Choice>
              <mc:Fallback xmlns="">
                <p:pic>
                  <p:nvPicPr>
                    <p:cNvPr id="28553" name="Ink 28552">
                      <a:extLst>
                        <a:ext uri="{FF2B5EF4-FFF2-40B4-BE49-F238E27FC236}">
                          <a16:creationId xmlns:a16="http://schemas.microsoft.com/office/drawing/2014/main" id="{1AE5B93E-8CCA-FFB0-C782-26D16BF46735}"/>
                        </a:ext>
                      </a:extLst>
                    </p:cNvPr>
                    <p:cNvPicPr/>
                    <p:nvPr/>
                  </p:nvPicPr>
                  <p:blipFill>
                    <a:blip r:embed="rId1114"/>
                    <a:stretch>
                      <a:fillRect/>
                    </a:stretch>
                  </p:blipFill>
                  <p:spPr>
                    <a:xfrm>
                      <a:off x="7545870" y="2531761"/>
                      <a:ext cx="132369" cy="409537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49">
                  <p14:nvContentPartPr>
                    <p14:cNvPr id="28554" name="Ink 28553">
                      <a:extLst>
                        <a:ext uri="{FF2B5EF4-FFF2-40B4-BE49-F238E27FC236}">
                          <a16:creationId xmlns:a16="http://schemas.microsoft.com/office/drawing/2014/main" id="{A672CFAF-FFD3-534C-1D01-C49E9543D350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477595" y="2468870"/>
                    <a:ext cx="114480" cy="409320"/>
                  </p14:xfrm>
                </p:contentPart>
              </mc:Choice>
              <mc:Fallback xmlns="">
                <p:pic>
                  <p:nvPicPr>
                    <p:cNvPr id="28554" name="Ink 28553">
                      <a:extLst>
                        <a:ext uri="{FF2B5EF4-FFF2-40B4-BE49-F238E27FC236}">
                          <a16:creationId xmlns:a16="http://schemas.microsoft.com/office/drawing/2014/main" id="{A672CFAF-FFD3-534C-1D01-C49E9543D350}"/>
                        </a:ext>
                      </a:extLst>
                    </p:cNvPr>
                    <p:cNvPicPr/>
                    <p:nvPr/>
                  </p:nvPicPr>
                  <p:blipFill>
                    <a:blip r:embed="rId289"/>
                    <a:stretch>
                      <a:fillRect/>
                    </a:stretch>
                  </p:blipFill>
                  <p:spPr>
                    <a:xfrm>
                      <a:off x="7467075" y="2458327"/>
                      <a:ext cx="135520" cy="430406"/>
                    </a:xfrm>
                    <a:prstGeom prst="rect">
                      <a:avLst/>
                    </a:prstGeom>
                  </p:spPr>
                </p:pic>
              </mc:Fallback>
            </mc:AlternateContent>
            <mc:AlternateContent xmlns:mc="http://schemas.openxmlformats.org/markup-compatibility/2006" xmlns:p14="http://schemas.microsoft.com/office/powerpoint/2010/main">
              <mc:Choice Requires="p14">
                <p:contentPart p14:bwMode="auto" r:id="rId1950">
                  <p14:nvContentPartPr>
                    <p14:cNvPr id="28555" name="Ink 28554">
                      <a:extLst>
                        <a:ext uri="{FF2B5EF4-FFF2-40B4-BE49-F238E27FC236}">
                          <a16:creationId xmlns:a16="http://schemas.microsoft.com/office/drawing/2014/main" id="{C316E684-A97A-580C-C841-68B775D6B038}"/>
                        </a:ext>
                      </a:extLst>
                    </p14:cNvPr>
                    <p14:cNvContentPartPr/>
                    <p14:nvPr/>
                  </p14:nvContentPartPr>
                  <p14:xfrm>
                    <a:off x="7566132" y="3126683"/>
                    <a:ext cx="16200" cy="178200"/>
                  </p14:xfrm>
                </p:contentPart>
              </mc:Choice>
              <mc:Fallback xmlns="">
                <p:pic>
                  <p:nvPicPr>
                    <p:cNvPr id="28555" name="Ink 28554">
                      <a:extLst>
                        <a:ext uri="{FF2B5EF4-FFF2-40B4-BE49-F238E27FC236}">
                          <a16:creationId xmlns:a16="http://schemas.microsoft.com/office/drawing/2014/main" id="{C316E684-A97A-580C-C841-68B775D6B038}"/>
                        </a:ext>
                      </a:extLst>
                    </p:cNvPr>
                    <p:cNvPicPr/>
                    <p:nvPr/>
                  </p:nvPicPr>
                  <p:blipFill>
                    <a:blip r:embed="rId1121"/>
                    <a:stretch>
                      <a:fillRect/>
                    </a:stretch>
                  </p:blipFill>
                  <p:spPr>
                    <a:xfrm>
                      <a:off x="7555932" y="3116164"/>
                      <a:ext cx="36600" cy="199238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</p:grpSp>
        <p:sp>
          <p:nvSpPr>
            <p:cNvPr id="28502" name="Freeform 28501">
              <a:extLst>
                <a:ext uri="{FF2B5EF4-FFF2-40B4-BE49-F238E27FC236}">
                  <a16:creationId xmlns:a16="http://schemas.microsoft.com/office/drawing/2014/main" id="{6E46BBCF-EDB9-4D28-F4A8-3A3B32A02FEA}"/>
                </a:ext>
              </a:extLst>
            </p:cNvPr>
            <p:cNvSpPr/>
            <p:nvPr/>
          </p:nvSpPr>
          <p:spPr bwMode="auto">
            <a:xfrm>
              <a:off x="9984507" y="1494967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503" name="Freeform 28502">
              <a:extLst>
                <a:ext uri="{FF2B5EF4-FFF2-40B4-BE49-F238E27FC236}">
                  <a16:creationId xmlns:a16="http://schemas.microsoft.com/office/drawing/2014/main" id="{20260E2F-4811-5EB9-E50E-F6EAF478B776}"/>
                </a:ext>
              </a:extLst>
            </p:cNvPr>
            <p:cNvSpPr/>
            <p:nvPr/>
          </p:nvSpPr>
          <p:spPr bwMode="auto">
            <a:xfrm>
              <a:off x="9956081" y="1922088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504" name="Freeform 28503">
              <a:extLst>
                <a:ext uri="{FF2B5EF4-FFF2-40B4-BE49-F238E27FC236}">
                  <a16:creationId xmlns:a16="http://schemas.microsoft.com/office/drawing/2014/main" id="{C978A2BB-F1B1-09D1-B798-8D1F2C5AC2FC}"/>
                </a:ext>
              </a:extLst>
            </p:cNvPr>
            <p:cNvSpPr/>
            <p:nvPr/>
          </p:nvSpPr>
          <p:spPr bwMode="auto">
            <a:xfrm>
              <a:off x="9910742" y="2319153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505" name="Freeform 28504">
              <a:extLst>
                <a:ext uri="{FF2B5EF4-FFF2-40B4-BE49-F238E27FC236}">
                  <a16:creationId xmlns:a16="http://schemas.microsoft.com/office/drawing/2014/main" id="{03E7CD50-3D85-E2C8-C776-555F51B234C7}"/>
                </a:ext>
              </a:extLst>
            </p:cNvPr>
            <p:cNvSpPr/>
            <p:nvPr/>
          </p:nvSpPr>
          <p:spPr bwMode="auto">
            <a:xfrm flipH="1">
              <a:off x="9298644" y="1762617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506" name="Freeform 28505">
              <a:extLst>
                <a:ext uri="{FF2B5EF4-FFF2-40B4-BE49-F238E27FC236}">
                  <a16:creationId xmlns:a16="http://schemas.microsoft.com/office/drawing/2014/main" id="{19E35D2B-35B8-1691-3F6F-32CDCD80797A}"/>
                </a:ext>
              </a:extLst>
            </p:cNvPr>
            <p:cNvSpPr/>
            <p:nvPr/>
          </p:nvSpPr>
          <p:spPr bwMode="auto">
            <a:xfrm flipH="1">
              <a:off x="9487441" y="2471066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507" name="Freeform 28506">
              <a:extLst>
                <a:ext uri="{FF2B5EF4-FFF2-40B4-BE49-F238E27FC236}">
                  <a16:creationId xmlns:a16="http://schemas.microsoft.com/office/drawing/2014/main" id="{B2D6F5B0-2FBA-28EA-5DD3-1A4B7D400368}"/>
                </a:ext>
              </a:extLst>
            </p:cNvPr>
            <p:cNvSpPr/>
            <p:nvPr/>
          </p:nvSpPr>
          <p:spPr bwMode="auto">
            <a:xfrm flipH="1">
              <a:off x="9352258" y="1437191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1951">
              <p14:nvContentPartPr>
                <p14:cNvPr id="28508" name="Ink 28507">
                  <a:extLst>
                    <a:ext uri="{FF2B5EF4-FFF2-40B4-BE49-F238E27FC236}">
                      <a16:creationId xmlns:a16="http://schemas.microsoft.com/office/drawing/2014/main" id="{1F2A739E-EA82-3BB9-B9F2-D831FE9719EC}"/>
                    </a:ext>
                  </a:extLst>
                </p14:cNvPr>
                <p14:cNvContentPartPr/>
                <p14:nvPr/>
              </p14:nvContentPartPr>
              <p14:xfrm>
                <a:off x="9879492" y="2471483"/>
                <a:ext cx="67680" cy="152280"/>
              </p14:xfrm>
            </p:contentPart>
          </mc:Choice>
          <mc:Fallback xmlns="">
            <p:pic>
              <p:nvPicPr>
                <p:cNvPr id="28508" name="Ink 28507">
                  <a:extLst>
                    <a:ext uri="{FF2B5EF4-FFF2-40B4-BE49-F238E27FC236}">
                      <a16:creationId xmlns:a16="http://schemas.microsoft.com/office/drawing/2014/main" id="{1F2A739E-EA82-3BB9-B9F2-D831FE9719E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869032" y="2460960"/>
                  <a:ext cx="88599" cy="173327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8509" name="Group 28508">
              <a:extLst>
                <a:ext uri="{FF2B5EF4-FFF2-40B4-BE49-F238E27FC236}">
                  <a16:creationId xmlns:a16="http://schemas.microsoft.com/office/drawing/2014/main" id="{403ED799-2A31-8023-D1DE-0167BB430D26}"/>
                </a:ext>
              </a:extLst>
            </p:cNvPr>
            <p:cNvGrpSpPr/>
            <p:nvPr/>
          </p:nvGrpSpPr>
          <p:grpSpPr>
            <a:xfrm>
              <a:off x="9694092" y="1599203"/>
              <a:ext cx="329400" cy="1015920"/>
              <a:chOff x="9694092" y="1599203"/>
              <a:chExt cx="329400" cy="10159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952">
                <p14:nvContentPartPr>
                  <p14:cNvPr id="28511" name="Ink 28510">
                    <a:extLst>
                      <a:ext uri="{FF2B5EF4-FFF2-40B4-BE49-F238E27FC236}">
                        <a16:creationId xmlns:a16="http://schemas.microsoft.com/office/drawing/2014/main" id="{9CFFCCFA-8D0C-CFBB-76FD-B1C59C0B2F93}"/>
                      </a:ext>
                    </a:extLst>
                  </p14:cNvPr>
                  <p14:cNvContentPartPr/>
                  <p14:nvPr/>
                </p14:nvContentPartPr>
                <p14:xfrm>
                  <a:off x="9694092" y="2270603"/>
                  <a:ext cx="192600" cy="344520"/>
                </p14:xfrm>
              </p:contentPart>
            </mc:Choice>
            <mc:Fallback xmlns="">
              <p:pic>
                <p:nvPicPr>
                  <p:cNvPr id="28511" name="Ink 28510">
                    <a:extLst>
                      <a:ext uri="{FF2B5EF4-FFF2-40B4-BE49-F238E27FC236}">
                        <a16:creationId xmlns:a16="http://schemas.microsoft.com/office/drawing/2014/main" id="{9CFFCCFA-8D0C-CFBB-76FD-B1C59C0B2F93}"/>
                      </a:ext>
                    </a:extLst>
                  </p:cNvPr>
                  <p:cNvPicPr/>
                  <p:nvPr/>
                </p:nvPicPr>
                <p:blipFill>
                  <a:blip r:embed="rId295"/>
                  <a:stretch>
                    <a:fillRect/>
                  </a:stretch>
                </p:blipFill>
                <p:spPr>
                  <a:xfrm>
                    <a:off x="9683564" y="2260069"/>
                    <a:ext cx="213656" cy="36558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53">
                <p14:nvContentPartPr>
                  <p14:cNvPr id="28512" name="Ink 28511">
                    <a:extLst>
                      <a:ext uri="{FF2B5EF4-FFF2-40B4-BE49-F238E27FC236}">
                        <a16:creationId xmlns:a16="http://schemas.microsoft.com/office/drawing/2014/main" id="{4EB53109-6C94-E38D-AE34-3E7E0345EBC1}"/>
                      </a:ext>
                    </a:extLst>
                  </p14:cNvPr>
                  <p14:cNvContentPartPr/>
                  <p14:nvPr/>
                </p14:nvContentPartPr>
                <p14:xfrm>
                  <a:off x="9778692" y="2088443"/>
                  <a:ext cx="201240" cy="255240"/>
                </p14:xfrm>
              </p:contentPart>
            </mc:Choice>
            <mc:Fallback xmlns="">
              <p:pic>
                <p:nvPicPr>
                  <p:cNvPr id="28512" name="Ink 28511">
                    <a:extLst>
                      <a:ext uri="{FF2B5EF4-FFF2-40B4-BE49-F238E27FC236}">
                        <a16:creationId xmlns:a16="http://schemas.microsoft.com/office/drawing/2014/main" id="{4EB53109-6C94-E38D-AE34-3E7E0345EBC1}"/>
                      </a:ext>
                    </a:extLst>
                  </p:cNvPr>
                  <p:cNvPicPr/>
                  <p:nvPr/>
                </p:nvPicPr>
                <p:blipFill>
                  <a:blip r:embed="rId1133"/>
                  <a:stretch>
                    <a:fillRect/>
                  </a:stretch>
                </p:blipFill>
                <p:spPr>
                  <a:xfrm>
                    <a:off x="9768166" y="2077911"/>
                    <a:ext cx="222293" cy="2763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54">
                <p14:nvContentPartPr>
                  <p14:cNvPr id="28513" name="Ink 28512">
                    <a:extLst>
                      <a:ext uri="{FF2B5EF4-FFF2-40B4-BE49-F238E27FC236}">
                        <a16:creationId xmlns:a16="http://schemas.microsoft.com/office/drawing/2014/main" id="{254EC0C4-7F16-20D4-9A7E-F6252CBAEC90}"/>
                      </a:ext>
                    </a:extLst>
                  </p14:cNvPr>
                  <p14:cNvContentPartPr/>
                  <p14:nvPr/>
                </p14:nvContentPartPr>
                <p14:xfrm>
                  <a:off x="9870852" y="1988723"/>
                  <a:ext cx="58320" cy="115200"/>
                </p14:xfrm>
              </p:contentPart>
            </mc:Choice>
            <mc:Fallback xmlns="">
              <p:pic>
                <p:nvPicPr>
                  <p:cNvPr id="28513" name="Ink 28512">
                    <a:extLst>
                      <a:ext uri="{FF2B5EF4-FFF2-40B4-BE49-F238E27FC236}">
                        <a16:creationId xmlns:a16="http://schemas.microsoft.com/office/drawing/2014/main" id="{254EC0C4-7F16-20D4-9A7E-F6252CBAEC90}"/>
                      </a:ext>
                    </a:extLst>
                  </p:cNvPr>
                  <p:cNvPicPr/>
                  <p:nvPr/>
                </p:nvPicPr>
                <p:blipFill>
                  <a:blip r:embed="rId1135"/>
                  <a:stretch>
                    <a:fillRect/>
                  </a:stretch>
                </p:blipFill>
                <p:spPr>
                  <a:xfrm>
                    <a:off x="9860305" y="1978194"/>
                    <a:ext cx="79414" cy="1362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55">
                <p14:nvContentPartPr>
                  <p14:cNvPr id="28514" name="Ink 28513">
                    <a:extLst>
                      <a:ext uri="{FF2B5EF4-FFF2-40B4-BE49-F238E27FC236}">
                        <a16:creationId xmlns:a16="http://schemas.microsoft.com/office/drawing/2014/main" id="{EE65F718-DC8B-33CA-DBA6-3FBF8ADC1D28}"/>
                      </a:ext>
                    </a:extLst>
                  </p14:cNvPr>
                  <p14:cNvContentPartPr/>
                  <p14:nvPr/>
                </p14:nvContentPartPr>
                <p14:xfrm>
                  <a:off x="9902172" y="1703603"/>
                  <a:ext cx="121320" cy="335880"/>
                </p14:xfrm>
              </p:contentPart>
            </mc:Choice>
            <mc:Fallback xmlns="">
              <p:pic>
                <p:nvPicPr>
                  <p:cNvPr id="28514" name="Ink 28513">
                    <a:extLst>
                      <a:ext uri="{FF2B5EF4-FFF2-40B4-BE49-F238E27FC236}">
                        <a16:creationId xmlns:a16="http://schemas.microsoft.com/office/drawing/2014/main" id="{EE65F718-DC8B-33CA-DBA6-3FBF8ADC1D28}"/>
                      </a:ext>
                    </a:extLst>
                  </p:cNvPr>
                  <p:cNvPicPr/>
                  <p:nvPr/>
                </p:nvPicPr>
                <p:blipFill>
                  <a:blip r:embed="rId1137"/>
                  <a:stretch>
                    <a:fillRect/>
                  </a:stretch>
                </p:blipFill>
                <p:spPr>
                  <a:xfrm>
                    <a:off x="9891649" y="1693068"/>
                    <a:ext cx="142365" cy="3569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56">
                <p14:nvContentPartPr>
                  <p14:cNvPr id="28515" name="Ink 28514">
                    <a:extLst>
                      <a:ext uri="{FF2B5EF4-FFF2-40B4-BE49-F238E27FC236}">
                        <a16:creationId xmlns:a16="http://schemas.microsoft.com/office/drawing/2014/main" id="{3AF62A76-5473-4940-5BE7-3DFA4896C02B}"/>
                      </a:ext>
                    </a:extLst>
                  </p14:cNvPr>
                  <p14:cNvContentPartPr/>
                  <p14:nvPr/>
                </p14:nvContentPartPr>
                <p14:xfrm>
                  <a:off x="9777612" y="1599203"/>
                  <a:ext cx="211680" cy="234000"/>
                </p14:xfrm>
              </p:contentPart>
            </mc:Choice>
            <mc:Fallback xmlns="">
              <p:pic>
                <p:nvPicPr>
                  <p:cNvPr id="28515" name="Ink 28514">
                    <a:extLst>
                      <a:ext uri="{FF2B5EF4-FFF2-40B4-BE49-F238E27FC236}">
                        <a16:creationId xmlns:a16="http://schemas.microsoft.com/office/drawing/2014/main" id="{3AF62A76-5473-4940-5BE7-3DFA4896C02B}"/>
                      </a:ext>
                    </a:extLst>
                  </p:cNvPr>
                  <p:cNvPicPr/>
                  <p:nvPr/>
                </p:nvPicPr>
                <p:blipFill>
                  <a:blip r:embed="rId303"/>
                  <a:stretch>
                    <a:fillRect/>
                  </a:stretch>
                </p:blipFill>
                <p:spPr>
                  <a:xfrm>
                    <a:off x="9767059" y="1588651"/>
                    <a:ext cx="232786" cy="255103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8510" name="Freeform 28509">
              <a:extLst>
                <a:ext uri="{FF2B5EF4-FFF2-40B4-BE49-F238E27FC236}">
                  <a16:creationId xmlns:a16="http://schemas.microsoft.com/office/drawing/2014/main" id="{A94BFAE5-E20F-0F7A-6A97-EA34F4052DA7}"/>
                </a:ext>
              </a:extLst>
            </p:cNvPr>
            <p:cNvSpPr/>
            <p:nvPr/>
          </p:nvSpPr>
          <p:spPr bwMode="auto">
            <a:xfrm flipH="1">
              <a:off x="9455621" y="209958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28121" name="Group 28120">
            <a:extLst>
              <a:ext uri="{FF2B5EF4-FFF2-40B4-BE49-F238E27FC236}">
                <a16:creationId xmlns:a16="http://schemas.microsoft.com/office/drawing/2014/main" id="{512D34B6-8673-DF66-814B-DF3426BD6913}"/>
              </a:ext>
            </a:extLst>
          </p:cNvPr>
          <p:cNvGrpSpPr/>
          <p:nvPr/>
        </p:nvGrpSpPr>
        <p:grpSpPr>
          <a:xfrm flipH="1">
            <a:off x="2203951" y="6129837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7">
              <p14:nvContentPartPr>
                <p14:cNvPr id="28122" name="Ink 28121">
                  <a:extLst>
                    <a:ext uri="{FF2B5EF4-FFF2-40B4-BE49-F238E27FC236}">
                      <a16:creationId xmlns:a16="http://schemas.microsoft.com/office/drawing/2014/main" id="{659FBDF7-763C-59F8-CD29-551C8241A378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28122" name="Ink 28121">
                  <a:extLst>
                    <a:ext uri="{FF2B5EF4-FFF2-40B4-BE49-F238E27FC236}">
                      <a16:creationId xmlns:a16="http://schemas.microsoft.com/office/drawing/2014/main" id="{659FBDF7-763C-59F8-CD29-551C8241A37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8">
              <p14:nvContentPartPr>
                <p14:cNvPr id="28123" name="Ink 28122">
                  <a:extLst>
                    <a:ext uri="{FF2B5EF4-FFF2-40B4-BE49-F238E27FC236}">
                      <a16:creationId xmlns:a16="http://schemas.microsoft.com/office/drawing/2014/main" id="{A99EAE77-B9D1-C7C5-9A4E-0BC30D3E05E3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8123" name="Ink 28122">
                  <a:extLst>
                    <a:ext uri="{FF2B5EF4-FFF2-40B4-BE49-F238E27FC236}">
                      <a16:creationId xmlns:a16="http://schemas.microsoft.com/office/drawing/2014/main" id="{A99EAE77-B9D1-C7C5-9A4E-0BC30D3E05E3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9">
              <p14:nvContentPartPr>
                <p14:cNvPr id="28124" name="Ink 28123">
                  <a:extLst>
                    <a:ext uri="{FF2B5EF4-FFF2-40B4-BE49-F238E27FC236}">
                      <a16:creationId xmlns:a16="http://schemas.microsoft.com/office/drawing/2014/main" id="{C4DC03E6-DE3E-0334-5ACE-38FE33E1D62C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8124" name="Ink 28123">
                  <a:extLst>
                    <a:ext uri="{FF2B5EF4-FFF2-40B4-BE49-F238E27FC236}">
                      <a16:creationId xmlns:a16="http://schemas.microsoft.com/office/drawing/2014/main" id="{C4DC03E6-DE3E-0334-5ACE-38FE33E1D62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0">
              <p14:nvContentPartPr>
                <p14:cNvPr id="28125" name="Ink 28124">
                  <a:extLst>
                    <a:ext uri="{FF2B5EF4-FFF2-40B4-BE49-F238E27FC236}">
                      <a16:creationId xmlns:a16="http://schemas.microsoft.com/office/drawing/2014/main" id="{2CCCE030-1290-6C03-3E12-CFC6DEF9A980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8125" name="Ink 28124">
                  <a:extLst>
                    <a:ext uri="{FF2B5EF4-FFF2-40B4-BE49-F238E27FC236}">
                      <a16:creationId xmlns:a16="http://schemas.microsoft.com/office/drawing/2014/main" id="{2CCCE030-1290-6C03-3E12-CFC6DEF9A98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8126" name="Group 92">
              <a:extLst>
                <a:ext uri="{FF2B5EF4-FFF2-40B4-BE49-F238E27FC236}">
                  <a16:creationId xmlns:a16="http://schemas.microsoft.com/office/drawing/2014/main" id="{EF42CC2D-C5A7-0AF1-3376-94A47C8F2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1961">
                <p14:nvContentPartPr>
                  <p14:cNvPr id="28162" name="Ink 28161">
                    <a:extLst>
                      <a:ext uri="{FF2B5EF4-FFF2-40B4-BE49-F238E27FC236}">
                        <a16:creationId xmlns:a16="http://schemas.microsoft.com/office/drawing/2014/main" id="{9ADC3572-BC98-E179-46B8-4F4C5F18B4C5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8162" name="Ink 28161">
                    <a:extLst>
                      <a:ext uri="{FF2B5EF4-FFF2-40B4-BE49-F238E27FC236}">
                        <a16:creationId xmlns:a16="http://schemas.microsoft.com/office/drawing/2014/main" id="{9ADC3572-BC98-E179-46B8-4F4C5F18B4C5}"/>
                      </a:ext>
                    </a:extLst>
                  </p:cNvPr>
                  <p:cNvPicPr/>
                  <p:nvPr/>
                </p:nvPicPr>
                <p:blipFill>
                  <a:blip r:embed="rId1149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2">
                <p14:nvContentPartPr>
                  <p14:cNvPr id="28163" name="Ink 28162">
                    <a:extLst>
                      <a:ext uri="{FF2B5EF4-FFF2-40B4-BE49-F238E27FC236}">
                        <a16:creationId xmlns:a16="http://schemas.microsoft.com/office/drawing/2014/main" id="{E756B055-5014-96DF-00FA-61744171986B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8163" name="Ink 28162">
                    <a:extLst>
                      <a:ext uri="{FF2B5EF4-FFF2-40B4-BE49-F238E27FC236}">
                        <a16:creationId xmlns:a16="http://schemas.microsoft.com/office/drawing/2014/main" id="{E756B055-5014-96DF-00FA-61744171986B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3">
                <p14:nvContentPartPr>
                  <p14:cNvPr id="28164" name="Ink 28163">
                    <a:extLst>
                      <a:ext uri="{FF2B5EF4-FFF2-40B4-BE49-F238E27FC236}">
                        <a16:creationId xmlns:a16="http://schemas.microsoft.com/office/drawing/2014/main" id="{A8F20019-337E-5F6A-5110-84F3EAA3DC80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8164" name="Ink 28163">
                    <a:extLst>
                      <a:ext uri="{FF2B5EF4-FFF2-40B4-BE49-F238E27FC236}">
                        <a16:creationId xmlns:a16="http://schemas.microsoft.com/office/drawing/2014/main" id="{A8F20019-337E-5F6A-5110-84F3EAA3DC80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4">
                <p14:nvContentPartPr>
                  <p14:cNvPr id="28165" name="Ink 28164">
                    <a:extLst>
                      <a:ext uri="{FF2B5EF4-FFF2-40B4-BE49-F238E27FC236}">
                        <a16:creationId xmlns:a16="http://schemas.microsoft.com/office/drawing/2014/main" id="{F186A8F1-FF3F-6701-CB87-FE6A573CE1A9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8165" name="Ink 28164">
                    <a:extLst>
                      <a:ext uri="{FF2B5EF4-FFF2-40B4-BE49-F238E27FC236}">
                        <a16:creationId xmlns:a16="http://schemas.microsoft.com/office/drawing/2014/main" id="{F186A8F1-FF3F-6701-CB87-FE6A573CE1A9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5">
                <p14:nvContentPartPr>
                  <p14:cNvPr id="28166" name="Ink 28165">
                    <a:extLst>
                      <a:ext uri="{FF2B5EF4-FFF2-40B4-BE49-F238E27FC236}">
                        <a16:creationId xmlns:a16="http://schemas.microsoft.com/office/drawing/2014/main" id="{8D0B259A-E55F-584B-D13C-817044F58C18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8166" name="Ink 28165">
                    <a:extLst>
                      <a:ext uri="{FF2B5EF4-FFF2-40B4-BE49-F238E27FC236}">
                        <a16:creationId xmlns:a16="http://schemas.microsoft.com/office/drawing/2014/main" id="{8D0B259A-E55F-584B-D13C-817044F58C18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6">
                <p14:nvContentPartPr>
                  <p14:cNvPr id="28167" name="Ink 28166">
                    <a:extLst>
                      <a:ext uri="{FF2B5EF4-FFF2-40B4-BE49-F238E27FC236}">
                        <a16:creationId xmlns:a16="http://schemas.microsoft.com/office/drawing/2014/main" id="{FD4E73DF-57F3-9A11-475B-219349BC4235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8167" name="Ink 28166">
                    <a:extLst>
                      <a:ext uri="{FF2B5EF4-FFF2-40B4-BE49-F238E27FC236}">
                        <a16:creationId xmlns:a16="http://schemas.microsoft.com/office/drawing/2014/main" id="{FD4E73DF-57F3-9A11-475B-219349BC4235}"/>
                      </a:ext>
                    </a:extLst>
                  </p:cNvPr>
                  <p:cNvPicPr/>
                  <p:nvPr/>
                </p:nvPicPr>
                <p:blipFill>
                  <a:blip r:embed="rId165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7">
                <p14:nvContentPartPr>
                  <p14:cNvPr id="28168" name="Ink 28167">
                    <a:extLst>
                      <a:ext uri="{FF2B5EF4-FFF2-40B4-BE49-F238E27FC236}">
                        <a16:creationId xmlns:a16="http://schemas.microsoft.com/office/drawing/2014/main" id="{B7C9DE69-04B1-02EF-1600-104F7F49201D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8168" name="Ink 28167">
                    <a:extLst>
                      <a:ext uri="{FF2B5EF4-FFF2-40B4-BE49-F238E27FC236}">
                        <a16:creationId xmlns:a16="http://schemas.microsoft.com/office/drawing/2014/main" id="{B7C9DE69-04B1-02EF-1600-104F7F49201D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8">
                <p14:nvContentPartPr>
                  <p14:cNvPr id="28169" name="Ink 28168">
                    <a:extLst>
                      <a:ext uri="{FF2B5EF4-FFF2-40B4-BE49-F238E27FC236}">
                        <a16:creationId xmlns:a16="http://schemas.microsoft.com/office/drawing/2014/main" id="{83F6A8B1-F701-7677-B6E9-AC8F24A87CBA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8169" name="Ink 28168">
                    <a:extLst>
                      <a:ext uri="{FF2B5EF4-FFF2-40B4-BE49-F238E27FC236}">
                        <a16:creationId xmlns:a16="http://schemas.microsoft.com/office/drawing/2014/main" id="{83F6A8B1-F701-7677-B6E9-AC8F24A87CBA}"/>
                      </a:ext>
                    </a:extLst>
                  </p:cNvPr>
                  <p:cNvPicPr/>
                  <p:nvPr/>
                </p:nvPicPr>
                <p:blipFill>
                  <a:blip r:embed="rId1659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69">
                <p14:nvContentPartPr>
                  <p14:cNvPr id="28170" name="Ink 28169">
                    <a:extLst>
                      <a:ext uri="{FF2B5EF4-FFF2-40B4-BE49-F238E27FC236}">
                        <a16:creationId xmlns:a16="http://schemas.microsoft.com/office/drawing/2014/main" id="{D38845E3-C47C-A504-83B0-82C17A390087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8170" name="Ink 28169">
                    <a:extLst>
                      <a:ext uri="{FF2B5EF4-FFF2-40B4-BE49-F238E27FC236}">
                        <a16:creationId xmlns:a16="http://schemas.microsoft.com/office/drawing/2014/main" id="{D38845E3-C47C-A504-83B0-82C17A390087}"/>
                      </a:ext>
                    </a:extLst>
                  </p:cNvPr>
                  <p:cNvPicPr/>
                  <p:nvPr/>
                </p:nvPicPr>
                <p:blipFill>
                  <a:blip r:embed="rId1671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0">
                <p14:nvContentPartPr>
                  <p14:cNvPr id="28171" name="Ink 28170">
                    <a:extLst>
                      <a:ext uri="{FF2B5EF4-FFF2-40B4-BE49-F238E27FC236}">
                        <a16:creationId xmlns:a16="http://schemas.microsoft.com/office/drawing/2014/main" id="{6C1A5400-7E90-4F79-2C76-4D5E60C208AD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8171" name="Ink 28170">
                    <a:extLst>
                      <a:ext uri="{FF2B5EF4-FFF2-40B4-BE49-F238E27FC236}">
                        <a16:creationId xmlns:a16="http://schemas.microsoft.com/office/drawing/2014/main" id="{6C1A5400-7E90-4F79-2C76-4D5E60C208AD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1">
                <p14:nvContentPartPr>
                  <p14:cNvPr id="28172" name="Ink 28171">
                    <a:extLst>
                      <a:ext uri="{FF2B5EF4-FFF2-40B4-BE49-F238E27FC236}">
                        <a16:creationId xmlns:a16="http://schemas.microsoft.com/office/drawing/2014/main" id="{061677FC-D77A-3D5D-C335-8894C0CD63E3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8172" name="Ink 28171">
                    <a:extLst>
                      <a:ext uri="{FF2B5EF4-FFF2-40B4-BE49-F238E27FC236}">
                        <a16:creationId xmlns:a16="http://schemas.microsoft.com/office/drawing/2014/main" id="{061677FC-D77A-3D5D-C335-8894C0CD63E3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2">
                <p14:nvContentPartPr>
                  <p14:cNvPr id="28173" name="Ink 28172">
                    <a:extLst>
                      <a:ext uri="{FF2B5EF4-FFF2-40B4-BE49-F238E27FC236}">
                        <a16:creationId xmlns:a16="http://schemas.microsoft.com/office/drawing/2014/main" id="{38A176E1-417C-8D03-28EA-6C176BC1FA59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8173" name="Ink 28172">
                    <a:extLst>
                      <a:ext uri="{FF2B5EF4-FFF2-40B4-BE49-F238E27FC236}">
                        <a16:creationId xmlns:a16="http://schemas.microsoft.com/office/drawing/2014/main" id="{38A176E1-417C-8D03-28EA-6C176BC1FA59}"/>
                      </a:ext>
                    </a:extLst>
                  </p:cNvPr>
                  <p:cNvPicPr/>
                  <p:nvPr/>
                </p:nvPicPr>
                <p:blipFill>
                  <a:blip r:embed="rId168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3">
                <p14:nvContentPartPr>
                  <p14:cNvPr id="28174" name="Ink 28173">
                    <a:extLst>
                      <a:ext uri="{FF2B5EF4-FFF2-40B4-BE49-F238E27FC236}">
                        <a16:creationId xmlns:a16="http://schemas.microsoft.com/office/drawing/2014/main" id="{601A4801-61DB-01F0-2ED7-E7B6D535711B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8174" name="Ink 28173">
                    <a:extLst>
                      <a:ext uri="{FF2B5EF4-FFF2-40B4-BE49-F238E27FC236}">
                        <a16:creationId xmlns:a16="http://schemas.microsoft.com/office/drawing/2014/main" id="{601A4801-61DB-01F0-2ED7-E7B6D535711B}"/>
                      </a:ext>
                    </a:extLst>
                  </p:cNvPr>
                  <p:cNvPicPr/>
                  <p:nvPr/>
                </p:nvPicPr>
                <p:blipFill>
                  <a:blip r:embed="rId168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4">
                <p14:nvContentPartPr>
                  <p14:cNvPr id="28175" name="Ink 28174">
                    <a:extLst>
                      <a:ext uri="{FF2B5EF4-FFF2-40B4-BE49-F238E27FC236}">
                        <a16:creationId xmlns:a16="http://schemas.microsoft.com/office/drawing/2014/main" id="{0B41F21F-0DEF-8AFB-2B24-959D0738C498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8175" name="Ink 28174">
                    <a:extLst>
                      <a:ext uri="{FF2B5EF4-FFF2-40B4-BE49-F238E27FC236}">
                        <a16:creationId xmlns:a16="http://schemas.microsoft.com/office/drawing/2014/main" id="{0B41F21F-0DEF-8AFB-2B24-959D0738C498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5">
                <p14:nvContentPartPr>
                  <p14:cNvPr id="28176" name="Ink 28175">
                    <a:extLst>
                      <a:ext uri="{FF2B5EF4-FFF2-40B4-BE49-F238E27FC236}">
                        <a16:creationId xmlns:a16="http://schemas.microsoft.com/office/drawing/2014/main" id="{F8EB870A-859D-7FEC-F33B-9FC1DA0E1B9C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8176" name="Ink 28175">
                    <a:extLst>
                      <a:ext uri="{FF2B5EF4-FFF2-40B4-BE49-F238E27FC236}">
                        <a16:creationId xmlns:a16="http://schemas.microsoft.com/office/drawing/2014/main" id="{F8EB870A-859D-7FEC-F33B-9FC1DA0E1B9C}"/>
                      </a:ext>
                    </a:extLst>
                  </p:cNvPr>
                  <p:cNvPicPr/>
                  <p:nvPr/>
                </p:nvPicPr>
                <p:blipFill>
                  <a:blip r:embed="rId1706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6">
                <p14:nvContentPartPr>
                  <p14:cNvPr id="28177" name="Ink 28176">
                    <a:extLst>
                      <a:ext uri="{FF2B5EF4-FFF2-40B4-BE49-F238E27FC236}">
                        <a16:creationId xmlns:a16="http://schemas.microsoft.com/office/drawing/2014/main" id="{6DFE46BE-9FC1-DDD2-3615-3D38D4727308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8177" name="Ink 28176">
                    <a:extLst>
                      <a:ext uri="{FF2B5EF4-FFF2-40B4-BE49-F238E27FC236}">
                        <a16:creationId xmlns:a16="http://schemas.microsoft.com/office/drawing/2014/main" id="{6DFE46BE-9FC1-DDD2-3615-3D38D4727308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7">
                <p14:nvContentPartPr>
                  <p14:cNvPr id="28178" name="Ink 28177">
                    <a:extLst>
                      <a:ext uri="{FF2B5EF4-FFF2-40B4-BE49-F238E27FC236}">
                        <a16:creationId xmlns:a16="http://schemas.microsoft.com/office/drawing/2014/main" id="{4D9686AF-D89A-BD42-F81B-B34C195D8215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8178" name="Ink 28177">
                    <a:extLst>
                      <a:ext uri="{FF2B5EF4-FFF2-40B4-BE49-F238E27FC236}">
                        <a16:creationId xmlns:a16="http://schemas.microsoft.com/office/drawing/2014/main" id="{4D9686AF-D89A-BD42-F81B-B34C195D8215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8">
                <p14:nvContentPartPr>
                  <p14:cNvPr id="28179" name="Ink 28178">
                    <a:extLst>
                      <a:ext uri="{FF2B5EF4-FFF2-40B4-BE49-F238E27FC236}">
                        <a16:creationId xmlns:a16="http://schemas.microsoft.com/office/drawing/2014/main" id="{39FDE319-7D7D-013F-7EA9-69C036E65330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8179" name="Ink 28178">
                    <a:extLst>
                      <a:ext uri="{FF2B5EF4-FFF2-40B4-BE49-F238E27FC236}">
                        <a16:creationId xmlns:a16="http://schemas.microsoft.com/office/drawing/2014/main" id="{39FDE319-7D7D-013F-7EA9-69C036E65330}"/>
                      </a:ext>
                    </a:extLst>
                  </p:cNvPr>
                  <p:cNvPicPr/>
                  <p:nvPr/>
                </p:nvPicPr>
                <p:blipFill>
                  <a:blip r:embed="rId1771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79">
                <p14:nvContentPartPr>
                  <p14:cNvPr id="28180" name="Ink 28179">
                    <a:extLst>
                      <a:ext uri="{FF2B5EF4-FFF2-40B4-BE49-F238E27FC236}">
                        <a16:creationId xmlns:a16="http://schemas.microsoft.com/office/drawing/2014/main" id="{71971837-FA1B-08CE-EE47-BAAB3331866D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8180" name="Ink 28179">
                    <a:extLst>
                      <a:ext uri="{FF2B5EF4-FFF2-40B4-BE49-F238E27FC236}">
                        <a16:creationId xmlns:a16="http://schemas.microsoft.com/office/drawing/2014/main" id="{71971837-FA1B-08CE-EE47-BAAB3331866D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0">
                <p14:nvContentPartPr>
                  <p14:cNvPr id="28181" name="Ink 28180">
                    <a:extLst>
                      <a:ext uri="{FF2B5EF4-FFF2-40B4-BE49-F238E27FC236}">
                        <a16:creationId xmlns:a16="http://schemas.microsoft.com/office/drawing/2014/main" id="{2D57E3A0-4686-4F42-2DC4-E75FE5309126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8181" name="Ink 28180">
                    <a:extLst>
                      <a:ext uri="{FF2B5EF4-FFF2-40B4-BE49-F238E27FC236}">
                        <a16:creationId xmlns:a16="http://schemas.microsoft.com/office/drawing/2014/main" id="{2D57E3A0-4686-4F42-2DC4-E75FE5309126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1">
                <p14:nvContentPartPr>
                  <p14:cNvPr id="28182" name="Ink 28181">
                    <a:extLst>
                      <a:ext uri="{FF2B5EF4-FFF2-40B4-BE49-F238E27FC236}">
                        <a16:creationId xmlns:a16="http://schemas.microsoft.com/office/drawing/2014/main" id="{ACD39B98-9CAE-7C19-DFD1-75CF83D6BA9C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8182" name="Ink 28181">
                    <a:extLst>
                      <a:ext uri="{FF2B5EF4-FFF2-40B4-BE49-F238E27FC236}">
                        <a16:creationId xmlns:a16="http://schemas.microsoft.com/office/drawing/2014/main" id="{ACD39B98-9CAE-7C19-DFD1-75CF83D6BA9C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2">
                <p14:nvContentPartPr>
                  <p14:cNvPr id="28183" name="Ink 28182">
                    <a:extLst>
                      <a:ext uri="{FF2B5EF4-FFF2-40B4-BE49-F238E27FC236}">
                        <a16:creationId xmlns:a16="http://schemas.microsoft.com/office/drawing/2014/main" id="{EF5006B7-F493-85FD-57A6-44C20EC68EE1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8183" name="Ink 28182">
                    <a:extLst>
                      <a:ext uri="{FF2B5EF4-FFF2-40B4-BE49-F238E27FC236}">
                        <a16:creationId xmlns:a16="http://schemas.microsoft.com/office/drawing/2014/main" id="{EF5006B7-F493-85FD-57A6-44C20EC68EE1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3">
                <p14:nvContentPartPr>
                  <p14:cNvPr id="28184" name="Ink 28183">
                    <a:extLst>
                      <a:ext uri="{FF2B5EF4-FFF2-40B4-BE49-F238E27FC236}">
                        <a16:creationId xmlns:a16="http://schemas.microsoft.com/office/drawing/2014/main" id="{A8ADD69F-3A1E-53C0-33C3-30F533FFDB90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8184" name="Ink 28183">
                    <a:extLst>
                      <a:ext uri="{FF2B5EF4-FFF2-40B4-BE49-F238E27FC236}">
                        <a16:creationId xmlns:a16="http://schemas.microsoft.com/office/drawing/2014/main" id="{A8ADD69F-3A1E-53C0-33C3-30F533FFDB90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4">
                <p14:nvContentPartPr>
                  <p14:cNvPr id="28185" name="Ink 28184">
                    <a:extLst>
                      <a:ext uri="{FF2B5EF4-FFF2-40B4-BE49-F238E27FC236}">
                        <a16:creationId xmlns:a16="http://schemas.microsoft.com/office/drawing/2014/main" id="{0BCB9717-0371-8F2B-8288-E26967F8A05C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8185" name="Ink 28184">
                    <a:extLst>
                      <a:ext uri="{FF2B5EF4-FFF2-40B4-BE49-F238E27FC236}">
                        <a16:creationId xmlns:a16="http://schemas.microsoft.com/office/drawing/2014/main" id="{0BCB9717-0371-8F2B-8288-E26967F8A05C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5">
                <p14:nvContentPartPr>
                  <p14:cNvPr id="28186" name="Ink 28185">
                    <a:extLst>
                      <a:ext uri="{FF2B5EF4-FFF2-40B4-BE49-F238E27FC236}">
                        <a16:creationId xmlns:a16="http://schemas.microsoft.com/office/drawing/2014/main" id="{5AFA58BB-9E26-D4C5-2EA3-F885C69C8B81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8186" name="Ink 28185">
                    <a:extLst>
                      <a:ext uri="{FF2B5EF4-FFF2-40B4-BE49-F238E27FC236}">
                        <a16:creationId xmlns:a16="http://schemas.microsoft.com/office/drawing/2014/main" id="{5AFA58BB-9E26-D4C5-2EA3-F885C69C8B81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6">
                <p14:nvContentPartPr>
                  <p14:cNvPr id="28187" name="Ink 28186">
                    <a:extLst>
                      <a:ext uri="{FF2B5EF4-FFF2-40B4-BE49-F238E27FC236}">
                        <a16:creationId xmlns:a16="http://schemas.microsoft.com/office/drawing/2014/main" id="{93C54544-DAC0-0BCA-AAA5-EC8527F8E9DF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8187" name="Ink 28186">
                    <a:extLst>
                      <a:ext uri="{FF2B5EF4-FFF2-40B4-BE49-F238E27FC236}">
                        <a16:creationId xmlns:a16="http://schemas.microsoft.com/office/drawing/2014/main" id="{93C54544-DAC0-0BCA-AAA5-EC8527F8E9DF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7">
                <p14:nvContentPartPr>
                  <p14:cNvPr id="28188" name="Ink 28187">
                    <a:extLst>
                      <a:ext uri="{FF2B5EF4-FFF2-40B4-BE49-F238E27FC236}">
                        <a16:creationId xmlns:a16="http://schemas.microsoft.com/office/drawing/2014/main" id="{9DAF1392-11FD-A26E-3849-12F022080CD3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8188" name="Ink 28187">
                    <a:extLst>
                      <a:ext uri="{FF2B5EF4-FFF2-40B4-BE49-F238E27FC236}">
                        <a16:creationId xmlns:a16="http://schemas.microsoft.com/office/drawing/2014/main" id="{9DAF1392-11FD-A26E-3849-12F022080CD3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8">
                <p14:nvContentPartPr>
                  <p14:cNvPr id="28189" name="Ink 28188">
                    <a:extLst>
                      <a:ext uri="{FF2B5EF4-FFF2-40B4-BE49-F238E27FC236}">
                        <a16:creationId xmlns:a16="http://schemas.microsoft.com/office/drawing/2014/main" id="{F531E6C4-8DAE-9C09-7C65-B20C99B33D06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8189" name="Ink 28188">
                    <a:extLst>
                      <a:ext uri="{FF2B5EF4-FFF2-40B4-BE49-F238E27FC236}">
                        <a16:creationId xmlns:a16="http://schemas.microsoft.com/office/drawing/2014/main" id="{F531E6C4-8DAE-9C09-7C65-B20C99B33D06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89">
                <p14:nvContentPartPr>
                  <p14:cNvPr id="28190" name="Ink 28189">
                    <a:extLst>
                      <a:ext uri="{FF2B5EF4-FFF2-40B4-BE49-F238E27FC236}">
                        <a16:creationId xmlns:a16="http://schemas.microsoft.com/office/drawing/2014/main" id="{7E7282C0-4B68-0868-81FA-1ED1B6DC0F6C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8190" name="Ink 28189">
                    <a:extLst>
                      <a:ext uri="{FF2B5EF4-FFF2-40B4-BE49-F238E27FC236}">
                        <a16:creationId xmlns:a16="http://schemas.microsoft.com/office/drawing/2014/main" id="{7E7282C0-4B68-0868-81FA-1ED1B6DC0F6C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0">
                <p14:nvContentPartPr>
                  <p14:cNvPr id="28191" name="Ink 28190">
                    <a:extLst>
                      <a:ext uri="{FF2B5EF4-FFF2-40B4-BE49-F238E27FC236}">
                        <a16:creationId xmlns:a16="http://schemas.microsoft.com/office/drawing/2014/main" id="{6CDEE89D-CC74-CC62-F3B4-0AA3E1F81A90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8191" name="Ink 28190">
                    <a:extLst>
                      <a:ext uri="{FF2B5EF4-FFF2-40B4-BE49-F238E27FC236}">
                        <a16:creationId xmlns:a16="http://schemas.microsoft.com/office/drawing/2014/main" id="{6CDEE89D-CC74-CC62-F3B4-0AA3E1F81A90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1">
                <p14:nvContentPartPr>
                  <p14:cNvPr id="28192" name="Ink 28191">
                    <a:extLst>
                      <a:ext uri="{FF2B5EF4-FFF2-40B4-BE49-F238E27FC236}">
                        <a16:creationId xmlns:a16="http://schemas.microsoft.com/office/drawing/2014/main" id="{2993F4BE-6237-F881-EEF6-D92CEB65B856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8192" name="Ink 28191">
                    <a:extLst>
                      <a:ext uri="{FF2B5EF4-FFF2-40B4-BE49-F238E27FC236}">
                        <a16:creationId xmlns:a16="http://schemas.microsoft.com/office/drawing/2014/main" id="{2993F4BE-6237-F881-EEF6-D92CEB65B856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2">
                <p14:nvContentPartPr>
                  <p14:cNvPr id="28193" name="Ink 28192">
                    <a:extLst>
                      <a:ext uri="{FF2B5EF4-FFF2-40B4-BE49-F238E27FC236}">
                        <a16:creationId xmlns:a16="http://schemas.microsoft.com/office/drawing/2014/main" id="{54D93AD2-82BA-174B-1822-55AAB4C5DAF1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8193" name="Ink 28192">
                    <a:extLst>
                      <a:ext uri="{FF2B5EF4-FFF2-40B4-BE49-F238E27FC236}">
                        <a16:creationId xmlns:a16="http://schemas.microsoft.com/office/drawing/2014/main" id="{54D93AD2-82BA-174B-1822-55AAB4C5DAF1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3">
                <p14:nvContentPartPr>
                  <p14:cNvPr id="28194" name="Ink 28193">
                    <a:extLst>
                      <a:ext uri="{FF2B5EF4-FFF2-40B4-BE49-F238E27FC236}">
                        <a16:creationId xmlns:a16="http://schemas.microsoft.com/office/drawing/2014/main" id="{AE9BE39F-4E12-554C-F93A-B191FFE066E1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8194" name="Ink 28193">
                    <a:extLst>
                      <a:ext uri="{FF2B5EF4-FFF2-40B4-BE49-F238E27FC236}">
                        <a16:creationId xmlns:a16="http://schemas.microsoft.com/office/drawing/2014/main" id="{AE9BE39F-4E12-554C-F93A-B191FFE066E1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4">
                <p14:nvContentPartPr>
                  <p14:cNvPr id="28195" name="Ink 28194">
                    <a:extLst>
                      <a:ext uri="{FF2B5EF4-FFF2-40B4-BE49-F238E27FC236}">
                        <a16:creationId xmlns:a16="http://schemas.microsoft.com/office/drawing/2014/main" id="{46A26266-2DDC-D637-84BF-65BA40491030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8195" name="Ink 28194">
                    <a:extLst>
                      <a:ext uri="{FF2B5EF4-FFF2-40B4-BE49-F238E27FC236}">
                        <a16:creationId xmlns:a16="http://schemas.microsoft.com/office/drawing/2014/main" id="{46A26266-2DDC-D637-84BF-65BA40491030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5">
                <p14:nvContentPartPr>
                  <p14:cNvPr id="28196" name="Ink 28195">
                    <a:extLst>
                      <a:ext uri="{FF2B5EF4-FFF2-40B4-BE49-F238E27FC236}">
                        <a16:creationId xmlns:a16="http://schemas.microsoft.com/office/drawing/2014/main" id="{6A81ECE0-A4B7-74E3-AAE3-442CFCDCB705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8196" name="Ink 28195">
                    <a:extLst>
                      <a:ext uri="{FF2B5EF4-FFF2-40B4-BE49-F238E27FC236}">
                        <a16:creationId xmlns:a16="http://schemas.microsoft.com/office/drawing/2014/main" id="{6A81ECE0-A4B7-74E3-AAE3-442CFCDCB705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6">
                <p14:nvContentPartPr>
                  <p14:cNvPr id="28197" name="Ink 28196">
                    <a:extLst>
                      <a:ext uri="{FF2B5EF4-FFF2-40B4-BE49-F238E27FC236}">
                        <a16:creationId xmlns:a16="http://schemas.microsoft.com/office/drawing/2014/main" id="{2E00D2BC-5F45-A186-23B4-0481E85681D4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8197" name="Ink 28196">
                    <a:extLst>
                      <a:ext uri="{FF2B5EF4-FFF2-40B4-BE49-F238E27FC236}">
                        <a16:creationId xmlns:a16="http://schemas.microsoft.com/office/drawing/2014/main" id="{2E00D2BC-5F45-A186-23B4-0481E85681D4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7">
                <p14:nvContentPartPr>
                  <p14:cNvPr id="28198" name="Ink 28197">
                    <a:extLst>
                      <a:ext uri="{FF2B5EF4-FFF2-40B4-BE49-F238E27FC236}">
                        <a16:creationId xmlns:a16="http://schemas.microsoft.com/office/drawing/2014/main" id="{9284EC80-7C80-ADAB-01FC-EB8FCC72ABFA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8198" name="Ink 28197">
                    <a:extLst>
                      <a:ext uri="{FF2B5EF4-FFF2-40B4-BE49-F238E27FC236}">
                        <a16:creationId xmlns:a16="http://schemas.microsoft.com/office/drawing/2014/main" id="{9284EC80-7C80-ADAB-01FC-EB8FCC72ABFA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8">
                <p14:nvContentPartPr>
                  <p14:cNvPr id="28199" name="Ink 28198">
                    <a:extLst>
                      <a:ext uri="{FF2B5EF4-FFF2-40B4-BE49-F238E27FC236}">
                        <a16:creationId xmlns:a16="http://schemas.microsoft.com/office/drawing/2014/main" id="{1563B8FA-3CF3-B9E6-9CD3-31E73184A11B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8199" name="Ink 28198">
                    <a:extLst>
                      <a:ext uri="{FF2B5EF4-FFF2-40B4-BE49-F238E27FC236}">
                        <a16:creationId xmlns:a16="http://schemas.microsoft.com/office/drawing/2014/main" id="{1563B8FA-3CF3-B9E6-9CD3-31E73184A11B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1999">
                <p14:nvContentPartPr>
                  <p14:cNvPr id="28200" name="Ink 28199">
                    <a:extLst>
                      <a:ext uri="{FF2B5EF4-FFF2-40B4-BE49-F238E27FC236}">
                        <a16:creationId xmlns:a16="http://schemas.microsoft.com/office/drawing/2014/main" id="{CE19B539-2B63-7993-B1A2-62420F0D35C9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8200" name="Ink 28199">
                    <a:extLst>
                      <a:ext uri="{FF2B5EF4-FFF2-40B4-BE49-F238E27FC236}">
                        <a16:creationId xmlns:a16="http://schemas.microsoft.com/office/drawing/2014/main" id="{CE19B539-2B63-7993-B1A2-62420F0D35C9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0">
                <p14:nvContentPartPr>
                  <p14:cNvPr id="28201" name="Ink 28200">
                    <a:extLst>
                      <a:ext uri="{FF2B5EF4-FFF2-40B4-BE49-F238E27FC236}">
                        <a16:creationId xmlns:a16="http://schemas.microsoft.com/office/drawing/2014/main" id="{731C2C80-6CA5-6AAC-0A27-28F4DF30B315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8201" name="Ink 28200">
                    <a:extLst>
                      <a:ext uri="{FF2B5EF4-FFF2-40B4-BE49-F238E27FC236}">
                        <a16:creationId xmlns:a16="http://schemas.microsoft.com/office/drawing/2014/main" id="{731C2C80-6CA5-6AAC-0A27-28F4DF30B315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1">
                <p14:nvContentPartPr>
                  <p14:cNvPr id="28202" name="Ink 28201">
                    <a:extLst>
                      <a:ext uri="{FF2B5EF4-FFF2-40B4-BE49-F238E27FC236}">
                        <a16:creationId xmlns:a16="http://schemas.microsoft.com/office/drawing/2014/main" id="{04EF162E-E890-155C-F5DE-D5E02A314FC5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8202" name="Ink 28201">
                    <a:extLst>
                      <a:ext uri="{FF2B5EF4-FFF2-40B4-BE49-F238E27FC236}">
                        <a16:creationId xmlns:a16="http://schemas.microsoft.com/office/drawing/2014/main" id="{04EF162E-E890-155C-F5DE-D5E02A314FC5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2">
                <p14:nvContentPartPr>
                  <p14:cNvPr id="28203" name="Ink 28202">
                    <a:extLst>
                      <a:ext uri="{FF2B5EF4-FFF2-40B4-BE49-F238E27FC236}">
                        <a16:creationId xmlns:a16="http://schemas.microsoft.com/office/drawing/2014/main" id="{F6D19F57-88B3-96CC-607E-8B3E936436FC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8203" name="Ink 28202">
                    <a:extLst>
                      <a:ext uri="{FF2B5EF4-FFF2-40B4-BE49-F238E27FC236}">
                        <a16:creationId xmlns:a16="http://schemas.microsoft.com/office/drawing/2014/main" id="{F6D19F57-88B3-96CC-607E-8B3E936436FC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3">
                <p14:nvContentPartPr>
                  <p14:cNvPr id="28204" name="Ink 28203">
                    <a:extLst>
                      <a:ext uri="{FF2B5EF4-FFF2-40B4-BE49-F238E27FC236}">
                        <a16:creationId xmlns:a16="http://schemas.microsoft.com/office/drawing/2014/main" id="{CE4CD1E6-5769-94C5-F1FE-1CB7D573EF10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8204" name="Ink 28203">
                    <a:extLst>
                      <a:ext uri="{FF2B5EF4-FFF2-40B4-BE49-F238E27FC236}">
                        <a16:creationId xmlns:a16="http://schemas.microsoft.com/office/drawing/2014/main" id="{CE4CD1E6-5769-94C5-F1FE-1CB7D573EF10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4">
                <p14:nvContentPartPr>
                  <p14:cNvPr id="28205" name="Ink 28204">
                    <a:extLst>
                      <a:ext uri="{FF2B5EF4-FFF2-40B4-BE49-F238E27FC236}">
                        <a16:creationId xmlns:a16="http://schemas.microsoft.com/office/drawing/2014/main" id="{0E27DFE7-FA0E-D3A8-2900-FCD61CEB8A2A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8205" name="Ink 28204">
                    <a:extLst>
                      <a:ext uri="{FF2B5EF4-FFF2-40B4-BE49-F238E27FC236}">
                        <a16:creationId xmlns:a16="http://schemas.microsoft.com/office/drawing/2014/main" id="{0E27DFE7-FA0E-D3A8-2900-FCD61CEB8A2A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5">
                <p14:nvContentPartPr>
                  <p14:cNvPr id="28206" name="Ink 28205">
                    <a:extLst>
                      <a:ext uri="{FF2B5EF4-FFF2-40B4-BE49-F238E27FC236}">
                        <a16:creationId xmlns:a16="http://schemas.microsoft.com/office/drawing/2014/main" id="{595812CB-F128-056F-4AB0-77C60B09C45F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8206" name="Ink 28205">
                    <a:extLst>
                      <a:ext uri="{FF2B5EF4-FFF2-40B4-BE49-F238E27FC236}">
                        <a16:creationId xmlns:a16="http://schemas.microsoft.com/office/drawing/2014/main" id="{595812CB-F128-056F-4AB0-77C60B09C45F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6">
                <p14:nvContentPartPr>
                  <p14:cNvPr id="28207" name="Ink 28206">
                    <a:extLst>
                      <a:ext uri="{FF2B5EF4-FFF2-40B4-BE49-F238E27FC236}">
                        <a16:creationId xmlns:a16="http://schemas.microsoft.com/office/drawing/2014/main" id="{211C0048-AC80-4653-8B91-BB4EF64AA24F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8207" name="Ink 28206">
                    <a:extLst>
                      <a:ext uri="{FF2B5EF4-FFF2-40B4-BE49-F238E27FC236}">
                        <a16:creationId xmlns:a16="http://schemas.microsoft.com/office/drawing/2014/main" id="{211C0048-AC80-4653-8B91-BB4EF64AA24F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7">
                <p14:nvContentPartPr>
                  <p14:cNvPr id="28208" name="Ink 28207">
                    <a:extLst>
                      <a:ext uri="{FF2B5EF4-FFF2-40B4-BE49-F238E27FC236}">
                        <a16:creationId xmlns:a16="http://schemas.microsoft.com/office/drawing/2014/main" id="{71DD68DB-9657-CDCD-C83B-B3063AC39552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8208" name="Ink 28207">
                    <a:extLst>
                      <a:ext uri="{FF2B5EF4-FFF2-40B4-BE49-F238E27FC236}">
                        <a16:creationId xmlns:a16="http://schemas.microsoft.com/office/drawing/2014/main" id="{71DD68DB-9657-CDCD-C83B-B3063AC39552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8">
                <p14:nvContentPartPr>
                  <p14:cNvPr id="28209" name="Ink 28208">
                    <a:extLst>
                      <a:ext uri="{FF2B5EF4-FFF2-40B4-BE49-F238E27FC236}">
                        <a16:creationId xmlns:a16="http://schemas.microsoft.com/office/drawing/2014/main" id="{24D0D7EA-2B67-ECA9-4E2F-BC5528083DC3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8209" name="Ink 28208">
                    <a:extLst>
                      <a:ext uri="{FF2B5EF4-FFF2-40B4-BE49-F238E27FC236}">
                        <a16:creationId xmlns:a16="http://schemas.microsoft.com/office/drawing/2014/main" id="{24D0D7EA-2B67-ECA9-4E2F-BC5528083DC3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09">
                <p14:nvContentPartPr>
                  <p14:cNvPr id="28210" name="Ink 28209">
                    <a:extLst>
                      <a:ext uri="{FF2B5EF4-FFF2-40B4-BE49-F238E27FC236}">
                        <a16:creationId xmlns:a16="http://schemas.microsoft.com/office/drawing/2014/main" id="{80859437-7ADB-A1D5-10F2-4AB7E99B2861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8210" name="Ink 28209">
                    <a:extLst>
                      <a:ext uri="{FF2B5EF4-FFF2-40B4-BE49-F238E27FC236}">
                        <a16:creationId xmlns:a16="http://schemas.microsoft.com/office/drawing/2014/main" id="{80859437-7ADB-A1D5-10F2-4AB7E99B2861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0">
                <p14:nvContentPartPr>
                  <p14:cNvPr id="28211" name="Ink 28210">
                    <a:extLst>
                      <a:ext uri="{FF2B5EF4-FFF2-40B4-BE49-F238E27FC236}">
                        <a16:creationId xmlns:a16="http://schemas.microsoft.com/office/drawing/2014/main" id="{21CB8A09-116C-867E-E222-68608D56FAE0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8211" name="Ink 28210">
                    <a:extLst>
                      <a:ext uri="{FF2B5EF4-FFF2-40B4-BE49-F238E27FC236}">
                        <a16:creationId xmlns:a16="http://schemas.microsoft.com/office/drawing/2014/main" id="{21CB8A09-116C-867E-E222-68608D56FAE0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8127" name="Freeform 28126">
              <a:extLst>
                <a:ext uri="{FF2B5EF4-FFF2-40B4-BE49-F238E27FC236}">
                  <a16:creationId xmlns:a16="http://schemas.microsoft.com/office/drawing/2014/main" id="{1DC87140-3C8A-4706-ADC5-672352E9ADBD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28" name="Freeform 28127">
              <a:extLst>
                <a:ext uri="{FF2B5EF4-FFF2-40B4-BE49-F238E27FC236}">
                  <a16:creationId xmlns:a16="http://schemas.microsoft.com/office/drawing/2014/main" id="{BF6A770D-1336-AF87-2C19-E5C2CB0A0929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29" name="Freeform 28128">
              <a:extLst>
                <a:ext uri="{FF2B5EF4-FFF2-40B4-BE49-F238E27FC236}">
                  <a16:creationId xmlns:a16="http://schemas.microsoft.com/office/drawing/2014/main" id="{1D28B595-E0A6-E8A2-D596-BE0162EC22FF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0" name="Freeform 28129">
              <a:extLst>
                <a:ext uri="{FF2B5EF4-FFF2-40B4-BE49-F238E27FC236}">
                  <a16:creationId xmlns:a16="http://schemas.microsoft.com/office/drawing/2014/main" id="{F4359A28-5BF2-94F6-0466-3969EE8451EC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1" name="Freeform 28130">
              <a:extLst>
                <a:ext uri="{FF2B5EF4-FFF2-40B4-BE49-F238E27FC236}">
                  <a16:creationId xmlns:a16="http://schemas.microsoft.com/office/drawing/2014/main" id="{103702BF-1AAD-F0C2-305C-E5F91F9DDBEB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2" name="Freeform 28131">
              <a:extLst>
                <a:ext uri="{FF2B5EF4-FFF2-40B4-BE49-F238E27FC236}">
                  <a16:creationId xmlns:a16="http://schemas.microsoft.com/office/drawing/2014/main" id="{6FD4AA39-96B3-B662-7C12-DB8299D09A4E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3" name="Freeform 28132">
              <a:extLst>
                <a:ext uri="{FF2B5EF4-FFF2-40B4-BE49-F238E27FC236}">
                  <a16:creationId xmlns:a16="http://schemas.microsoft.com/office/drawing/2014/main" id="{F57A223F-D7B9-D578-DEA0-49AD90842F60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4" name="Freeform 28133">
              <a:extLst>
                <a:ext uri="{FF2B5EF4-FFF2-40B4-BE49-F238E27FC236}">
                  <a16:creationId xmlns:a16="http://schemas.microsoft.com/office/drawing/2014/main" id="{FC70238A-5350-E0AF-928E-124F3D9F2400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5" name="Freeform 28134">
              <a:extLst>
                <a:ext uri="{FF2B5EF4-FFF2-40B4-BE49-F238E27FC236}">
                  <a16:creationId xmlns:a16="http://schemas.microsoft.com/office/drawing/2014/main" id="{600361B9-9157-9C8D-ADCB-E28CB57E6653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6" name="Freeform 28135">
              <a:extLst>
                <a:ext uri="{FF2B5EF4-FFF2-40B4-BE49-F238E27FC236}">
                  <a16:creationId xmlns:a16="http://schemas.microsoft.com/office/drawing/2014/main" id="{720160FC-C253-8983-4AA8-59867AD17A84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7" name="Freeform 28136">
              <a:extLst>
                <a:ext uri="{FF2B5EF4-FFF2-40B4-BE49-F238E27FC236}">
                  <a16:creationId xmlns:a16="http://schemas.microsoft.com/office/drawing/2014/main" id="{E0EE9C95-90E0-0E0C-89D2-9BEE20D1861B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8" name="Freeform 28137">
              <a:extLst>
                <a:ext uri="{FF2B5EF4-FFF2-40B4-BE49-F238E27FC236}">
                  <a16:creationId xmlns:a16="http://schemas.microsoft.com/office/drawing/2014/main" id="{06D1EC91-A6EB-B310-0F7D-0D901894B7BC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39" name="Freeform 28138">
              <a:extLst>
                <a:ext uri="{FF2B5EF4-FFF2-40B4-BE49-F238E27FC236}">
                  <a16:creationId xmlns:a16="http://schemas.microsoft.com/office/drawing/2014/main" id="{473DC207-7E84-0086-96CB-3A2064570715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0" name="Freeform 28139">
              <a:extLst>
                <a:ext uri="{FF2B5EF4-FFF2-40B4-BE49-F238E27FC236}">
                  <a16:creationId xmlns:a16="http://schemas.microsoft.com/office/drawing/2014/main" id="{30F3D07A-335B-6C19-E78B-B71962FE2B24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1" name="Freeform 28140">
              <a:extLst>
                <a:ext uri="{FF2B5EF4-FFF2-40B4-BE49-F238E27FC236}">
                  <a16:creationId xmlns:a16="http://schemas.microsoft.com/office/drawing/2014/main" id="{798927A8-9AD6-19B6-69EF-2A10ED524F69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2" name="Freeform 28141">
              <a:extLst>
                <a:ext uri="{FF2B5EF4-FFF2-40B4-BE49-F238E27FC236}">
                  <a16:creationId xmlns:a16="http://schemas.microsoft.com/office/drawing/2014/main" id="{419E6282-3F8E-9D68-3846-FE63401D2EE0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011">
              <p14:nvContentPartPr>
                <p14:cNvPr id="28143" name="Ink 28142">
                  <a:extLst>
                    <a:ext uri="{FF2B5EF4-FFF2-40B4-BE49-F238E27FC236}">
                      <a16:creationId xmlns:a16="http://schemas.microsoft.com/office/drawing/2014/main" id="{DD2CA283-AC8D-A1CB-9C6F-7A9CB71B8A57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8143" name="Ink 28142">
                  <a:extLst>
                    <a:ext uri="{FF2B5EF4-FFF2-40B4-BE49-F238E27FC236}">
                      <a16:creationId xmlns:a16="http://schemas.microsoft.com/office/drawing/2014/main" id="{DD2CA283-AC8D-A1CB-9C6F-7A9CB71B8A5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2">
              <p14:nvContentPartPr>
                <p14:cNvPr id="28144" name="Ink 28143">
                  <a:extLst>
                    <a:ext uri="{FF2B5EF4-FFF2-40B4-BE49-F238E27FC236}">
                      <a16:creationId xmlns:a16="http://schemas.microsoft.com/office/drawing/2014/main" id="{694285E5-BE76-4FA5-61E9-888DCAC31144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8144" name="Ink 28143">
                  <a:extLst>
                    <a:ext uri="{FF2B5EF4-FFF2-40B4-BE49-F238E27FC236}">
                      <a16:creationId xmlns:a16="http://schemas.microsoft.com/office/drawing/2014/main" id="{694285E5-BE76-4FA5-61E9-888DCAC31144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3">
              <p14:nvContentPartPr>
                <p14:cNvPr id="28145" name="Ink 28144">
                  <a:extLst>
                    <a:ext uri="{FF2B5EF4-FFF2-40B4-BE49-F238E27FC236}">
                      <a16:creationId xmlns:a16="http://schemas.microsoft.com/office/drawing/2014/main" id="{2950E134-DC88-3AB0-F4BC-73EAA5AF2C11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8145" name="Ink 28144">
                  <a:extLst>
                    <a:ext uri="{FF2B5EF4-FFF2-40B4-BE49-F238E27FC236}">
                      <a16:creationId xmlns:a16="http://schemas.microsoft.com/office/drawing/2014/main" id="{2950E134-DC88-3AB0-F4BC-73EAA5AF2C1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8146" name="Freeform 28145">
              <a:extLst>
                <a:ext uri="{FF2B5EF4-FFF2-40B4-BE49-F238E27FC236}">
                  <a16:creationId xmlns:a16="http://schemas.microsoft.com/office/drawing/2014/main" id="{FD96D964-0430-E401-4E08-7A4DF865C9FE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7" name="Freeform 28146">
              <a:extLst>
                <a:ext uri="{FF2B5EF4-FFF2-40B4-BE49-F238E27FC236}">
                  <a16:creationId xmlns:a16="http://schemas.microsoft.com/office/drawing/2014/main" id="{ACD6550C-3C0B-8955-149A-71ED30149D5C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8" name="Freeform 28147">
              <a:extLst>
                <a:ext uri="{FF2B5EF4-FFF2-40B4-BE49-F238E27FC236}">
                  <a16:creationId xmlns:a16="http://schemas.microsoft.com/office/drawing/2014/main" id="{B96F63AC-908C-6223-7FE0-36576F0E9B3D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49" name="Freeform 28148">
              <a:extLst>
                <a:ext uri="{FF2B5EF4-FFF2-40B4-BE49-F238E27FC236}">
                  <a16:creationId xmlns:a16="http://schemas.microsoft.com/office/drawing/2014/main" id="{71D6FD7C-7997-5C72-C5CB-572BF70B0C12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50" name="Freeform 28149">
              <a:extLst>
                <a:ext uri="{FF2B5EF4-FFF2-40B4-BE49-F238E27FC236}">
                  <a16:creationId xmlns:a16="http://schemas.microsoft.com/office/drawing/2014/main" id="{FDFF976C-8F8A-07AB-6990-7C15C644262B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51" name="Freeform 28150">
              <a:extLst>
                <a:ext uri="{FF2B5EF4-FFF2-40B4-BE49-F238E27FC236}">
                  <a16:creationId xmlns:a16="http://schemas.microsoft.com/office/drawing/2014/main" id="{1DB708BB-C2AC-B6D9-C162-17C2E2C7CA65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152" name="Freeform 28151">
              <a:extLst>
                <a:ext uri="{FF2B5EF4-FFF2-40B4-BE49-F238E27FC236}">
                  <a16:creationId xmlns:a16="http://schemas.microsoft.com/office/drawing/2014/main" id="{8ACF6E58-54AF-7DF1-FF51-8C123715D1F7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8153" name="Group 28152">
              <a:extLst>
                <a:ext uri="{FF2B5EF4-FFF2-40B4-BE49-F238E27FC236}">
                  <a16:creationId xmlns:a16="http://schemas.microsoft.com/office/drawing/2014/main" id="{1BCDB647-6C80-97FF-F38B-5BEA3DB49574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2014">
                <p14:nvContentPartPr>
                  <p14:cNvPr id="28154" name="Ink 28153">
                    <a:extLst>
                      <a:ext uri="{FF2B5EF4-FFF2-40B4-BE49-F238E27FC236}">
                        <a16:creationId xmlns:a16="http://schemas.microsoft.com/office/drawing/2014/main" id="{489A5791-A1B8-A382-47AB-8EF33E482523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28154" name="Ink 28153">
                    <a:extLst>
                      <a:ext uri="{FF2B5EF4-FFF2-40B4-BE49-F238E27FC236}">
                        <a16:creationId xmlns:a16="http://schemas.microsoft.com/office/drawing/2014/main" id="{489A5791-A1B8-A382-47AB-8EF33E482523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5">
                <p14:nvContentPartPr>
                  <p14:cNvPr id="28155" name="Ink 28154">
                    <a:extLst>
                      <a:ext uri="{FF2B5EF4-FFF2-40B4-BE49-F238E27FC236}">
                        <a16:creationId xmlns:a16="http://schemas.microsoft.com/office/drawing/2014/main" id="{C939A9D9-24A9-8263-4834-B2A1C99E6670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28155" name="Ink 28154">
                    <a:extLst>
                      <a:ext uri="{FF2B5EF4-FFF2-40B4-BE49-F238E27FC236}">
                        <a16:creationId xmlns:a16="http://schemas.microsoft.com/office/drawing/2014/main" id="{C939A9D9-24A9-8263-4834-B2A1C99E6670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6">
                <p14:nvContentPartPr>
                  <p14:cNvPr id="28156" name="Ink 28155">
                    <a:extLst>
                      <a:ext uri="{FF2B5EF4-FFF2-40B4-BE49-F238E27FC236}">
                        <a16:creationId xmlns:a16="http://schemas.microsoft.com/office/drawing/2014/main" id="{9D8B4AEA-48C1-022B-35B9-D0206771A53E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28156" name="Ink 28155">
                    <a:extLst>
                      <a:ext uri="{FF2B5EF4-FFF2-40B4-BE49-F238E27FC236}">
                        <a16:creationId xmlns:a16="http://schemas.microsoft.com/office/drawing/2014/main" id="{9D8B4AEA-48C1-022B-35B9-D0206771A53E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7">
                <p14:nvContentPartPr>
                  <p14:cNvPr id="28157" name="Ink 28156">
                    <a:extLst>
                      <a:ext uri="{FF2B5EF4-FFF2-40B4-BE49-F238E27FC236}">
                        <a16:creationId xmlns:a16="http://schemas.microsoft.com/office/drawing/2014/main" id="{1356D99A-5DBD-9F46-6E8A-949A70E5A662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28157" name="Ink 28156">
                    <a:extLst>
                      <a:ext uri="{FF2B5EF4-FFF2-40B4-BE49-F238E27FC236}">
                        <a16:creationId xmlns:a16="http://schemas.microsoft.com/office/drawing/2014/main" id="{1356D99A-5DBD-9F46-6E8A-949A70E5A662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8">
                <p14:nvContentPartPr>
                  <p14:cNvPr id="28158" name="Ink 28157">
                    <a:extLst>
                      <a:ext uri="{FF2B5EF4-FFF2-40B4-BE49-F238E27FC236}">
                        <a16:creationId xmlns:a16="http://schemas.microsoft.com/office/drawing/2014/main" id="{BB85198A-791B-75D9-B06D-A0E9C1D2462C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28158" name="Ink 28157">
                    <a:extLst>
                      <a:ext uri="{FF2B5EF4-FFF2-40B4-BE49-F238E27FC236}">
                        <a16:creationId xmlns:a16="http://schemas.microsoft.com/office/drawing/2014/main" id="{BB85198A-791B-75D9-B06D-A0E9C1D2462C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19">
                <p14:nvContentPartPr>
                  <p14:cNvPr id="28159" name="Ink 28158">
                    <a:extLst>
                      <a:ext uri="{FF2B5EF4-FFF2-40B4-BE49-F238E27FC236}">
                        <a16:creationId xmlns:a16="http://schemas.microsoft.com/office/drawing/2014/main" id="{1C99116C-7120-B23C-F601-9AA08019F697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28159" name="Ink 28158">
                    <a:extLst>
                      <a:ext uri="{FF2B5EF4-FFF2-40B4-BE49-F238E27FC236}">
                        <a16:creationId xmlns:a16="http://schemas.microsoft.com/office/drawing/2014/main" id="{1C99116C-7120-B23C-F601-9AA08019F697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20">
                <p14:nvContentPartPr>
                  <p14:cNvPr id="28160" name="Ink 28159">
                    <a:extLst>
                      <a:ext uri="{FF2B5EF4-FFF2-40B4-BE49-F238E27FC236}">
                        <a16:creationId xmlns:a16="http://schemas.microsoft.com/office/drawing/2014/main" id="{16515434-8C38-D9DA-DB26-EBE582D980B6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28160" name="Ink 28159">
                    <a:extLst>
                      <a:ext uri="{FF2B5EF4-FFF2-40B4-BE49-F238E27FC236}">
                        <a16:creationId xmlns:a16="http://schemas.microsoft.com/office/drawing/2014/main" id="{16515434-8C38-D9DA-DB26-EBE582D980B6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21">
                <p14:nvContentPartPr>
                  <p14:cNvPr id="28161" name="Ink 28160">
                    <a:extLst>
                      <a:ext uri="{FF2B5EF4-FFF2-40B4-BE49-F238E27FC236}">
                        <a16:creationId xmlns:a16="http://schemas.microsoft.com/office/drawing/2014/main" id="{4793E867-E462-0E92-EC5C-0E16A8C97E93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28161" name="Ink 28160">
                    <a:extLst>
                      <a:ext uri="{FF2B5EF4-FFF2-40B4-BE49-F238E27FC236}">
                        <a16:creationId xmlns:a16="http://schemas.microsoft.com/office/drawing/2014/main" id="{4793E867-E462-0E92-EC5C-0E16A8C97E93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8212" name="Group 28211">
            <a:extLst>
              <a:ext uri="{FF2B5EF4-FFF2-40B4-BE49-F238E27FC236}">
                <a16:creationId xmlns:a16="http://schemas.microsoft.com/office/drawing/2014/main" id="{AF86D40F-A3C4-822D-B2E7-190EDED51D6A}"/>
              </a:ext>
            </a:extLst>
          </p:cNvPr>
          <p:cNvGrpSpPr/>
          <p:nvPr/>
        </p:nvGrpSpPr>
        <p:grpSpPr>
          <a:xfrm flipH="1">
            <a:off x="1857407" y="6035140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2">
              <p14:nvContentPartPr>
                <p14:cNvPr id="28213" name="Ink 28212">
                  <a:extLst>
                    <a:ext uri="{FF2B5EF4-FFF2-40B4-BE49-F238E27FC236}">
                      <a16:creationId xmlns:a16="http://schemas.microsoft.com/office/drawing/2014/main" id="{97416309-4861-055C-C553-58E863C86771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28213" name="Ink 28212">
                  <a:extLst>
                    <a:ext uri="{FF2B5EF4-FFF2-40B4-BE49-F238E27FC236}">
                      <a16:creationId xmlns:a16="http://schemas.microsoft.com/office/drawing/2014/main" id="{97416309-4861-055C-C553-58E863C8677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3">
              <p14:nvContentPartPr>
                <p14:cNvPr id="28214" name="Ink 28213">
                  <a:extLst>
                    <a:ext uri="{FF2B5EF4-FFF2-40B4-BE49-F238E27FC236}">
                      <a16:creationId xmlns:a16="http://schemas.microsoft.com/office/drawing/2014/main" id="{7583A3FA-C088-49FB-61AD-2E4BE58D8F4D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8214" name="Ink 28213">
                  <a:extLst>
                    <a:ext uri="{FF2B5EF4-FFF2-40B4-BE49-F238E27FC236}">
                      <a16:creationId xmlns:a16="http://schemas.microsoft.com/office/drawing/2014/main" id="{7583A3FA-C088-49FB-61AD-2E4BE58D8F4D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4">
              <p14:nvContentPartPr>
                <p14:cNvPr id="28215" name="Ink 28214">
                  <a:extLst>
                    <a:ext uri="{FF2B5EF4-FFF2-40B4-BE49-F238E27FC236}">
                      <a16:creationId xmlns:a16="http://schemas.microsoft.com/office/drawing/2014/main" id="{C0C4D10E-3308-E2F6-AD64-685563D98B19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8215" name="Ink 28214">
                  <a:extLst>
                    <a:ext uri="{FF2B5EF4-FFF2-40B4-BE49-F238E27FC236}">
                      <a16:creationId xmlns:a16="http://schemas.microsoft.com/office/drawing/2014/main" id="{C0C4D10E-3308-E2F6-AD64-685563D98B1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5">
              <p14:nvContentPartPr>
                <p14:cNvPr id="28216" name="Ink 28215">
                  <a:extLst>
                    <a:ext uri="{FF2B5EF4-FFF2-40B4-BE49-F238E27FC236}">
                      <a16:creationId xmlns:a16="http://schemas.microsoft.com/office/drawing/2014/main" id="{DEB64607-6879-CF07-8688-9EDC87C634ED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8216" name="Ink 28215">
                  <a:extLst>
                    <a:ext uri="{FF2B5EF4-FFF2-40B4-BE49-F238E27FC236}">
                      <a16:creationId xmlns:a16="http://schemas.microsoft.com/office/drawing/2014/main" id="{DEB64607-6879-CF07-8688-9EDC87C634E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8217" name="Group 92">
              <a:extLst>
                <a:ext uri="{FF2B5EF4-FFF2-40B4-BE49-F238E27FC236}">
                  <a16:creationId xmlns:a16="http://schemas.microsoft.com/office/drawing/2014/main" id="{91BA9009-ADB0-CD50-0111-056D1A705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2026">
                <p14:nvContentPartPr>
                  <p14:cNvPr id="28253" name="Ink 28252">
                    <a:extLst>
                      <a:ext uri="{FF2B5EF4-FFF2-40B4-BE49-F238E27FC236}">
                        <a16:creationId xmlns:a16="http://schemas.microsoft.com/office/drawing/2014/main" id="{2ED53DA6-014C-C4FA-5A92-56CCB23E6F26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28253" name="Ink 28252">
                    <a:extLst>
                      <a:ext uri="{FF2B5EF4-FFF2-40B4-BE49-F238E27FC236}">
                        <a16:creationId xmlns:a16="http://schemas.microsoft.com/office/drawing/2014/main" id="{2ED53DA6-014C-C4FA-5A92-56CCB23E6F26}"/>
                      </a:ext>
                    </a:extLst>
                  </p:cNvPr>
                  <p:cNvPicPr/>
                  <p:nvPr/>
                </p:nvPicPr>
                <p:blipFill>
                  <a:blip r:embed="rId1149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27">
                <p14:nvContentPartPr>
                  <p14:cNvPr id="28254" name="Ink 28253">
                    <a:extLst>
                      <a:ext uri="{FF2B5EF4-FFF2-40B4-BE49-F238E27FC236}">
                        <a16:creationId xmlns:a16="http://schemas.microsoft.com/office/drawing/2014/main" id="{170A6BDE-5FFA-731F-EBEA-3C666D2DEB0E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28254" name="Ink 28253">
                    <a:extLst>
                      <a:ext uri="{FF2B5EF4-FFF2-40B4-BE49-F238E27FC236}">
                        <a16:creationId xmlns:a16="http://schemas.microsoft.com/office/drawing/2014/main" id="{170A6BDE-5FFA-731F-EBEA-3C666D2DEB0E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28">
                <p14:nvContentPartPr>
                  <p14:cNvPr id="28255" name="Ink 28254">
                    <a:extLst>
                      <a:ext uri="{FF2B5EF4-FFF2-40B4-BE49-F238E27FC236}">
                        <a16:creationId xmlns:a16="http://schemas.microsoft.com/office/drawing/2014/main" id="{AE56B007-14F6-1D56-31FA-2479C01C78E7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28255" name="Ink 28254">
                    <a:extLst>
                      <a:ext uri="{FF2B5EF4-FFF2-40B4-BE49-F238E27FC236}">
                        <a16:creationId xmlns:a16="http://schemas.microsoft.com/office/drawing/2014/main" id="{AE56B007-14F6-1D56-31FA-2479C01C78E7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29">
                <p14:nvContentPartPr>
                  <p14:cNvPr id="28256" name="Ink 28255">
                    <a:extLst>
                      <a:ext uri="{FF2B5EF4-FFF2-40B4-BE49-F238E27FC236}">
                        <a16:creationId xmlns:a16="http://schemas.microsoft.com/office/drawing/2014/main" id="{B328F28A-1EDD-C197-65C5-37174211314B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28256" name="Ink 28255">
                    <a:extLst>
                      <a:ext uri="{FF2B5EF4-FFF2-40B4-BE49-F238E27FC236}">
                        <a16:creationId xmlns:a16="http://schemas.microsoft.com/office/drawing/2014/main" id="{B328F28A-1EDD-C197-65C5-37174211314B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0">
                <p14:nvContentPartPr>
                  <p14:cNvPr id="28257" name="Ink 28256">
                    <a:extLst>
                      <a:ext uri="{FF2B5EF4-FFF2-40B4-BE49-F238E27FC236}">
                        <a16:creationId xmlns:a16="http://schemas.microsoft.com/office/drawing/2014/main" id="{9AD06671-F1EA-F367-902F-B46CB208C1BE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28257" name="Ink 28256">
                    <a:extLst>
                      <a:ext uri="{FF2B5EF4-FFF2-40B4-BE49-F238E27FC236}">
                        <a16:creationId xmlns:a16="http://schemas.microsoft.com/office/drawing/2014/main" id="{9AD06671-F1EA-F367-902F-B46CB208C1BE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1">
                <p14:nvContentPartPr>
                  <p14:cNvPr id="28258" name="Ink 28257">
                    <a:extLst>
                      <a:ext uri="{FF2B5EF4-FFF2-40B4-BE49-F238E27FC236}">
                        <a16:creationId xmlns:a16="http://schemas.microsoft.com/office/drawing/2014/main" id="{C09C1A25-47E0-540A-7B9C-F178ED5B0181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28258" name="Ink 28257">
                    <a:extLst>
                      <a:ext uri="{FF2B5EF4-FFF2-40B4-BE49-F238E27FC236}">
                        <a16:creationId xmlns:a16="http://schemas.microsoft.com/office/drawing/2014/main" id="{C09C1A25-47E0-540A-7B9C-F178ED5B0181}"/>
                      </a:ext>
                    </a:extLst>
                  </p:cNvPr>
                  <p:cNvPicPr/>
                  <p:nvPr/>
                </p:nvPicPr>
                <p:blipFill>
                  <a:blip r:embed="rId165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2">
                <p14:nvContentPartPr>
                  <p14:cNvPr id="28259" name="Ink 28258">
                    <a:extLst>
                      <a:ext uri="{FF2B5EF4-FFF2-40B4-BE49-F238E27FC236}">
                        <a16:creationId xmlns:a16="http://schemas.microsoft.com/office/drawing/2014/main" id="{FD70750C-4582-3959-A493-446D62A052D6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28259" name="Ink 28258">
                    <a:extLst>
                      <a:ext uri="{FF2B5EF4-FFF2-40B4-BE49-F238E27FC236}">
                        <a16:creationId xmlns:a16="http://schemas.microsoft.com/office/drawing/2014/main" id="{FD70750C-4582-3959-A493-446D62A052D6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3">
                <p14:nvContentPartPr>
                  <p14:cNvPr id="28260" name="Ink 28259">
                    <a:extLst>
                      <a:ext uri="{FF2B5EF4-FFF2-40B4-BE49-F238E27FC236}">
                        <a16:creationId xmlns:a16="http://schemas.microsoft.com/office/drawing/2014/main" id="{B6FF15CE-4F22-6971-6D49-344D86422A66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28260" name="Ink 28259">
                    <a:extLst>
                      <a:ext uri="{FF2B5EF4-FFF2-40B4-BE49-F238E27FC236}">
                        <a16:creationId xmlns:a16="http://schemas.microsoft.com/office/drawing/2014/main" id="{B6FF15CE-4F22-6971-6D49-344D86422A66}"/>
                      </a:ext>
                    </a:extLst>
                  </p:cNvPr>
                  <p:cNvPicPr/>
                  <p:nvPr/>
                </p:nvPicPr>
                <p:blipFill>
                  <a:blip r:embed="rId1659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4">
                <p14:nvContentPartPr>
                  <p14:cNvPr id="28261" name="Ink 28260">
                    <a:extLst>
                      <a:ext uri="{FF2B5EF4-FFF2-40B4-BE49-F238E27FC236}">
                        <a16:creationId xmlns:a16="http://schemas.microsoft.com/office/drawing/2014/main" id="{AB9AF1F3-D602-D2A9-223C-A277B8BF5D08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28261" name="Ink 28260">
                    <a:extLst>
                      <a:ext uri="{FF2B5EF4-FFF2-40B4-BE49-F238E27FC236}">
                        <a16:creationId xmlns:a16="http://schemas.microsoft.com/office/drawing/2014/main" id="{AB9AF1F3-D602-D2A9-223C-A277B8BF5D08}"/>
                      </a:ext>
                    </a:extLst>
                  </p:cNvPr>
                  <p:cNvPicPr/>
                  <p:nvPr/>
                </p:nvPicPr>
                <p:blipFill>
                  <a:blip r:embed="rId1671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5">
                <p14:nvContentPartPr>
                  <p14:cNvPr id="28262" name="Ink 28261">
                    <a:extLst>
                      <a:ext uri="{FF2B5EF4-FFF2-40B4-BE49-F238E27FC236}">
                        <a16:creationId xmlns:a16="http://schemas.microsoft.com/office/drawing/2014/main" id="{9ACDAC9D-DD81-1F88-6C3F-4143C03B2156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28262" name="Ink 28261">
                    <a:extLst>
                      <a:ext uri="{FF2B5EF4-FFF2-40B4-BE49-F238E27FC236}">
                        <a16:creationId xmlns:a16="http://schemas.microsoft.com/office/drawing/2014/main" id="{9ACDAC9D-DD81-1F88-6C3F-4143C03B2156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6">
                <p14:nvContentPartPr>
                  <p14:cNvPr id="28263" name="Ink 28262">
                    <a:extLst>
                      <a:ext uri="{FF2B5EF4-FFF2-40B4-BE49-F238E27FC236}">
                        <a16:creationId xmlns:a16="http://schemas.microsoft.com/office/drawing/2014/main" id="{0D58C523-68A3-A901-1AC3-C57A290F7339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28263" name="Ink 28262">
                    <a:extLst>
                      <a:ext uri="{FF2B5EF4-FFF2-40B4-BE49-F238E27FC236}">
                        <a16:creationId xmlns:a16="http://schemas.microsoft.com/office/drawing/2014/main" id="{0D58C523-68A3-A901-1AC3-C57A290F7339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7">
                <p14:nvContentPartPr>
                  <p14:cNvPr id="28264" name="Ink 28263">
                    <a:extLst>
                      <a:ext uri="{FF2B5EF4-FFF2-40B4-BE49-F238E27FC236}">
                        <a16:creationId xmlns:a16="http://schemas.microsoft.com/office/drawing/2014/main" id="{51973A56-3DC1-05FF-8B20-8128ABA01539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28264" name="Ink 28263">
                    <a:extLst>
                      <a:ext uri="{FF2B5EF4-FFF2-40B4-BE49-F238E27FC236}">
                        <a16:creationId xmlns:a16="http://schemas.microsoft.com/office/drawing/2014/main" id="{51973A56-3DC1-05FF-8B20-8128ABA01539}"/>
                      </a:ext>
                    </a:extLst>
                  </p:cNvPr>
                  <p:cNvPicPr/>
                  <p:nvPr/>
                </p:nvPicPr>
                <p:blipFill>
                  <a:blip r:embed="rId168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8">
                <p14:nvContentPartPr>
                  <p14:cNvPr id="28265" name="Ink 28264">
                    <a:extLst>
                      <a:ext uri="{FF2B5EF4-FFF2-40B4-BE49-F238E27FC236}">
                        <a16:creationId xmlns:a16="http://schemas.microsoft.com/office/drawing/2014/main" id="{74543A06-2EF7-1404-1797-02D1CAF84E96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28265" name="Ink 28264">
                    <a:extLst>
                      <a:ext uri="{FF2B5EF4-FFF2-40B4-BE49-F238E27FC236}">
                        <a16:creationId xmlns:a16="http://schemas.microsoft.com/office/drawing/2014/main" id="{74543A06-2EF7-1404-1797-02D1CAF84E96}"/>
                      </a:ext>
                    </a:extLst>
                  </p:cNvPr>
                  <p:cNvPicPr/>
                  <p:nvPr/>
                </p:nvPicPr>
                <p:blipFill>
                  <a:blip r:embed="rId168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39">
                <p14:nvContentPartPr>
                  <p14:cNvPr id="28266" name="Ink 28265">
                    <a:extLst>
                      <a:ext uri="{FF2B5EF4-FFF2-40B4-BE49-F238E27FC236}">
                        <a16:creationId xmlns:a16="http://schemas.microsoft.com/office/drawing/2014/main" id="{3D7A5AE0-8F59-72D4-ED5D-5AC2ED473D0F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28266" name="Ink 28265">
                    <a:extLst>
                      <a:ext uri="{FF2B5EF4-FFF2-40B4-BE49-F238E27FC236}">
                        <a16:creationId xmlns:a16="http://schemas.microsoft.com/office/drawing/2014/main" id="{3D7A5AE0-8F59-72D4-ED5D-5AC2ED473D0F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0">
                <p14:nvContentPartPr>
                  <p14:cNvPr id="28267" name="Ink 28266">
                    <a:extLst>
                      <a:ext uri="{FF2B5EF4-FFF2-40B4-BE49-F238E27FC236}">
                        <a16:creationId xmlns:a16="http://schemas.microsoft.com/office/drawing/2014/main" id="{CBAEF703-0000-26A3-FAF3-10E2E4B91A4B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28267" name="Ink 28266">
                    <a:extLst>
                      <a:ext uri="{FF2B5EF4-FFF2-40B4-BE49-F238E27FC236}">
                        <a16:creationId xmlns:a16="http://schemas.microsoft.com/office/drawing/2014/main" id="{CBAEF703-0000-26A3-FAF3-10E2E4B91A4B}"/>
                      </a:ext>
                    </a:extLst>
                  </p:cNvPr>
                  <p:cNvPicPr/>
                  <p:nvPr/>
                </p:nvPicPr>
                <p:blipFill>
                  <a:blip r:embed="rId1706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1">
                <p14:nvContentPartPr>
                  <p14:cNvPr id="28268" name="Ink 28267">
                    <a:extLst>
                      <a:ext uri="{FF2B5EF4-FFF2-40B4-BE49-F238E27FC236}">
                        <a16:creationId xmlns:a16="http://schemas.microsoft.com/office/drawing/2014/main" id="{6DE971DC-113A-F2D7-A990-F443FF562706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28268" name="Ink 28267">
                    <a:extLst>
                      <a:ext uri="{FF2B5EF4-FFF2-40B4-BE49-F238E27FC236}">
                        <a16:creationId xmlns:a16="http://schemas.microsoft.com/office/drawing/2014/main" id="{6DE971DC-113A-F2D7-A990-F443FF562706}"/>
                      </a:ext>
                    </a:extLst>
                  </p:cNvPr>
                  <p:cNvPicPr/>
                  <p:nvPr/>
                </p:nvPicPr>
                <p:blipFill>
                  <a:blip r:embed="rId169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2">
                <p14:nvContentPartPr>
                  <p14:cNvPr id="28269" name="Ink 28268">
                    <a:extLst>
                      <a:ext uri="{FF2B5EF4-FFF2-40B4-BE49-F238E27FC236}">
                        <a16:creationId xmlns:a16="http://schemas.microsoft.com/office/drawing/2014/main" id="{14DD16C7-92EB-DF07-5BDA-3760C8820DE2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28269" name="Ink 28268">
                    <a:extLst>
                      <a:ext uri="{FF2B5EF4-FFF2-40B4-BE49-F238E27FC236}">
                        <a16:creationId xmlns:a16="http://schemas.microsoft.com/office/drawing/2014/main" id="{14DD16C7-92EB-DF07-5BDA-3760C8820DE2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3">
                <p14:nvContentPartPr>
                  <p14:cNvPr id="28270" name="Ink 28269">
                    <a:extLst>
                      <a:ext uri="{FF2B5EF4-FFF2-40B4-BE49-F238E27FC236}">
                        <a16:creationId xmlns:a16="http://schemas.microsoft.com/office/drawing/2014/main" id="{378292B4-9D3F-2060-F036-74B92A33D0A5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28270" name="Ink 28269">
                    <a:extLst>
                      <a:ext uri="{FF2B5EF4-FFF2-40B4-BE49-F238E27FC236}">
                        <a16:creationId xmlns:a16="http://schemas.microsoft.com/office/drawing/2014/main" id="{378292B4-9D3F-2060-F036-74B92A33D0A5}"/>
                      </a:ext>
                    </a:extLst>
                  </p:cNvPr>
                  <p:cNvPicPr/>
                  <p:nvPr/>
                </p:nvPicPr>
                <p:blipFill>
                  <a:blip r:embed="rId1771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4">
                <p14:nvContentPartPr>
                  <p14:cNvPr id="28271" name="Ink 28270">
                    <a:extLst>
                      <a:ext uri="{FF2B5EF4-FFF2-40B4-BE49-F238E27FC236}">
                        <a16:creationId xmlns:a16="http://schemas.microsoft.com/office/drawing/2014/main" id="{F70E95C4-D078-F493-0BA0-3DB9DB7EC94E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28271" name="Ink 28270">
                    <a:extLst>
                      <a:ext uri="{FF2B5EF4-FFF2-40B4-BE49-F238E27FC236}">
                        <a16:creationId xmlns:a16="http://schemas.microsoft.com/office/drawing/2014/main" id="{F70E95C4-D078-F493-0BA0-3DB9DB7EC94E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5">
                <p14:nvContentPartPr>
                  <p14:cNvPr id="28272" name="Ink 28271">
                    <a:extLst>
                      <a:ext uri="{FF2B5EF4-FFF2-40B4-BE49-F238E27FC236}">
                        <a16:creationId xmlns:a16="http://schemas.microsoft.com/office/drawing/2014/main" id="{29570778-8397-06E4-42D9-9C1C04C0069B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28272" name="Ink 28271">
                    <a:extLst>
                      <a:ext uri="{FF2B5EF4-FFF2-40B4-BE49-F238E27FC236}">
                        <a16:creationId xmlns:a16="http://schemas.microsoft.com/office/drawing/2014/main" id="{29570778-8397-06E4-42D9-9C1C04C0069B}"/>
                      </a:ext>
                    </a:extLst>
                  </p:cNvPr>
                  <p:cNvPicPr/>
                  <p:nvPr/>
                </p:nvPicPr>
                <p:blipFill>
                  <a:blip r:embed="rId1708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6">
                <p14:nvContentPartPr>
                  <p14:cNvPr id="28273" name="Ink 28272">
                    <a:extLst>
                      <a:ext uri="{FF2B5EF4-FFF2-40B4-BE49-F238E27FC236}">
                        <a16:creationId xmlns:a16="http://schemas.microsoft.com/office/drawing/2014/main" id="{6F037F33-295B-970F-55A7-45B76CD1C9E5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28273" name="Ink 28272">
                    <a:extLst>
                      <a:ext uri="{FF2B5EF4-FFF2-40B4-BE49-F238E27FC236}">
                        <a16:creationId xmlns:a16="http://schemas.microsoft.com/office/drawing/2014/main" id="{6F037F33-295B-970F-55A7-45B76CD1C9E5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7">
                <p14:nvContentPartPr>
                  <p14:cNvPr id="28274" name="Ink 28273">
                    <a:extLst>
                      <a:ext uri="{FF2B5EF4-FFF2-40B4-BE49-F238E27FC236}">
                        <a16:creationId xmlns:a16="http://schemas.microsoft.com/office/drawing/2014/main" id="{40F9F4DF-B186-9112-BF46-54EAA4B635EA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28274" name="Ink 28273">
                    <a:extLst>
                      <a:ext uri="{FF2B5EF4-FFF2-40B4-BE49-F238E27FC236}">
                        <a16:creationId xmlns:a16="http://schemas.microsoft.com/office/drawing/2014/main" id="{40F9F4DF-B186-9112-BF46-54EAA4B635EA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8">
                <p14:nvContentPartPr>
                  <p14:cNvPr id="28275" name="Ink 28274">
                    <a:extLst>
                      <a:ext uri="{FF2B5EF4-FFF2-40B4-BE49-F238E27FC236}">
                        <a16:creationId xmlns:a16="http://schemas.microsoft.com/office/drawing/2014/main" id="{BE034F42-A86A-9DC4-E21B-7E2BDA0314D0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28275" name="Ink 28274">
                    <a:extLst>
                      <a:ext uri="{FF2B5EF4-FFF2-40B4-BE49-F238E27FC236}">
                        <a16:creationId xmlns:a16="http://schemas.microsoft.com/office/drawing/2014/main" id="{BE034F42-A86A-9DC4-E21B-7E2BDA0314D0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49">
                <p14:nvContentPartPr>
                  <p14:cNvPr id="28276" name="Ink 28275">
                    <a:extLst>
                      <a:ext uri="{FF2B5EF4-FFF2-40B4-BE49-F238E27FC236}">
                        <a16:creationId xmlns:a16="http://schemas.microsoft.com/office/drawing/2014/main" id="{46418E17-C86B-DD60-CD7E-78B768031B6E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28276" name="Ink 28275">
                    <a:extLst>
                      <a:ext uri="{FF2B5EF4-FFF2-40B4-BE49-F238E27FC236}">
                        <a16:creationId xmlns:a16="http://schemas.microsoft.com/office/drawing/2014/main" id="{46418E17-C86B-DD60-CD7E-78B768031B6E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0">
                <p14:nvContentPartPr>
                  <p14:cNvPr id="28277" name="Ink 28276">
                    <a:extLst>
                      <a:ext uri="{FF2B5EF4-FFF2-40B4-BE49-F238E27FC236}">
                        <a16:creationId xmlns:a16="http://schemas.microsoft.com/office/drawing/2014/main" id="{CE9525FE-5D27-8D62-2081-456BBD597BB4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28277" name="Ink 28276">
                    <a:extLst>
                      <a:ext uri="{FF2B5EF4-FFF2-40B4-BE49-F238E27FC236}">
                        <a16:creationId xmlns:a16="http://schemas.microsoft.com/office/drawing/2014/main" id="{CE9525FE-5D27-8D62-2081-456BBD597BB4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1">
                <p14:nvContentPartPr>
                  <p14:cNvPr id="28278" name="Ink 28277">
                    <a:extLst>
                      <a:ext uri="{FF2B5EF4-FFF2-40B4-BE49-F238E27FC236}">
                        <a16:creationId xmlns:a16="http://schemas.microsoft.com/office/drawing/2014/main" id="{F9AF9C8D-E1F5-200E-152B-E9E85128186C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28278" name="Ink 28277">
                    <a:extLst>
                      <a:ext uri="{FF2B5EF4-FFF2-40B4-BE49-F238E27FC236}">
                        <a16:creationId xmlns:a16="http://schemas.microsoft.com/office/drawing/2014/main" id="{F9AF9C8D-E1F5-200E-152B-E9E85128186C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2">
                <p14:nvContentPartPr>
                  <p14:cNvPr id="28279" name="Ink 28278">
                    <a:extLst>
                      <a:ext uri="{FF2B5EF4-FFF2-40B4-BE49-F238E27FC236}">
                        <a16:creationId xmlns:a16="http://schemas.microsoft.com/office/drawing/2014/main" id="{9DFA9ACB-A558-3C30-781F-82B4B7AEBFF7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28279" name="Ink 28278">
                    <a:extLst>
                      <a:ext uri="{FF2B5EF4-FFF2-40B4-BE49-F238E27FC236}">
                        <a16:creationId xmlns:a16="http://schemas.microsoft.com/office/drawing/2014/main" id="{9DFA9ACB-A558-3C30-781F-82B4B7AEBFF7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3">
                <p14:nvContentPartPr>
                  <p14:cNvPr id="28280" name="Ink 28279">
                    <a:extLst>
                      <a:ext uri="{FF2B5EF4-FFF2-40B4-BE49-F238E27FC236}">
                        <a16:creationId xmlns:a16="http://schemas.microsoft.com/office/drawing/2014/main" id="{01F3316F-7AE3-DCF2-3B54-AF9879B7CF0A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28280" name="Ink 28279">
                    <a:extLst>
                      <a:ext uri="{FF2B5EF4-FFF2-40B4-BE49-F238E27FC236}">
                        <a16:creationId xmlns:a16="http://schemas.microsoft.com/office/drawing/2014/main" id="{01F3316F-7AE3-DCF2-3B54-AF9879B7CF0A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4">
                <p14:nvContentPartPr>
                  <p14:cNvPr id="28281" name="Ink 28280">
                    <a:extLst>
                      <a:ext uri="{FF2B5EF4-FFF2-40B4-BE49-F238E27FC236}">
                        <a16:creationId xmlns:a16="http://schemas.microsoft.com/office/drawing/2014/main" id="{9A0C46B0-6691-0152-D6F5-513B01F9EDD3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28281" name="Ink 28280">
                    <a:extLst>
                      <a:ext uri="{FF2B5EF4-FFF2-40B4-BE49-F238E27FC236}">
                        <a16:creationId xmlns:a16="http://schemas.microsoft.com/office/drawing/2014/main" id="{9A0C46B0-6691-0152-D6F5-513B01F9EDD3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5">
                <p14:nvContentPartPr>
                  <p14:cNvPr id="28282" name="Ink 28281">
                    <a:extLst>
                      <a:ext uri="{FF2B5EF4-FFF2-40B4-BE49-F238E27FC236}">
                        <a16:creationId xmlns:a16="http://schemas.microsoft.com/office/drawing/2014/main" id="{49D276E1-11CA-7416-DBB6-89935AF50A3C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28282" name="Ink 28281">
                    <a:extLst>
                      <a:ext uri="{FF2B5EF4-FFF2-40B4-BE49-F238E27FC236}">
                        <a16:creationId xmlns:a16="http://schemas.microsoft.com/office/drawing/2014/main" id="{49D276E1-11CA-7416-DBB6-89935AF50A3C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6">
                <p14:nvContentPartPr>
                  <p14:cNvPr id="28283" name="Ink 28282">
                    <a:extLst>
                      <a:ext uri="{FF2B5EF4-FFF2-40B4-BE49-F238E27FC236}">
                        <a16:creationId xmlns:a16="http://schemas.microsoft.com/office/drawing/2014/main" id="{FD56AB96-211E-D708-853C-E94C690F2E27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28283" name="Ink 28282">
                    <a:extLst>
                      <a:ext uri="{FF2B5EF4-FFF2-40B4-BE49-F238E27FC236}">
                        <a16:creationId xmlns:a16="http://schemas.microsoft.com/office/drawing/2014/main" id="{FD56AB96-211E-D708-853C-E94C690F2E27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7">
                <p14:nvContentPartPr>
                  <p14:cNvPr id="28284" name="Ink 28283">
                    <a:extLst>
                      <a:ext uri="{FF2B5EF4-FFF2-40B4-BE49-F238E27FC236}">
                        <a16:creationId xmlns:a16="http://schemas.microsoft.com/office/drawing/2014/main" id="{9851B7C3-A0F6-68EE-6E7F-9A4A5FB5F5E9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28284" name="Ink 28283">
                    <a:extLst>
                      <a:ext uri="{FF2B5EF4-FFF2-40B4-BE49-F238E27FC236}">
                        <a16:creationId xmlns:a16="http://schemas.microsoft.com/office/drawing/2014/main" id="{9851B7C3-A0F6-68EE-6E7F-9A4A5FB5F5E9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8">
                <p14:nvContentPartPr>
                  <p14:cNvPr id="28285" name="Ink 28284">
                    <a:extLst>
                      <a:ext uri="{FF2B5EF4-FFF2-40B4-BE49-F238E27FC236}">
                        <a16:creationId xmlns:a16="http://schemas.microsoft.com/office/drawing/2014/main" id="{CE429386-4AA8-CE60-2F56-5841E3F71B8D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28285" name="Ink 28284">
                    <a:extLst>
                      <a:ext uri="{FF2B5EF4-FFF2-40B4-BE49-F238E27FC236}">
                        <a16:creationId xmlns:a16="http://schemas.microsoft.com/office/drawing/2014/main" id="{CE429386-4AA8-CE60-2F56-5841E3F71B8D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59">
                <p14:nvContentPartPr>
                  <p14:cNvPr id="28286" name="Ink 28285">
                    <a:extLst>
                      <a:ext uri="{FF2B5EF4-FFF2-40B4-BE49-F238E27FC236}">
                        <a16:creationId xmlns:a16="http://schemas.microsoft.com/office/drawing/2014/main" id="{F3C759AD-F9A4-9947-0386-DE02650B6CB2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28286" name="Ink 28285">
                    <a:extLst>
                      <a:ext uri="{FF2B5EF4-FFF2-40B4-BE49-F238E27FC236}">
                        <a16:creationId xmlns:a16="http://schemas.microsoft.com/office/drawing/2014/main" id="{F3C759AD-F9A4-9947-0386-DE02650B6CB2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0">
                <p14:nvContentPartPr>
                  <p14:cNvPr id="28287" name="Ink 28286">
                    <a:extLst>
                      <a:ext uri="{FF2B5EF4-FFF2-40B4-BE49-F238E27FC236}">
                        <a16:creationId xmlns:a16="http://schemas.microsoft.com/office/drawing/2014/main" id="{D2DDD14F-2CF2-39D7-2304-3EA0E5809220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28287" name="Ink 28286">
                    <a:extLst>
                      <a:ext uri="{FF2B5EF4-FFF2-40B4-BE49-F238E27FC236}">
                        <a16:creationId xmlns:a16="http://schemas.microsoft.com/office/drawing/2014/main" id="{D2DDD14F-2CF2-39D7-2304-3EA0E5809220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1">
                <p14:nvContentPartPr>
                  <p14:cNvPr id="28288" name="Ink 28287">
                    <a:extLst>
                      <a:ext uri="{FF2B5EF4-FFF2-40B4-BE49-F238E27FC236}">
                        <a16:creationId xmlns:a16="http://schemas.microsoft.com/office/drawing/2014/main" id="{1380246D-F98C-1AD4-79BE-2FA4A34A979B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28288" name="Ink 28287">
                    <a:extLst>
                      <a:ext uri="{FF2B5EF4-FFF2-40B4-BE49-F238E27FC236}">
                        <a16:creationId xmlns:a16="http://schemas.microsoft.com/office/drawing/2014/main" id="{1380246D-F98C-1AD4-79BE-2FA4A34A979B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2">
                <p14:nvContentPartPr>
                  <p14:cNvPr id="28289" name="Ink 28288">
                    <a:extLst>
                      <a:ext uri="{FF2B5EF4-FFF2-40B4-BE49-F238E27FC236}">
                        <a16:creationId xmlns:a16="http://schemas.microsoft.com/office/drawing/2014/main" id="{686C3587-218D-40E9-CB3B-A1F9DA0A98FE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28289" name="Ink 28288">
                    <a:extLst>
                      <a:ext uri="{FF2B5EF4-FFF2-40B4-BE49-F238E27FC236}">
                        <a16:creationId xmlns:a16="http://schemas.microsoft.com/office/drawing/2014/main" id="{686C3587-218D-40E9-CB3B-A1F9DA0A98FE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3">
                <p14:nvContentPartPr>
                  <p14:cNvPr id="28290" name="Ink 28289">
                    <a:extLst>
                      <a:ext uri="{FF2B5EF4-FFF2-40B4-BE49-F238E27FC236}">
                        <a16:creationId xmlns:a16="http://schemas.microsoft.com/office/drawing/2014/main" id="{B4161A09-47F3-E5C1-1313-0FD15B6BDF7A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28290" name="Ink 28289">
                    <a:extLst>
                      <a:ext uri="{FF2B5EF4-FFF2-40B4-BE49-F238E27FC236}">
                        <a16:creationId xmlns:a16="http://schemas.microsoft.com/office/drawing/2014/main" id="{B4161A09-47F3-E5C1-1313-0FD15B6BDF7A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4">
                <p14:nvContentPartPr>
                  <p14:cNvPr id="28291" name="Ink 28290">
                    <a:extLst>
                      <a:ext uri="{FF2B5EF4-FFF2-40B4-BE49-F238E27FC236}">
                        <a16:creationId xmlns:a16="http://schemas.microsoft.com/office/drawing/2014/main" id="{949EC962-42C0-840A-4027-4359D7809ABA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28291" name="Ink 28290">
                    <a:extLst>
                      <a:ext uri="{FF2B5EF4-FFF2-40B4-BE49-F238E27FC236}">
                        <a16:creationId xmlns:a16="http://schemas.microsoft.com/office/drawing/2014/main" id="{949EC962-42C0-840A-4027-4359D7809ABA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5">
                <p14:nvContentPartPr>
                  <p14:cNvPr id="28292" name="Ink 28291">
                    <a:extLst>
                      <a:ext uri="{FF2B5EF4-FFF2-40B4-BE49-F238E27FC236}">
                        <a16:creationId xmlns:a16="http://schemas.microsoft.com/office/drawing/2014/main" id="{C5952B41-B765-1633-D17D-29669247FDC9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28292" name="Ink 28291">
                    <a:extLst>
                      <a:ext uri="{FF2B5EF4-FFF2-40B4-BE49-F238E27FC236}">
                        <a16:creationId xmlns:a16="http://schemas.microsoft.com/office/drawing/2014/main" id="{C5952B41-B765-1633-D17D-29669247FDC9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6">
                <p14:nvContentPartPr>
                  <p14:cNvPr id="28293" name="Ink 28292">
                    <a:extLst>
                      <a:ext uri="{FF2B5EF4-FFF2-40B4-BE49-F238E27FC236}">
                        <a16:creationId xmlns:a16="http://schemas.microsoft.com/office/drawing/2014/main" id="{A13B9014-790A-2136-B458-625E9305C12B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28293" name="Ink 28292">
                    <a:extLst>
                      <a:ext uri="{FF2B5EF4-FFF2-40B4-BE49-F238E27FC236}">
                        <a16:creationId xmlns:a16="http://schemas.microsoft.com/office/drawing/2014/main" id="{A13B9014-790A-2136-B458-625E9305C12B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7">
                <p14:nvContentPartPr>
                  <p14:cNvPr id="28294" name="Ink 28293">
                    <a:extLst>
                      <a:ext uri="{FF2B5EF4-FFF2-40B4-BE49-F238E27FC236}">
                        <a16:creationId xmlns:a16="http://schemas.microsoft.com/office/drawing/2014/main" id="{69B3B6DF-A08F-BF42-15CD-298C545AB64B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28294" name="Ink 28293">
                    <a:extLst>
                      <a:ext uri="{FF2B5EF4-FFF2-40B4-BE49-F238E27FC236}">
                        <a16:creationId xmlns:a16="http://schemas.microsoft.com/office/drawing/2014/main" id="{69B3B6DF-A08F-BF42-15CD-298C545AB64B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8">
                <p14:nvContentPartPr>
                  <p14:cNvPr id="28295" name="Ink 28294">
                    <a:extLst>
                      <a:ext uri="{FF2B5EF4-FFF2-40B4-BE49-F238E27FC236}">
                        <a16:creationId xmlns:a16="http://schemas.microsoft.com/office/drawing/2014/main" id="{FB46CDB5-C9FD-4D34-C7A7-C0DFAB1107FC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28295" name="Ink 28294">
                    <a:extLst>
                      <a:ext uri="{FF2B5EF4-FFF2-40B4-BE49-F238E27FC236}">
                        <a16:creationId xmlns:a16="http://schemas.microsoft.com/office/drawing/2014/main" id="{FB46CDB5-C9FD-4D34-C7A7-C0DFAB1107FC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69">
                <p14:nvContentPartPr>
                  <p14:cNvPr id="28296" name="Ink 28295">
                    <a:extLst>
                      <a:ext uri="{FF2B5EF4-FFF2-40B4-BE49-F238E27FC236}">
                        <a16:creationId xmlns:a16="http://schemas.microsoft.com/office/drawing/2014/main" id="{BE175CE6-8D84-F5AE-F336-484262AE0635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28296" name="Ink 28295">
                    <a:extLst>
                      <a:ext uri="{FF2B5EF4-FFF2-40B4-BE49-F238E27FC236}">
                        <a16:creationId xmlns:a16="http://schemas.microsoft.com/office/drawing/2014/main" id="{BE175CE6-8D84-F5AE-F336-484262AE0635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0">
                <p14:nvContentPartPr>
                  <p14:cNvPr id="28297" name="Ink 28296">
                    <a:extLst>
                      <a:ext uri="{FF2B5EF4-FFF2-40B4-BE49-F238E27FC236}">
                        <a16:creationId xmlns:a16="http://schemas.microsoft.com/office/drawing/2014/main" id="{FACAE854-EA48-7E24-B01E-7079C253507E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28297" name="Ink 28296">
                    <a:extLst>
                      <a:ext uri="{FF2B5EF4-FFF2-40B4-BE49-F238E27FC236}">
                        <a16:creationId xmlns:a16="http://schemas.microsoft.com/office/drawing/2014/main" id="{FACAE854-EA48-7E24-B01E-7079C253507E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1">
                <p14:nvContentPartPr>
                  <p14:cNvPr id="28298" name="Ink 28297">
                    <a:extLst>
                      <a:ext uri="{FF2B5EF4-FFF2-40B4-BE49-F238E27FC236}">
                        <a16:creationId xmlns:a16="http://schemas.microsoft.com/office/drawing/2014/main" id="{F788C4E6-CE65-937C-2C16-6FE4758F23A3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28298" name="Ink 28297">
                    <a:extLst>
                      <a:ext uri="{FF2B5EF4-FFF2-40B4-BE49-F238E27FC236}">
                        <a16:creationId xmlns:a16="http://schemas.microsoft.com/office/drawing/2014/main" id="{F788C4E6-CE65-937C-2C16-6FE4758F23A3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2">
                <p14:nvContentPartPr>
                  <p14:cNvPr id="28299" name="Ink 28298">
                    <a:extLst>
                      <a:ext uri="{FF2B5EF4-FFF2-40B4-BE49-F238E27FC236}">
                        <a16:creationId xmlns:a16="http://schemas.microsoft.com/office/drawing/2014/main" id="{42EA0A8F-D941-4DC9-00BC-48EE85CE3341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28299" name="Ink 28298">
                    <a:extLst>
                      <a:ext uri="{FF2B5EF4-FFF2-40B4-BE49-F238E27FC236}">
                        <a16:creationId xmlns:a16="http://schemas.microsoft.com/office/drawing/2014/main" id="{42EA0A8F-D941-4DC9-00BC-48EE85CE3341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3">
                <p14:nvContentPartPr>
                  <p14:cNvPr id="28300" name="Ink 28299">
                    <a:extLst>
                      <a:ext uri="{FF2B5EF4-FFF2-40B4-BE49-F238E27FC236}">
                        <a16:creationId xmlns:a16="http://schemas.microsoft.com/office/drawing/2014/main" id="{C7911757-20FE-8422-E027-E288A3079467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28300" name="Ink 28299">
                    <a:extLst>
                      <a:ext uri="{FF2B5EF4-FFF2-40B4-BE49-F238E27FC236}">
                        <a16:creationId xmlns:a16="http://schemas.microsoft.com/office/drawing/2014/main" id="{C7911757-20FE-8422-E027-E288A3079467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4">
                <p14:nvContentPartPr>
                  <p14:cNvPr id="28301" name="Ink 28300">
                    <a:extLst>
                      <a:ext uri="{FF2B5EF4-FFF2-40B4-BE49-F238E27FC236}">
                        <a16:creationId xmlns:a16="http://schemas.microsoft.com/office/drawing/2014/main" id="{8F1AD51C-8AD5-E184-C0BB-E0F5363F6CFB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28301" name="Ink 28300">
                    <a:extLst>
                      <a:ext uri="{FF2B5EF4-FFF2-40B4-BE49-F238E27FC236}">
                        <a16:creationId xmlns:a16="http://schemas.microsoft.com/office/drawing/2014/main" id="{8F1AD51C-8AD5-E184-C0BB-E0F5363F6CFB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75">
                <p14:nvContentPartPr>
                  <p14:cNvPr id="28302" name="Ink 28301">
                    <a:extLst>
                      <a:ext uri="{FF2B5EF4-FFF2-40B4-BE49-F238E27FC236}">
                        <a16:creationId xmlns:a16="http://schemas.microsoft.com/office/drawing/2014/main" id="{30D3BFF4-1520-5FEB-B46C-C50AE5AD9753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28302" name="Ink 28301">
                    <a:extLst>
                      <a:ext uri="{FF2B5EF4-FFF2-40B4-BE49-F238E27FC236}">
                        <a16:creationId xmlns:a16="http://schemas.microsoft.com/office/drawing/2014/main" id="{30D3BFF4-1520-5FEB-B46C-C50AE5AD9753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28218" name="Freeform 28217">
              <a:extLst>
                <a:ext uri="{FF2B5EF4-FFF2-40B4-BE49-F238E27FC236}">
                  <a16:creationId xmlns:a16="http://schemas.microsoft.com/office/drawing/2014/main" id="{0757199F-0122-BA09-0C33-E20647186B0F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19" name="Freeform 28218">
              <a:extLst>
                <a:ext uri="{FF2B5EF4-FFF2-40B4-BE49-F238E27FC236}">
                  <a16:creationId xmlns:a16="http://schemas.microsoft.com/office/drawing/2014/main" id="{18E865DD-4F4E-3B97-98A4-23F965152528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0" name="Freeform 28219">
              <a:extLst>
                <a:ext uri="{FF2B5EF4-FFF2-40B4-BE49-F238E27FC236}">
                  <a16:creationId xmlns:a16="http://schemas.microsoft.com/office/drawing/2014/main" id="{2081A9ED-9F3D-E807-D885-7DAA52E059A9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1" name="Freeform 28220">
              <a:extLst>
                <a:ext uri="{FF2B5EF4-FFF2-40B4-BE49-F238E27FC236}">
                  <a16:creationId xmlns:a16="http://schemas.microsoft.com/office/drawing/2014/main" id="{E05DF6AF-020E-6DF2-60D7-2C244096A071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2" name="Freeform 28221">
              <a:extLst>
                <a:ext uri="{FF2B5EF4-FFF2-40B4-BE49-F238E27FC236}">
                  <a16:creationId xmlns:a16="http://schemas.microsoft.com/office/drawing/2014/main" id="{A1414EA8-4F69-CF93-F666-EBECA3DDF977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3" name="Freeform 28222">
              <a:extLst>
                <a:ext uri="{FF2B5EF4-FFF2-40B4-BE49-F238E27FC236}">
                  <a16:creationId xmlns:a16="http://schemas.microsoft.com/office/drawing/2014/main" id="{61BBBE62-92EB-7231-4824-5931042289F5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4" name="Freeform 28223">
              <a:extLst>
                <a:ext uri="{FF2B5EF4-FFF2-40B4-BE49-F238E27FC236}">
                  <a16:creationId xmlns:a16="http://schemas.microsoft.com/office/drawing/2014/main" id="{C8907635-F894-3A8E-FC28-19E3EBF39C16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5" name="Freeform 28224">
              <a:extLst>
                <a:ext uri="{FF2B5EF4-FFF2-40B4-BE49-F238E27FC236}">
                  <a16:creationId xmlns:a16="http://schemas.microsoft.com/office/drawing/2014/main" id="{6978A8DA-AB70-C01C-6B93-87B6237139FF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6" name="Freeform 28225">
              <a:extLst>
                <a:ext uri="{FF2B5EF4-FFF2-40B4-BE49-F238E27FC236}">
                  <a16:creationId xmlns:a16="http://schemas.microsoft.com/office/drawing/2014/main" id="{265C5D43-F90B-926B-F58F-3D494E9C0D42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7" name="Freeform 28226">
              <a:extLst>
                <a:ext uri="{FF2B5EF4-FFF2-40B4-BE49-F238E27FC236}">
                  <a16:creationId xmlns:a16="http://schemas.microsoft.com/office/drawing/2014/main" id="{446D1EFC-8C33-BBA1-56A3-F8448603DE7C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8" name="Freeform 28227">
              <a:extLst>
                <a:ext uri="{FF2B5EF4-FFF2-40B4-BE49-F238E27FC236}">
                  <a16:creationId xmlns:a16="http://schemas.microsoft.com/office/drawing/2014/main" id="{1E0C7649-8DD2-7463-16E5-AD379F2AC1B2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29" name="Freeform 28228">
              <a:extLst>
                <a:ext uri="{FF2B5EF4-FFF2-40B4-BE49-F238E27FC236}">
                  <a16:creationId xmlns:a16="http://schemas.microsoft.com/office/drawing/2014/main" id="{45E56B31-8078-44DF-06F9-B0174C21C1F2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0" name="Freeform 28229">
              <a:extLst>
                <a:ext uri="{FF2B5EF4-FFF2-40B4-BE49-F238E27FC236}">
                  <a16:creationId xmlns:a16="http://schemas.microsoft.com/office/drawing/2014/main" id="{6180362A-DF25-8525-AD9D-CCDF3AA3CE69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1" name="Freeform 28230">
              <a:extLst>
                <a:ext uri="{FF2B5EF4-FFF2-40B4-BE49-F238E27FC236}">
                  <a16:creationId xmlns:a16="http://schemas.microsoft.com/office/drawing/2014/main" id="{E8A6AB36-F45A-9C97-3973-A1F4C3E1DF12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2" name="Freeform 28231">
              <a:extLst>
                <a:ext uri="{FF2B5EF4-FFF2-40B4-BE49-F238E27FC236}">
                  <a16:creationId xmlns:a16="http://schemas.microsoft.com/office/drawing/2014/main" id="{DF834A70-8721-739B-9ECE-A5E0247199FD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3" name="Freeform 28232">
              <a:extLst>
                <a:ext uri="{FF2B5EF4-FFF2-40B4-BE49-F238E27FC236}">
                  <a16:creationId xmlns:a16="http://schemas.microsoft.com/office/drawing/2014/main" id="{42E1BA4D-8675-4597-315E-E465CFC0EBFF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076">
              <p14:nvContentPartPr>
                <p14:cNvPr id="28234" name="Ink 28233">
                  <a:extLst>
                    <a:ext uri="{FF2B5EF4-FFF2-40B4-BE49-F238E27FC236}">
                      <a16:creationId xmlns:a16="http://schemas.microsoft.com/office/drawing/2014/main" id="{58DE6E39-173E-4E33-BED9-C610F503D3C0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8234" name="Ink 28233">
                  <a:extLst>
                    <a:ext uri="{FF2B5EF4-FFF2-40B4-BE49-F238E27FC236}">
                      <a16:creationId xmlns:a16="http://schemas.microsoft.com/office/drawing/2014/main" id="{58DE6E39-173E-4E33-BED9-C610F503D3C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7">
              <p14:nvContentPartPr>
                <p14:cNvPr id="28235" name="Ink 28234">
                  <a:extLst>
                    <a:ext uri="{FF2B5EF4-FFF2-40B4-BE49-F238E27FC236}">
                      <a16:creationId xmlns:a16="http://schemas.microsoft.com/office/drawing/2014/main" id="{F276EE28-AE13-D764-4EBD-AE441844E7C4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8235" name="Ink 28234">
                  <a:extLst>
                    <a:ext uri="{FF2B5EF4-FFF2-40B4-BE49-F238E27FC236}">
                      <a16:creationId xmlns:a16="http://schemas.microsoft.com/office/drawing/2014/main" id="{F276EE28-AE13-D764-4EBD-AE441844E7C4}"/>
                    </a:ext>
                  </a:extLst>
                </p:cNvPr>
                <p:cNvPicPr/>
                <p:nvPr/>
              </p:nvPicPr>
              <p:blipFill>
                <a:blip r:embed="rId1143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8">
              <p14:nvContentPartPr>
                <p14:cNvPr id="28236" name="Ink 28235">
                  <a:extLst>
                    <a:ext uri="{FF2B5EF4-FFF2-40B4-BE49-F238E27FC236}">
                      <a16:creationId xmlns:a16="http://schemas.microsoft.com/office/drawing/2014/main" id="{75D20197-2111-8B44-9745-124C7548A9A7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8236" name="Ink 28235">
                  <a:extLst>
                    <a:ext uri="{FF2B5EF4-FFF2-40B4-BE49-F238E27FC236}">
                      <a16:creationId xmlns:a16="http://schemas.microsoft.com/office/drawing/2014/main" id="{75D20197-2111-8B44-9745-124C7548A9A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8237" name="Freeform 28236">
              <a:extLst>
                <a:ext uri="{FF2B5EF4-FFF2-40B4-BE49-F238E27FC236}">
                  <a16:creationId xmlns:a16="http://schemas.microsoft.com/office/drawing/2014/main" id="{76353F61-4427-9068-AD94-1ED792873691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8" name="Freeform 28237">
              <a:extLst>
                <a:ext uri="{FF2B5EF4-FFF2-40B4-BE49-F238E27FC236}">
                  <a16:creationId xmlns:a16="http://schemas.microsoft.com/office/drawing/2014/main" id="{F4F6D0D5-50BE-4841-4B07-AA33C4226520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39" name="Freeform 28238">
              <a:extLst>
                <a:ext uri="{FF2B5EF4-FFF2-40B4-BE49-F238E27FC236}">
                  <a16:creationId xmlns:a16="http://schemas.microsoft.com/office/drawing/2014/main" id="{4386887A-0462-E7E8-E09F-BA84E54A01DC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40" name="Freeform 28239">
              <a:extLst>
                <a:ext uri="{FF2B5EF4-FFF2-40B4-BE49-F238E27FC236}">
                  <a16:creationId xmlns:a16="http://schemas.microsoft.com/office/drawing/2014/main" id="{812BFBA0-1230-C401-EB0B-C89AA4349050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41" name="Freeform 28240">
              <a:extLst>
                <a:ext uri="{FF2B5EF4-FFF2-40B4-BE49-F238E27FC236}">
                  <a16:creationId xmlns:a16="http://schemas.microsoft.com/office/drawing/2014/main" id="{525B3FD5-F97A-7902-A32B-C124B50A73B0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42" name="Freeform 28241">
              <a:extLst>
                <a:ext uri="{FF2B5EF4-FFF2-40B4-BE49-F238E27FC236}">
                  <a16:creationId xmlns:a16="http://schemas.microsoft.com/office/drawing/2014/main" id="{0C32F5C3-739D-2247-C3C4-AB2F37F8DB13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243" name="Freeform 28242">
              <a:extLst>
                <a:ext uri="{FF2B5EF4-FFF2-40B4-BE49-F238E27FC236}">
                  <a16:creationId xmlns:a16="http://schemas.microsoft.com/office/drawing/2014/main" id="{8676C6B3-A90E-C65D-F738-EE06AF0A9FBA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8244" name="Group 28243">
              <a:extLst>
                <a:ext uri="{FF2B5EF4-FFF2-40B4-BE49-F238E27FC236}">
                  <a16:creationId xmlns:a16="http://schemas.microsoft.com/office/drawing/2014/main" id="{DB1BCE28-8EF3-8F21-9556-FF4C1DBF9ABC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2079">
                <p14:nvContentPartPr>
                  <p14:cNvPr id="28245" name="Ink 28244">
                    <a:extLst>
                      <a:ext uri="{FF2B5EF4-FFF2-40B4-BE49-F238E27FC236}">
                        <a16:creationId xmlns:a16="http://schemas.microsoft.com/office/drawing/2014/main" id="{F1EA7A75-0FC9-E3A4-7EAC-F5B60E28DCDB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28245" name="Ink 28244">
                    <a:extLst>
                      <a:ext uri="{FF2B5EF4-FFF2-40B4-BE49-F238E27FC236}">
                        <a16:creationId xmlns:a16="http://schemas.microsoft.com/office/drawing/2014/main" id="{F1EA7A75-0FC9-E3A4-7EAC-F5B60E28DCDB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0">
                <p14:nvContentPartPr>
                  <p14:cNvPr id="28246" name="Ink 28245">
                    <a:extLst>
                      <a:ext uri="{FF2B5EF4-FFF2-40B4-BE49-F238E27FC236}">
                        <a16:creationId xmlns:a16="http://schemas.microsoft.com/office/drawing/2014/main" id="{E914B6A9-A36B-AC00-3738-3BC883FC9CCA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28246" name="Ink 28245">
                    <a:extLst>
                      <a:ext uri="{FF2B5EF4-FFF2-40B4-BE49-F238E27FC236}">
                        <a16:creationId xmlns:a16="http://schemas.microsoft.com/office/drawing/2014/main" id="{E914B6A9-A36B-AC00-3738-3BC883FC9CCA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1">
                <p14:nvContentPartPr>
                  <p14:cNvPr id="28247" name="Ink 28246">
                    <a:extLst>
                      <a:ext uri="{FF2B5EF4-FFF2-40B4-BE49-F238E27FC236}">
                        <a16:creationId xmlns:a16="http://schemas.microsoft.com/office/drawing/2014/main" id="{2CE136ED-50FD-2DEC-4F23-4EB405871442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28247" name="Ink 28246">
                    <a:extLst>
                      <a:ext uri="{FF2B5EF4-FFF2-40B4-BE49-F238E27FC236}">
                        <a16:creationId xmlns:a16="http://schemas.microsoft.com/office/drawing/2014/main" id="{2CE136ED-50FD-2DEC-4F23-4EB405871442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2">
                <p14:nvContentPartPr>
                  <p14:cNvPr id="28248" name="Ink 28247">
                    <a:extLst>
                      <a:ext uri="{FF2B5EF4-FFF2-40B4-BE49-F238E27FC236}">
                        <a16:creationId xmlns:a16="http://schemas.microsoft.com/office/drawing/2014/main" id="{F63070FB-204E-439C-42A1-BA8B390FBC15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28248" name="Ink 28247">
                    <a:extLst>
                      <a:ext uri="{FF2B5EF4-FFF2-40B4-BE49-F238E27FC236}">
                        <a16:creationId xmlns:a16="http://schemas.microsoft.com/office/drawing/2014/main" id="{F63070FB-204E-439C-42A1-BA8B390FBC15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3">
                <p14:nvContentPartPr>
                  <p14:cNvPr id="28249" name="Ink 28248">
                    <a:extLst>
                      <a:ext uri="{FF2B5EF4-FFF2-40B4-BE49-F238E27FC236}">
                        <a16:creationId xmlns:a16="http://schemas.microsoft.com/office/drawing/2014/main" id="{3092FAC8-646D-7FA5-E146-1518BDE46FEB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28249" name="Ink 28248">
                    <a:extLst>
                      <a:ext uri="{FF2B5EF4-FFF2-40B4-BE49-F238E27FC236}">
                        <a16:creationId xmlns:a16="http://schemas.microsoft.com/office/drawing/2014/main" id="{3092FAC8-646D-7FA5-E146-1518BDE46FEB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4">
                <p14:nvContentPartPr>
                  <p14:cNvPr id="28250" name="Ink 28249">
                    <a:extLst>
                      <a:ext uri="{FF2B5EF4-FFF2-40B4-BE49-F238E27FC236}">
                        <a16:creationId xmlns:a16="http://schemas.microsoft.com/office/drawing/2014/main" id="{19DC426C-0C0D-1CDE-D21A-0F2A829EAD9B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28250" name="Ink 28249">
                    <a:extLst>
                      <a:ext uri="{FF2B5EF4-FFF2-40B4-BE49-F238E27FC236}">
                        <a16:creationId xmlns:a16="http://schemas.microsoft.com/office/drawing/2014/main" id="{19DC426C-0C0D-1CDE-D21A-0F2A829EAD9B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5">
                <p14:nvContentPartPr>
                  <p14:cNvPr id="28251" name="Ink 28250">
                    <a:extLst>
                      <a:ext uri="{FF2B5EF4-FFF2-40B4-BE49-F238E27FC236}">
                        <a16:creationId xmlns:a16="http://schemas.microsoft.com/office/drawing/2014/main" id="{FB5689A9-7658-BC14-81CD-4E0E13C96FBF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28251" name="Ink 28250">
                    <a:extLst>
                      <a:ext uri="{FF2B5EF4-FFF2-40B4-BE49-F238E27FC236}">
                        <a16:creationId xmlns:a16="http://schemas.microsoft.com/office/drawing/2014/main" id="{FB5689A9-7658-BC14-81CD-4E0E13C96FBF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086">
                <p14:nvContentPartPr>
                  <p14:cNvPr id="28252" name="Ink 28251">
                    <a:extLst>
                      <a:ext uri="{FF2B5EF4-FFF2-40B4-BE49-F238E27FC236}">
                        <a16:creationId xmlns:a16="http://schemas.microsoft.com/office/drawing/2014/main" id="{E8C61D8B-E4F1-81F3-555C-749CDECE4B03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28252" name="Ink 28251">
                    <a:extLst>
                      <a:ext uri="{FF2B5EF4-FFF2-40B4-BE49-F238E27FC236}">
                        <a16:creationId xmlns:a16="http://schemas.microsoft.com/office/drawing/2014/main" id="{E8C61D8B-E4F1-81F3-555C-749CDECE4B03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pic>
        <p:nvPicPr>
          <p:cNvPr id="16530" name="Picture 16529">
            <a:extLst>
              <a:ext uri="{FF2B5EF4-FFF2-40B4-BE49-F238E27FC236}">
                <a16:creationId xmlns:a16="http://schemas.microsoft.com/office/drawing/2014/main" id="{35451114-4F1D-C34A-C5AF-875D4A61D801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2088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449261" y="7939215"/>
            <a:ext cx="204814" cy="567098"/>
          </a:xfrm>
          <a:prstGeom prst="rect">
            <a:avLst/>
          </a:prstGeom>
        </p:spPr>
      </p:pic>
      <p:grpSp>
        <p:nvGrpSpPr>
          <p:cNvPr id="27665" name="Group 27664">
            <a:extLst>
              <a:ext uri="{FF2B5EF4-FFF2-40B4-BE49-F238E27FC236}">
                <a16:creationId xmlns:a16="http://schemas.microsoft.com/office/drawing/2014/main" id="{D37A711D-D33C-25D5-A00B-B3F998ECBDDD}"/>
              </a:ext>
            </a:extLst>
          </p:cNvPr>
          <p:cNvGrpSpPr>
            <a:grpSpLocks noChangeAspect="1"/>
          </p:cNvGrpSpPr>
          <p:nvPr/>
        </p:nvGrpSpPr>
        <p:grpSpPr>
          <a:xfrm>
            <a:off x="7536338" y="7852241"/>
            <a:ext cx="833264" cy="444384"/>
            <a:chOff x="9395680" y="2795445"/>
            <a:chExt cx="1970280" cy="1750320"/>
          </a:xfrm>
        </p:grpSpPr>
        <p:grpSp>
          <p:nvGrpSpPr>
            <p:cNvPr id="27666" name="Group 79">
              <a:extLst>
                <a:ext uri="{FF2B5EF4-FFF2-40B4-BE49-F238E27FC236}">
                  <a16:creationId xmlns:a16="http://schemas.microsoft.com/office/drawing/2014/main" id="{D6C1C97D-AFA8-0BCC-D424-4AD09DD97D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703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339454EB-2A0F-5326-E4F0-BBF29797F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6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704" name="Freeform 27703">
                <a:extLst>
                  <a:ext uri="{FF2B5EF4-FFF2-40B4-BE49-F238E27FC236}">
                    <a16:creationId xmlns:a16="http://schemas.microsoft.com/office/drawing/2014/main" id="{53FA498C-501E-9BB7-F380-46717CC9C4A8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2800"/>
              </a:p>
            </p:txBody>
          </p:sp>
          <p:cxnSp>
            <p:nvCxnSpPr>
              <p:cNvPr id="27705" name="Straight Connector 27704">
                <a:extLst>
                  <a:ext uri="{FF2B5EF4-FFF2-40B4-BE49-F238E27FC236}">
                    <a16:creationId xmlns:a16="http://schemas.microsoft.com/office/drawing/2014/main" id="{783897E2-E402-62F3-0D2D-C11CF265FCBB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06" name="Straight Connector 27705">
                <a:extLst>
                  <a:ext uri="{FF2B5EF4-FFF2-40B4-BE49-F238E27FC236}">
                    <a16:creationId xmlns:a16="http://schemas.microsoft.com/office/drawing/2014/main" id="{368EE2C8-796D-65A9-568A-BABE87648774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07" name="Straight Connector 27706">
                <a:extLst>
                  <a:ext uri="{FF2B5EF4-FFF2-40B4-BE49-F238E27FC236}">
                    <a16:creationId xmlns:a16="http://schemas.microsoft.com/office/drawing/2014/main" id="{03BA83F8-7C1F-D7EF-9543-E6D8D05E8642}"/>
                  </a:ext>
                </a:extLst>
              </p:cNvPr>
              <p:cNvCxnSpPr>
                <a:cxnSpLocks/>
                <a:stCxn id="27703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08" name="Straight Connector 27707">
                <a:extLst>
                  <a:ext uri="{FF2B5EF4-FFF2-40B4-BE49-F238E27FC236}">
                    <a16:creationId xmlns:a16="http://schemas.microsoft.com/office/drawing/2014/main" id="{D3B82EB2-3378-870A-3491-D3BA5A0F31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09" name="Straight Connector 27708">
                <a:extLst>
                  <a:ext uri="{FF2B5EF4-FFF2-40B4-BE49-F238E27FC236}">
                    <a16:creationId xmlns:a16="http://schemas.microsoft.com/office/drawing/2014/main" id="{19EAEBCE-A265-03E6-BBBA-7089F322A0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0" name="Straight Connector 27709">
                <a:extLst>
                  <a:ext uri="{FF2B5EF4-FFF2-40B4-BE49-F238E27FC236}">
                    <a16:creationId xmlns:a16="http://schemas.microsoft.com/office/drawing/2014/main" id="{D2859FFB-A210-2A35-7AA1-317FA16C85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1" name="Straight Connector 27710">
                <a:extLst>
                  <a:ext uri="{FF2B5EF4-FFF2-40B4-BE49-F238E27FC236}">
                    <a16:creationId xmlns:a16="http://schemas.microsoft.com/office/drawing/2014/main" id="{7F0393B4-983B-3159-A869-0B0F30F7A94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2" name="Straight Connector 27711">
                <a:extLst>
                  <a:ext uri="{FF2B5EF4-FFF2-40B4-BE49-F238E27FC236}">
                    <a16:creationId xmlns:a16="http://schemas.microsoft.com/office/drawing/2014/main" id="{906ED212-FD72-D18B-9A1A-22D06F705C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3" name="Straight Connector 27712">
                <a:extLst>
                  <a:ext uri="{FF2B5EF4-FFF2-40B4-BE49-F238E27FC236}">
                    <a16:creationId xmlns:a16="http://schemas.microsoft.com/office/drawing/2014/main" id="{F828EAC0-47C3-DF90-AC70-4627031240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4" name="Straight Connector 27713">
                <a:extLst>
                  <a:ext uri="{FF2B5EF4-FFF2-40B4-BE49-F238E27FC236}">
                    <a16:creationId xmlns:a16="http://schemas.microsoft.com/office/drawing/2014/main" id="{89D714E4-8606-B4A8-8F29-5710880C7A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5" name="Straight Connector 27714">
                <a:extLst>
                  <a:ext uri="{FF2B5EF4-FFF2-40B4-BE49-F238E27FC236}">
                    <a16:creationId xmlns:a16="http://schemas.microsoft.com/office/drawing/2014/main" id="{4731BA99-BA96-5B66-8D2D-5677E8AA96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6" name="Straight Connector 27715">
                <a:extLst>
                  <a:ext uri="{FF2B5EF4-FFF2-40B4-BE49-F238E27FC236}">
                    <a16:creationId xmlns:a16="http://schemas.microsoft.com/office/drawing/2014/main" id="{91D43B2A-453D-5E90-A62F-67460F4848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7" name="Straight Connector 27716">
                <a:extLst>
                  <a:ext uri="{FF2B5EF4-FFF2-40B4-BE49-F238E27FC236}">
                    <a16:creationId xmlns:a16="http://schemas.microsoft.com/office/drawing/2014/main" id="{D98195CE-C3B3-68AE-36DD-7316E5F5AE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8" name="Straight Connector 27717">
                <a:extLst>
                  <a:ext uri="{FF2B5EF4-FFF2-40B4-BE49-F238E27FC236}">
                    <a16:creationId xmlns:a16="http://schemas.microsoft.com/office/drawing/2014/main" id="{FB4C037C-0198-A231-2E1E-0CAC7EFEA29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19" name="Straight Connector 27718">
                <a:extLst>
                  <a:ext uri="{FF2B5EF4-FFF2-40B4-BE49-F238E27FC236}">
                    <a16:creationId xmlns:a16="http://schemas.microsoft.com/office/drawing/2014/main" id="{5A00087F-EBDD-004F-F4A2-D1D10EFDB6A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0" name="Straight Connector 27719">
                <a:extLst>
                  <a:ext uri="{FF2B5EF4-FFF2-40B4-BE49-F238E27FC236}">
                    <a16:creationId xmlns:a16="http://schemas.microsoft.com/office/drawing/2014/main" id="{99927B73-42BB-BF59-865C-3B61F6646A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1" name="Straight Connector 27720">
                <a:extLst>
                  <a:ext uri="{FF2B5EF4-FFF2-40B4-BE49-F238E27FC236}">
                    <a16:creationId xmlns:a16="http://schemas.microsoft.com/office/drawing/2014/main" id="{68E355A5-9688-D9C1-96B8-2E860B810EF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2" name="Straight Connector 27721">
                <a:extLst>
                  <a:ext uri="{FF2B5EF4-FFF2-40B4-BE49-F238E27FC236}">
                    <a16:creationId xmlns:a16="http://schemas.microsoft.com/office/drawing/2014/main" id="{C3031815-CF7D-526E-FBFC-5352A22C00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3" name="Straight Connector 27722">
                <a:extLst>
                  <a:ext uri="{FF2B5EF4-FFF2-40B4-BE49-F238E27FC236}">
                    <a16:creationId xmlns:a16="http://schemas.microsoft.com/office/drawing/2014/main" id="{20C96F8D-FCBF-EC5D-F1FD-B88D4705D8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4" name="Straight Connector 27723">
                <a:extLst>
                  <a:ext uri="{FF2B5EF4-FFF2-40B4-BE49-F238E27FC236}">
                    <a16:creationId xmlns:a16="http://schemas.microsoft.com/office/drawing/2014/main" id="{18091024-E5F9-DEC3-86A6-5C73D6BCE1E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5" name="Straight Connector 27724">
                <a:extLst>
                  <a:ext uri="{FF2B5EF4-FFF2-40B4-BE49-F238E27FC236}">
                    <a16:creationId xmlns:a16="http://schemas.microsoft.com/office/drawing/2014/main" id="{7C4FCAE7-ACF9-A54E-C8B3-0F113B88E5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6" name="Straight Connector 27725">
                <a:extLst>
                  <a:ext uri="{FF2B5EF4-FFF2-40B4-BE49-F238E27FC236}">
                    <a16:creationId xmlns:a16="http://schemas.microsoft.com/office/drawing/2014/main" id="{8648EF5C-A8A9-2098-0847-FBA3B752B3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7" name="Straight Connector 27726">
                <a:extLst>
                  <a:ext uri="{FF2B5EF4-FFF2-40B4-BE49-F238E27FC236}">
                    <a16:creationId xmlns:a16="http://schemas.microsoft.com/office/drawing/2014/main" id="{96A8504D-DCC9-02A4-4B8C-228A3B89062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8" name="Straight Connector 27727">
                <a:extLst>
                  <a:ext uri="{FF2B5EF4-FFF2-40B4-BE49-F238E27FC236}">
                    <a16:creationId xmlns:a16="http://schemas.microsoft.com/office/drawing/2014/main" id="{5F26C740-3949-D917-7226-B62FFBE33A4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9" name="Straight Connector 27728">
                <a:extLst>
                  <a:ext uri="{FF2B5EF4-FFF2-40B4-BE49-F238E27FC236}">
                    <a16:creationId xmlns:a16="http://schemas.microsoft.com/office/drawing/2014/main" id="{6BF524F3-56CF-34F1-148A-B040A64790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0" name="Straight Connector 27729">
                <a:extLst>
                  <a:ext uri="{FF2B5EF4-FFF2-40B4-BE49-F238E27FC236}">
                    <a16:creationId xmlns:a16="http://schemas.microsoft.com/office/drawing/2014/main" id="{01FA5900-274B-8105-8DCB-D8F0078DF5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1" name="Straight Connector 27730">
                <a:extLst>
                  <a:ext uri="{FF2B5EF4-FFF2-40B4-BE49-F238E27FC236}">
                    <a16:creationId xmlns:a16="http://schemas.microsoft.com/office/drawing/2014/main" id="{34B763E1-02F9-D7BA-B9FB-DA3285F86E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2" name="Straight Connector 27731">
                <a:extLst>
                  <a:ext uri="{FF2B5EF4-FFF2-40B4-BE49-F238E27FC236}">
                    <a16:creationId xmlns:a16="http://schemas.microsoft.com/office/drawing/2014/main" id="{B1F3A370-30DE-1063-3327-FB149ADF1BD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3" name="Straight Connector 27732">
                <a:extLst>
                  <a:ext uri="{FF2B5EF4-FFF2-40B4-BE49-F238E27FC236}">
                    <a16:creationId xmlns:a16="http://schemas.microsoft.com/office/drawing/2014/main" id="{A87E2A36-45E6-C3E5-FEF8-E5FACAF2BE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4" name="Straight Connector 27733">
                <a:extLst>
                  <a:ext uri="{FF2B5EF4-FFF2-40B4-BE49-F238E27FC236}">
                    <a16:creationId xmlns:a16="http://schemas.microsoft.com/office/drawing/2014/main" id="{AE5A299D-C787-0B31-5079-A74200B16E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5" name="Straight Connector 27734">
                <a:extLst>
                  <a:ext uri="{FF2B5EF4-FFF2-40B4-BE49-F238E27FC236}">
                    <a16:creationId xmlns:a16="http://schemas.microsoft.com/office/drawing/2014/main" id="{55398543-059A-740A-EE1C-AF8A72DF8E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6" name="Straight Connector 27735">
                <a:extLst>
                  <a:ext uri="{FF2B5EF4-FFF2-40B4-BE49-F238E27FC236}">
                    <a16:creationId xmlns:a16="http://schemas.microsoft.com/office/drawing/2014/main" id="{CF18D8D3-AA11-67A3-10DE-A6E6D474D7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7" name="Straight Connector 27736">
                <a:extLst>
                  <a:ext uri="{FF2B5EF4-FFF2-40B4-BE49-F238E27FC236}">
                    <a16:creationId xmlns:a16="http://schemas.microsoft.com/office/drawing/2014/main" id="{4223C069-A0BC-32AF-E0FE-B6A872717A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8" name="Straight Connector 27737">
                <a:extLst>
                  <a:ext uri="{FF2B5EF4-FFF2-40B4-BE49-F238E27FC236}">
                    <a16:creationId xmlns:a16="http://schemas.microsoft.com/office/drawing/2014/main" id="{104EE862-DB5F-31E9-DBDF-2CBAEA418A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9" name="Straight Connector 27738">
                <a:extLst>
                  <a:ext uri="{FF2B5EF4-FFF2-40B4-BE49-F238E27FC236}">
                    <a16:creationId xmlns:a16="http://schemas.microsoft.com/office/drawing/2014/main" id="{3B646BED-3800-8BDD-576F-22EF566612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0" name="Straight Connector 27739">
                <a:extLst>
                  <a:ext uri="{FF2B5EF4-FFF2-40B4-BE49-F238E27FC236}">
                    <a16:creationId xmlns:a16="http://schemas.microsoft.com/office/drawing/2014/main" id="{27ACEE42-62AA-BDB4-E2E0-4F870C7C66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1" name="Straight Connector 27740">
                <a:extLst>
                  <a:ext uri="{FF2B5EF4-FFF2-40B4-BE49-F238E27FC236}">
                    <a16:creationId xmlns:a16="http://schemas.microsoft.com/office/drawing/2014/main" id="{D7FD26FC-E7EE-DCC1-6008-95CC9614F7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2" name="Straight Connector 27741">
                <a:extLst>
                  <a:ext uri="{FF2B5EF4-FFF2-40B4-BE49-F238E27FC236}">
                    <a16:creationId xmlns:a16="http://schemas.microsoft.com/office/drawing/2014/main" id="{B8C8C959-8097-F136-066A-DD173B13AE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3" name="Straight Connector 27742">
                <a:extLst>
                  <a:ext uri="{FF2B5EF4-FFF2-40B4-BE49-F238E27FC236}">
                    <a16:creationId xmlns:a16="http://schemas.microsoft.com/office/drawing/2014/main" id="{B9CA19E5-41F9-4AF3-767A-75A4E384DF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4" name="Straight Connector 27743">
                <a:extLst>
                  <a:ext uri="{FF2B5EF4-FFF2-40B4-BE49-F238E27FC236}">
                    <a16:creationId xmlns:a16="http://schemas.microsoft.com/office/drawing/2014/main" id="{0C624585-D47D-B721-F296-62044E8E11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5" name="Straight Connector 27744">
                <a:extLst>
                  <a:ext uri="{FF2B5EF4-FFF2-40B4-BE49-F238E27FC236}">
                    <a16:creationId xmlns:a16="http://schemas.microsoft.com/office/drawing/2014/main" id="{B3070F33-4F86-D68F-C96B-C8F3368904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6" name="Straight Connector 27745">
                <a:extLst>
                  <a:ext uri="{FF2B5EF4-FFF2-40B4-BE49-F238E27FC236}">
                    <a16:creationId xmlns:a16="http://schemas.microsoft.com/office/drawing/2014/main" id="{8B5B0955-F04A-D780-DA77-5C95F979AF7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7" name="Straight Connector 27746">
                <a:extLst>
                  <a:ext uri="{FF2B5EF4-FFF2-40B4-BE49-F238E27FC236}">
                    <a16:creationId xmlns:a16="http://schemas.microsoft.com/office/drawing/2014/main" id="{073F134E-A379-6E5C-A6E1-B4713A2CCA1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8" name="Straight Connector 27747">
                <a:extLst>
                  <a:ext uri="{FF2B5EF4-FFF2-40B4-BE49-F238E27FC236}">
                    <a16:creationId xmlns:a16="http://schemas.microsoft.com/office/drawing/2014/main" id="{6A8A6B07-D9FF-A444-8D8E-8F2860DF81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9" name="Straight Connector 27748">
                <a:extLst>
                  <a:ext uri="{FF2B5EF4-FFF2-40B4-BE49-F238E27FC236}">
                    <a16:creationId xmlns:a16="http://schemas.microsoft.com/office/drawing/2014/main" id="{72C00270-2806-C76C-589D-5CECB17AF21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0" name="Straight Connector 27749">
                <a:extLst>
                  <a:ext uri="{FF2B5EF4-FFF2-40B4-BE49-F238E27FC236}">
                    <a16:creationId xmlns:a16="http://schemas.microsoft.com/office/drawing/2014/main" id="{0BC7A565-F820-E7E1-932B-DDD79E3C43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1" name="Straight Connector 27750">
                <a:extLst>
                  <a:ext uri="{FF2B5EF4-FFF2-40B4-BE49-F238E27FC236}">
                    <a16:creationId xmlns:a16="http://schemas.microsoft.com/office/drawing/2014/main" id="{753A45A4-6ECA-3FE1-E637-6863B284AF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2" name="Straight Connector 27751">
                <a:extLst>
                  <a:ext uri="{FF2B5EF4-FFF2-40B4-BE49-F238E27FC236}">
                    <a16:creationId xmlns:a16="http://schemas.microsoft.com/office/drawing/2014/main" id="{A5312D75-C6A2-C50A-DD67-D6B844AA02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3" name="Straight Connector 27752">
                <a:extLst>
                  <a:ext uri="{FF2B5EF4-FFF2-40B4-BE49-F238E27FC236}">
                    <a16:creationId xmlns:a16="http://schemas.microsoft.com/office/drawing/2014/main" id="{49ED7FD3-5ED8-9DBA-0B81-53D319A813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4" name="Straight Connector 27753">
                <a:extLst>
                  <a:ext uri="{FF2B5EF4-FFF2-40B4-BE49-F238E27FC236}">
                    <a16:creationId xmlns:a16="http://schemas.microsoft.com/office/drawing/2014/main" id="{A4BBD69B-D7D7-C46C-B03A-C6E9B69836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5" name="Straight Connector 27754">
                <a:extLst>
                  <a:ext uri="{FF2B5EF4-FFF2-40B4-BE49-F238E27FC236}">
                    <a16:creationId xmlns:a16="http://schemas.microsoft.com/office/drawing/2014/main" id="{6B4F2ABE-EB7E-5ED0-4B97-52B23581F4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6" name="Straight Connector 27755">
                <a:extLst>
                  <a:ext uri="{FF2B5EF4-FFF2-40B4-BE49-F238E27FC236}">
                    <a16:creationId xmlns:a16="http://schemas.microsoft.com/office/drawing/2014/main" id="{04778C8F-8A49-B3FC-76BB-3D28C8CE21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7" name="Straight Connector 27756">
                <a:extLst>
                  <a:ext uri="{FF2B5EF4-FFF2-40B4-BE49-F238E27FC236}">
                    <a16:creationId xmlns:a16="http://schemas.microsoft.com/office/drawing/2014/main" id="{BB26DEDB-EC8A-5270-FBE4-4E8439C1F2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8" name="Straight Connector 27757">
                <a:extLst>
                  <a:ext uri="{FF2B5EF4-FFF2-40B4-BE49-F238E27FC236}">
                    <a16:creationId xmlns:a16="http://schemas.microsoft.com/office/drawing/2014/main" id="{665EB9EA-D90C-921E-952C-72D3BBF519F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59" name="Straight Connector 27758">
                <a:extLst>
                  <a:ext uri="{FF2B5EF4-FFF2-40B4-BE49-F238E27FC236}">
                    <a16:creationId xmlns:a16="http://schemas.microsoft.com/office/drawing/2014/main" id="{D948531A-7B2F-2B84-94B5-CC527D6AAF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0" name="Straight Connector 27759">
                <a:extLst>
                  <a:ext uri="{FF2B5EF4-FFF2-40B4-BE49-F238E27FC236}">
                    <a16:creationId xmlns:a16="http://schemas.microsoft.com/office/drawing/2014/main" id="{301F939D-947B-7604-3FD0-75DA64E76BD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1" name="Straight Connector 27760">
                <a:extLst>
                  <a:ext uri="{FF2B5EF4-FFF2-40B4-BE49-F238E27FC236}">
                    <a16:creationId xmlns:a16="http://schemas.microsoft.com/office/drawing/2014/main" id="{8C35ACBE-BC4B-F1DB-8BC2-E0A9A81E55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2" name="Straight Connector 27761">
                <a:extLst>
                  <a:ext uri="{FF2B5EF4-FFF2-40B4-BE49-F238E27FC236}">
                    <a16:creationId xmlns:a16="http://schemas.microsoft.com/office/drawing/2014/main" id="{0A10EFA0-97BE-392C-12D6-1729D23B9A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3" name="Straight Connector 27762">
                <a:extLst>
                  <a:ext uri="{FF2B5EF4-FFF2-40B4-BE49-F238E27FC236}">
                    <a16:creationId xmlns:a16="http://schemas.microsoft.com/office/drawing/2014/main" id="{A18EF4BD-873F-D5F1-FC7C-AA51CD80A5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4" name="Straight Connector 27763">
                <a:extLst>
                  <a:ext uri="{FF2B5EF4-FFF2-40B4-BE49-F238E27FC236}">
                    <a16:creationId xmlns:a16="http://schemas.microsoft.com/office/drawing/2014/main" id="{C17A52FF-D6F1-A52F-C165-0E0301F732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5" name="Straight Connector 27764">
                <a:extLst>
                  <a:ext uri="{FF2B5EF4-FFF2-40B4-BE49-F238E27FC236}">
                    <a16:creationId xmlns:a16="http://schemas.microsoft.com/office/drawing/2014/main" id="{B1CE89F0-254C-631E-71DE-54826C0AA79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6" name="Straight Connector 27765">
                <a:extLst>
                  <a:ext uri="{FF2B5EF4-FFF2-40B4-BE49-F238E27FC236}">
                    <a16:creationId xmlns:a16="http://schemas.microsoft.com/office/drawing/2014/main" id="{58AEC0F9-5B37-12B7-0A77-9CD675C90E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7" name="Straight Connector 27766">
                <a:extLst>
                  <a:ext uri="{FF2B5EF4-FFF2-40B4-BE49-F238E27FC236}">
                    <a16:creationId xmlns:a16="http://schemas.microsoft.com/office/drawing/2014/main" id="{65ADAD08-6640-8850-88D7-1037C62872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8" name="Straight Connector 27767">
                <a:extLst>
                  <a:ext uri="{FF2B5EF4-FFF2-40B4-BE49-F238E27FC236}">
                    <a16:creationId xmlns:a16="http://schemas.microsoft.com/office/drawing/2014/main" id="{5EE59711-77B2-92AB-10D7-00B2294E1B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69" name="Straight Connector 27768">
                <a:extLst>
                  <a:ext uri="{FF2B5EF4-FFF2-40B4-BE49-F238E27FC236}">
                    <a16:creationId xmlns:a16="http://schemas.microsoft.com/office/drawing/2014/main" id="{735C2F57-241E-8D3A-266B-DAB4640884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0" name="Straight Connector 27769">
                <a:extLst>
                  <a:ext uri="{FF2B5EF4-FFF2-40B4-BE49-F238E27FC236}">
                    <a16:creationId xmlns:a16="http://schemas.microsoft.com/office/drawing/2014/main" id="{67B4B908-3496-F37E-1E85-CD3F93E0B6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1" name="Straight Connector 27770">
                <a:extLst>
                  <a:ext uri="{FF2B5EF4-FFF2-40B4-BE49-F238E27FC236}">
                    <a16:creationId xmlns:a16="http://schemas.microsoft.com/office/drawing/2014/main" id="{03B884E8-8B9E-3EA1-C84B-C56EA885D2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2" name="Straight Connector 27771">
                <a:extLst>
                  <a:ext uri="{FF2B5EF4-FFF2-40B4-BE49-F238E27FC236}">
                    <a16:creationId xmlns:a16="http://schemas.microsoft.com/office/drawing/2014/main" id="{BBFE8613-C9AB-47CE-D9DC-7DE49A00FB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3" name="Straight Connector 27772">
                <a:extLst>
                  <a:ext uri="{FF2B5EF4-FFF2-40B4-BE49-F238E27FC236}">
                    <a16:creationId xmlns:a16="http://schemas.microsoft.com/office/drawing/2014/main" id="{1AEA2980-F604-9140-0717-A5550722AC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4" name="Straight Connector 27773">
                <a:extLst>
                  <a:ext uri="{FF2B5EF4-FFF2-40B4-BE49-F238E27FC236}">
                    <a16:creationId xmlns:a16="http://schemas.microsoft.com/office/drawing/2014/main" id="{C3658D82-DCC8-B433-3946-5AB9CDE0FD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5" name="Straight Connector 27774">
                <a:extLst>
                  <a:ext uri="{FF2B5EF4-FFF2-40B4-BE49-F238E27FC236}">
                    <a16:creationId xmlns:a16="http://schemas.microsoft.com/office/drawing/2014/main" id="{2DB97A0A-2C82-8842-6949-9295C23A8A0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76" name="Straight Connector 27775">
                <a:extLst>
                  <a:ext uri="{FF2B5EF4-FFF2-40B4-BE49-F238E27FC236}">
                    <a16:creationId xmlns:a16="http://schemas.microsoft.com/office/drawing/2014/main" id="{F2E49BC3-47CC-4965-A05B-3A30995FB6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667" name="Group 27666">
              <a:extLst>
                <a:ext uri="{FF2B5EF4-FFF2-40B4-BE49-F238E27FC236}">
                  <a16:creationId xmlns:a16="http://schemas.microsoft.com/office/drawing/2014/main" id="{639CA108-6937-92B3-EAC9-10DB10AFB0CE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2089">
                <p14:nvContentPartPr>
                  <p14:cNvPr id="27668" name="Ink 27667">
                    <a:extLst>
                      <a:ext uri="{FF2B5EF4-FFF2-40B4-BE49-F238E27FC236}">
                        <a16:creationId xmlns:a16="http://schemas.microsoft.com/office/drawing/2014/main" id="{416A7CBB-B35F-808A-EBF9-EB5A72B4883C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7668" name="Ink 27667">
                    <a:extLst>
                      <a:ext uri="{FF2B5EF4-FFF2-40B4-BE49-F238E27FC236}">
                        <a16:creationId xmlns:a16="http://schemas.microsoft.com/office/drawing/2014/main" id="{416A7CBB-B35F-808A-EBF9-EB5A72B4883C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61">
                <p14:nvContentPartPr>
                  <p14:cNvPr id="27669" name="Ink 27668">
                    <a:extLst>
                      <a:ext uri="{FF2B5EF4-FFF2-40B4-BE49-F238E27FC236}">
                        <a16:creationId xmlns:a16="http://schemas.microsoft.com/office/drawing/2014/main" id="{A77D2D57-A4FE-9A44-1619-23B7E5E564BC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7669" name="Ink 27668">
                    <a:extLst>
                      <a:ext uri="{FF2B5EF4-FFF2-40B4-BE49-F238E27FC236}">
                        <a16:creationId xmlns:a16="http://schemas.microsoft.com/office/drawing/2014/main" id="{A77D2D57-A4FE-9A44-1619-23B7E5E564BC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63">
                <p14:nvContentPartPr>
                  <p14:cNvPr id="27670" name="Ink 27669">
                    <a:extLst>
                      <a:ext uri="{FF2B5EF4-FFF2-40B4-BE49-F238E27FC236}">
                        <a16:creationId xmlns:a16="http://schemas.microsoft.com/office/drawing/2014/main" id="{0D5FD8C8-E7CB-8A5B-B058-D34D23FA30F5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7670" name="Ink 27669">
                    <a:extLst>
                      <a:ext uri="{FF2B5EF4-FFF2-40B4-BE49-F238E27FC236}">
                        <a16:creationId xmlns:a16="http://schemas.microsoft.com/office/drawing/2014/main" id="{0D5FD8C8-E7CB-8A5B-B058-D34D23FA30F5}"/>
                      </a:ext>
                    </a:extLst>
                  </p:cNvPr>
                  <p:cNvPicPr/>
                  <p:nvPr/>
                </p:nvPicPr>
                <p:blipFill>
                  <a:blip r:embed="rId2764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65">
                <p14:nvContentPartPr>
                  <p14:cNvPr id="27671" name="Ink 27670">
                    <a:extLst>
                      <a:ext uri="{FF2B5EF4-FFF2-40B4-BE49-F238E27FC236}">
                        <a16:creationId xmlns:a16="http://schemas.microsoft.com/office/drawing/2014/main" id="{C78D76AF-372B-45AF-0424-385A1021A9AE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7671" name="Ink 27670">
                    <a:extLst>
                      <a:ext uri="{FF2B5EF4-FFF2-40B4-BE49-F238E27FC236}">
                        <a16:creationId xmlns:a16="http://schemas.microsoft.com/office/drawing/2014/main" id="{C78D76AF-372B-45AF-0424-385A1021A9AE}"/>
                      </a:ext>
                    </a:extLst>
                  </p:cNvPr>
                  <p:cNvPicPr/>
                  <p:nvPr/>
                </p:nvPicPr>
                <p:blipFill>
                  <a:blip r:embed="rId2766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67">
                <p14:nvContentPartPr>
                  <p14:cNvPr id="27672" name="Ink 27671">
                    <a:extLst>
                      <a:ext uri="{FF2B5EF4-FFF2-40B4-BE49-F238E27FC236}">
                        <a16:creationId xmlns:a16="http://schemas.microsoft.com/office/drawing/2014/main" id="{F78920F5-32B5-A56E-302B-410C4AFA404E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672" name="Ink 27671">
                    <a:extLst>
                      <a:ext uri="{FF2B5EF4-FFF2-40B4-BE49-F238E27FC236}">
                        <a16:creationId xmlns:a16="http://schemas.microsoft.com/office/drawing/2014/main" id="{F78920F5-32B5-A56E-302B-410C4AFA404E}"/>
                      </a:ext>
                    </a:extLst>
                  </p:cNvPr>
                  <p:cNvPicPr/>
                  <p:nvPr/>
                </p:nvPicPr>
                <p:blipFill>
                  <a:blip r:embed="rId2768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69">
                <p14:nvContentPartPr>
                  <p14:cNvPr id="27673" name="Ink 27672">
                    <a:extLst>
                      <a:ext uri="{FF2B5EF4-FFF2-40B4-BE49-F238E27FC236}">
                        <a16:creationId xmlns:a16="http://schemas.microsoft.com/office/drawing/2014/main" id="{CAC968E0-5615-3E90-62D8-2C13556F4688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673" name="Ink 27672">
                    <a:extLst>
                      <a:ext uri="{FF2B5EF4-FFF2-40B4-BE49-F238E27FC236}">
                        <a16:creationId xmlns:a16="http://schemas.microsoft.com/office/drawing/2014/main" id="{CAC968E0-5615-3E90-62D8-2C13556F4688}"/>
                      </a:ext>
                    </a:extLst>
                  </p:cNvPr>
                  <p:cNvPicPr/>
                  <p:nvPr/>
                </p:nvPicPr>
                <p:blipFill>
                  <a:blip r:embed="rId2770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71">
                <p14:nvContentPartPr>
                  <p14:cNvPr id="27674" name="Ink 27673">
                    <a:extLst>
                      <a:ext uri="{FF2B5EF4-FFF2-40B4-BE49-F238E27FC236}">
                        <a16:creationId xmlns:a16="http://schemas.microsoft.com/office/drawing/2014/main" id="{08C25020-E9D7-25B1-46AC-73F32A0C4554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674" name="Ink 27673">
                    <a:extLst>
                      <a:ext uri="{FF2B5EF4-FFF2-40B4-BE49-F238E27FC236}">
                        <a16:creationId xmlns:a16="http://schemas.microsoft.com/office/drawing/2014/main" id="{08C25020-E9D7-25B1-46AC-73F32A0C4554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73">
                <p14:nvContentPartPr>
                  <p14:cNvPr id="27675" name="Ink 27674">
                    <a:extLst>
                      <a:ext uri="{FF2B5EF4-FFF2-40B4-BE49-F238E27FC236}">
                        <a16:creationId xmlns:a16="http://schemas.microsoft.com/office/drawing/2014/main" id="{4EBAECD1-7C39-0C5E-11BD-444B55EB35B2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675" name="Ink 27674">
                    <a:extLst>
                      <a:ext uri="{FF2B5EF4-FFF2-40B4-BE49-F238E27FC236}">
                        <a16:creationId xmlns:a16="http://schemas.microsoft.com/office/drawing/2014/main" id="{4EBAECD1-7C39-0C5E-11BD-444B55EB35B2}"/>
                      </a:ext>
                    </a:extLst>
                  </p:cNvPr>
                  <p:cNvPicPr/>
                  <p:nvPr/>
                </p:nvPicPr>
                <p:blipFill>
                  <a:blip r:embed="rId2774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75">
                <p14:nvContentPartPr>
                  <p14:cNvPr id="27676" name="Ink 27675">
                    <a:extLst>
                      <a:ext uri="{FF2B5EF4-FFF2-40B4-BE49-F238E27FC236}">
                        <a16:creationId xmlns:a16="http://schemas.microsoft.com/office/drawing/2014/main" id="{CC5287D4-201C-E5F1-6EE4-E9E2668CFE1A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676" name="Ink 27675">
                    <a:extLst>
                      <a:ext uri="{FF2B5EF4-FFF2-40B4-BE49-F238E27FC236}">
                        <a16:creationId xmlns:a16="http://schemas.microsoft.com/office/drawing/2014/main" id="{CC5287D4-201C-E5F1-6EE4-E9E2668CFE1A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77">
                <p14:nvContentPartPr>
                  <p14:cNvPr id="27677" name="Ink 27676">
                    <a:extLst>
                      <a:ext uri="{FF2B5EF4-FFF2-40B4-BE49-F238E27FC236}">
                        <a16:creationId xmlns:a16="http://schemas.microsoft.com/office/drawing/2014/main" id="{D1E4D5D5-594B-EF8D-FF35-7697BA5A5432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677" name="Ink 27676">
                    <a:extLst>
                      <a:ext uri="{FF2B5EF4-FFF2-40B4-BE49-F238E27FC236}">
                        <a16:creationId xmlns:a16="http://schemas.microsoft.com/office/drawing/2014/main" id="{D1E4D5D5-594B-EF8D-FF35-7697BA5A5432}"/>
                      </a:ext>
                    </a:extLst>
                  </p:cNvPr>
                  <p:cNvPicPr/>
                  <p:nvPr/>
                </p:nvPicPr>
                <p:blipFill>
                  <a:blip r:embed="rId2778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79">
                <p14:nvContentPartPr>
                  <p14:cNvPr id="27678" name="Ink 27677">
                    <a:extLst>
                      <a:ext uri="{FF2B5EF4-FFF2-40B4-BE49-F238E27FC236}">
                        <a16:creationId xmlns:a16="http://schemas.microsoft.com/office/drawing/2014/main" id="{3DE9C07C-1191-0079-C6D7-DEA695DC1D50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678" name="Ink 27677">
                    <a:extLst>
                      <a:ext uri="{FF2B5EF4-FFF2-40B4-BE49-F238E27FC236}">
                        <a16:creationId xmlns:a16="http://schemas.microsoft.com/office/drawing/2014/main" id="{3DE9C07C-1191-0079-C6D7-DEA695DC1D50}"/>
                      </a:ext>
                    </a:extLst>
                  </p:cNvPr>
                  <p:cNvPicPr/>
                  <p:nvPr/>
                </p:nvPicPr>
                <p:blipFill>
                  <a:blip r:embed="rId2780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81">
                <p14:nvContentPartPr>
                  <p14:cNvPr id="27679" name="Ink 27678">
                    <a:extLst>
                      <a:ext uri="{FF2B5EF4-FFF2-40B4-BE49-F238E27FC236}">
                        <a16:creationId xmlns:a16="http://schemas.microsoft.com/office/drawing/2014/main" id="{42F3CBB0-3C55-7B13-CBB9-569B7FEF9917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679" name="Ink 27678">
                    <a:extLst>
                      <a:ext uri="{FF2B5EF4-FFF2-40B4-BE49-F238E27FC236}">
                        <a16:creationId xmlns:a16="http://schemas.microsoft.com/office/drawing/2014/main" id="{42F3CBB0-3C55-7B13-CBB9-569B7FEF9917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83">
                <p14:nvContentPartPr>
                  <p14:cNvPr id="27680" name="Ink 27679">
                    <a:extLst>
                      <a:ext uri="{FF2B5EF4-FFF2-40B4-BE49-F238E27FC236}">
                        <a16:creationId xmlns:a16="http://schemas.microsoft.com/office/drawing/2014/main" id="{35C9DC8F-1FBA-12E5-BA29-B504680EFECB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680" name="Ink 27679">
                    <a:extLst>
                      <a:ext uri="{FF2B5EF4-FFF2-40B4-BE49-F238E27FC236}">
                        <a16:creationId xmlns:a16="http://schemas.microsoft.com/office/drawing/2014/main" id="{35C9DC8F-1FBA-12E5-BA29-B504680EFECB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85">
                <p14:nvContentPartPr>
                  <p14:cNvPr id="27681" name="Ink 27680">
                    <a:extLst>
                      <a:ext uri="{FF2B5EF4-FFF2-40B4-BE49-F238E27FC236}">
                        <a16:creationId xmlns:a16="http://schemas.microsoft.com/office/drawing/2014/main" id="{E796139D-6F65-AFB2-3775-5729E11A2F28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681" name="Ink 27680">
                    <a:extLst>
                      <a:ext uri="{FF2B5EF4-FFF2-40B4-BE49-F238E27FC236}">
                        <a16:creationId xmlns:a16="http://schemas.microsoft.com/office/drawing/2014/main" id="{E796139D-6F65-AFB2-3775-5729E11A2F28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87">
                <p14:nvContentPartPr>
                  <p14:cNvPr id="27682" name="Ink 27681">
                    <a:extLst>
                      <a:ext uri="{FF2B5EF4-FFF2-40B4-BE49-F238E27FC236}">
                        <a16:creationId xmlns:a16="http://schemas.microsoft.com/office/drawing/2014/main" id="{CFD24EA5-0648-C7A8-6E3F-ED1BAACF8DDA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682" name="Ink 27681">
                    <a:extLst>
                      <a:ext uri="{FF2B5EF4-FFF2-40B4-BE49-F238E27FC236}">
                        <a16:creationId xmlns:a16="http://schemas.microsoft.com/office/drawing/2014/main" id="{CFD24EA5-0648-C7A8-6E3F-ED1BAACF8DDA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89">
                <p14:nvContentPartPr>
                  <p14:cNvPr id="27683" name="Ink 27682">
                    <a:extLst>
                      <a:ext uri="{FF2B5EF4-FFF2-40B4-BE49-F238E27FC236}">
                        <a16:creationId xmlns:a16="http://schemas.microsoft.com/office/drawing/2014/main" id="{E2589017-D6AD-6AEB-3248-996FB08A5ED3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683" name="Ink 27682">
                    <a:extLst>
                      <a:ext uri="{FF2B5EF4-FFF2-40B4-BE49-F238E27FC236}">
                        <a16:creationId xmlns:a16="http://schemas.microsoft.com/office/drawing/2014/main" id="{E2589017-D6AD-6AEB-3248-996FB08A5ED3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91">
                <p14:nvContentPartPr>
                  <p14:cNvPr id="27684" name="Ink 27683">
                    <a:extLst>
                      <a:ext uri="{FF2B5EF4-FFF2-40B4-BE49-F238E27FC236}">
                        <a16:creationId xmlns:a16="http://schemas.microsoft.com/office/drawing/2014/main" id="{4598199C-0649-0A94-D95F-73E3062013F2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684" name="Ink 27683">
                    <a:extLst>
                      <a:ext uri="{FF2B5EF4-FFF2-40B4-BE49-F238E27FC236}">
                        <a16:creationId xmlns:a16="http://schemas.microsoft.com/office/drawing/2014/main" id="{4598199C-0649-0A94-D95F-73E3062013F2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93">
                <p14:nvContentPartPr>
                  <p14:cNvPr id="27685" name="Ink 27684">
                    <a:extLst>
                      <a:ext uri="{FF2B5EF4-FFF2-40B4-BE49-F238E27FC236}">
                        <a16:creationId xmlns:a16="http://schemas.microsoft.com/office/drawing/2014/main" id="{6239E3BE-BDF1-D329-5BA5-8F4E98CCF63B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685" name="Ink 27684">
                    <a:extLst>
                      <a:ext uri="{FF2B5EF4-FFF2-40B4-BE49-F238E27FC236}">
                        <a16:creationId xmlns:a16="http://schemas.microsoft.com/office/drawing/2014/main" id="{6239E3BE-BDF1-D329-5BA5-8F4E98CCF63B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95">
                <p14:nvContentPartPr>
                  <p14:cNvPr id="27686" name="Ink 27685">
                    <a:extLst>
                      <a:ext uri="{FF2B5EF4-FFF2-40B4-BE49-F238E27FC236}">
                        <a16:creationId xmlns:a16="http://schemas.microsoft.com/office/drawing/2014/main" id="{B7087220-5AEB-06BE-C568-CC8E729A2A5B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686" name="Ink 27685">
                    <a:extLst>
                      <a:ext uri="{FF2B5EF4-FFF2-40B4-BE49-F238E27FC236}">
                        <a16:creationId xmlns:a16="http://schemas.microsoft.com/office/drawing/2014/main" id="{B7087220-5AEB-06BE-C568-CC8E729A2A5B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97">
                <p14:nvContentPartPr>
                  <p14:cNvPr id="27687" name="Ink 27686">
                    <a:extLst>
                      <a:ext uri="{FF2B5EF4-FFF2-40B4-BE49-F238E27FC236}">
                        <a16:creationId xmlns:a16="http://schemas.microsoft.com/office/drawing/2014/main" id="{A73C1369-95A7-1820-9033-B06C2F43033C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687" name="Ink 27686">
                    <a:extLst>
                      <a:ext uri="{FF2B5EF4-FFF2-40B4-BE49-F238E27FC236}">
                        <a16:creationId xmlns:a16="http://schemas.microsoft.com/office/drawing/2014/main" id="{A73C1369-95A7-1820-9033-B06C2F43033C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799">
                <p14:nvContentPartPr>
                  <p14:cNvPr id="27688" name="Ink 27687">
                    <a:extLst>
                      <a:ext uri="{FF2B5EF4-FFF2-40B4-BE49-F238E27FC236}">
                        <a16:creationId xmlns:a16="http://schemas.microsoft.com/office/drawing/2014/main" id="{C5C92FDF-3224-9A77-AFE7-87F5A3F9A833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688" name="Ink 27687">
                    <a:extLst>
                      <a:ext uri="{FF2B5EF4-FFF2-40B4-BE49-F238E27FC236}">
                        <a16:creationId xmlns:a16="http://schemas.microsoft.com/office/drawing/2014/main" id="{C5C92FDF-3224-9A77-AFE7-87F5A3F9A833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01">
                <p14:nvContentPartPr>
                  <p14:cNvPr id="27689" name="Ink 27688">
                    <a:extLst>
                      <a:ext uri="{FF2B5EF4-FFF2-40B4-BE49-F238E27FC236}">
                        <a16:creationId xmlns:a16="http://schemas.microsoft.com/office/drawing/2014/main" id="{8784D172-90C1-77CD-8585-E62699783C1F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689" name="Ink 27688">
                    <a:extLst>
                      <a:ext uri="{FF2B5EF4-FFF2-40B4-BE49-F238E27FC236}">
                        <a16:creationId xmlns:a16="http://schemas.microsoft.com/office/drawing/2014/main" id="{8784D172-90C1-77CD-8585-E62699783C1F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03">
                <p14:nvContentPartPr>
                  <p14:cNvPr id="27690" name="Ink 27689">
                    <a:extLst>
                      <a:ext uri="{FF2B5EF4-FFF2-40B4-BE49-F238E27FC236}">
                        <a16:creationId xmlns:a16="http://schemas.microsoft.com/office/drawing/2014/main" id="{180F0BCB-7317-68C9-865F-286BABB9BEC5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690" name="Ink 27689">
                    <a:extLst>
                      <a:ext uri="{FF2B5EF4-FFF2-40B4-BE49-F238E27FC236}">
                        <a16:creationId xmlns:a16="http://schemas.microsoft.com/office/drawing/2014/main" id="{180F0BCB-7317-68C9-865F-286BABB9BEC5}"/>
                      </a:ext>
                    </a:extLst>
                  </p:cNvPr>
                  <p:cNvPicPr/>
                  <p:nvPr/>
                </p:nvPicPr>
                <p:blipFill>
                  <a:blip r:embed="rId2804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05">
                <p14:nvContentPartPr>
                  <p14:cNvPr id="27691" name="Ink 27690">
                    <a:extLst>
                      <a:ext uri="{FF2B5EF4-FFF2-40B4-BE49-F238E27FC236}">
                        <a16:creationId xmlns:a16="http://schemas.microsoft.com/office/drawing/2014/main" id="{C75BE42C-ABD8-0BCD-D1B4-B2A1FB75F498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691" name="Ink 27690">
                    <a:extLst>
                      <a:ext uri="{FF2B5EF4-FFF2-40B4-BE49-F238E27FC236}">
                        <a16:creationId xmlns:a16="http://schemas.microsoft.com/office/drawing/2014/main" id="{C75BE42C-ABD8-0BCD-D1B4-B2A1FB75F498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07">
                <p14:nvContentPartPr>
                  <p14:cNvPr id="27692" name="Ink 27691">
                    <a:extLst>
                      <a:ext uri="{FF2B5EF4-FFF2-40B4-BE49-F238E27FC236}">
                        <a16:creationId xmlns:a16="http://schemas.microsoft.com/office/drawing/2014/main" id="{58F06033-4F9F-12CD-24DB-6760FD10D641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692" name="Ink 27691">
                    <a:extLst>
                      <a:ext uri="{FF2B5EF4-FFF2-40B4-BE49-F238E27FC236}">
                        <a16:creationId xmlns:a16="http://schemas.microsoft.com/office/drawing/2014/main" id="{58F06033-4F9F-12CD-24DB-6760FD10D641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09">
                <p14:nvContentPartPr>
                  <p14:cNvPr id="27693" name="Ink 27692">
                    <a:extLst>
                      <a:ext uri="{FF2B5EF4-FFF2-40B4-BE49-F238E27FC236}">
                        <a16:creationId xmlns:a16="http://schemas.microsoft.com/office/drawing/2014/main" id="{389FD70E-6F49-213A-8BBC-44EE7260DE29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693" name="Ink 27692">
                    <a:extLst>
                      <a:ext uri="{FF2B5EF4-FFF2-40B4-BE49-F238E27FC236}">
                        <a16:creationId xmlns:a16="http://schemas.microsoft.com/office/drawing/2014/main" id="{389FD70E-6F49-213A-8BBC-44EE7260DE29}"/>
                      </a:ext>
                    </a:extLst>
                  </p:cNvPr>
                  <p:cNvPicPr/>
                  <p:nvPr/>
                </p:nvPicPr>
                <p:blipFill>
                  <a:blip r:embed="rId2810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11">
                <p14:nvContentPartPr>
                  <p14:cNvPr id="27694" name="Ink 27693">
                    <a:extLst>
                      <a:ext uri="{FF2B5EF4-FFF2-40B4-BE49-F238E27FC236}">
                        <a16:creationId xmlns:a16="http://schemas.microsoft.com/office/drawing/2014/main" id="{1A4C9516-1AA3-50B3-6C65-F4E942176ECF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694" name="Ink 27693">
                    <a:extLst>
                      <a:ext uri="{FF2B5EF4-FFF2-40B4-BE49-F238E27FC236}">
                        <a16:creationId xmlns:a16="http://schemas.microsoft.com/office/drawing/2014/main" id="{1A4C9516-1AA3-50B3-6C65-F4E942176ECF}"/>
                      </a:ext>
                    </a:extLst>
                  </p:cNvPr>
                  <p:cNvPicPr/>
                  <p:nvPr/>
                </p:nvPicPr>
                <p:blipFill>
                  <a:blip r:embed="rId2812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13">
                <p14:nvContentPartPr>
                  <p14:cNvPr id="27695" name="Ink 27694">
                    <a:extLst>
                      <a:ext uri="{FF2B5EF4-FFF2-40B4-BE49-F238E27FC236}">
                        <a16:creationId xmlns:a16="http://schemas.microsoft.com/office/drawing/2014/main" id="{25501860-1030-7A60-3E69-2B9644A15E4B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695" name="Ink 27694">
                    <a:extLst>
                      <a:ext uri="{FF2B5EF4-FFF2-40B4-BE49-F238E27FC236}">
                        <a16:creationId xmlns:a16="http://schemas.microsoft.com/office/drawing/2014/main" id="{25501860-1030-7A60-3E69-2B9644A15E4B}"/>
                      </a:ext>
                    </a:extLst>
                  </p:cNvPr>
                  <p:cNvPicPr/>
                  <p:nvPr/>
                </p:nvPicPr>
                <p:blipFill>
                  <a:blip r:embed="rId28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15">
                <p14:nvContentPartPr>
                  <p14:cNvPr id="27696" name="Ink 27695">
                    <a:extLst>
                      <a:ext uri="{FF2B5EF4-FFF2-40B4-BE49-F238E27FC236}">
                        <a16:creationId xmlns:a16="http://schemas.microsoft.com/office/drawing/2014/main" id="{1CDAC632-32AF-2B30-885C-B6403919C0A1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696" name="Ink 27695">
                    <a:extLst>
                      <a:ext uri="{FF2B5EF4-FFF2-40B4-BE49-F238E27FC236}">
                        <a16:creationId xmlns:a16="http://schemas.microsoft.com/office/drawing/2014/main" id="{1CDAC632-32AF-2B30-885C-B6403919C0A1}"/>
                      </a:ext>
                    </a:extLst>
                  </p:cNvPr>
                  <p:cNvPicPr/>
                  <p:nvPr/>
                </p:nvPicPr>
                <p:blipFill>
                  <a:blip r:embed="rId28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17">
                <p14:nvContentPartPr>
                  <p14:cNvPr id="27697" name="Ink 27696">
                    <a:extLst>
                      <a:ext uri="{FF2B5EF4-FFF2-40B4-BE49-F238E27FC236}">
                        <a16:creationId xmlns:a16="http://schemas.microsoft.com/office/drawing/2014/main" id="{50D25242-AE1E-913C-8E78-0C3C8F2B24EA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697" name="Ink 27696">
                    <a:extLst>
                      <a:ext uri="{FF2B5EF4-FFF2-40B4-BE49-F238E27FC236}">
                        <a16:creationId xmlns:a16="http://schemas.microsoft.com/office/drawing/2014/main" id="{50D25242-AE1E-913C-8E78-0C3C8F2B24EA}"/>
                      </a:ext>
                    </a:extLst>
                  </p:cNvPr>
                  <p:cNvPicPr/>
                  <p:nvPr/>
                </p:nvPicPr>
                <p:blipFill>
                  <a:blip r:embed="rId28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19">
                <p14:nvContentPartPr>
                  <p14:cNvPr id="27698" name="Ink 27697">
                    <a:extLst>
                      <a:ext uri="{FF2B5EF4-FFF2-40B4-BE49-F238E27FC236}">
                        <a16:creationId xmlns:a16="http://schemas.microsoft.com/office/drawing/2014/main" id="{2AFAA79B-5838-42C4-3361-6A5882024AFA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698" name="Ink 27697">
                    <a:extLst>
                      <a:ext uri="{FF2B5EF4-FFF2-40B4-BE49-F238E27FC236}">
                        <a16:creationId xmlns:a16="http://schemas.microsoft.com/office/drawing/2014/main" id="{2AFAA79B-5838-42C4-3361-6A5882024AFA}"/>
                      </a:ext>
                    </a:extLst>
                  </p:cNvPr>
                  <p:cNvPicPr/>
                  <p:nvPr/>
                </p:nvPicPr>
                <p:blipFill>
                  <a:blip r:embed="rId28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21">
                <p14:nvContentPartPr>
                  <p14:cNvPr id="27699" name="Ink 27698">
                    <a:extLst>
                      <a:ext uri="{FF2B5EF4-FFF2-40B4-BE49-F238E27FC236}">
                        <a16:creationId xmlns:a16="http://schemas.microsoft.com/office/drawing/2014/main" id="{606A6758-F677-22E6-4F1B-F18E082F452E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699" name="Ink 27698">
                    <a:extLst>
                      <a:ext uri="{FF2B5EF4-FFF2-40B4-BE49-F238E27FC236}">
                        <a16:creationId xmlns:a16="http://schemas.microsoft.com/office/drawing/2014/main" id="{606A6758-F677-22E6-4F1B-F18E082F452E}"/>
                      </a:ext>
                    </a:extLst>
                  </p:cNvPr>
                  <p:cNvPicPr/>
                  <p:nvPr/>
                </p:nvPicPr>
                <p:blipFill>
                  <a:blip r:embed="rId28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23">
                <p14:nvContentPartPr>
                  <p14:cNvPr id="27700" name="Ink 27699">
                    <a:extLst>
                      <a:ext uri="{FF2B5EF4-FFF2-40B4-BE49-F238E27FC236}">
                        <a16:creationId xmlns:a16="http://schemas.microsoft.com/office/drawing/2014/main" id="{E40F20BA-D8C4-A433-0490-672FE851A950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700" name="Ink 27699">
                    <a:extLst>
                      <a:ext uri="{FF2B5EF4-FFF2-40B4-BE49-F238E27FC236}">
                        <a16:creationId xmlns:a16="http://schemas.microsoft.com/office/drawing/2014/main" id="{E40F20BA-D8C4-A433-0490-672FE851A950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25">
                <p14:nvContentPartPr>
                  <p14:cNvPr id="27701" name="Ink 27700">
                    <a:extLst>
                      <a:ext uri="{FF2B5EF4-FFF2-40B4-BE49-F238E27FC236}">
                        <a16:creationId xmlns:a16="http://schemas.microsoft.com/office/drawing/2014/main" id="{BE3F1ED4-F416-9755-B80E-84F88C0FF8DF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701" name="Ink 27700">
                    <a:extLst>
                      <a:ext uri="{FF2B5EF4-FFF2-40B4-BE49-F238E27FC236}">
                        <a16:creationId xmlns:a16="http://schemas.microsoft.com/office/drawing/2014/main" id="{BE3F1ED4-F416-9755-B80E-84F88C0FF8DF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2827">
                <p14:nvContentPartPr>
                  <p14:cNvPr id="27702" name="Ink 27701">
                    <a:extLst>
                      <a:ext uri="{FF2B5EF4-FFF2-40B4-BE49-F238E27FC236}">
                        <a16:creationId xmlns:a16="http://schemas.microsoft.com/office/drawing/2014/main" id="{0B404481-A4F5-3D21-34B8-7B725E4AA252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702" name="Ink 27701">
                    <a:extLst>
                      <a:ext uri="{FF2B5EF4-FFF2-40B4-BE49-F238E27FC236}">
                        <a16:creationId xmlns:a16="http://schemas.microsoft.com/office/drawing/2014/main" id="{0B404481-A4F5-3D21-34B8-7B725E4AA252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pic>
        <p:nvPicPr>
          <p:cNvPr id="16533" name="Picture 16532">
            <a:extLst>
              <a:ext uri="{FF2B5EF4-FFF2-40B4-BE49-F238E27FC236}">
                <a16:creationId xmlns:a16="http://schemas.microsoft.com/office/drawing/2014/main" id="{48A84D65-3EC6-D983-9C36-78AFA01432DC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2829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947735" y="8309876"/>
            <a:ext cx="393767" cy="421887"/>
          </a:xfrm>
          <a:prstGeom prst="rect">
            <a:avLst/>
          </a:prstGeom>
        </p:spPr>
      </p:pic>
      <p:pic>
        <p:nvPicPr>
          <p:cNvPr id="16534" name="Picture 16533">
            <a:extLst>
              <a:ext uri="{FF2B5EF4-FFF2-40B4-BE49-F238E27FC236}">
                <a16:creationId xmlns:a16="http://schemas.microsoft.com/office/drawing/2014/main" id="{10A1642C-9FB8-82A3-988D-1D76855942E6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2830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28420" y="8351653"/>
            <a:ext cx="393767" cy="421887"/>
          </a:xfrm>
          <a:prstGeom prst="rect">
            <a:avLst/>
          </a:prstGeom>
        </p:spPr>
      </p:pic>
      <p:pic>
        <p:nvPicPr>
          <p:cNvPr id="16537" name="Picture 16536">
            <a:extLst>
              <a:ext uri="{FF2B5EF4-FFF2-40B4-BE49-F238E27FC236}">
                <a16:creationId xmlns:a16="http://schemas.microsoft.com/office/drawing/2014/main" id="{6F0B33DA-5AC0-B9B4-9CEC-2266499E8F3D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2829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68580" y="8563530"/>
            <a:ext cx="393767" cy="421887"/>
          </a:xfrm>
          <a:prstGeom prst="rect">
            <a:avLst/>
          </a:prstGeom>
        </p:spPr>
      </p:pic>
      <p:pic>
        <p:nvPicPr>
          <p:cNvPr id="28105" name="Picture 28104">
            <a:extLst>
              <a:ext uri="{FF2B5EF4-FFF2-40B4-BE49-F238E27FC236}">
                <a16:creationId xmlns:a16="http://schemas.microsoft.com/office/drawing/2014/main" id="{A0DF9DDB-4E0B-852B-F9CB-CB7DACB18E56}"/>
              </a:ext>
            </a:extLst>
          </p:cNvPr>
          <p:cNvPicPr>
            <a:picLocks noChangeAspect="1"/>
          </p:cNvPicPr>
          <p:nvPr/>
        </p:nvPicPr>
        <p:blipFill>
          <a:blip r:embed="rId2831">
            <a:extLst>
              <a:ext uri="{BEBA8EAE-BF5A-486C-A8C5-ECC9F3942E4B}">
                <a14:imgProps xmlns:a14="http://schemas.microsoft.com/office/drawing/2010/main">
                  <a14:imgLayer r:embed="rId2832">
                    <a14:imgEffect>
                      <a14:backgroundRemoval t="6276" b="89540" l="5871" r="95695">
                        <a14:foregroundMark x1="13112" y1="40167" x2="5871" y2="43515"/>
                        <a14:foregroundMark x1="5871" y1="43515" x2="10176" y2="58996"/>
                        <a14:foregroundMark x1="10176" y1="58996" x2="11546" y2="59414"/>
                        <a14:foregroundMark x1="90998" y1="50209" x2="92368" y2="66946"/>
                        <a14:foregroundMark x1="92368" y1="66946" x2="88650" y2="72385"/>
                        <a14:foregroundMark x1="93933" y1="53975" x2="95890" y2="67364"/>
                        <a14:foregroundMark x1="57926" y1="6276" x2="50489" y2="10460"/>
                        <a14:foregroundMark x1="50489" y1="10460" x2="50489" y2="10460"/>
                      </a14:backgroundRemoval>
                    </a14:imgEffect>
                    <a14:imgEffect>
                      <a14:brightnessContrast brigh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13564" y="7388934"/>
            <a:ext cx="319307" cy="149343"/>
          </a:xfrm>
          <a:prstGeom prst="rect">
            <a:avLst/>
          </a:prstGeom>
        </p:spPr>
      </p:pic>
      <p:pic>
        <p:nvPicPr>
          <p:cNvPr id="28106" name="Picture 28105">
            <a:extLst>
              <a:ext uri="{FF2B5EF4-FFF2-40B4-BE49-F238E27FC236}">
                <a16:creationId xmlns:a16="http://schemas.microsoft.com/office/drawing/2014/main" id="{89D9A9F9-E9DE-EE56-40F3-F08229FB8097}"/>
              </a:ext>
            </a:extLst>
          </p:cNvPr>
          <p:cNvPicPr>
            <a:picLocks noChangeAspect="1"/>
          </p:cNvPicPr>
          <p:nvPr/>
        </p:nvPicPr>
        <p:blipFill>
          <a:blip r:embed="rId2833">
            <a:extLst>
              <a:ext uri="{BEBA8EAE-BF5A-486C-A8C5-ECC9F3942E4B}">
                <a14:imgProps xmlns:a14="http://schemas.microsoft.com/office/drawing/2010/main">
                  <a14:imgLayer r:embed="rId2834">
                    <a14:imgEffect>
                      <a14:backgroundRemoval t="9459" b="89865" l="6563" r="93906">
                        <a14:foregroundMark x1="10313" y1="45608" x2="10781" y2="56081"/>
                        <a14:foregroundMark x1="10625" y1="59797" x2="10781" y2="46622"/>
                        <a14:foregroundMark x1="10781" y1="46622" x2="10781" y2="46622"/>
                        <a14:foregroundMark x1="10000" y1="44595" x2="6563" y2="51351"/>
                        <a14:foregroundMark x1="21250" y1="63851" x2="30781" y2="67905"/>
                        <a14:foregroundMark x1="93750" y1="42568" x2="93906" y2="6486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26776" y="6295426"/>
            <a:ext cx="443691" cy="205207"/>
          </a:xfrm>
          <a:prstGeom prst="rect">
            <a:avLst/>
          </a:prstGeom>
        </p:spPr>
      </p:pic>
      <p:pic>
        <p:nvPicPr>
          <p:cNvPr id="28107" name="Picture 28106">
            <a:extLst>
              <a:ext uri="{FF2B5EF4-FFF2-40B4-BE49-F238E27FC236}">
                <a16:creationId xmlns:a16="http://schemas.microsoft.com/office/drawing/2014/main" id="{BF91402E-727B-8A3B-D868-BDDAC8646822}"/>
              </a:ext>
            </a:extLst>
          </p:cNvPr>
          <p:cNvPicPr>
            <a:picLocks noChangeAspect="1"/>
          </p:cNvPicPr>
          <p:nvPr/>
        </p:nvPicPr>
        <p:blipFill>
          <a:blip r:embed="rId2835">
            <a:extLst>
              <a:ext uri="{BEBA8EAE-BF5A-486C-A8C5-ECC9F3942E4B}">
                <a14:imgProps xmlns:a14="http://schemas.microsoft.com/office/drawing/2010/main">
                  <a14:imgLayer r:embed="rId2836">
                    <a14:imgEffect>
                      <a14:backgroundRemoval t="9412" b="90824" l="4688" r="93281">
                        <a14:foregroundMark x1="10938" y1="36235" x2="7500" y2="43765"/>
                        <a14:foregroundMark x1="7500" y1="43765" x2="8906" y2="53412"/>
                        <a14:foregroundMark x1="8906" y1="53412" x2="9219" y2="53647"/>
                        <a14:foregroundMark x1="5781" y1="49647" x2="4688" y2="45176"/>
                        <a14:foregroundMark x1="16406" y1="34824" x2="12344" y2="45412"/>
                        <a14:foregroundMark x1="12344" y1="45412" x2="12969" y2="47059"/>
                        <a14:foregroundMark x1="43281" y1="90824" x2="43281" y2="90824"/>
                        <a14:foregroundMark x1="91250" y1="39059" x2="91250" y2="39059"/>
                        <a14:foregroundMark x1="92031" y1="60941" x2="92031" y2="60941"/>
                        <a14:foregroundMark x1="92813" y1="35765" x2="92813" y2="35765"/>
                        <a14:foregroundMark x1="93281" y1="61176" x2="93281" y2="6117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4328" y="6531234"/>
            <a:ext cx="430210" cy="285686"/>
          </a:xfrm>
          <a:prstGeom prst="rect">
            <a:avLst/>
          </a:prstGeom>
        </p:spPr>
      </p:pic>
      <p:pic>
        <p:nvPicPr>
          <p:cNvPr id="28118" name="Picture 28117">
            <a:extLst>
              <a:ext uri="{FF2B5EF4-FFF2-40B4-BE49-F238E27FC236}">
                <a16:creationId xmlns:a16="http://schemas.microsoft.com/office/drawing/2014/main" id="{226ED32E-FDE2-8112-3A8B-CBA073241E85}"/>
              </a:ext>
            </a:extLst>
          </p:cNvPr>
          <p:cNvPicPr>
            <a:picLocks noChangeAspect="1"/>
          </p:cNvPicPr>
          <p:nvPr/>
        </p:nvPicPr>
        <p:blipFill>
          <a:blip r:embed="rId2837">
            <a:extLst>
              <a:ext uri="{BEBA8EAE-BF5A-486C-A8C5-ECC9F3942E4B}">
                <a14:imgProps xmlns:a14="http://schemas.microsoft.com/office/drawing/2010/main">
                  <a14:imgLayer r:embed="rId2838">
                    <a14:imgEffect>
                      <a14:backgroundRemoval t="9375" b="89286" l="5469" r="94375">
                        <a14:foregroundMark x1="11406" y1="34375" x2="5469" y2="43750"/>
                        <a14:foregroundMark x1="5469" y1="43750" x2="12031" y2="58036"/>
                        <a14:foregroundMark x1="12031" y1="58036" x2="14844" y2="58929"/>
                        <a14:foregroundMark x1="90000" y1="26786" x2="94688" y2="38393"/>
                        <a14:foregroundMark x1="94688" y1="38393" x2="94375" y2="56696"/>
                        <a14:foregroundMark x1="94375" y1="56696" x2="89531" y2="5803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335712" y="7088685"/>
            <a:ext cx="507279" cy="177547"/>
          </a:xfrm>
          <a:prstGeom prst="rect">
            <a:avLst/>
          </a:prstGeom>
        </p:spPr>
      </p:pic>
      <p:pic>
        <p:nvPicPr>
          <p:cNvPr id="16948" name="Picture 16947">
            <a:extLst>
              <a:ext uri="{FF2B5EF4-FFF2-40B4-BE49-F238E27FC236}">
                <a16:creationId xmlns:a16="http://schemas.microsoft.com/office/drawing/2014/main" id="{01698D1B-77C2-AE01-97F2-736EEE0233E5}"/>
              </a:ext>
            </a:extLst>
          </p:cNvPr>
          <p:cNvPicPr>
            <a:picLocks noChangeAspect="1"/>
          </p:cNvPicPr>
          <p:nvPr/>
        </p:nvPicPr>
        <p:blipFill>
          <a:blip r:embed="rId2837">
            <a:extLst>
              <a:ext uri="{BEBA8EAE-BF5A-486C-A8C5-ECC9F3942E4B}">
                <a14:imgProps xmlns:a14="http://schemas.microsoft.com/office/drawing/2010/main">
                  <a14:imgLayer r:embed="rId2839">
                    <a14:imgEffect>
                      <a14:backgroundRemoval t="9375" b="89286" l="5469" r="94375">
                        <a14:foregroundMark x1="11406" y1="34375" x2="5469" y2="43750"/>
                        <a14:foregroundMark x1="5469" y1="43750" x2="12031" y2="58036"/>
                        <a14:foregroundMark x1="12031" y1="58036" x2="14844" y2="58929"/>
                        <a14:foregroundMark x1="90000" y1="26786" x2="94688" y2="38393"/>
                        <a14:foregroundMark x1="94688" y1="38393" x2="94375" y2="56696"/>
                        <a14:foregroundMark x1="94375" y1="56696" x2="89531" y2="5803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01355" y="8001956"/>
            <a:ext cx="507279" cy="177547"/>
          </a:xfrm>
          <a:prstGeom prst="rect">
            <a:avLst/>
          </a:prstGeom>
        </p:spPr>
      </p:pic>
      <p:pic>
        <p:nvPicPr>
          <p:cNvPr id="28119" name="Picture 28118">
            <a:extLst>
              <a:ext uri="{FF2B5EF4-FFF2-40B4-BE49-F238E27FC236}">
                <a16:creationId xmlns:a16="http://schemas.microsoft.com/office/drawing/2014/main" id="{F46D722A-0B4B-878D-96D8-8E0538DAD03B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1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244297" y="6521273"/>
            <a:ext cx="691083" cy="328701"/>
          </a:xfrm>
          <a:prstGeom prst="rect">
            <a:avLst/>
          </a:prstGeom>
        </p:spPr>
      </p:pic>
      <p:pic>
        <p:nvPicPr>
          <p:cNvPr id="16951" name="Picture 16950">
            <a:extLst>
              <a:ext uri="{FF2B5EF4-FFF2-40B4-BE49-F238E27FC236}">
                <a16:creationId xmlns:a16="http://schemas.microsoft.com/office/drawing/2014/main" id="{3E469A06-0AE1-A5A0-FD56-BF4FA85C5155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2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251930" y="7368086"/>
            <a:ext cx="691083" cy="328701"/>
          </a:xfrm>
          <a:prstGeom prst="rect">
            <a:avLst/>
          </a:prstGeom>
        </p:spPr>
      </p:pic>
      <p:pic>
        <p:nvPicPr>
          <p:cNvPr id="28120" name="Picture 28119">
            <a:extLst>
              <a:ext uri="{FF2B5EF4-FFF2-40B4-BE49-F238E27FC236}">
                <a16:creationId xmlns:a16="http://schemas.microsoft.com/office/drawing/2014/main" id="{296BB0C5-AA14-C02A-2B1C-AFCD8FA66F72}"/>
              </a:ext>
            </a:extLst>
          </p:cNvPr>
          <p:cNvPicPr>
            <a:picLocks noChangeAspect="1"/>
          </p:cNvPicPr>
          <p:nvPr/>
        </p:nvPicPr>
        <p:blipFill>
          <a:blip r:embed="rId2833">
            <a:extLst>
              <a:ext uri="{BEBA8EAE-BF5A-486C-A8C5-ECC9F3942E4B}">
                <a14:imgProps xmlns:a14="http://schemas.microsoft.com/office/drawing/2010/main">
                  <a14:imgLayer r:embed="rId2843">
                    <a14:imgEffect>
                      <a14:backgroundRemoval t="9459" b="89865" l="6563" r="93906">
                        <a14:foregroundMark x1="10313" y1="45608" x2="10781" y2="56081"/>
                        <a14:foregroundMark x1="10625" y1="59797" x2="10781" y2="46622"/>
                        <a14:foregroundMark x1="10781" y1="46622" x2="10781" y2="46622"/>
                        <a14:foregroundMark x1="10000" y1="44595" x2="6563" y2="51351"/>
                        <a14:foregroundMark x1="21250" y1="63851" x2="30781" y2="67905"/>
                        <a14:foregroundMark x1="93750" y1="42568" x2="93906" y2="6486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543039" y="7285794"/>
            <a:ext cx="443691" cy="205207"/>
          </a:xfrm>
          <a:prstGeom prst="rect">
            <a:avLst/>
          </a:prstGeom>
        </p:spPr>
      </p:pic>
      <p:pic>
        <p:nvPicPr>
          <p:cNvPr id="28712" name="Picture 28711">
            <a:extLst>
              <a:ext uri="{FF2B5EF4-FFF2-40B4-BE49-F238E27FC236}">
                <a16:creationId xmlns:a16="http://schemas.microsoft.com/office/drawing/2014/main" id="{2D924680-0AC9-1C8A-9240-7F2A85AD5AA1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70831" y="3477827"/>
            <a:ext cx="322434" cy="182880"/>
          </a:xfrm>
          <a:prstGeom prst="rect">
            <a:avLst/>
          </a:prstGeom>
        </p:spPr>
      </p:pic>
      <p:pic>
        <p:nvPicPr>
          <p:cNvPr id="28713" name="Picture 28712">
            <a:extLst>
              <a:ext uri="{FF2B5EF4-FFF2-40B4-BE49-F238E27FC236}">
                <a16:creationId xmlns:a16="http://schemas.microsoft.com/office/drawing/2014/main" id="{F5212D03-D29D-E8E4-8452-4D9180CBFD6D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190302" y="3311587"/>
            <a:ext cx="322434" cy="182880"/>
          </a:xfrm>
          <a:prstGeom prst="rect">
            <a:avLst/>
          </a:prstGeom>
        </p:spPr>
      </p:pic>
      <p:pic>
        <p:nvPicPr>
          <p:cNvPr id="28714" name="Picture 28713">
            <a:extLst>
              <a:ext uri="{FF2B5EF4-FFF2-40B4-BE49-F238E27FC236}">
                <a16:creationId xmlns:a16="http://schemas.microsoft.com/office/drawing/2014/main" id="{BDA10735-BB63-2C76-5AF1-C702D6C82CA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34037" y="3635849"/>
            <a:ext cx="322434" cy="182880"/>
          </a:xfrm>
          <a:prstGeom prst="rect">
            <a:avLst/>
          </a:prstGeom>
        </p:spPr>
      </p:pic>
      <p:pic>
        <p:nvPicPr>
          <p:cNvPr id="28715" name="Picture 28714">
            <a:extLst>
              <a:ext uri="{FF2B5EF4-FFF2-40B4-BE49-F238E27FC236}">
                <a16:creationId xmlns:a16="http://schemas.microsoft.com/office/drawing/2014/main" id="{D406EDEA-7377-6478-75F9-3B518879678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202667" y="3158936"/>
            <a:ext cx="322434" cy="182880"/>
          </a:xfrm>
          <a:prstGeom prst="rect">
            <a:avLst/>
          </a:prstGeom>
        </p:spPr>
      </p:pic>
      <p:sp>
        <p:nvSpPr>
          <p:cNvPr id="19815" name="TextBox 19814">
            <a:extLst>
              <a:ext uri="{FF2B5EF4-FFF2-40B4-BE49-F238E27FC236}">
                <a16:creationId xmlns:a16="http://schemas.microsoft.com/office/drawing/2014/main" id="{642474A4-80C0-8D4E-1581-EA3AF1E613B8}"/>
              </a:ext>
            </a:extLst>
          </p:cNvPr>
          <p:cNvSpPr txBox="1"/>
          <p:nvPr/>
        </p:nvSpPr>
        <p:spPr>
          <a:xfrm>
            <a:off x="7409806" y="828986"/>
            <a:ext cx="2820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13-23 m</a:t>
            </a:r>
          </a:p>
        </p:txBody>
      </p:sp>
      <p:sp>
        <p:nvSpPr>
          <p:cNvPr id="19817" name="TextBox 19816">
            <a:extLst>
              <a:ext uri="{FF2B5EF4-FFF2-40B4-BE49-F238E27FC236}">
                <a16:creationId xmlns:a16="http://schemas.microsoft.com/office/drawing/2014/main" id="{6B2C9766-3E19-43E1-CE08-C72CCCC282F3}"/>
              </a:ext>
            </a:extLst>
          </p:cNvPr>
          <p:cNvSpPr txBox="1"/>
          <p:nvPr/>
        </p:nvSpPr>
        <p:spPr>
          <a:xfrm>
            <a:off x="7382798" y="109358"/>
            <a:ext cx="30654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b. Palos Verdes</a:t>
            </a:r>
          </a:p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    Artificial Reef (PVR)</a:t>
            </a:r>
          </a:p>
        </p:txBody>
      </p:sp>
      <p:sp>
        <p:nvSpPr>
          <p:cNvPr id="19818" name="Freeform 19817">
            <a:extLst>
              <a:ext uri="{FF2B5EF4-FFF2-40B4-BE49-F238E27FC236}">
                <a16:creationId xmlns:a16="http://schemas.microsoft.com/office/drawing/2014/main" id="{437E0569-D568-4DE9-A00F-95BD1365F12F}"/>
              </a:ext>
            </a:extLst>
          </p:cNvPr>
          <p:cNvSpPr/>
          <p:nvPr/>
        </p:nvSpPr>
        <p:spPr>
          <a:xfrm>
            <a:off x="7657132" y="4191663"/>
            <a:ext cx="2323043" cy="1002890"/>
          </a:xfrm>
          <a:custGeom>
            <a:avLst/>
            <a:gdLst>
              <a:gd name="connsiteX0" fmla="*/ 51620 w 2323043"/>
              <a:gd name="connsiteY0" fmla="*/ 980768 h 1002890"/>
              <a:gd name="connsiteX1" fmla="*/ 132736 w 2323043"/>
              <a:gd name="connsiteY1" fmla="*/ 966019 h 1002890"/>
              <a:gd name="connsiteX2" fmla="*/ 243349 w 2323043"/>
              <a:gd name="connsiteY2" fmla="*/ 914400 h 1002890"/>
              <a:gd name="connsiteX3" fmla="*/ 280220 w 2323043"/>
              <a:gd name="connsiteY3" fmla="*/ 884903 h 1002890"/>
              <a:gd name="connsiteX4" fmla="*/ 309716 w 2323043"/>
              <a:gd name="connsiteY4" fmla="*/ 855406 h 1002890"/>
              <a:gd name="connsiteX5" fmla="*/ 324465 w 2323043"/>
              <a:gd name="connsiteY5" fmla="*/ 825909 h 1002890"/>
              <a:gd name="connsiteX6" fmla="*/ 339213 w 2323043"/>
              <a:gd name="connsiteY6" fmla="*/ 774290 h 1002890"/>
              <a:gd name="connsiteX7" fmla="*/ 353962 w 2323043"/>
              <a:gd name="connsiteY7" fmla="*/ 678426 h 1002890"/>
              <a:gd name="connsiteX8" fmla="*/ 368710 w 2323043"/>
              <a:gd name="connsiteY8" fmla="*/ 641555 h 1002890"/>
              <a:gd name="connsiteX9" fmla="*/ 383458 w 2323043"/>
              <a:gd name="connsiteY9" fmla="*/ 597309 h 1002890"/>
              <a:gd name="connsiteX10" fmla="*/ 442452 w 2323043"/>
              <a:gd name="connsiteY10" fmla="*/ 494071 h 1002890"/>
              <a:gd name="connsiteX11" fmla="*/ 501445 w 2323043"/>
              <a:gd name="connsiteY11" fmla="*/ 398206 h 1002890"/>
              <a:gd name="connsiteX12" fmla="*/ 530942 w 2323043"/>
              <a:gd name="connsiteY12" fmla="*/ 346587 h 1002890"/>
              <a:gd name="connsiteX13" fmla="*/ 589936 w 2323043"/>
              <a:gd name="connsiteY13" fmla="*/ 258097 h 1002890"/>
              <a:gd name="connsiteX14" fmla="*/ 619433 w 2323043"/>
              <a:gd name="connsiteY14" fmla="*/ 228600 h 1002890"/>
              <a:gd name="connsiteX15" fmla="*/ 663678 w 2323043"/>
              <a:gd name="connsiteY15" fmla="*/ 169606 h 1002890"/>
              <a:gd name="connsiteX16" fmla="*/ 707923 w 2323043"/>
              <a:gd name="connsiteY16" fmla="*/ 140109 h 1002890"/>
              <a:gd name="connsiteX17" fmla="*/ 737420 w 2323043"/>
              <a:gd name="connsiteY17" fmla="*/ 117987 h 1002890"/>
              <a:gd name="connsiteX18" fmla="*/ 759542 w 2323043"/>
              <a:gd name="connsiteY18" fmla="*/ 110613 h 1002890"/>
              <a:gd name="connsiteX19" fmla="*/ 803787 w 2323043"/>
              <a:gd name="connsiteY19" fmla="*/ 125361 h 1002890"/>
              <a:gd name="connsiteX20" fmla="*/ 825910 w 2323043"/>
              <a:gd name="connsiteY20" fmla="*/ 140109 h 1002890"/>
              <a:gd name="connsiteX21" fmla="*/ 884903 w 2323043"/>
              <a:gd name="connsiteY21" fmla="*/ 154858 h 1002890"/>
              <a:gd name="connsiteX22" fmla="*/ 995516 w 2323043"/>
              <a:gd name="connsiteY22" fmla="*/ 140109 h 1002890"/>
              <a:gd name="connsiteX23" fmla="*/ 1017639 w 2323043"/>
              <a:gd name="connsiteY23" fmla="*/ 132735 h 1002890"/>
              <a:gd name="connsiteX24" fmla="*/ 1084007 w 2323043"/>
              <a:gd name="connsiteY24" fmla="*/ 103238 h 1002890"/>
              <a:gd name="connsiteX25" fmla="*/ 1120878 w 2323043"/>
              <a:gd name="connsiteY25" fmla="*/ 81116 h 1002890"/>
              <a:gd name="connsiteX26" fmla="*/ 1165123 w 2323043"/>
              <a:gd name="connsiteY26" fmla="*/ 66368 h 1002890"/>
              <a:gd name="connsiteX27" fmla="*/ 1201994 w 2323043"/>
              <a:gd name="connsiteY27" fmla="*/ 44245 h 1002890"/>
              <a:gd name="connsiteX28" fmla="*/ 1283110 w 2323043"/>
              <a:gd name="connsiteY28" fmla="*/ 14748 h 1002890"/>
              <a:gd name="connsiteX29" fmla="*/ 1327355 w 2323043"/>
              <a:gd name="connsiteY29" fmla="*/ 7374 h 1002890"/>
              <a:gd name="connsiteX30" fmla="*/ 1364226 w 2323043"/>
              <a:gd name="connsiteY30" fmla="*/ 0 h 1002890"/>
              <a:gd name="connsiteX31" fmla="*/ 1541207 w 2323043"/>
              <a:gd name="connsiteY31" fmla="*/ 14748 h 1002890"/>
              <a:gd name="connsiteX32" fmla="*/ 1585452 w 2323043"/>
              <a:gd name="connsiteY32" fmla="*/ 29497 h 1002890"/>
              <a:gd name="connsiteX33" fmla="*/ 1607574 w 2323043"/>
              <a:gd name="connsiteY33" fmla="*/ 44245 h 1002890"/>
              <a:gd name="connsiteX34" fmla="*/ 1614949 w 2323043"/>
              <a:gd name="connsiteY34" fmla="*/ 140109 h 1002890"/>
              <a:gd name="connsiteX35" fmla="*/ 1600200 w 2323043"/>
              <a:gd name="connsiteY35" fmla="*/ 154858 h 1002890"/>
              <a:gd name="connsiteX36" fmla="*/ 1578078 w 2323043"/>
              <a:gd name="connsiteY36" fmla="*/ 199103 h 1002890"/>
              <a:gd name="connsiteX37" fmla="*/ 1563329 w 2323043"/>
              <a:gd name="connsiteY37" fmla="*/ 250722 h 1002890"/>
              <a:gd name="connsiteX38" fmla="*/ 1570703 w 2323043"/>
              <a:gd name="connsiteY38" fmla="*/ 272845 h 1002890"/>
              <a:gd name="connsiteX39" fmla="*/ 1703439 w 2323043"/>
              <a:gd name="connsiteY39" fmla="*/ 294968 h 1002890"/>
              <a:gd name="connsiteX40" fmla="*/ 1873045 w 2323043"/>
              <a:gd name="connsiteY40" fmla="*/ 280219 h 1002890"/>
              <a:gd name="connsiteX41" fmla="*/ 1968910 w 2323043"/>
              <a:gd name="connsiteY41" fmla="*/ 287593 h 1002890"/>
              <a:gd name="connsiteX42" fmla="*/ 1983658 w 2323043"/>
              <a:gd name="connsiteY42" fmla="*/ 302342 h 1002890"/>
              <a:gd name="connsiteX43" fmla="*/ 2027903 w 2323043"/>
              <a:gd name="connsiteY43" fmla="*/ 331838 h 1002890"/>
              <a:gd name="connsiteX44" fmla="*/ 2042652 w 2323043"/>
              <a:gd name="connsiteY44" fmla="*/ 353961 h 1002890"/>
              <a:gd name="connsiteX45" fmla="*/ 2050026 w 2323043"/>
              <a:gd name="connsiteY45" fmla="*/ 457200 h 1002890"/>
              <a:gd name="connsiteX46" fmla="*/ 2027903 w 2323043"/>
              <a:gd name="connsiteY46" fmla="*/ 494071 h 1002890"/>
              <a:gd name="connsiteX47" fmla="*/ 2020529 w 2323043"/>
              <a:gd name="connsiteY47" fmla="*/ 523568 h 1002890"/>
              <a:gd name="connsiteX48" fmla="*/ 2013155 w 2323043"/>
              <a:gd name="connsiteY48" fmla="*/ 545690 h 1002890"/>
              <a:gd name="connsiteX49" fmla="*/ 2035278 w 2323043"/>
              <a:gd name="connsiteY49" fmla="*/ 626806 h 1002890"/>
              <a:gd name="connsiteX50" fmla="*/ 2050026 w 2323043"/>
              <a:gd name="connsiteY50" fmla="*/ 641555 h 1002890"/>
              <a:gd name="connsiteX51" fmla="*/ 2072149 w 2323043"/>
              <a:gd name="connsiteY51" fmla="*/ 648929 h 1002890"/>
              <a:gd name="connsiteX52" fmla="*/ 2094271 w 2323043"/>
              <a:gd name="connsiteY52" fmla="*/ 663677 h 1002890"/>
              <a:gd name="connsiteX53" fmla="*/ 2101645 w 2323043"/>
              <a:gd name="connsiteY53" fmla="*/ 685800 h 1002890"/>
              <a:gd name="connsiteX54" fmla="*/ 2131142 w 2323043"/>
              <a:gd name="connsiteY54" fmla="*/ 730045 h 1002890"/>
              <a:gd name="connsiteX55" fmla="*/ 2145891 w 2323043"/>
              <a:gd name="connsiteY55" fmla="*/ 759542 h 1002890"/>
              <a:gd name="connsiteX56" fmla="*/ 2175387 w 2323043"/>
              <a:gd name="connsiteY56" fmla="*/ 781664 h 1002890"/>
              <a:gd name="connsiteX57" fmla="*/ 2190136 w 2323043"/>
              <a:gd name="connsiteY57" fmla="*/ 796413 h 1002890"/>
              <a:gd name="connsiteX58" fmla="*/ 2212258 w 2323043"/>
              <a:gd name="connsiteY58" fmla="*/ 811161 h 1002890"/>
              <a:gd name="connsiteX59" fmla="*/ 2227007 w 2323043"/>
              <a:gd name="connsiteY59" fmla="*/ 825909 h 1002890"/>
              <a:gd name="connsiteX60" fmla="*/ 2249129 w 2323043"/>
              <a:gd name="connsiteY60" fmla="*/ 833284 h 1002890"/>
              <a:gd name="connsiteX61" fmla="*/ 2293374 w 2323043"/>
              <a:gd name="connsiteY61" fmla="*/ 855406 h 1002890"/>
              <a:gd name="connsiteX62" fmla="*/ 2308123 w 2323043"/>
              <a:gd name="connsiteY62" fmla="*/ 870155 h 1002890"/>
              <a:gd name="connsiteX63" fmla="*/ 2308123 w 2323043"/>
              <a:gd name="connsiteY63" fmla="*/ 936522 h 1002890"/>
              <a:gd name="connsiteX64" fmla="*/ 2293374 w 2323043"/>
              <a:gd name="connsiteY64" fmla="*/ 995516 h 1002890"/>
              <a:gd name="connsiteX65" fmla="*/ 1806678 w 2323043"/>
              <a:gd name="connsiteY65" fmla="*/ 1002890 h 1002890"/>
              <a:gd name="connsiteX66" fmla="*/ 1342103 w 2323043"/>
              <a:gd name="connsiteY66" fmla="*/ 988142 h 1002890"/>
              <a:gd name="connsiteX67" fmla="*/ 825910 w 2323043"/>
              <a:gd name="connsiteY67" fmla="*/ 980768 h 1002890"/>
              <a:gd name="connsiteX68" fmla="*/ 228600 w 2323043"/>
              <a:gd name="connsiteY68" fmla="*/ 995516 h 1002890"/>
              <a:gd name="connsiteX69" fmla="*/ 0 w 2323043"/>
              <a:gd name="connsiteY69" fmla="*/ 988142 h 1002890"/>
              <a:gd name="connsiteX70" fmla="*/ 51620 w 2323043"/>
              <a:gd name="connsiteY70" fmla="*/ 980768 h 1002890"/>
              <a:gd name="connsiteX0" fmla="*/ 51620 w 2323043"/>
              <a:gd name="connsiteY0" fmla="*/ 980768 h 1002890"/>
              <a:gd name="connsiteX1" fmla="*/ 132736 w 2323043"/>
              <a:gd name="connsiteY1" fmla="*/ 966019 h 1002890"/>
              <a:gd name="connsiteX2" fmla="*/ 243349 w 2323043"/>
              <a:gd name="connsiteY2" fmla="*/ 914400 h 1002890"/>
              <a:gd name="connsiteX3" fmla="*/ 280220 w 2323043"/>
              <a:gd name="connsiteY3" fmla="*/ 884903 h 1002890"/>
              <a:gd name="connsiteX4" fmla="*/ 309716 w 2323043"/>
              <a:gd name="connsiteY4" fmla="*/ 855406 h 1002890"/>
              <a:gd name="connsiteX5" fmla="*/ 324465 w 2323043"/>
              <a:gd name="connsiteY5" fmla="*/ 825909 h 1002890"/>
              <a:gd name="connsiteX6" fmla="*/ 339213 w 2323043"/>
              <a:gd name="connsiteY6" fmla="*/ 774290 h 1002890"/>
              <a:gd name="connsiteX7" fmla="*/ 353962 w 2323043"/>
              <a:gd name="connsiteY7" fmla="*/ 678426 h 1002890"/>
              <a:gd name="connsiteX8" fmla="*/ 368710 w 2323043"/>
              <a:gd name="connsiteY8" fmla="*/ 641555 h 1002890"/>
              <a:gd name="connsiteX9" fmla="*/ 383458 w 2323043"/>
              <a:gd name="connsiteY9" fmla="*/ 597309 h 1002890"/>
              <a:gd name="connsiteX10" fmla="*/ 442452 w 2323043"/>
              <a:gd name="connsiteY10" fmla="*/ 494071 h 1002890"/>
              <a:gd name="connsiteX11" fmla="*/ 501445 w 2323043"/>
              <a:gd name="connsiteY11" fmla="*/ 398206 h 1002890"/>
              <a:gd name="connsiteX12" fmla="*/ 530942 w 2323043"/>
              <a:gd name="connsiteY12" fmla="*/ 346587 h 1002890"/>
              <a:gd name="connsiteX13" fmla="*/ 589936 w 2323043"/>
              <a:gd name="connsiteY13" fmla="*/ 258097 h 1002890"/>
              <a:gd name="connsiteX14" fmla="*/ 619433 w 2323043"/>
              <a:gd name="connsiteY14" fmla="*/ 228600 h 1002890"/>
              <a:gd name="connsiteX15" fmla="*/ 663678 w 2323043"/>
              <a:gd name="connsiteY15" fmla="*/ 169606 h 1002890"/>
              <a:gd name="connsiteX16" fmla="*/ 707923 w 2323043"/>
              <a:gd name="connsiteY16" fmla="*/ 140109 h 1002890"/>
              <a:gd name="connsiteX17" fmla="*/ 737420 w 2323043"/>
              <a:gd name="connsiteY17" fmla="*/ 117987 h 1002890"/>
              <a:gd name="connsiteX18" fmla="*/ 759542 w 2323043"/>
              <a:gd name="connsiteY18" fmla="*/ 110613 h 1002890"/>
              <a:gd name="connsiteX19" fmla="*/ 803787 w 2323043"/>
              <a:gd name="connsiteY19" fmla="*/ 125361 h 1002890"/>
              <a:gd name="connsiteX20" fmla="*/ 825910 w 2323043"/>
              <a:gd name="connsiteY20" fmla="*/ 140109 h 1002890"/>
              <a:gd name="connsiteX21" fmla="*/ 884903 w 2323043"/>
              <a:gd name="connsiteY21" fmla="*/ 154858 h 1002890"/>
              <a:gd name="connsiteX22" fmla="*/ 995516 w 2323043"/>
              <a:gd name="connsiteY22" fmla="*/ 140109 h 1002890"/>
              <a:gd name="connsiteX23" fmla="*/ 1017639 w 2323043"/>
              <a:gd name="connsiteY23" fmla="*/ 132735 h 1002890"/>
              <a:gd name="connsiteX24" fmla="*/ 1084007 w 2323043"/>
              <a:gd name="connsiteY24" fmla="*/ 103238 h 1002890"/>
              <a:gd name="connsiteX25" fmla="*/ 1120878 w 2323043"/>
              <a:gd name="connsiteY25" fmla="*/ 81116 h 1002890"/>
              <a:gd name="connsiteX26" fmla="*/ 1165123 w 2323043"/>
              <a:gd name="connsiteY26" fmla="*/ 66368 h 1002890"/>
              <a:gd name="connsiteX27" fmla="*/ 1201994 w 2323043"/>
              <a:gd name="connsiteY27" fmla="*/ 44245 h 1002890"/>
              <a:gd name="connsiteX28" fmla="*/ 1283110 w 2323043"/>
              <a:gd name="connsiteY28" fmla="*/ 14748 h 1002890"/>
              <a:gd name="connsiteX29" fmla="*/ 1327355 w 2323043"/>
              <a:gd name="connsiteY29" fmla="*/ 7374 h 1002890"/>
              <a:gd name="connsiteX30" fmla="*/ 1364226 w 2323043"/>
              <a:gd name="connsiteY30" fmla="*/ 0 h 1002890"/>
              <a:gd name="connsiteX31" fmla="*/ 1541207 w 2323043"/>
              <a:gd name="connsiteY31" fmla="*/ 14748 h 1002890"/>
              <a:gd name="connsiteX32" fmla="*/ 1585452 w 2323043"/>
              <a:gd name="connsiteY32" fmla="*/ 29497 h 1002890"/>
              <a:gd name="connsiteX33" fmla="*/ 1607574 w 2323043"/>
              <a:gd name="connsiteY33" fmla="*/ 44245 h 1002890"/>
              <a:gd name="connsiteX34" fmla="*/ 1614949 w 2323043"/>
              <a:gd name="connsiteY34" fmla="*/ 140109 h 1002890"/>
              <a:gd name="connsiteX35" fmla="*/ 1600200 w 2323043"/>
              <a:gd name="connsiteY35" fmla="*/ 154858 h 1002890"/>
              <a:gd name="connsiteX36" fmla="*/ 1578078 w 2323043"/>
              <a:gd name="connsiteY36" fmla="*/ 199103 h 1002890"/>
              <a:gd name="connsiteX37" fmla="*/ 1563329 w 2323043"/>
              <a:gd name="connsiteY37" fmla="*/ 250722 h 1002890"/>
              <a:gd name="connsiteX38" fmla="*/ 1570703 w 2323043"/>
              <a:gd name="connsiteY38" fmla="*/ 272845 h 1002890"/>
              <a:gd name="connsiteX39" fmla="*/ 1703439 w 2323043"/>
              <a:gd name="connsiteY39" fmla="*/ 294968 h 1002890"/>
              <a:gd name="connsiteX40" fmla="*/ 1873045 w 2323043"/>
              <a:gd name="connsiteY40" fmla="*/ 280219 h 1002890"/>
              <a:gd name="connsiteX41" fmla="*/ 1968910 w 2323043"/>
              <a:gd name="connsiteY41" fmla="*/ 287593 h 1002890"/>
              <a:gd name="connsiteX42" fmla="*/ 1983658 w 2323043"/>
              <a:gd name="connsiteY42" fmla="*/ 302342 h 1002890"/>
              <a:gd name="connsiteX43" fmla="*/ 2027903 w 2323043"/>
              <a:gd name="connsiteY43" fmla="*/ 331838 h 1002890"/>
              <a:gd name="connsiteX44" fmla="*/ 2042652 w 2323043"/>
              <a:gd name="connsiteY44" fmla="*/ 353961 h 1002890"/>
              <a:gd name="connsiteX45" fmla="*/ 2050026 w 2323043"/>
              <a:gd name="connsiteY45" fmla="*/ 457200 h 1002890"/>
              <a:gd name="connsiteX46" fmla="*/ 2027903 w 2323043"/>
              <a:gd name="connsiteY46" fmla="*/ 494071 h 1002890"/>
              <a:gd name="connsiteX47" fmla="*/ 2020529 w 2323043"/>
              <a:gd name="connsiteY47" fmla="*/ 523568 h 1002890"/>
              <a:gd name="connsiteX48" fmla="*/ 2013155 w 2323043"/>
              <a:gd name="connsiteY48" fmla="*/ 545690 h 1002890"/>
              <a:gd name="connsiteX49" fmla="*/ 2035278 w 2323043"/>
              <a:gd name="connsiteY49" fmla="*/ 626806 h 1002890"/>
              <a:gd name="connsiteX50" fmla="*/ 2050026 w 2323043"/>
              <a:gd name="connsiteY50" fmla="*/ 641555 h 1002890"/>
              <a:gd name="connsiteX51" fmla="*/ 2072149 w 2323043"/>
              <a:gd name="connsiteY51" fmla="*/ 648929 h 1002890"/>
              <a:gd name="connsiteX52" fmla="*/ 2094271 w 2323043"/>
              <a:gd name="connsiteY52" fmla="*/ 663677 h 1002890"/>
              <a:gd name="connsiteX53" fmla="*/ 2101645 w 2323043"/>
              <a:gd name="connsiteY53" fmla="*/ 685800 h 1002890"/>
              <a:gd name="connsiteX54" fmla="*/ 2131142 w 2323043"/>
              <a:gd name="connsiteY54" fmla="*/ 730045 h 1002890"/>
              <a:gd name="connsiteX55" fmla="*/ 2145891 w 2323043"/>
              <a:gd name="connsiteY55" fmla="*/ 759542 h 1002890"/>
              <a:gd name="connsiteX56" fmla="*/ 2175387 w 2323043"/>
              <a:gd name="connsiteY56" fmla="*/ 781664 h 1002890"/>
              <a:gd name="connsiteX57" fmla="*/ 2190136 w 2323043"/>
              <a:gd name="connsiteY57" fmla="*/ 796413 h 1002890"/>
              <a:gd name="connsiteX58" fmla="*/ 2212258 w 2323043"/>
              <a:gd name="connsiteY58" fmla="*/ 811161 h 1002890"/>
              <a:gd name="connsiteX59" fmla="*/ 2227007 w 2323043"/>
              <a:gd name="connsiteY59" fmla="*/ 825909 h 1002890"/>
              <a:gd name="connsiteX60" fmla="*/ 2249129 w 2323043"/>
              <a:gd name="connsiteY60" fmla="*/ 833284 h 1002890"/>
              <a:gd name="connsiteX61" fmla="*/ 2293374 w 2323043"/>
              <a:gd name="connsiteY61" fmla="*/ 855406 h 1002890"/>
              <a:gd name="connsiteX62" fmla="*/ 2308123 w 2323043"/>
              <a:gd name="connsiteY62" fmla="*/ 870155 h 1002890"/>
              <a:gd name="connsiteX63" fmla="*/ 2308123 w 2323043"/>
              <a:gd name="connsiteY63" fmla="*/ 936522 h 1002890"/>
              <a:gd name="connsiteX64" fmla="*/ 2293374 w 2323043"/>
              <a:gd name="connsiteY64" fmla="*/ 995516 h 1002890"/>
              <a:gd name="connsiteX65" fmla="*/ 1806678 w 2323043"/>
              <a:gd name="connsiteY65" fmla="*/ 1002890 h 1002890"/>
              <a:gd name="connsiteX66" fmla="*/ 1342103 w 2323043"/>
              <a:gd name="connsiteY66" fmla="*/ 988142 h 1002890"/>
              <a:gd name="connsiteX67" fmla="*/ 825910 w 2323043"/>
              <a:gd name="connsiteY67" fmla="*/ 980768 h 1002890"/>
              <a:gd name="connsiteX68" fmla="*/ 228600 w 2323043"/>
              <a:gd name="connsiteY68" fmla="*/ 995516 h 1002890"/>
              <a:gd name="connsiteX69" fmla="*/ 0 w 2323043"/>
              <a:gd name="connsiteY69" fmla="*/ 988142 h 1002890"/>
              <a:gd name="connsiteX70" fmla="*/ 51620 w 2323043"/>
              <a:gd name="connsiteY70" fmla="*/ 980768 h 1002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323043" h="1002890" fill="none" extrusionOk="0">
                <a:moveTo>
                  <a:pt x="51620" y="980768"/>
                </a:moveTo>
                <a:cubicBezTo>
                  <a:pt x="70097" y="967534"/>
                  <a:pt x="104984" y="968840"/>
                  <a:pt x="132736" y="966019"/>
                </a:cubicBezTo>
                <a:cubicBezTo>
                  <a:pt x="177029" y="958930"/>
                  <a:pt x="207569" y="945273"/>
                  <a:pt x="243349" y="914400"/>
                </a:cubicBezTo>
                <a:cubicBezTo>
                  <a:pt x="252016" y="908199"/>
                  <a:pt x="268275" y="893688"/>
                  <a:pt x="280220" y="884903"/>
                </a:cubicBezTo>
                <a:cubicBezTo>
                  <a:pt x="291675" y="873343"/>
                  <a:pt x="303553" y="862411"/>
                  <a:pt x="309716" y="855406"/>
                </a:cubicBezTo>
                <a:cubicBezTo>
                  <a:pt x="316027" y="845362"/>
                  <a:pt x="318563" y="832145"/>
                  <a:pt x="324465" y="825909"/>
                </a:cubicBezTo>
                <a:cubicBezTo>
                  <a:pt x="330607" y="813463"/>
                  <a:pt x="339589" y="786045"/>
                  <a:pt x="339213" y="774290"/>
                </a:cubicBezTo>
                <a:cubicBezTo>
                  <a:pt x="346636" y="743437"/>
                  <a:pt x="348153" y="704765"/>
                  <a:pt x="353962" y="678426"/>
                </a:cubicBezTo>
                <a:cubicBezTo>
                  <a:pt x="360053" y="666396"/>
                  <a:pt x="367324" y="651833"/>
                  <a:pt x="368710" y="641555"/>
                </a:cubicBezTo>
                <a:cubicBezTo>
                  <a:pt x="373927" y="624733"/>
                  <a:pt x="376780" y="611783"/>
                  <a:pt x="383458" y="597309"/>
                </a:cubicBezTo>
                <a:cubicBezTo>
                  <a:pt x="399926" y="569792"/>
                  <a:pt x="406896" y="539621"/>
                  <a:pt x="442452" y="494071"/>
                </a:cubicBezTo>
                <a:cubicBezTo>
                  <a:pt x="500758" y="382230"/>
                  <a:pt x="431914" y="568185"/>
                  <a:pt x="501445" y="398206"/>
                </a:cubicBezTo>
                <a:cubicBezTo>
                  <a:pt x="513045" y="377491"/>
                  <a:pt x="516706" y="364011"/>
                  <a:pt x="530942" y="346587"/>
                </a:cubicBezTo>
                <a:cubicBezTo>
                  <a:pt x="550759" y="322631"/>
                  <a:pt x="575109" y="286611"/>
                  <a:pt x="589936" y="258097"/>
                </a:cubicBezTo>
                <a:cubicBezTo>
                  <a:pt x="601638" y="248049"/>
                  <a:pt x="614186" y="239352"/>
                  <a:pt x="619433" y="228600"/>
                </a:cubicBezTo>
                <a:cubicBezTo>
                  <a:pt x="638885" y="212022"/>
                  <a:pt x="652898" y="180013"/>
                  <a:pt x="663678" y="169606"/>
                </a:cubicBezTo>
                <a:cubicBezTo>
                  <a:pt x="678563" y="162007"/>
                  <a:pt x="694291" y="155025"/>
                  <a:pt x="707923" y="140109"/>
                </a:cubicBezTo>
                <a:cubicBezTo>
                  <a:pt x="716553" y="132166"/>
                  <a:pt x="726570" y="123731"/>
                  <a:pt x="737420" y="117987"/>
                </a:cubicBezTo>
                <a:cubicBezTo>
                  <a:pt x="744475" y="114493"/>
                  <a:pt x="750298" y="113246"/>
                  <a:pt x="759542" y="110613"/>
                </a:cubicBezTo>
                <a:cubicBezTo>
                  <a:pt x="769739" y="115162"/>
                  <a:pt x="789735" y="115398"/>
                  <a:pt x="803787" y="125361"/>
                </a:cubicBezTo>
                <a:cubicBezTo>
                  <a:pt x="812583" y="130963"/>
                  <a:pt x="818737" y="136915"/>
                  <a:pt x="825910" y="140109"/>
                </a:cubicBezTo>
                <a:cubicBezTo>
                  <a:pt x="844958" y="147036"/>
                  <a:pt x="884902" y="154858"/>
                  <a:pt x="884903" y="154858"/>
                </a:cubicBezTo>
                <a:cubicBezTo>
                  <a:pt x="920117" y="148109"/>
                  <a:pt x="950586" y="139488"/>
                  <a:pt x="995516" y="140109"/>
                </a:cubicBezTo>
                <a:cubicBezTo>
                  <a:pt x="1002648" y="136551"/>
                  <a:pt x="1011793" y="135154"/>
                  <a:pt x="1017639" y="132735"/>
                </a:cubicBezTo>
                <a:cubicBezTo>
                  <a:pt x="1045846" y="124282"/>
                  <a:pt x="1062547" y="115947"/>
                  <a:pt x="1084007" y="103238"/>
                </a:cubicBezTo>
                <a:cubicBezTo>
                  <a:pt x="1094862" y="95744"/>
                  <a:pt x="1105307" y="88970"/>
                  <a:pt x="1120878" y="81116"/>
                </a:cubicBezTo>
                <a:cubicBezTo>
                  <a:pt x="1137529" y="72792"/>
                  <a:pt x="1149856" y="72562"/>
                  <a:pt x="1165123" y="66368"/>
                </a:cubicBezTo>
                <a:cubicBezTo>
                  <a:pt x="1173495" y="61315"/>
                  <a:pt x="1187472" y="49993"/>
                  <a:pt x="1201994" y="44245"/>
                </a:cubicBezTo>
                <a:cubicBezTo>
                  <a:pt x="1217534" y="36323"/>
                  <a:pt x="1267995" y="19969"/>
                  <a:pt x="1283110" y="14748"/>
                </a:cubicBezTo>
                <a:cubicBezTo>
                  <a:pt x="1295221" y="12395"/>
                  <a:pt x="1315294" y="13615"/>
                  <a:pt x="1327355" y="7374"/>
                </a:cubicBezTo>
                <a:cubicBezTo>
                  <a:pt x="1344883" y="2070"/>
                  <a:pt x="1356137" y="718"/>
                  <a:pt x="1364226" y="0"/>
                </a:cubicBezTo>
                <a:cubicBezTo>
                  <a:pt x="1415258" y="-6066"/>
                  <a:pt x="1488125" y="-2865"/>
                  <a:pt x="1541207" y="14748"/>
                </a:cubicBezTo>
                <a:cubicBezTo>
                  <a:pt x="1558049" y="23403"/>
                  <a:pt x="1575638" y="21853"/>
                  <a:pt x="1585452" y="29497"/>
                </a:cubicBezTo>
                <a:cubicBezTo>
                  <a:pt x="1591608" y="34707"/>
                  <a:pt x="1596715" y="38582"/>
                  <a:pt x="1607574" y="44245"/>
                </a:cubicBezTo>
                <a:cubicBezTo>
                  <a:pt x="1629732" y="85238"/>
                  <a:pt x="1631733" y="79006"/>
                  <a:pt x="1614949" y="140109"/>
                </a:cubicBezTo>
                <a:cubicBezTo>
                  <a:pt x="1612444" y="146526"/>
                  <a:pt x="1605331" y="149913"/>
                  <a:pt x="1600200" y="154858"/>
                </a:cubicBezTo>
                <a:cubicBezTo>
                  <a:pt x="1593483" y="221617"/>
                  <a:pt x="1622022" y="150737"/>
                  <a:pt x="1578078" y="199103"/>
                </a:cubicBezTo>
                <a:cubicBezTo>
                  <a:pt x="1573074" y="209952"/>
                  <a:pt x="1564918" y="241621"/>
                  <a:pt x="1563329" y="250722"/>
                </a:cubicBezTo>
                <a:cubicBezTo>
                  <a:pt x="1568973" y="257929"/>
                  <a:pt x="1564821" y="268009"/>
                  <a:pt x="1570703" y="272845"/>
                </a:cubicBezTo>
                <a:cubicBezTo>
                  <a:pt x="1597021" y="300964"/>
                  <a:pt x="1692596" y="294008"/>
                  <a:pt x="1703439" y="294968"/>
                </a:cubicBezTo>
                <a:cubicBezTo>
                  <a:pt x="1753376" y="302857"/>
                  <a:pt x="1822990" y="281983"/>
                  <a:pt x="1873045" y="280219"/>
                </a:cubicBezTo>
                <a:cubicBezTo>
                  <a:pt x="1898464" y="276916"/>
                  <a:pt x="1931651" y="283315"/>
                  <a:pt x="1968910" y="287593"/>
                </a:cubicBezTo>
                <a:cubicBezTo>
                  <a:pt x="1974062" y="292761"/>
                  <a:pt x="1978999" y="297461"/>
                  <a:pt x="1983658" y="302342"/>
                </a:cubicBezTo>
                <a:cubicBezTo>
                  <a:pt x="1997837" y="312976"/>
                  <a:pt x="2027902" y="331838"/>
                  <a:pt x="2027903" y="331838"/>
                </a:cubicBezTo>
                <a:cubicBezTo>
                  <a:pt x="2031811" y="337060"/>
                  <a:pt x="2037881" y="344473"/>
                  <a:pt x="2042652" y="353961"/>
                </a:cubicBezTo>
                <a:cubicBezTo>
                  <a:pt x="2056656" y="389674"/>
                  <a:pt x="2062038" y="405892"/>
                  <a:pt x="2050026" y="457200"/>
                </a:cubicBezTo>
                <a:cubicBezTo>
                  <a:pt x="2048730" y="473492"/>
                  <a:pt x="2040900" y="484283"/>
                  <a:pt x="2027903" y="494071"/>
                </a:cubicBezTo>
                <a:cubicBezTo>
                  <a:pt x="2027710" y="505356"/>
                  <a:pt x="2023195" y="513602"/>
                  <a:pt x="2020529" y="523568"/>
                </a:cubicBezTo>
                <a:cubicBezTo>
                  <a:pt x="2017675" y="530810"/>
                  <a:pt x="2011240" y="539847"/>
                  <a:pt x="2013155" y="545690"/>
                </a:cubicBezTo>
                <a:cubicBezTo>
                  <a:pt x="2010144" y="591853"/>
                  <a:pt x="2012550" y="600535"/>
                  <a:pt x="2035278" y="626806"/>
                </a:cubicBezTo>
                <a:cubicBezTo>
                  <a:pt x="2039539" y="632747"/>
                  <a:pt x="2044399" y="638085"/>
                  <a:pt x="2050026" y="641555"/>
                </a:cubicBezTo>
                <a:cubicBezTo>
                  <a:pt x="2055453" y="643376"/>
                  <a:pt x="2064142" y="644272"/>
                  <a:pt x="2072149" y="648929"/>
                </a:cubicBezTo>
                <a:cubicBezTo>
                  <a:pt x="2079162" y="652933"/>
                  <a:pt x="2089373" y="657167"/>
                  <a:pt x="2094271" y="663677"/>
                </a:cubicBezTo>
                <a:cubicBezTo>
                  <a:pt x="2099805" y="668946"/>
                  <a:pt x="2096672" y="678577"/>
                  <a:pt x="2101645" y="685800"/>
                </a:cubicBezTo>
                <a:cubicBezTo>
                  <a:pt x="2108104" y="700072"/>
                  <a:pt x="2123506" y="716264"/>
                  <a:pt x="2131142" y="730045"/>
                </a:cubicBezTo>
                <a:cubicBezTo>
                  <a:pt x="2136895" y="741240"/>
                  <a:pt x="2136499" y="751384"/>
                  <a:pt x="2145891" y="759542"/>
                </a:cubicBezTo>
                <a:cubicBezTo>
                  <a:pt x="2155147" y="768159"/>
                  <a:pt x="2167246" y="772793"/>
                  <a:pt x="2175387" y="781664"/>
                </a:cubicBezTo>
                <a:cubicBezTo>
                  <a:pt x="2181236" y="785308"/>
                  <a:pt x="2184814" y="791127"/>
                  <a:pt x="2190136" y="796413"/>
                </a:cubicBezTo>
                <a:cubicBezTo>
                  <a:pt x="2197214" y="801733"/>
                  <a:pt x="2208464" y="806264"/>
                  <a:pt x="2212258" y="811161"/>
                </a:cubicBezTo>
                <a:cubicBezTo>
                  <a:pt x="2217623" y="815185"/>
                  <a:pt x="2221116" y="821623"/>
                  <a:pt x="2227007" y="825909"/>
                </a:cubicBezTo>
                <a:cubicBezTo>
                  <a:pt x="2234307" y="831514"/>
                  <a:pt x="2241574" y="830386"/>
                  <a:pt x="2249129" y="833284"/>
                </a:cubicBezTo>
                <a:cubicBezTo>
                  <a:pt x="2299355" y="873065"/>
                  <a:pt x="2240509" y="837684"/>
                  <a:pt x="2293374" y="855406"/>
                </a:cubicBezTo>
                <a:cubicBezTo>
                  <a:pt x="2298708" y="861158"/>
                  <a:pt x="2304910" y="865790"/>
                  <a:pt x="2308123" y="870155"/>
                </a:cubicBezTo>
                <a:cubicBezTo>
                  <a:pt x="2325074" y="895977"/>
                  <a:pt x="2312464" y="906312"/>
                  <a:pt x="2308123" y="936522"/>
                </a:cubicBezTo>
                <a:cubicBezTo>
                  <a:pt x="2308751" y="967751"/>
                  <a:pt x="2331738" y="998474"/>
                  <a:pt x="2293374" y="995516"/>
                </a:cubicBezTo>
                <a:cubicBezTo>
                  <a:pt x="2096831" y="999169"/>
                  <a:pt x="1998354" y="974355"/>
                  <a:pt x="1806678" y="1002890"/>
                </a:cubicBezTo>
                <a:cubicBezTo>
                  <a:pt x="1651004" y="981924"/>
                  <a:pt x="1453193" y="998125"/>
                  <a:pt x="1342103" y="988142"/>
                </a:cubicBezTo>
                <a:cubicBezTo>
                  <a:pt x="1151003" y="1016203"/>
                  <a:pt x="959470" y="988831"/>
                  <a:pt x="825910" y="980768"/>
                </a:cubicBezTo>
                <a:cubicBezTo>
                  <a:pt x="637505" y="1005478"/>
                  <a:pt x="374928" y="1003813"/>
                  <a:pt x="228600" y="995516"/>
                </a:cubicBezTo>
                <a:cubicBezTo>
                  <a:pt x="147604" y="994319"/>
                  <a:pt x="89515" y="988693"/>
                  <a:pt x="0" y="988142"/>
                </a:cubicBezTo>
                <a:cubicBezTo>
                  <a:pt x="48149" y="995742"/>
                  <a:pt x="32287" y="984799"/>
                  <a:pt x="51620" y="980768"/>
                </a:cubicBezTo>
                <a:close/>
              </a:path>
              <a:path w="2323043" h="1002890" stroke="0" extrusionOk="0">
                <a:moveTo>
                  <a:pt x="51620" y="980768"/>
                </a:moveTo>
                <a:cubicBezTo>
                  <a:pt x="74345" y="971156"/>
                  <a:pt x="104056" y="974192"/>
                  <a:pt x="132736" y="966019"/>
                </a:cubicBezTo>
                <a:cubicBezTo>
                  <a:pt x="164813" y="958189"/>
                  <a:pt x="212427" y="946650"/>
                  <a:pt x="243349" y="914400"/>
                </a:cubicBezTo>
                <a:cubicBezTo>
                  <a:pt x="255200" y="907452"/>
                  <a:pt x="269175" y="891256"/>
                  <a:pt x="280220" y="884903"/>
                </a:cubicBezTo>
                <a:cubicBezTo>
                  <a:pt x="290845" y="872124"/>
                  <a:pt x="303772" y="863285"/>
                  <a:pt x="309716" y="855406"/>
                </a:cubicBezTo>
                <a:cubicBezTo>
                  <a:pt x="315306" y="847102"/>
                  <a:pt x="317927" y="836039"/>
                  <a:pt x="324465" y="825909"/>
                </a:cubicBezTo>
                <a:cubicBezTo>
                  <a:pt x="329881" y="816276"/>
                  <a:pt x="336298" y="785246"/>
                  <a:pt x="339213" y="774290"/>
                </a:cubicBezTo>
                <a:cubicBezTo>
                  <a:pt x="338801" y="754941"/>
                  <a:pt x="348394" y="701844"/>
                  <a:pt x="353962" y="678426"/>
                </a:cubicBezTo>
                <a:cubicBezTo>
                  <a:pt x="358750" y="668275"/>
                  <a:pt x="365482" y="652606"/>
                  <a:pt x="368710" y="641555"/>
                </a:cubicBezTo>
                <a:cubicBezTo>
                  <a:pt x="376480" y="630295"/>
                  <a:pt x="372692" y="608786"/>
                  <a:pt x="383458" y="597309"/>
                </a:cubicBezTo>
                <a:cubicBezTo>
                  <a:pt x="398963" y="563716"/>
                  <a:pt x="423047" y="517534"/>
                  <a:pt x="442452" y="494071"/>
                </a:cubicBezTo>
                <a:cubicBezTo>
                  <a:pt x="530639" y="334209"/>
                  <a:pt x="403826" y="524795"/>
                  <a:pt x="501445" y="398206"/>
                </a:cubicBezTo>
                <a:cubicBezTo>
                  <a:pt x="513455" y="383776"/>
                  <a:pt x="519804" y="361169"/>
                  <a:pt x="530942" y="346587"/>
                </a:cubicBezTo>
                <a:cubicBezTo>
                  <a:pt x="540987" y="323499"/>
                  <a:pt x="574649" y="276127"/>
                  <a:pt x="589936" y="258097"/>
                </a:cubicBezTo>
                <a:cubicBezTo>
                  <a:pt x="602261" y="248569"/>
                  <a:pt x="610038" y="242309"/>
                  <a:pt x="619433" y="228600"/>
                </a:cubicBezTo>
                <a:cubicBezTo>
                  <a:pt x="635022" y="207659"/>
                  <a:pt x="638177" y="184999"/>
                  <a:pt x="663678" y="169606"/>
                </a:cubicBezTo>
                <a:cubicBezTo>
                  <a:pt x="672971" y="162709"/>
                  <a:pt x="689668" y="151598"/>
                  <a:pt x="707923" y="140109"/>
                </a:cubicBezTo>
                <a:cubicBezTo>
                  <a:pt x="716977" y="130192"/>
                  <a:pt x="726848" y="124782"/>
                  <a:pt x="737420" y="117987"/>
                </a:cubicBezTo>
                <a:cubicBezTo>
                  <a:pt x="742713" y="114435"/>
                  <a:pt x="752087" y="111668"/>
                  <a:pt x="759542" y="110613"/>
                </a:cubicBezTo>
                <a:cubicBezTo>
                  <a:pt x="774972" y="116670"/>
                  <a:pt x="788041" y="115729"/>
                  <a:pt x="803787" y="125361"/>
                </a:cubicBezTo>
                <a:cubicBezTo>
                  <a:pt x="813181" y="129833"/>
                  <a:pt x="818210" y="135978"/>
                  <a:pt x="825910" y="140109"/>
                </a:cubicBezTo>
                <a:cubicBezTo>
                  <a:pt x="844958" y="147036"/>
                  <a:pt x="884903" y="154858"/>
                  <a:pt x="884903" y="154858"/>
                </a:cubicBezTo>
                <a:cubicBezTo>
                  <a:pt x="928812" y="143087"/>
                  <a:pt x="959240" y="148898"/>
                  <a:pt x="995516" y="140109"/>
                </a:cubicBezTo>
                <a:cubicBezTo>
                  <a:pt x="1004354" y="138593"/>
                  <a:pt x="1010873" y="135583"/>
                  <a:pt x="1017639" y="132735"/>
                </a:cubicBezTo>
                <a:cubicBezTo>
                  <a:pt x="1042962" y="126539"/>
                  <a:pt x="1060433" y="113525"/>
                  <a:pt x="1084007" y="103238"/>
                </a:cubicBezTo>
                <a:cubicBezTo>
                  <a:pt x="1097756" y="95525"/>
                  <a:pt x="1107884" y="89849"/>
                  <a:pt x="1120878" y="81116"/>
                </a:cubicBezTo>
                <a:cubicBezTo>
                  <a:pt x="1134433" y="75121"/>
                  <a:pt x="1151155" y="72959"/>
                  <a:pt x="1165123" y="66368"/>
                </a:cubicBezTo>
                <a:cubicBezTo>
                  <a:pt x="1180307" y="62068"/>
                  <a:pt x="1188444" y="46868"/>
                  <a:pt x="1201994" y="44245"/>
                </a:cubicBezTo>
                <a:cubicBezTo>
                  <a:pt x="1220467" y="39310"/>
                  <a:pt x="1269045" y="15279"/>
                  <a:pt x="1283110" y="14748"/>
                </a:cubicBezTo>
                <a:cubicBezTo>
                  <a:pt x="1298861" y="11070"/>
                  <a:pt x="1311534" y="10210"/>
                  <a:pt x="1327355" y="7374"/>
                </a:cubicBezTo>
                <a:cubicBezTo>
                  <a:pt x="1339778" y="6555"/>
                  <a:pt x="1353554" y="-715"/>
                  <a:pt x="1364226" y="0"/>
                </a:cubicBezTo>
                <a:cubicBezTo>
                  <a:pt x="1410400" y="-7138"/>
                  <a:pt x="1486475" y="-644"/>
                  <a:pt x="1541207" y="14748"/>
                </a:cubicBezTo>
                <a:cubicBezTo>
                  <a:pt x="1556164" y="20833"/>
                  <a:pt x="1570083" y="19272"/>
                  <a:pt x="1585452" y="29497"/>
                </a:cubicBezTo>
                <a:cubicBezTo>
                  <a:pt x="1591359" y="32779"/>
                  <a:pt x="1601182" y="37937"/>
                  <a:pt x="1607574" y="44245"/>
                </a:cubicBezTo>
                <a:cubicBezTo>
                  <a:pt x="1627267" y="85992"/>
                  <a:pt x="1632492" y="79150"/>
                  <a:pt x="1614949" y="140109"/>
                </a:cubicBezTo>
                <a:cubicBezTo>
                  <a:pt x="1614573" y="145370"/>
                  <a:pt x="1604820" y="149382"/>
                  <a:pt x="1600200" y="154858"/>
                </a:cubicBezTo>
                <a:cubicBezTo>
                  <a:pt x="1578695" y="214141"/>
                  <a:pt x="1597784" y="147586"/>
                  <a:pt x="1578078" y="199103"/>
                </a:cubicBezTo>
                <a:cubicBezTo>
                  <a:pt x="1572332" y="208954"/>
                  <a:pt x="1568455" y="240837"/>
                  <a:pt x="1563329" y="250722"/>
                </a:cubicBezTo>
                <a:cubicBezTo>
                  <a:pt x="1564020" y="257714"/>
                  <a:pt x="1565311" y="268122"/>
                  <a:pt x="1570703" y="272845"/>
                </a:cubicBezTo>
                <a:cubicBezTo>
                  <a:pt x="1598124" y="300059"/>
                  <a:pt x="1693201" y="297828"/>
                  <a:pt x="1703439" y="294968"/>
                </a:cubicBezTo>
                <a:cubicBezTo>
                  <a:pt x="1750225" y="278407"/>
                  <a:pt x="1842486" y="271882"/>
                  <a:pt x="1873045" y="280219"/>
                </a:cubicBezTo>
                <a:cubicBezTo>
                  <a:pt x="1902514" y="283120"/>
                  <a:pt x="1936167" y="278629"/>
                  <a:pt x="1968910" y="287593"/>
                </a:cubicBezTo>
                <a:cubicBezTo>
                  <a:pt x="1974013" y="291899"/>
                  <a:pt x="1977011" y="296539"/>
                  <a:pt x="1983658" y="302342"/>
                </a:cubicBezTo>
                <a:cubicBezTo>
                  <a:pt x="1997838" y="312977"/>
                  <a:pt x="2027903" y="331838"/>
                  <a:pt x="2027903" y="331838"/>
                </a:cubicBezTo>
                <a:cubicBezTo>
                  <a:pt x="2033448" y="338394"/>
                  <a:pt x="2038098" y="347705"/>
                  <a:pt x="2042652" y="353961"/>
                </a:cubicBezTo>
                <a:cubicBezTo>
                  <a:pt x="2066809" y="396246"/>
                  <a:pt x="2062046" y="404814"/>
                  <a:pt x="2050026" y="457200"/>
                </a:cubicBezTo>
                <a:cubicBezTo>
                  <a:pt x="2045153" y="472616"/>
                  <a:pt x="2035568" y="481043"/>
                  <a:pt x="2027903" y="494071"/>
                </a:cubicBezTo>
                <a:cubicBezTo>
                  <a:pt x="2024286" y="504791"/>
                  <a:pt x="2022512" y="513961"/>
                  <a:pt x="2020529" y="523568"/>
                </a:cubicBezTo>
                <a:cubicBezTo>
                  <a:pt x="2017087" y="532027"/>
                  <a:pt x="2013232" y="537351"/>
                  <a:pt x="2013155" y="545690"/>
                </a:cubicBezTo>
                <a:cubicBezTo>
                  <a:pt x="2013478" y="591017"/>
                  <a:pt x="2012504" y="596838"/>
                  <a:pt x="2035278" y="626806"/>
                </a:cubicBezTo>
                <a:cubicBezTo>
                  <a:pt x="2040440" y="633037"/>
                  <a:pt x="2044559" y="638768"/>
                  <a:pt x="2050026" y="641555"/>
                </a:cubicBezTo>
                <a:cubicBezTo>
                  <a:pt x="2058798" y="645719"/>
                  <a:pt x="2062955" y="646574"/>
                  <a:pt x="2072149" y="648929"/>
                </a:cubicBezTo>
                <a:cubicBezTo>
                  <a:pt x="2080153" y="653040"/>
                  <a:pt x="2090709" y="657791"/>
                  <a:pt x="2094271" y="663677"/>
                </a:cubicBezTo>
                <a:cubicBezTo>
                  <a:pt x="2100074" y="668023"/>
                  <a:pt x="2099574" y="680226"/>
                  <a:pt x="2101645" y="685800"/>
                </a:cubicBezTo>
                <a:cubicBezTo>
                  <a:pt x="2107683" y="704044"/>
                  <a:pt x="2125448" y="714775"/>
                  <a:pt x="2131142" y="730045"/>
                </a:cubicBezTo>
                <a:cubicBezTo>
                  <a:pt x="2136309" y="739401"/>
                  <a:pt x="2138370" y="752182"/>
                  <a:pt x="2145891" y="759542"/>
                </a:cubicBezTo>
                <a:cubicBezTo>
                  <a:pt x="2152059" y="771055"/>
                  <a:pt x="2166357" y="773654"/>
                  <a:pt x="2175387" y="781664"/>
                </a:cubicBezTo>
                <a:cubicBezTo>
                  <a:pt x="2179262" y="786562"/>
                  <a:pt x="2185032" y="790610"/>
                  <a:pt x="2190136" y="796413"/>
                </a:cubicBezTo>
                <a:cubicBezTo>
                  <a:pt x="2198798" y="800602"/>
                  <a:pt x="2205317" y="806233"/>
                  <a:pt x="2212258" y="811161"/>
                </a:cubicBezTo>
                <a:cubicBezTo>
                  <a:pt x="2219511" y="816027"/>
                  <a:pt x="2222229" y="822974"/>
                  <a:pt x="2227007" y="825909"/>
                </a:cubicBezTo>
                <a:cubicBezTo>
                  <a:pt x="2234922" y="830188"/>
                  <a:pt x="2241868" y="828795"/>
                  <a:pt x="2249129" y="833284"/>
                </a:cubicBezTo>
                <a:cubicBezTo>
                  <a:pt x="2304215" y="868968"/>
                  <a:pt x="2243861" y="827247"/>
                  <a:pt x="2293374" y="855406"/>
                </a:cubicBezTo>
                <a:cubicBezTo>
                  <a:pt x="2297723" y="859268"/>
                  <a:pt x="2306366" y="863556"/>
                  <a:pt x="2308123" y="870155"/>
                </a:cubicBezTo>
                <a:cubicBezTo>
                  <a:pt x="2323684" y="892962"/>
                  <a:pt x="2310465" y="911176"/>
                  <a:pt x="2308123" y="936522"/>
                </a:cubicBezTo>
                <a:cubicBezTo>
                  <a:pt x="2310104" y="961563"/>
                  <a:pt x="2344283" y="995803"/>
                  <a:pt x="2293374" y="995516"/>
                </a:cubicBezTo>
                <a:cubicBezTo>
                  <a:pt x="2111790" y="1005641"/>
                  <a:pt x="1932454" y="972257"/>
                  <a:pt x="1806678" y="1002890"/>
                </a:cubicBezTo>
                <a:cubicBezTo>
                  <a:pt x="1661245" y="985873"/>
                  <a:pt x="1555751" y="1005917"/>
                  <a:pt x="1342103" y="988142"/>
                </a:cubicBezTo>
                <a:cubicBezTo>
                  <a:pt x="1105608" y="989591"/>
                  <a:pt x="993850" y="998356"/>
                  <a:pt x="825910" y="980768"/>
                </a:cubicBezTo>
                <a:cubicBezTo>
                  <a:pt x="616576" y="998535"/>
                  <a:pt x="384844" y="976118"/>
                  <a:pt x="228600" y="995516"/>
                </a:cubicBezTo>
                <a:cubicBezTo>
                  <a:pt x="158589" y="992391"/>
                  <a:pt x="80771" y="959152"/>
                  <a:pt x="0" y="988142"/>
                </a:cubicBezTo>
                <a:cubicBezTo>
                  <a:pt x="48430" y="989785"/>
                  <a:pt x="24736" y="980053"/>
                  <a:pt x="51620" y="980768"/>
                </a:cubicBezTo>
                <a:close/>
              </a:path>
              <a:path w="2323043" h="1002890" fill="none" stroke="0" extrusionOk="0">
                <a:moveTo>
                  <a:pt x="51620" y="980768"/>
                </a:moveTo>
                <a:cubicBezTo>
                  <a:pt x="71363" y="970822"/>
                  <a:pt x="102841" y="969897"/>
                  <a:pt x="132736" y="966019"/>
                </a:cubicBezTo>
                <a:cubicBezTo>
                  <a:pt x="170576" y="963855"/>
                  <a:pt x="208384" y="951707"/>
                  <a:pt x="243349" y="914400"/>
                </a:cubicBezTo>
                <a:cubicBezTo>
                  <a:pt x="252449" y="907069"/>
                  <a:pt x="271885" y="891390"/>
                  <a:pt x="280220" y="884903"/>
                </a:cubicBezTo>
                <a:cubicBezTo>
                  <a:pt x="291657" y="873364"/>
                  <a:pt x="304546" y="863153"/>
                  <a:pt x="309716" y="855406"/>
                </a:cubicBezTo>
                <a:cubicBezTo>
                  <a:pt x="314902" y="845563"/>
                  <a:pt x="318908" y="833913"/>
                  <a:pt x="324465" y="825909"/>
                </a:cubicBezTo>
                <a:cubicBezTo>
                  <a:pt x="332750" y="815661"/>
                  <a:pt x="334586" y="786471"/>
                  <a:pt x="339213" y="774290"/>
                </a:cubicBezTo>
                <a:cubicBezTo>
                  <a:pt x="347263" y="748954"/>
                  <a:pt x="342160" y="708288"/>
                  <a:pt x="353962" y="678426"/>
                </a:cubicBezTo>
                <a:cubicBezTo>
                  <a:pt x="358845" y="666118"/>
                  <a:pt x="365638" y="651519"/>
                  <a:pt x="368710" y="641555"/>
                </a:cubicBezTo>
                <a:cubicBezTo>
                  <a:pt x="372448" y="628520"/>
                  <a:pt x="376000" y="611344"/>
                  <a:pt x="383458" y="597309"/>
                </a:cubicBezTo>
                <a:cubicBezTo>
                  <a:pt x="389881" y="570548"/>
                  <a:pt x="414350" y="527640"/>
                  <a:pt x="442452" y="494071"/>
                </a:cubicBezTo>
                <a:cubicBezTo>
                  <a:pt x="530026" y="351207"/>
                  <a:pt x="437467" y="585162"/>
                  <a:pt x="501445" y="398206"/>
                </a:cubicBezTo>
                <a:cubicBezTo>
                  <a:pt x="512816" y="378239"/>
                  <a:pt x="515130" y="365268"/>
                  <a:pt x="530942" y="346587"/>
                </a:cubicBezTo>
                <a:cubicBezTo>
                  <a:pt x="552036" y="320657"/>
                  <a:pt x="574660" y="279222"/>
                  <a:pt x="589936" y="258097"/>
                </a:cubicBezTo>
                <a:cubicBezTo>
                  <a:pt x="603619" y="248138"/>
                  <a:pt x="612644" y="241905"/>
                  <a:pt x="619433" y="228600"/>
                </a:cubicBezTo>
                <a:cubicBezTo>
                  <a:pt x="633310" y="208057"/>
                  <a:pt x="648764" y="182519"/>
                  <a:pt x="663678" y="169606"/>
                </a:cubicBezTo>
                <a:cubicBezTo>
                  <a:pt x="675051" y="164510"/>
                  <a:pt x="695004" y="153978"/>
                  <a:pt x="707923" y="140109"/>
                </a:cubicBezTo>
                <a:cubicBezTo>
                  <a:pt x="713365" y="128701"/>
                  <a:pt x="725210" y="125493"/>
                  <a:pt x="737420" y="117987"/>
                </a:cubicBezTo>
                <a:cubicBezTo>
                  <a:pt x="743749" y="115354"/>
                  <a:pt x="752358" y="112143"/>
                  <a:pt x="759542" y="110613"/>
                </a:cubicBezTo>
                <a:cubicBezTo>
                  <a:pt x="772704" y="114259"/>
                  <a:pt x="788793" y="115413"/>
                  <a:pt x="803787" y="125361"/>
                </a:cubicBezTo>
                <a:cubicBezTo>
                  <a:pt x="812526" y="131708"/>
                  <a:pt x="819200" y="135533"/>
                  <a:pt x="825910" y="140109"/>
                </a:cubicBezTo>
                <a:cubicBezTo>
                  <a:pt x="844957" y="147036"/>
                  <a:pt x="884903" y="154858"/>
                  <a:pt x="884903" y="154858"/>
                </a:cubicBezTo>
                <a:cubicBezTo>
                  <a:pt x="912980" y="138438"/>
                  <a:pt x="956103" y="147043"/>
                  <a:pt x="995516" y="140109"/>
                </a:cubicBezTo>
                <a:cubicBezTo>
                  <a:pt x="1004186" y="137933"/>
                  <a:pt x="1011143" y="135625"/>
                  <a:pt x="1017639" y="132735"/>
                </a:cubicBezTo>
                <a:cubicBezTo>
                  <a:pt x="1045455" y="126425"/>
                  <a:pt x="1060013" y="113947"/>
                  <a:pt x="1084007" y="103238"/>
                </a:cubicBezTo>
                <a:cubicBezTo>
                  <a:pt x="1097117" y="94798"/>
                  <a:pt x="1107063" y="89219"/>
                  <a:pt x="1120878" y="81116"/>
                </a:cubicBezTo>
                <a:cubicBezTo>
                  <a:pt x="1137628" y="75015"/>
                  <a:pt x="1150426" y="72596"/>
                  <a:pt x="1165123" y="66368"/>
                </a:cubicBezTo>
                <a:cubicBezTo>
                  <a:pt x="1173790" y="59603"/>
                  <a:pt x="1188595" y="47175"/>
                  <a:pt x="1201994" y="44245"/>
                </a:cubicBezTo>
                <a:cubicBezTo>
                  <a:pt x="1217787" y="41848"/>
                  <a:pt x="1267829" y="16595"/>
                  <a:pt x="1283110" y="14748"/>
                </a:cubicBezTo>
                <a:cubicBezTo>
                  <a:pt x="1298414" y="11403"/>
                  <a:pt x="1313169" y="9642"/>
                  <a:pt x="1327355" y="7374"/>
                </a:cubicBezTo>
                <a:cubicBezTo>
                  <a:pt x="1341188" y="5649"/>
                  <a:pt x="1349724" y="4357"/>
                  <a:pt x="1364226" y="0"/>
                </a:cubicBezTo>
                <a:cubicBezTo>
                  <a:pt x="1418229" y="-8383"/>
                  <a:pt x="1484734" y="-7266"/>
                  <a:pt x="1541207" y="14748"/>
                </a:cubicBezTo>
                <a:cubicBezTo>
                  <a:pt x="1558072" y="20536"/>
                  <a:pt x="1576745" y="20651"/>
                  <a:pt x="1585452" y="29497"/>
                </a:cubicBezTo>
                <a:cubicBezTo>
                  <a:pt x="1592515" y="34016"/>
                  <a:pt x="1597085" y="38753"/>
                  <a:pt x="1607574" y="44245"/>
                </a:cubicBezTo>
                <a:cubicBezTo>
                  <a:pt x="1627274" y="85105"/>
                  <a:pt x="1633020" y="80046"/>
                  <a:pt x="1614949" y="140109"/>
                </a:cubicBezTo>
                <a:cubicBezTo>
                  <a:pt x="1613442" y="145845"/>
                  <a:pt x="1605805" y="151203"/>
                  <a:pt x="1600200" y="154858"/>
                </a:cubicBezTo>
                <a:cubicBezTo>
                  <a:pt x="1573417" y="220754"/>
                  <a:pt x="1602803" y="153739"/>
                  <a:pt x="1578078" y="199103"/>
                </a:cubicBezTo>
                <a:cubicBezTo>
                  <a:pt x="1571048" y="210462"/>
                  <a:pt x="1567563" y="241500"/>
                  <a:pt x="1563329" y="250722"/>
                </a:cubicBezTo>
                <a:cubicBezTo>
                  <a:pt x="1567675" y="257664"/>
                  <a:pt x="1562554" y="266962"/>
                  <a:pt x="1570703" y="272845"/>
                </a:cubicBezTo>
                <a:cubicBezTo>
                  <a:pt x="1597942" y="301022"/>
                  <a:pt x="1693032" y="296443"/>
                  <a:pt x="1703439" y="294968"/>
                </a:cubicBezTo>
                <a:cubicBezTo>
                  <a:pt x="1744890" y="288943"/>
                  <a:pt x="1834278" y="277136"/>
                  <a:pt x="1873045" y="280219"/>
                </a:cubicBezTo>
                <a:cubicBezTo>
                  <a:pt x="1904072" y="276829"/>
                  <a:pt x="1934876" y="284731"/>
                  <a:pt x="1968910" y="287593"/>
                </a:cubicBezTo>
                <a:cubicBezTo>
                  <a:pt x="1974497" y="291115"/>
                  <a:pt x="1977526" y="297427"/>
                  <a:pt x="1983658" y="302342"/>
                </a:cubicBezTo>
                <a:cubicBezTo>
                  <a:pt x="1997837" y="312977"/>
                  <a:pt x="2027903" y="331838"/>
                  <a:pt x="2027903" y="331838"/>
                </a:cubicBezTo>
                <a:cubicBezTo>
                  <a:pt x="2033432" y="337174"/>
                  <a:pt x="2038273" y="346297"/>
                  <a:pt x="2042652" y="353961"/>
                </a:cubicBezTo>
                <a:cubicBezTo>
                  <a:pt x="2064369" y="392005"/>
                  <a:pt x="2064096" y="408196"/>
                  <a:pt x="2050026" y="457200"/>
                </a:cubicBezTo>
                <a:cubicBezTo>
                  <a:pt x="2047546" y="472398"/>
                  <a:pt x="2038242" y="482323"/>
                  <a:pt x="2027903" y="494071"/>
                </a:cubicBezTo>
                <a:cubicBezTo>
                  <a:pt x="2025091" y="505731"/>
                  <a:pt x="2021175" y="513325"/>
                  <a:pt x="2020529" y="523568"/>
                </a:cubicBezTo>
                <a:cubicBezTo>
                  <a:pt x="2019257" y="532220"/>
                  <a:pt x="2011485" y="538446"/>
                  <a:pt x="2013155" y="545690"/>
                </a:cubicBezTo>
                <a:cubicBezTo>
                  <a:pt x="2011966" y="591481"/>
                  <a:pt x="2012563" y="598654"/>
                  <a:pt x="2035278" y="626806"/>
                </a:cubicBezTo>
                <a:cubicBezTo>
                  <a:pt x="2040867" y="632784"/>
                  <a:pt x="2044357" y="637644"/>
                  <a:pt x="2050026" y="641555"/>
                </a:cubicBezTo>
                <a:cubicBezTo>
                  <a:pt x="2057580" y="646225"/>
                  <a:pt x="2064047" y="644457"/>
                  <a:pt x="2072149" y="648929"/>
                </a:cubicBezTo>
                <a:cubicBezTo>
                  <a:pt x="2079301" y="654724"/>
                  <a:pt x="2091553" y="655524"/>
                  <a:pt x="2094271" y="663677"/>
                </a:cubicBezTo>
                <a:cubicBezTo>
                  <a:pt x="2098540" y="668519"/>
                  <a:pt x="2098496" y="679705"/>
                  <a:pt x="2101645" y="685800"/>
                </a:cubicBezTo>
                <a:cubicBezTo>
                  <a:pt x="2108880" y="702820"/>
                  <a:pt x="2125467" y="715029"/>
                  <a:pt x="2131142" y="730045"/>
                </a:cubicBezTo>
                <a:cubicBezTo>
                  <a:pt x="2137689" y="738277"/>
                  <a:pt x="2136857" y="754009"/>
                  <a:pt x="2145891" y="759542"/>
                </a:cubicBezTo>
                <a:cubicBezTo>
                  <a:pt x="2154990" y="768200"/>
                  <a:pt x="2165532" y="774001"/>
                  <a:pt x="2175387" y="781664"/>
                </a:cubicBezTo>
                <a:cubicBezTo>
                  <a:pt x="2182202" y="786430"/>
                  <a:pt x="2182680" y="791475"/>
                  <a:pt x="2190136" y="796413"/>
                </a:cubicBezTo>
                <a:cubicBezTo>
                  <a:pt x="2198405" y="800884"/>
                  <a:pt x="2206657" y="806123"/>
                  <a:pt x="2212258" y="811161"/>
                </a:cubicBezTo>
                <a:cubicBezTo>
                  <a:pt x="2218085" y="814994"/>
                  <a:pt x="2222299" y="823377"/>
                  <a:pt x="2227007" y="825909"/>
                </a:cubicBezTo>
                <a:cubicBezTo>
                  <a:pt x="2233683" y="831829"/>
                  <a:pt x="2243061" y="829107"/>
                  <a:pt x="2249129" y="833284"/>
                </a:cubicBezTo>
                <a:cubicBezTo>
                  <a:pt x="2306632" y="873156"/>
                  <a:pt x="2244535" y="830655"/>
                  <a:pt x="2293374" y="855406"/>
                </a:cubicBezTo>
                <a:cubicBezTo>
                  <a:pt x="2298428" y="860831"/>
                  <a:pt x="2305159" y="865253"/>
                  <a:pt x="2308123" y="870155"/>
                </a:cubicBezTo>
                <a:cubicBezTo>
                  <a:pt x="2322536" y="893362"/>
                  <a:pt x="2314350" y="912415"/>
                  <a:pt x="2308123" y="936522"/>
                </a:cubicBezTo>
                <a:cubicBezTo>
                  <a:pt x="2301472" y="967438"/>
                  <a:pt x="2341725" y="995374"/>
                  <a:pt x="2293374" y="995516"/>
                </a:cubicBezTo>
                <a:cubicBezTo>
                  <a:pt x="2120922" y="994849"/>
                  <a:pt x="1983402" y="971894"/>
                  <a:pt x="1806678" y="1002890"/>
                </a:cubicBezTo>
                <a:cubicBezTo>
                  <a:pt x="1641129" y="987617"/>
                  <a:pt x="1456138" y="982437"/>
                  <a:pt x="1342103" y="988142"/>
                </a:cubicBezTo>
                <a:cubicBezTo>
                  <a:pt x="1135968" y="1010648"/>
                  <a:pt x="975080" y="971750"/>
                  <a:pt x="825910" y="980768"/>
                </a:cubicBezTo>
                <a:cubicBezTo>
                  <a:pt x="660632" y="995708"/>
                  <a:pt x="456777" y="1026074"/>
                  <a:pt x="228600" y="995516"/>
                </a:cubicBezTo>
                <a:cubicBezTo>
                  <a:pt x="151171" y="995589"/>
                  <a:pt x="89713" y="982819"/>
                  <a:pt x="0" y="988142"/>
                </a:cubicBezTo>
                <a:cubicBezTo>
                  <a:pt x="48756" y="990397"/>
                  <a:pt x="28543" y="983390"/>
                  <a:pt x="51620" y="980768"/>
                </a:cubicBezTo>
                <a:close/>
              </a:path>
            </a:pathLst>
          </a:custGeom>
          <a:pattFill prst="pct80">
            <a:fgClr>
              <a:srgbClr val="AFABAB"/>
            </a:fgClr>
            <a:bgClr>
              <a:schemeClr val="bg1"/>
            </a:bgClr>
          </a:pattFill>
          <a:ln>
            <a:extLst>
              <a:ext uri="{C807C97D-BFC1-408E-A445-0C87EB9F89A2}">
                <ask:lineSketchStyleProps xmlns:ask="http://schemas.microsoft.com/office/drawing/2018/sketchyshapes" sd="3054754007">
                  <a:custGeom>
                    <a:avLst/>
                    <a:gdLst>
                      <a:gd name="connsiteX0" fmla="*/ 51620 w 2323043"/>
                      <a:gd name="connsiteY0" fmla="*/ 980768 h 1002890"/>
                      <a:gd name="connsiteX1" fmla="*/ 132736 w 2323043"/>
                      <a:gd name="connsiteY1" fmla="*/ 966019 h 1002890"/>
                      <a:gd name="connsiteX2" fmla="*/ 243349 w 2323043"/>
                      <a:gd name="connsiteY2" fmla="*/ 914400 h 1002890"/>
                      <a:gd name="connsiteX3" fmla="*/ 280220 w 2323043"/>
                      <a:gd name="connsiteY3" fmla="*/ 884903 h 1002890"/>
                      <a:gd name="connsiteX4" fmla="*/ 309716 w 2323043"/>
                      <a:gd name="connsiteY4" fmla="*/ 855406 h 1002890"/>
                      <a:gd name="connsiteX5" fmla="*/ 324465 w 2323043"/>
                      <a:gd name="connsiteY5" fmla="*/ 825909 h 1002890"/>
                      <a:gd name="connsiteX6" fmla="*/ 339213 w 2323043"/>
                      <a:gd name="connsiteY6" fmla="*/ 774290 h 1002890"/>
                      <a:gd name="connsiteX7" fmla="*/ 353962 w 2323043"/>
                      <a:gd name="connsiteY7" fmla="*/ 678426 h 1002890"/>
                      <a:gd name="connsiteX8" fmla="*/ 368710 w 2323043"/>
                      <a:gd name="connsiteY8" fmla="*/ 641555 h 1002890"/>
                      <a:gd name="connsiteX9" fmla="*/ 383458 w 2323043"/>
                      <a:gd name="connsiteY9" fmla="*/ 597309 h 1002890"/>
                      <a:gd name="connsiteX10" fmla="*/ 442452 w 2323043"/>
                      <a:gd name="connsiteY10" fmla="*/ 494071 h 1002890"/>
                      <a:gd name="connsiteX11" fmla="*/ 501445 w 2323043"/>
                      <a:gd name="connsiteY11" fmla="*/ 398206 h 1002890"/>
                      <a:gd name="connsiteX12" fmla="*/ 530942 w 2323043"/>
                      <a:gd name="connsiteY12" fmla="*/ 346587 h 1002890"/>
                      <a:gd name="connsiteX13" fmla="*/ 589936 w 2323043"/>
                      <a:gd name="connsiteY13" fmla="*/ 258097 h 1002890"/>
                      <a:gd name="connsiteX14" fmla="*/ 619433 w 2323043"/>
                      <a:gd name="connsiteY14" fmla="*/ 228600 h 1002890"/>
                      <a:gd name="connsiteX15" fmla="*/ 663678 w 2323043"/>
                      <a:gd name="connsiteY15" fmla="*/ 169606 h 1002890"/>
                      <a:gd name="connsiteX16" fmla="*/ 707923 w 2323043"/>
                      <a:gd name="connsiteY16" fmla="*/ 140109 h 1002890"/>
                      <a:gd name="connsiteX17" fmla="*/ 737420 w 2323043"/>
                      <a:gd name="connsiteY17" fmla="*/ 117987 h 1002890"/>
                      <a:gd name="connsiteX18" fmla="*/ 759542 w 2323043"/>
                      <a:gd name="connsiteY18" fmla="*/ 110613 h 1002890"/>
                      <a:gd name="connsiteX19" fmla="*/ 803787 w 2323043"/>
                      <a:gd name="connsiteY19" fmla="*/ 125361 h 1002890"/>
                      <a:gd name="connsiteX20" fmla="*/ 825910 w 2323043"/>
                      <a:gd name="connsiteY20" fmla="*/ 140109 h 1002890"/>
                      <a:gd name="connsiteX21" fmla="*/ 884903 w 2323043"/>
                      <a:gd name="connsiteY21" fmla="*/ 154858 h 1002890"/>
                      <a:gd name="connsiteX22" fmla="*/ 995516 w 2323043"/>
                      <a:gd name="connsiteY22" fmla="*/ 140109 h 1002890"/>
                      <a:gd name="connsiteX23" fmla="*/ 1017639 w 2323043"/>
                      <a:gd name="connsiteY23" fmla="*/ 132735 h 1002890"/>
                      <a:gd name="connsiteX24" fmla="*/ 1084007 w 2323043"/>
                      <a:gd name="connsiteY24" fmla="*/ 103238 h 1002890"/>
                      <a:gd name="connsiteX25" fmla="*/ 1120878 w 2323043"/>
                      <a:gd name="connsiteY25" fmla="*/ 81116 h 1002890"/>
                      <a:gd name="connsiteX26" fmla="*/ 1165123 w 2323043"/>
                      <a:gd name="connsiteY26" fmla="*/ 66368 h 1002890"/>
                      <a:gd name="connsiteX27" fmla="*/ 1201994 w 2323043"/>
                      <a:gd name="connsiteY27" fmla="*/ 44245 h 1002890"/>
                      <a:gd name="connsiteX28" fmla="*/ 1283110 w 2323043"/>
                      <a:gd name="connsiteY28" fmla="*/ 14748 h 1002890"/>
                      <a:gd name="connsiteX29" fmla="*/ 1327355 w 2323043"/>
                      <a:gd name="connsiteY29" fmla="*/ 7374 h 1002890"/>
                      <a:gd name="connsiteX30" fmla="*/ 1364226 w 2323043"/>
                      <a:gd name="connsiteY30" fmla="*/ 0 h 1002890"/>
                      <a:gd name="connsiteX31" fmla="*/ 1541207 w 2323043"/>
                      <a:gd name="connsiteY31" fmla="*/ 14748 h 1002890"/>
                      <a:gd name="connsiteX32" fmla="*/ 1585452 w 2323043"/>
                      <a:gd name="connsiteY32" fmla="*/ 29497 h 1002890"/>
                      <a:gd name="connsiteX33" fmla="*/ 1607574 w 2323043"/>
                      <a:gd name="connsiteY33" fmla="*/ 44245 h 1002890"/>
                      <a:gd name="connsiteX34" fmla="*/ 1614949 w 2323043"/>
                      <a:gd name="connsiteY34" fmla="*/ 140109 h 1002890"/>
                      <a:gd name="connsiteX35" fmla="*/ 1600200 w 2323043"/>
                      <a:gd name="connsiteY35" fmla="*/ 154858 h 1002890"/>
                      <a:gd name="connsiteX36" fmla="*/ 1578078 w 2323043"/>
                      <a:gd name="connsiteY36" fmla="*/ 199103 h 1002890"/>
                      <a:gd name="connsiteX37" fmla="*/ 1563329 w 2323043"/>
                      <a:gd name="connsiteY37" fmla="*/ 250722 h 1002890"/>
                      <a:gd name="connsiteX38" fmla="*/ 1570703 w 2323043"/>
                      <a:gd name="connsiteY38" fmla="*/ 272845 h 1002890"/>
                      <a:gd name="connsiteX39" fmla="*/ 1703439 w 2323043"/>
                      <a:gd name="connsiteY39" fmla="*/ 294968 h 1002890"/>
                      <a:gd name="connsiteX40" fmla="*/ 1873045 w 2323043"/>
                      <a:gd name="connsiteY40" fmla="*/ 280219 h 1002890"/>
                      <a:gd name="connsiteX41" fmla="*/ 1968910 w 2323043"/>
                      <a:gd name="connsiteY41" fmla="*/ 287593 h 1002890"/>
                      <a:gd name="connsiteX42" fmla="*/ 1983658 w 2323043"/>
                      <a:gd name="connsiteY42" fmla="*/ 302342 h 1002890"/>
                      <a:gd name="connsiteX43" fmla="*/ 2027903 w 2323043"/>
                      <a:gd name="connsiteY43" fmla="*/ 331838 h 1002890"/>
                      <a:gd name="connsiteX44" fmla="*/ 2042652 w 2323043"/>
                      <a:gd name="connsiteY44" fmla="*/ 353961 h 1002890"/>
                      <a:gd name="connsiteX45" fmla="*/ 2050026 w 2323043"/>
                      <a:gd name="connsiteY45" fmla="*/ 457200 h 1002890"/>
                      <a:gd name="connsiteX46" fmla="*/ 2027903 w 2323043"/>
                      <a:gd name="connsiteY46" fmla="*/ 494071 h 1002890"/>
                      <a:gd name="connsiteX47" fmla="*/ 2020529 w 2323043"/>
                      <a:gd name="connsiteY47" fmla="*/ 523568 h 1002890"/>
                      <a:gd name="connsiteX48" fmla="*/ 2013155 w 2323043"/>
                      <a:gd name="connsiteY48" fmla="*/ 545690 h 1002890"/>
                      <a:gd name="connsiteX49" fmla="*/ 2035278 w 2323043"/>
                      <a:gd name="connsiteY49" fmla="*/ 626806 h 1002890"/>
                      <a:gd name="connsiteX50" fmla="*/ 2050026 w 2323043"/>
                      <a:gd name="connsiteY50" fmla="*/ 641555 h 1002890"/>
                      <a:gd name="connsiteX51" fmla="*/ 2072149 w 2323043"/>
                      <a:gd name="connsiteY51" fmla="*/ 648929 h 1002890"/>
                      <a:gd name="connsiteX52" fmla="*/ 2094271 w 2323043"/>
                      <a:gd name="connsiteY52" fmla="*/ 663677 h 1002890"/>
                      <a:gd name="connsiteX53" fmla="*/ 2101645 w 2323043"/>
                      <a:gd name="connsiteY53" fmla="*/ 685800 h 1002890"/>
                      <a:gd name="connsiteX54" fmla="*/ 2131142 w 2323043"/>
                      <a:gd name="connsiteY54" fmla="*/ 730045 h 1002890"/>
                      <a:gd name="connsiteX55" fmla="*/ 2145891 w 2323043"/>
                      <a:gd name="connsiteY55" fmla="*/ 759542 h 1002890"/>
                      <a:gd name="connsiteX56" fmla="*/ 2175387 w 2323043"/>
                      <a:gd name="connsiteY56" fmla="*/ 781664 h 1002890"/>
                      <a:gd name="connsiteX57" fmla="*/ 2190136 w 2323043"/>
                      <a:gd name="connsiteY57" fmla="*/ 796413 h 1002890"/>
                      <a:gd name="connsiteX58" fmla="*/ 2212258 w 2323043"/>
                      <a:gd name="connsiteY58" fmla="*/ 811161 h 1002890"/>
                      <a:gd name="connsiteX59" fmla="*/ 2227007 w 2323043"/>
                      <a:gd name="connsiteY59" fmla="*/ 825909 h 1002890"/>
                      <a:gd name="connsiteX60" fmla="*/ 2249129 w 2323043"/>
                      <a:gd name="connsiteY60" fmla="*/ 833284 h 1002890"/>
                      <a:gd name="connsiteX61" fmla="*/ 2293374 w 2323043"/>
                      <a:gd name="connsiteY61" fmla="*/ 855406 h 1002890"/>
                      <a:gd name="connsiteX62" fmla="*/ 2308123 w 2323043"/>
                      <a:gd name="connsiteY62" fmla="*/ 870155 h 1002890"/>
                      <a:gd name="connsiteX63" fmla="*/ 2308123 w 2323043"/>
                      <a:gd name="connsiteY63" fmla="*/ 936522 h 1002890"/>
                      <a:gd name="connsiteX64" fmla="*/ 2293374 w 2323043"/>
                      <a:gd name="connsiteY64" fmla="*/ 995516 h 1002890"/>
                      <a:gd name="connsiteX65" fmla="*/ 1806678 w 2323043"/>
                      <a:gd name="connsiteY65" fmla="*/ 1002890 h 1002890"/>
                      <a:gd name="connsiteX66" fmla="*/ 1342103 w 2323043"/>
                      <a:gd name="connsiteY66" fmla="*/ 988142 h 1002890"/>
                      <a:gd name="connsiteX67" fmla="*/ 825910 w 2323043"/>
                      <a:gd name="connsiteY67" fmla="*/ 980768 h 1002890"/>
                      <a:gd name="connsiteX68" fmla="*/ 228600 w 2323043"/>
                      <a:gd name="connsiteY68" fmla="*/ 995516 h 1002890"/>
                      <a:gd name="connsiteX69" fmla="*/ 0 w 2323043"/>
                      <a:gd name="connsiteY69" fmla="*/ 988142 h 1002890"/>
                      <a:gd name="connsiteX70" fmla="*/ 51620 w 2323043"/>
                      <a:gd name="connsiteY70" fmla="*/ 980768 h 1002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2323043" h="1002890" fill="none" extrusionOk="0">
                        <a:moveTo>
                          <a:pt x="51620" y="980768"/>
                        </a:moveTo>
                        <a:cubicBezTo>
                          <a:pt x="70213" y="971597"/>
                          <a:pt x="107551" y="972827"/>
                          <a:pt x="132736" y="966019"/>
                        </a:cubicBezTo>
                        <a:cubicBezTo>
                          <a:pt x="174053" y="959327"/>
                          <a:pt x="206190" y="943527"/>
                          <a:pt x="243349" y="914400"/>
                        </a:cubicBezTo>
                        <a:cubicBezTo>
                          <a:pt x="253274" y="906016"/>
                          <a:pt x="269577" y="893545"/>
                          <a:pt x="280220" y="884903"/>
                        </a:cubicBezTo>
                        <a:cubicBezTo>
                          <a:pt x="290564" y="875142"/>
                          <a:pt x="303714" y="864159"/>
                          <a:pt x="309716" y="855406"/>
                        </a:cubicBezTo>
                        <a:cubicBezTo>
                          <a:pt x="315766" y="845626"/>
                          <a:pt x="319517" y="833868"/>
                          <a:pt x="324465" y="825909"/>
                        </a:cubicBezTo>
                        <a:cubicBezTo>
                          <a:pt x="331062" y="815043"/>
                          <a:pt x="337168" y="785656"/>
                          <a:pt x="339213" y="774290"/>
                        </a:cubicBezTo>
                        <a:cubicBezTo>
                          <a:pt x="347226" y="741449"/>
                          <a:pt x="346495" y="707523"/>
                          <a:pt x="353962" y="678426"/>
                        </a:cubicBezTo>
                        <a:cubicBezTo>
                          <a:pt x="358731" y="665206"/>
                          <a:pt x="366696" y="652185"/>
                          <a:pt x="368710" y="641555"/>
                        </a:cubicBezTo>
                        <a:cubicBezTo>
                          <a:pt x="371347" y="626594"/>
                          <a:pt x="378356" y="611990"/>
                          <a:pt x="383458" y="597309"/>
                        </a:cubicBezTo>
                        <a:cubicBezTo>
                          <a:pt x="392629" y="566731"/>
                          <a:pt x="415227" y="534875"/>
                          <a:pt x="442452" y="494071"/>
                        </a:cubicBezTo>
                        <a:cubicBezTo>
                          <a:pt x="515051" y="370147"/>
                          <a:pt x="442825" y="545983"/>
                          <a:pt x="501445" y="398206"/>
                        </a:cubicBezTo>
                        <a:cubicBezTo>
                          <a:pt x="512378" y="377008"/>
                          <a:pt x="516413" y="366323"/>
                          <a:pt x="530942" y="346587"/>
                        </a:cubicBezTo>
                        <a:cubicBezTo>
                          <a:pt x="553494" y="320565"/>
                          <a:pt x="571753" y="282949"/>
                          <a:pt x="589936" y="258097"/>
                        </a:cubicBezTo>
                        <a:cubicBezTo>
                          <a:pt x="600332" y="248090"/>
                          <a:pt x="611632" y="240142"/>
                          <a:pt x="619433" y="228600"/>
                        </a:cubicBezTo>
                        <a:cubicBezTo>
                          <a:pt x="635718" y="209548"/>
                          <a:pt x="648977" y="181220"/>
                          <a:pt x="663678" y="169606"/>
                        </a:cubicBezTo>
                        <a:cubicBezTo>
                          <a:pt x="678081" y="162176"/>
                          <a:pt x="694672" y="152373"/>
                          <a:pt x="707923" y="140109"/>
                        </a:cubicBezTo>
                        <a:cubicBezTo>
                          <a:pt x="715639" y="130562"/>
                          <a:pt x="727090" y="124265"/>
                          <a:pt x="737420" y="117987"/>
                        </a:cubicBezTo>
                        <a:cubicBezTo>
                          <a:pt x="743722" y="114094"/>
                          <a:pt x="751931" y="113380"/>
                          <a:pt x="759542" y="110613"/>
                        </a:cubicBezTo>
                        <a:cubicBezTo>
                          <a:pt x="771187" y="113277"/>
                          <a:pt x="791093" y="116384"/>
                          <a:pt x="803787" y="125361"/>
                        </a:cubicBezTo>
                        <a:cubicBezTo>
                          <a:pt x="811869" y="132010"/>
                          <a:pt x="818272" y="135778"/>
                          <a:pt x="825910" y="140109"/>
                        </a:cubicBezTo>
                        <a:cubicBezTo>
                          <a:pt x="844958" y="147036"/>
                          <a:pt x="884903" y="154858"/>
                          <a:pt x="884903" y="154858"/>
                        </a:cubicBezTo>
                        <a:cubicBezTo>
                          <a:pt x="914566" y="146382"/>
                          <a:pt x="955356" y="141844"/>
                          <a:pt x="995516" y="140109"/>
                        </a:cubicBezTo>
                        <a:cubicBezTo>
                          <a:pt x="1003060" y="137072"/>
                          <a:pt x="1011843" y="135869"/>
                          <a:pt x="1017639" y="132735"/>
                        </a:cubicBezTo>
                        <a:cubicBezTo>
                          <a:pt x="1043392" y="123612"/>
                          <a:pt x="1060770" y="114730"/>
                          <a:pt x="1084007" y="103238"/>
                        </a:cubicBezTo>
                        <a:cubicBezTo>
                          <a:pt x="1094900" y="97634"/>
                          <a:pt x="1107457" y="87187"/>
                          <a:pt x="1120878" y="81116"/>
                        </a:cubicBezTo>
                        <a:cubicBezTo>
                          <a:pt x="1137938" y="72638"/>
                          <a:pt x="1148774" y="73323"/>
                          <a:pt x="1165123" y="66368"/>
                        </a:cubicBezTo>
                        <a:cubicBezTo>
                          <a:pt x="1176169" y="60680"/>
                          <a:pt x="1189279" y="49774"/>
                          <a:pt x="1201994" y="44245"/>
                        </a:cubicBezTo>
                        <a:cubicBezTo>
                          <a:pt x="1217137" y="39641"/>
                          <a:pt x="1267683" y="18226"/>
                          <a:pt x="1283110" y="14748"/>
                        </a:cubicBezTo>
                        <a:cubicBezTo>
                          <a:pt x="1298736" y="12314"/>
                          <a:pt x="1313454" y="11657"/>
                          <a:pt x="1327355" y="7374"/>
                        </a:cubicBezTo>
                        <a:cubicBezTo>
                          <a:pt x="1342504" y="4282"/>
                          <a:pt x="1352157" y="2658"/>
                          <a:pt x="1364226" y="0"/>
                        </a:cubicBezTo>
                        <a:cubicBezTo>
                          <a:pt x="1421349" y="-9060"/>
                          <a:pt x="1485258" y="-4859"/>
                          <a:pt x="1541207" y="14748"/>
                        </a:cubicBezTo>
                        <a:cubicBezTo>
                          <a:pt x="1557375" y="20128"/>
                          <a:pt x="1574178" y="22138"/>
                          <a:pt x="1585452" y="29497"/>
                        </a:cubicBezTo>
                        <a:cubicBezTo>
                          <a:pt x="1592130" y="34956"/>
                          <a:pt x="1596963" y="38637"/>
                          <a:pt x="1607574" y="44245"/>
                        </a:cubicBezTo>
                        <a:cubicBezTo>
                          <a:pt x="1628434" y="85251"/>
                          <a:pt x="1631599" y="79381"/>
                          <a:pt x="1614949" y="140109"/>
                        </a:cubicBezTo>
                        <a:cubicBezTo>
                          <a:pt x="1612487" y="145704"/>
                          <a:pt x="1605540" y="150281"/>
                          <a:pt x="1600200" y="154858"/>
                        </a:cubicBezTo>
                        <a:cubicBezTo>
                          <a:pt x="1590009" y="218840"/>
                          <a:pt x="1612562" y="141233"/>
                          <a:pt x="1578078" y="199103"/>
                        </a:cubicBezTo>
                        <a:cubicBezTo>
                          <a:pt x="1571245" y="210167"/>
                          <a:pt x="1566160" y="241234"/>
                          <a:pt x="1563329" y="250722"/>
                        </a:cubicBezTo>
                        <a:cubicBezTo>
                          <a:pt x="1567628" y="258017"/>
                          <a:pt x="1564042" y="268042"/>
                          <a:pt x="1570703" y="272845"/>
                        </a:cubicBezTo>
                        <a:cubicBezTo>
                          <a:pt x="1598484" y="300094"/>
                          <a:pt x="1692854" y="296135"/>
                          <a:pt x="1703439" y="294968"/>
                        </a:cubicBezTo>
                        <a:cubicBezTo>
                          <a:pt x="1748209" y="296340"/>
                          <a:pt x="1824854" y="278716"/>
                          <a:pt x="1873045" y="280219"/>
                        </a:cubicBezTo>
                        <a:cubicBezTo>
                          <a:pt x="1902636" y="278771"/>
                          <a:pt x="1936190" y="285989"/>
                          <a:pt x="1968910" y="287593"/>
                        </a:cubicBezTo>
                        <a:cubicBezTo>
                          <a:pt x="1974395" y="292389"/>
                          <a:pt x="1978324" y="297604"/>
                          <a:pt x="1983658" y="302342"/>
                        </a:cubicBezTo>
                        <a:cubicBezTo>
                          <a:pt x="1997837" y="312977"/>
                          <a:pt x="2027903" y="331838"/>
                          <a:pt x="2027903" y="331838"/>
                        </a:cubicBezTo>
                        <a:cubicBezTo>
                          <a:pt x="2032734" y="338879"/>
                          <a:pt x="2038228" y="345827"/>
                          <a:pt x="2042652" y="353961"/>
                        </a:cubicBezTo>
                        <a:cubicBezTo>
                          <a:pt x="2060514" y="391409"/>
                          <a:pt x="2064420" y="408593"/>
                          <a:pt x="2050026" y="457200"/>
                        </a:cubicBezTo>
                        <a:cubicBezTo>
                          <a:pt x="2048466" y="472472"/>
                          <a:pt x="2038289" y="482646"/>
                          <a:pt x="2027903" y="494071"/>
                        </a:cubicBezTo>
                        <a:cubicBezTo>
                          <a:pt x="2026006" y="504867"/>
                          <a:pt x="2022561" y="512511"/>
                          <a:pt x="2020529" y="523568"/>
                        </a:cubicBezTo>
                        <a:cubicBezTo>
                          <a:pt x="2018142" y="531624"/>
                          <a:pt x="2011733" y="538707"/>
                          <a:pt x="2013155" y="545690"/>
                        </a:cubicBezTo>
                        <a:cubicBezTo>
                          <a:pt x="2011933" y="590859"/>
                          <a:pt x="2012796" y="600060"/>
                          <a:pt x="2035278" y="626806"/>
                        </a:cubicBezTo>
                        <a:cubicBezTo>
                          <a:pt x="2039773" y="632440"/>
                          <a:pt x="2043624" y="637043"/>
                          <a:pt x="2050026" y="641555"/>
                        </a:cubicBezTo>
                        <a:cubicBezTo>
                          <a:pt x="2056268" y="645109"/>
                          <a:pt x="2064625" y="644781"/>
                          <a:pt x="2072149" y="648929"/>
                        </a:cubicBezTo>
                        <a:cubicBezTo>
                          <a:pt x="2079291" y="654382"/>
                          <a:pt x="2089773" y="656240"/>
                          <a:pt x="2094271" y="663677"/>
                        </a:cubicBezTo>
                        <a:cubicBezTo>
                          <a:pt x="2098540" y="669576"/>
                          <a:pt x="2097727" y="678885"/>
                          <a:pt x="2101645" y="685800"/>
                        </a:cubicBezTo>
                        <a:cubicBezTo>
                          <a:pt x="2109587" y="701316"/>
                          <a:pt x="2125063" y="716215"/>
                          <a:pt x="2131142" y="730045"/>
                        </a:cubicBezTo>
                        <a:cubicBezTo>
                          <a:pt x="2135532" y="739748"/>
                          <a:pt x="2137582" y="751651"/>
                          <a:pt x="2145891" y="759542"/>
                        </a:cubicBezTo>
                        <a:cubicBezTo>
                          <a:pt x="2156333" y="767692"/>
                          <a:pt x="2165416" y="773677"/>
                          <a:pt x="2175387" y="781664"/>
                        </a:cubicBezTo>
                        <a:cubicBezTo>
                          <a:pt x="2181485" y="785364"/>
                          <a:pt x="2184330" y="791608"/>
                          <a:pt x="2190136" y="796413"/>
                        </a:cubicBezTo>
                        <a:cubicBezTo>
                          <a:pt x="2197355" y="801906"/>
                          <a:pt x="2207058" y="806467"/>
                          <a:pt x="2212258" y="811161"/>
                        </a:cubicBezTo>
                        <a:cubicBezTo>
                          <a:pt x="2217164" y="814961"/>
                          <a:pt x="2221835" y="822369"/>
                          <a:pt x="2227007" y="825909"/>
                        </a:cubicBezTo>
                        <a:cubicBezTo>
                          <a:pt x="2233300" y="831467"/>
                          <a:pt x="2241700" y="829856"/>
                          <a:pt x="2249129" y="833284"/>
                        </a:cubicBezTo>
                        <a:cubicBezTo>
                          <a:pt x="2302893" y="872711"/>
                          <a:pt x="2241696" y="833907"/>
                          <a:pt x="2293374" y="855406"/>
                        </a:cubicBezTo>
                        <a:cubicBezTo>
                          <a:pt x="2298275" y="861486"/>
                          <a:pt x="2304917" y="865261"/>
                          <a:pt x="2308123" y="870155"/>
                        </a:cubicBezTo>
                        <a:cubicBezTo>
                          <a:pt x="2323260" y="890752"/>
                          <a:pt x="2311464" y="909624"/>
                          <a:pt x="2308123" y="936522"/>
                        </a:cubicBezTo>
                        <a:cubicBezTo>
                          <a:pt x="2310134" y="966960"/>
                          <a:pt x="2337966" y="995422"/>
                          <a:pt x="2293374" y="995516"/>
                        </a:cubicBezTo>
                        <a:cubicBezTo>
                          <a:pt x="2123157" y="989068"/>
                          <a:pt x="2004557" y="984595"/>
                          <a:pt x="1806678" y="1002890"/>
                        </a:cubicBezTo>
                        <a:cubicBezTo>
                          <a:pt x="1643811" y="985120"/>
                          <a:pt x="1466400" y="1009669"/>
                          <a:pt x="1342103" y="988142"/>
                        </a:cubicBezTo>
                        <a:cubicBezTo>
                          <a:pt x="1157554" y="1009129"/>
                          <a:pt x="959641" y="985533"/>
                          <a:pt x="825910" y="980768"/>
                        </a:cubicBezTo>
                        <a:cubicBezTo>
                          <a:pt x="621413" y="985489"/>
                          <a:pt x="414619" y="1014618"/>
                          <a:pt x="228600" y="995516"/>
                        </a:cubicBezTo>
                        <a:cubicBezTo>
                          <a:pt x="155084" y="998041"/>
                          <a:pt x="91554" y="986118"/>
                          <a:pt x="0" y="988142"/>
                        </a:cubicBezTo>
                        <a:cubicBezTo>
                          <a:pt x="47417" y="995063"/>
                          <a:pt x="30122" y="985431"/>
                          <a:pt x="51620" y="980768"/>
                        </a:cubicBezTo>
                        <a:close/>
                      </a:path>
                      <a:path w="2323043" h="1002890" stroke="0" extrusionOk="0">
                        <a:moveTo>
                          <a:pt x="51620" y="980768"/>
                        </a:moveTo>
                        <a:cubicBezTo>
                          <a:pt x="76489" y="975232"/>
                          <a:pt x="101408" y="970058"/>
                          <a:pt x="132736" y="966019"/>
                        </a:cubicBezTo>
                        <a:cubicBezTo>
                          <a:pt x="167579" y="960736"/>
                          <a:pt x="212590" y="945129"/>
                          <a:pt x="243349" y="914400"/>
                        </a:cubicBezTo>
                        <a:cubicBezTo>
                          <a:pt x="254697" y="907898"/>
                          <a:pt x="268902" y="894944"/>
                          <a:pt x="280220" y="884903"/>
                        </a:cubicBezTo>
                        <a:cubicBezTo>
                          <a:pt x="291519" y="874190"/>
                          <a:pt x="303148" y="864384"/>
                          <a:pt x="309716" y="855406"/>
                        </a:cubicBezTo>
                        <a:cubicBezTo>
                          <a:pt x="315777" y="846573"/>
                          <a:pt x="317515" y="836208"/>
                          <a:pt x="324465" y="825909"/>
                        </a:cubicBezTo>
                        <a:cubicBezTo>
                          <a:pt x="331198" y="815465"/>
                          <a:pt x="336269" y="784888"/>
                          <a:pt x="339213" y="774290"/>
                        </a:cubicBezTo>
                        <a:cubicBezTo>
                          <a:pt x="343747" y="754103"/>
                          <a:pt x="344291" y="706841"/>
                          <a:pt x="353962" y="678426"/>
                        </a:cubicBezTo>
                        <a:cubicBezTo>
                          <a:pt x="358151" y="668839"/>
                          <a:pt x="363675" y="653674"/>
                          <a:pt x="368710" y="641555"/>
                        </a:cubicBezTo>
                        <a:cubicBezTo>
                          <a:pt x="374901" y="628481"/>
                          <a:pt x="374313" y="610613"/>
                          <a:pt x="383458" y="597309"/>
                        </a:cubicBezTo>
                        <a:cubicBezTo>
                          <a:pt x="398870" y="565070"/>
                          <a:pt x="422345" y="524837"/>
                          <a:pt x="442452" y="494071"/>
                        </a:cubicBezTo>
                        <a:cubicBezTo>
                          <a:pt x="539698" y="330531"/>
                          <a:pt x="419523" y="536680"/>
                          <a:pt x="501445" y="398206"/>
                        </a:cubicBezTo>
                        <a:cubicBezTo>
                          <a:pt x="512817" y="384096"/>
                          <a:pt x="519439" y="362585"/>
                          <a:pt x="530942" y="346587"/>
                        </a:cubicBezTo>
                        <a:cubicBezTo>
                          <a:pt x="543120" y="317038"/>
                          <a:pt x="568838" y="278076"/>
                          <a:pt x="589936" y="258097"/>
                        </a:cubicBezTo>
                        <a:cubicBezTo>
                          <a:pt x="602814" y="248309"/>
                          <a:pt x="611740" y="241389"/>
                          <a:pt x="619433" y="228600"/>
                        </a:cubicBezTo>
                        <a:cubicBezTo>
                          <a:pt x="634408" y="209246"/>
                          <a:pt x="642552" y="187352"/>
                          <a:pt x="663678" y="169606"/>
                        </a:cubicBezTo>
                        <a:cubicBezTo>
                          <a:pt x="675269" y="162206"/>
                          <a:pt x="693963" y="151810"/>
                          <a:pt x="707923" y="140109"/>
                        </a:cubicBezTo>
                        <a:cubicBezTo>
                          <a:pt x="716947" y="132073"/>
                          <a:pt x="726065" y="124532"/>
                          <a:pt x="737420" y="117987"/>
                        </a:cubicBezTo>
                        <a:cubicBezTo>
                          <a:pt x="744186" y="114930"/>
                          <a:pt x="752323" y="112623"/>
                          <a:pt x="759542" y="110613"/>
                        </a:cubicBezTo>
                        <a:cubicBezTo>
                          <a:pt x="777316" y="117488"/>
                          <a:pt x="787816" y="115457"/>
                          <a:pt x="803787" y="125361"/>
                        </a:cubicBezTo>
                        <a:cubicBezTo>
                          <a:pt x="812131" y="129831"/>
                          <a:pt x="818424" y="136857"/>
                          <a:pt x="825910" y="140109"/>
                        </a:cubicBezTo>
                        <a:cubicBezTo>
                          <a:pt x="844958" y="147036"/>
                          <a:pt x="884903" y="154858"/>
                          <a:pt x="884903" y="154858"/>
                        </a:cubicBezTo>
                        <a:cubicBezTo>
                          <a:pt x="921127" y="146700"/>
                          <a:pt x="958985" y="147340"/>
                          <a:pt x="995516" y="140109"/>
                        </a:cubicBezTo>
                        <a:cubicBezTo>
                          <a:pt x="1003867" y="139355"/>
                          <a:pt x="1010044" y="135354"/>
                          <a:pt x="1017639" y="132735"/>
                        </a:cubicBezTo>
                        <a:cubicBezTo>
                          <a:pt x="1043369" y="123921"/>
                          <a:pt x="1059555" y="114845"/>
                          <a:pt x="1084007" y="103238"/>
                        </a:cubicBezTo>
                        <a:cubicBezTo>
                          <a:pt x="1097961" y="94453"/>
                          <a:pt x="1107204" y="90277"/>
                          <a:pt x="1120878" y="81116"/>
                        </a:cubicBezTo>
                        <a:cubicBezTo>
                          <a:pt x="1134931" y="75453"/>
                          <a:pt x="1151758" y="72454"/>
                          <a:pt x="1165123" y="66368"/>
                        </a:cubicBezTo>
                        <a:cubicBezTo>
                          <a:pt x="1177762" y="60252"/>
                          <a:pt x="1188495" y="48075"/>
                          <a:pt x="1201994" y="44245"/>
                        </a:cubicBezTo>
                        <a:cubicBezTo>
                          <a:pt x="1217397" y="39453"/>
                          <a:pt x="1269630" y="15052"/>
                          <a:pt x="1283110" y="14748"/>
                        </a:cubicBezTo>
                        <a:cubicBezTo>
                          <a:pt x="1297332" y="10321"/>
                          <a:pt x="1312286" y="7520"/>
                          <a:pt x="1327355" y="7374"/>
                        </a:cubicBezTo>
                        <a:cubicBezTo>
                          <a:pt x="1340021" y="5418"/>
                          <a:pt x="1353793" y="803"/>
                          <a:pt x="1364226" y="0"/>
                        </a:cubicBezTo>
                        <a:cubicBezTo>
                          <a:pt x="1414339" y="-1727"/>
                          <a:pt x="1488470" y="-75"/>
                          <a:pt x="1541207" y="14748"/>
                        </a:cubicBezTo>
                        <a:cubicBezTo>
                          <a:pt x="1559065" y="20743"/>
                          <a:pt x="1570636" y="18987"/>
                          <a:pt x="1585452" y="29497"/>
                        </a:cubicBezTo>
                        <a:cubicBezTo>
                          <a:pt x="1591839" y="34242"/>
                          <a:pt x="1602030" y="39153"/>
                          <a:pt x="1607574" y="44245"/>
                        </a:cubicBezTo>
                        <a:cubicBezTo>
                          <a:pt x="1627333" y="85546"/>
                          <a:pt x="1632293" y="79297"/>
                          <a:pt x="1614949" y="140109"/>
                        </a:cubicBezTo>
                        <a:cubicBezTo>
                          <a:pt x="1614626" y="147039"/>
                          <a:pt x="1605185" y="150182"/>
                          <a:pt x="1600200" y="154858"/>
                        </a:cubicBezTo>
                        <a:cubicBezTo>
                          <a:pt x="1567731" y="212066"/>
                          <a:pt x="1598798" y="152009"/>
                          <a:pt x="1578078" y="199103"/>
                        </a:cubicBezTo>
                        <a:cubicBezTo>
                          <a:pt x="1572607" y="209955"/>
                          <a:pt x="1566619" y="241441"/>
                          <a:pt x="1563329" y="250722"/>
                        </a:cubicBezTo>
                        <a:cubicBezTo>
                          <a:pt x="1565894" y="257292"/>
                          <a:pt x="1565015" y="267209"/>
                          <a:pt x="1570703" y="272845"/>
                        </a:cubicBezTo>
                        <a:cubicBezTo>
                          <a:pt x="1597787" y="302021"/>
                          <a:pt x="1692313" y="295956"/>
                          <a:pt x="1703439" y="294968"/>
                        </a:cubicBezTo>
                        <a:cubicBezTo>
                          <a:pt x="1749033" y="282781"/>
                          <a:pt x="1837128" y="278728"/>
                          <a:pt x="1873045" y="280219"/>
                        </a:cubicBezTo>
                        <a:cubicBezTo>
                          <a:pt x="1905931" y="279086"/>
                          <a:pt x="1933392" y="281724"/>
                          <a:pt x="1968910" y="287593"/>
                        </a:cubicBezTo>
                        <a:cubicBezTo>
                          <a:pt x="1973844" y="292281"/>
                          <a:pt x="1977405" y="298017"/>
                          <a:pt x="1983658" y="302342"/>
                        </a:cubicBezTo>
                        <a:cubicBezTo>
                          <a:pt x="1997838" y="312977"/>
                          <a:pt x="2027903" y="331838"/>
                          <a:pt x="2027903" y="331838"/>
                        </a:cubicBezTo>
                        <a:cubicBezTo>
                          <a:pt x="2033127" y="338461"/>
                          <a:pt x="2038811" y="347323"/>
                          <a:pt x="2042652" y="353961"/>
                        </a:cubicBezTo>
                        <a:cubicBezTo>
                          <a:pt x="2065148" y="394074"/>
                          <a:pt x="2062143" y="405173"/>
                          <a:pt x="2050026" y="457200"/>
                        </a:cubicBezTo>
                        <a:cubicBezTo>
                          <a:pt x="2043704" y="470788"/>
                          <a:pt x="2035074" y="480375"/>
                          <a:pt x="2027903" y="494071"/>
                        </a:cubicBezTo>
                        <a:cubicBezTo>
                          <a:pt x="2024755" y="504554"/>
                          <a:pt x="2022895" y="514068"/>
                          <a:pt x="2020529" y="523568"/>
                        </a:cubicBezTo>
                        <a:cubicBezTo>
                          <a:pt x="2018614" y="531159"/>
                          <a:pt x="2012374" y="537096"/>
                          <a:pt x="2013155" y="545690"/>
                        </a:cubicBezTo>
                        <a:cubicBezTo>
                          <a:pt x="2013288" y="591004"/>
                          <a:pt x="2012997" y="597387"/>
                          <a:pt x="2035278" y="626806"/>
                        </a:cubicBezTo>
                        <a:cubicBezTo>
                          <a:pt x="2040105" y="632387"/>
                          <a:pt x="2044844" y="638617"/>
                          <a:pt x="2050026" y="641555"/>
                        </a:cubicBezTo>
                        <a:cubicBezTo>
                          <a:pt x="2057968" y="646640"/>
                          <a:pt x="2063681" y="645858"/>
                          <a:pt x="2072149" y="648929"/>
                        </a:cubicBezTo>
                        <a:cubicBezTo>
                          <a:pt x="2079555" y="654938"/>
                          <a:pt x="2089763" y="656344"/>
                          <a:pt x="2094271" y="663677"/>
                        </a:cubicBezTo>
                        <a:cubicBezTo>
                          <a:pt x="2099127" y="669039"/>
                          <a:pt x="2099177" y="680399"/>
                          <a:pt x="2101645" y="685800"/>
                        </a:cubicBezTo>
                        <a:cubicBezTo>
                          <a:pt x="2109466" y="702970"/>
                          <a:pt x="2124127" y="711515"/>
                          <a:pt x="2131142" y="730045"/>
                        </a:cubicBezTo>
                        <a:cubicBezTo>
                          <a:pt x="2136363" y="739669"/>
                          <a:pt x="2138507" y="751945"/>
                          <a:pt x="2145891" y="759542"/>
                        </a:cubicBezTo>
                        <a:cubicBezTo>
                          <a:pt x="2151394" y="769818"/>
                          <a:pt x="2166233" y="774599"/>
                          <a:pt x="2175387" y="781664"/>
                        </a:cubicBezTo>
                        <a:cubicBezTo>
                          <a:pt x="2180888" y="786353"/>
                          <a:pt x="2184479" y="792052"/>
                          <a:pt x="2190136" y="796413"/>
                        </a:cubicBezTo>
                        <a:cubicBezTo>
                          <a:pt x="2198329" y="800710"/>
                          <a:pt x="2205066" y="805392"/>
                          <a:pt x="2212258" y="811161"/>
                        </a:cubicBezTo>
                        <a:cubicBezTo>
                          <a:pt x="2219277" y="815561"/>
                          <a:pt x="2221752" y="823868"/>
                          <a:pt x="2227007" y="825909"/>
                        </a:cubicBezTo>
                        <a:cubicBezTo>
                          <a:pt x="2234329" y="830529"/>
                          <a:pt x="2243256" y="829214"/>
                          <a:pt x="2249129" y="833284"/>
                        </a:cubicBezTo>
                        <a:cubicBezTo>
                          <a:pt x="2312471" y="862605"/>
                          <a:pt x="2246511" y="826869"/>
                          <a:pt x="2293374" y="855406"/>
                        </a:cubicBezTo>
                        <a:cubicBezTo>
                          <a:pt x="2298467" y="859564"/>
                          <a:pt x="2304997" y="864178"/>
                          <a:pt x="2308123" y="870155"/>
                        </a:cubicBezTo>
                        <a:cubicBezTo>
                          <a:pt x="2321812" y="895702"/>
                          <a:pt x="2313333" y="909489"/>
                          <a:pt x="2308123" y="936522"/>
                        </a:cubicBezTo>
                        <a:cubicBezTo>
                          <a:pt x="2310545" y="963896"/>
                          <a:pt x="2345070" y="993354"/>
                          <a:pt x="2293374" y="995516"/>
                        </a:cubicBezTo>
                        <a:cubicBezTo>
                          <a:pt x="2120924" y="1029227"/>
                          <a:pt x="1938488" y="982167"/>
                          <a:pt x="1806678" y="1002890"/>
                        </a:cubicBezTo>
                        <a:cubicBezTo>
                          <a:pt x="1668095" y="988457"/>
                          <a:pt x="1559711" y="997850"/>
                          <a:pt x="1342103" y="988142"/>
                        </a:cubicBezTo>
                        <a:cubicBezTo>
                          <a:pt x="1137961" y="1003859"/>
                          <a:pt x="982826" y="995483"/>
                          <a:pt x="825910" y="980768"/>
                        </a:cubicBezTo>
                        <a:cubicBezTo>
                          <a:pt x="642899" y="992316"/>
                          <a:pt x="395712" y="974187"/>
                          <a:pt x="228600" y="995516"/>
                        </a:cubicBezTo>
                        <a:cubicBezTo>
                          <a:pt x="150788" y="992698"/>
                          <a:pt x="81298" y="972835"/>
                          <a:pt x="0" y="988142"/>
                        </a:cubicBezTo>
                        <a:cubicBezTo>
                          <a:pt x="45781" y="993863"/>
                          <a:pt x="29352" y="979388"/>
                          <a:pt x="51620" y="980768"/>
                        </a:cubicBezTo>
                        <a:close/>
                      </a:path>
                    </a:pathLst>
                  </a:cu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8720" name="Picture 28719">
            <a:extLst>
              <a:ext uri="{FF2B5EF4-FFF2-40B4-BE49-F238E27FC236}">
                <a16:creationId xmlns:a16="http://schemas.microsoft.com/office/drawing/2014/main" id="{778D1701-A4D8-D16D-5FEE-A321B28B4A21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8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535826" y="2981067"/>
            <a:ext cx="694468" cy="330311"/>
          </a:xfrm>
          <a:prstGeom prst="rect">
            <a:avLst/>
          </a:prstGeom>
        </p:spPr>
      </p:pic>
      <p:pic>
        <p:nvPicPr>
          <p:cNvPr id="28721" name="Picture 28720">
            <a:extLst>
              <a:ext uri="{FF2B5EF4-FFF2-40B4-BE49-F238E27FC236}">
                <a16:creationId xmlns:a16="http://schemas.microsoft.com/office/drawing/2014/main" id="{4ABB952F-DBC4-D943-530C-607B331BD9EB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8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386269" y="3479976"/>
            <a:ext cx="654700" cy="311396"/>
          </a:xfrm>
          <a:prstGeom prst="rect">
            <a:avLst/>
          </a:prstGeom>
        </p:spPr>
      </p:pic>
      <p:pic>
        <p:nvPicPr>
          <p:cNvPr id="28723" name="Picture 28722">
            <a:extLst>
              <a:ext uri="{FF2B5EF4-FFF2-40B4-BE49-F238E27FC236}">
                <a16:creationId xmlns:a16="http://schemas.microsoft.com/office/drawing/2014/main" id="{1F2FF64B-93AA-6100-AD7A-BFB550462F37}"/>
              </a:ext>
            </a:extLst>
          </p:cNvPr>
          <p:cNvPicPr>
            <a:picLocks noChangeAspect="1"/>
          </p:cNvPicPr>
          <p:nvPr/>
        </p:nvPicPr>
        <p:blipFill>
          <a:blip r:embed="rId2849">
            <a:extLst>
              <a:ext uri="{BEBA8EAE-BF5A-486C-A8C5-ECC9F3942E4B}">
                <a14:imgProps xmlns:a14="http://schemas.microsoft.com/office/drawing/2010/main">
                  <a14:imgLayer r:embed="rId2850">
                    <a14:imgEffect>
                      <a14:backgroundRemoval t="9957" b="95671" l="9221" r="92623">
                        <a14:foregroundMark x1="45082" y1="94372" x2="45082" y2="94372"/>
                        <a14:foregroundMark x1="57992" y1="95671" x2="57992" y2="95671"/>
                        <a14:foregroundMark x1="92213" y1="40260" x2="92213" y2="40260"/>
                        <a14:foregroundMark x1="92623" y1="80087" x2="92623" y2="800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042088" y="3838666"/>
            <a:ext cx="413050" cy="195522"/>
          </a:xfrm>
          <a:prstGeom prst="rect">
            <a:avLst/>
          </a:prstGeom>
        </p:spPr>
      </p:pic>
      <p:pic>
        <p:nvPicPr>
          <p:cNvPr id="28724" name="Picture 28723">
            <a:extLst>
              <a:ext uri="{FF2B5EF4-FFF2-40B4-BE49-F238E27FC236}">
                <a16:creationId xmlns:a16="http://schemas.microsoft.com/office/drawing/2014/main" id="{F7EB477C-177D-BD82-6854-2AD22E7CADEC}"/>
              </a:ext>
            </a:extLst>
          </p:cNvPr>
          <p:cNvPicPr>
            <a:picLocks noChangeAspect="1"/>
          </p:cNvPicPr>
          <p:nvPr/>
        </p:nvPicPr>
        <p:blipFill>
          <a:blip r:embed="rId2851">
            <a:extLst>
              <a:ext uri="{BEBA8EAE-BF5A-486C-A8C5-ECC9F3942E4B}">
                <a14:imgProps xmlns:a14="http://schemas.microsoft.com/office/drawing/2010/main">
                  <a14:imgLayer r:embed="rId2852">
                    <a14:imgEffect>
                      <a14:backgroundRemoval t="3976" b="89297" l="4375" r="95313">
                        <a14:foregroundMark x1="10625" y1="38532" x2="4375" y2="48012"/>
                        <a14:foregroundMark x1="4375" y1="48012" x2="10625" y2="55352"/>
                        <a14:foregroundMark x1="10625" y1="55352" x2="11875" y2="55963"/>
                        <a14:foregroundMark x1="10625" y1="59327" x2="5000" y2="54434"/>
                        <a14:foregroundMark x1="5000" y1="54434" x2="4375" y2="53211"/>
                        <a14:foregroundMark x1="19375" y1="60245" x2="36406" y2="65443"/>
                        <a14:foregroundMark x1="36406" y1="65443" x2="46563" y2="64220"/>
                        <a14:foregroundMark x1="46563" y1="64220" x2="59219" y2="56269"/>
                        <a14:foregroundMark x1="94375" y1="34557" x2="95313" y2="57187"/>
                        <a14:foregroundMark x1="36719" y1="3976" x2="35781" y2="8563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076271" y="3272735"/>
            <a:ext cx="589991" cy="301449"/>
          </a:xfrm>
          <a:prstGeom prst="rect">
            <a:avLst/>
          </a:prstGeom>
        </p:spPr>
      </p:pic>
      <p:grpSp>
        <p:nvGrpSpPr>
          <p:cNvPr id="21191" name="Group 21190">
            <a:extLst>
              <a:ext uri="{FF2B5EF4-FFF2-40B4-BE49-F238E27FC236}">
                <a16:creationId xmlns:a16="http://schemas.microsoft.com/office/drawing/2014/main" id="{02555470-8F86-5C33-C31E-BDCBAFB64843}"/>
              </a:ext>
            </a:extLst>
          </p:cNvPr>
          <p:cNvGrpSpPr/>
          <p:nvPr/>
        </p:nvGrpSpPr>
        <p:grpSpPr>
          <a:xfrm>
            <a:off x="479988" y="7019678"/>
            <a:ext cx="528325" cy="382983"/>
            <a:chOff x="5470054" y="2950674"/>
            <a:chExt cx="3474435" cy="2518619"/>
          </a:xfrm>
        </p:grpSpPr>
        <p:sp>
          <p:nvSpPr>
            <p:cNvPr id="21192" name="Freeform 21191">
              <a:extLst>
                <a:ext uri="{FF2B5EF4-FFF2-40B4-BE49-F238E27FC236}">
                  <a16:creationId xmlns:a16="http://schemas.microsoft.com/office/drawing/2014/main" id="{F8C3AA87-D5C5-E3AF-3A3A-7E155737465E}"/>
                </a:ext>
              </a:extLst>
            </p:cNvPr>
            <p:cNvSpPr/>
            <p:nvPr/>
          </p:nvSpPr>
          <p:spPr>
            <a:xfrm>
              <a:off x="6635931" y="3048000"/>
              <a:ext cx="1567543" cy="2421293"/>
            </a:xfrm>
            <a:custGeom>
              <a:avLst/>
              <a:gdLst>
                <a:gd name="connsiteX0" fmla="*/ 879566 w 1567543"/>
                <a:gd name="connsiteY0" fmla="*/ 2246811 h 2421293"/>
                <a:gd name="connsiteX1" fmla="*/ 879566 w 1567543"/>
                <a:gd name="connsiteY1" fmla="*/ 1018903 h 2421293"/>
                <a:gd name="connsiteX2" fmla="*/ 870858 w 1567543"/>
                <a:gd name="connsiteY2" fmla="*/ 966651 h 2421293"/>
                <a:gd name="connsiteX3" fmla="*/ 853440 w 1567543"/>
                <a:gd name="connsiteY3" fmla="*/ 896983 h 2421293"/>
                <a:gd name="connsiteX4" fmla="*/ 836023 w 1567543"/>
                <a:gd name="connsiteY4" fmla="*/ 836023 h 2421293"/>
                <a:gd name="connsiteX5" fmla="*/ 818606 w 1567543"/>
                <a:gd name="connsiteY5" fmla="*/ 801189 h 2421293"/>
                <a:gd name="connsiteX6" fmla="*/ 792480 w 1567543"/>
                <a:gd name="connsiteY6" fmla="*/ 757646 h 2421293"/>
                <a:gd name="connsiteX7" fmla="*/ 775063 w 1567543"/>
                <a:gd name="connsiteY7" fmla="*/ 722811 h 2421293"/>
                <a:gd name="connsiteX8" fmla="*/ 722812 w 1567543"/>
                <a:gd name="connsiteY8" fmla="*/ 661851 h 2421293"/>
                <a:gd name="connsiteX9" fmla="*/ 705395 w 1567543"/>
                <a:gd name="connsiteY9" fmla="*/ 627017 h 2421293"/>
                <a:gd name="connsiteX10" fmla="*/ 653143 w 1567543"/>
                <a:gd name="connsiteY10" fmla="*/ 574766 h 2421293"/>
                <a:gd name="connsiteX11" fmla="*/ 635726 w 1567543"/>
                <a:gd name="connsiteY11" fmla="*/ 548640 h 2421293"/>
                <a:gd name="connsiteX12" fmla="*/ 583475 w 1567543"/>
                <a:gd name="connsiteY12" fmla="*/ 513806 h 2421293"/>
                <a:gd name="connsiteX13" fmla="*/ 496389 w 1567543"/>
                <a:gd name="connsiteY13" fmla="*/ 444137 h 2421293"/>
                <a:gd name="connsiteX14" fmla="*/ 461555 w 1567543"/>
                <a:gd name="connsiteY14" fmla="*/ 418011 h 2421293"/>
                <a:gd name="connsiteX15" fmla="*/ 409303 w 1567543"/>
                <a:gd name="connsiteY15" fmla="*/ 400594 h 2421293"/>
                <a:gd name="connsiteX16" fmla="*/ 339635 w 1567543"/>
                <a:gd name="connsiteY16" fmla="*/ 365760 h 2421293"/>
                <a:gd name="connsiteX17" fmla="*/ 235132 w 1567543"/>
                <a:gd name="connsiteY17" fmla="*/ 330926 h 2421293"/>
                <a:gd name="connsiteX18" fmla="*/ 200298 w 1567543"/>
                <a:gd name="connsiteY18" fmla="*/ 322217 h 2421293"/>
                <a:gd name="connsiteX19" fmla="*/ 174172 w 1567543"/>
                <a:gd name="connsiteY19" fmla="*/ 304800 h 2421293"/>
                <a:gd name="connsiteX20" fmla="*/ 104503 w 1567543"/>
                <a:gd name="connsiteY20" fmla="*/ 330926 h 2421293"/>
                <a:gd name="connsiteX21" fmla="*/ 78378 w 1567543"/>
                <a:gd name="connsiteY21" fmla="*/ 339634 h 2421293"/>
                <a:gd name="connsiteX22" fmla="*/ 52252 w 1567543"/>
                <a:gd name="connsiteY22" fmla="*/ 330926 h 2421293"/>
                <a:gd name="connsiteX23" fmla="*/ 17418 w 1567543"/>
                <a:gd name="connsiteY23" fmla="*/ 322217 h 2421293"/>
                <a:gd name="connsiteX24" fmla="*/ 0 w 1567543"/>
                <a:gd name="connsiteY24" fmla="*/ 287383 h 2421293"/>
                <a:gd name="connsiteX25" fmla="*/ 8709 w 1567543"/>
                <a:gd name="connsiteY25" fmla="*/ 252549 h 2421293"/>
                <a:gd name="connsiteX26" fmla="*/ 26126 w 1567543"/>
                <a:gd name="connsiteY26" fmla="*/ 139337 h 2421293"/>
                <a:gd name="connsiteX27" fmla="*/ 34835 w 1567543"/>
                <a:gd name="connsiteY27" fmla="*/ 113211 h 2421293"/>
                <a:gd name="connsiteX28" fmla="*/ 69669 w 1567543"/>
                <a:gd name="connsiteY28" fmla="*/ 60960 h 2421293"/>
                <a:gd name="connsiteX29" fmla="*/ 95795 w 1567543"/>
                <a:gd name="connsiteY29" fmla="*/ 34834 h 2421293"/>
                <a:gd name="connsiteX30" fmla="*/ 130629 w 1567543"/>
                <a:gd name="connsiteY30" fmla="*/ 26126 h 2421293"/>
                <a:gd name="connsiteX31" fmla="*/ 156755 w 1567543"/>
                <a:gd name="connsiteY31" fmla="*/ 17417 h 2421293"/>
                <a:gd name="connsiteX32" fmla="*/ 235132 w 1567543"/>
                <a:gd name="connsiteY32" fmla="*/ 26126 h 2421293"/>
                <a:gd name="connsiteX33" fmla="*/ 217715 w 1567543"/>
                <a:gd name="connsiteY33" fmla="*/ 78377 h 2421293"/>
                <a:gd name="connsiteX34" fmla="*/ 200298 w 1567543"/>
                <a:gd name="connsiteY34" fmla="*/ 139337 h 2421293"/>
                <a:gd name="connsiteX35" fmla="*/ 209006 w 1567543"/>
                <a:gd name="connsiteY35" fmla="*/ 165463 h 2421293"/>
                <a:gd name="connsiteX36" fmla="*/ 269966 w 1567543"/>
                <a:gd name="connsiteY36" fmla="*/ 182880 h 2421293"/>
                <a:gd name="connsiteX37" fmla="*/ 348343 w 1567543"/>
                <a:gd name="connsiteY37" fmla="*/ 191589 h 2421293"/>
                <a:gd name="connsiteX38" fmla="*/ 444138 w 1567543"/>
                <a:gd name="connsiteY38" fmla="*/ 209006 h 2421293"/>
                <a:gd name="connsiteX39" fmla="*/ 513806 w 1567543"/>
                <a:gd name="connsiteY39" fmla="*/ 243840 h 2421293"/>
                <a:gd name="connsiteX40" fmla="*/ 539932 w 1567543"/>
                <a:gd name="connsiteY40" fmla="*/ 252549 h 2421293"/>
                <a:gd name="connsiteX41" fmla="*/ 609600 w 1567543"/>
                <a:gd name="connsiteY41" fmla="*/ 296091 h 2421293"/>
                <a:gd name="connsiteX42" fmla="*/ 627018 w 1567543"/>
                <a:gd name="connsiteY42" fmla="*/ 313509 h 2421293"/>
                <a:gd name="connsiteX43" fmla="*/ 740229 w 1567543"/>
                <a:gd name="connsiteY43" fmla="*/ 409303 h 2421293"/>
                <a:gd name="connsiteX44" fmla="*/ 766355 w 1567543"/>
                <a:gd name="connsiteY44" fmla="*/ 435429 h 2421293"/>
                <a:gd name="connsiteX45" fmla="*/ 801189 w 1567543"/>
                <a:gd name="connsiteY45" fmla="*/ 487680 h 2421293"/>
                <a:gd name="connsiteX46" fmla="*/ 809898 w 1567543"/>
                <a:gd name="connsiteY46" fmla="*/ 513806 h 2421293"/>
                <a:gd name="connsiteX47" fmla="*/ 836023 w 1567543"/>
                <a:gd name="connsiteY47" fmla="*/ 548640 h 2421293"/>
                <a:gd name="connsiteX48" fmla="*/ 870858 w 1567543"/>
                <a:gd name="connsiteY48" fmla="*/ 600891 h 2421293"/>
                <a:gd name="connsiteX49" fmla="*/ 905692 w 1567543"/>
                <a:gd name="connsiteY49" fmla="*/ 653143 h 2421293"/>
                <a:gd name="connsiteX50" fmla="*/ 931818 w 1567543"/>
                <a:gd name="connsiteY50" fmla="*/ 696686 h 2421293"/>
                <a:gd name="connsiteX51" fmla="*/ 940526 w 1567543"/>
                <a:gd name="connsiteY51" fmla="*/ 722811 h 2421293"/>
                <a:gd name="connsiteX52" fmla="*/ 957943 w 1567543"/>
                <a:gd name="connsiteY52" fmla="*/ 740229 h 2421293"/>
                <a:gd name="connsiteX53" fmla="*/ 1010195 w 1567543"/>
                <a:gd name="connsiteY53" fmla="*/ 714103 h 2421293"/>
                <a:gd name="connsiteX54" fmla="*/ 1045029 w 1567543"/>
                <a:gd name="connsiteY54" fmla="*/ 661851 h 2421293"/>
                <a:gd name="connsiteX55" fmla="*/ 1071155 w 1567543"/>
                <a:gd name="connsiteY55" fmla="*/ 583474 h 2421293"/>
                <a:gd name="connsiteX56" fmla="*/ 1079863 w 1567543"/>
                <a:gd name="connsiteY56" fmla="*/ 557349 h 2421293"/>
                <a:gd name="connsiteX57" fmla="*/ 1088572 w 1567543"/>
                <a:gd name="connsiteY57" fmla="*/ 531223 h 2421293"/>
                <a:gd name="connsiteX58" fmla="*/ 1097280 w 1567543"/>
                <a:gd name="connsiteY58" fmla="*/ 487680 h 2421293"/>
                <a:gd name="connsiteX59" fmla="*/ 1114698 w 1567543"/>
                <a:gd name="connsiteY59" fmla="*/ 418011 h 2421293"/>
                <a:gd name="connsiteX60" fmla="*/ 1123406 w 1567543"/>
                <a:gd name="connsiteY60" fmla="*/ 374469 h 2421293"/>
                <a:gd name="connsiteX61" fmla="*/ 1140823 w 1567543"/>
                <a:gd name="connsiteY61" fmla="*/ 304800 h 2421293"/>
                <a:gd name="connsiteX62" fmla="*/ 1158240 w 1567543"/>
                <a:gd name="connsiteY62" fmla="*/ 278674 h 2421293"/>
                <a:gd name="connsiteX63" fmla="*/ 1166949 w 1567543"/>
                <a:gd name="connsiteY63" fmla="*/ 252549 h 2421293"/>
                <a:gd name="connsiteX64" fmla="*/ 1184366 w 1567543"/>
                <a:gd name="connsiteY64" fmla="*/ 226423 h 2421293"/>
                <a:gd name="connsiteX65" fmla="*/ 1288869 w 1567543"/>
                <a:gd name="connsiteY65" fmla="*/ 139337 h 2421293"/>
                <a:gd name="connsiteX66" fmla="*/ 1349829 w 1567543"/>
                <a:gd name="connsiteY66" fmla="*/ 121920 h 2421293"/>
                <a:gd name="connsiteX67" fmla="*/ 1367246 w 1567543"/>
                <a:gd name="connsiteY67" fmla="*/ 95794 h 2421293"/>
                <a:gd name="connsiteX68" fmla="*/ 1367246 w 1567543"/>
                <a:gd name="connsiteY68" fmla="*/ 17417 h 2421293"/>
                <a:gd name="connsiteX69" fmla="*/ 1393372 w 1567543"/>
                <a:gd name="connsiteY69" fmla="*/ 0 h 2421293"/>
                <a:gd name="connsiteX70" fmla="*/ 1445623 w 1567543"/>
                <a:gd name="connsiteY70" fmla="*/ 43543 h 2421293"/>
                <a:gd name="connsiteX71" fmla="*/ 1471749 w 1567543"/>
                <a:gd name="connsiteY71" fmla="*/ 104503 h 2421293"/>
                <a:gd name="connsiteX72" fmla="*/ 1489166 w 1567543"/>
                <a:gd name="connsiteY72" fmla="*/ 139337 h 2421293"/>
                <a:gd name="connsiteX73" fmla="*/ 1524000 w 1567543"/>
                <a:gd name="connsiteY73" fmla="*/ 200297 h 2421293"/>
                <a:gd name="connsiteX74" fmla="*/ 1550126 w 1567543"/>
                <a:gd name="connsiteY74" fmla="*/ 287383 h 2421293"/>
                <a:gd name="connsiteX75" fmla="*/ 1567543 w 1567543"/>
                <a:gd name="connsiteY75" fmla="*/ 339634 h 2421293"/>
                <a:gd name="connsiteX76" fmla="*/ 1558835 w 1567543"/>
                <a:gd name="connsiteY76" fmla="*/ 374469 h 2421293"/>
                <a:gd name="connsiteX77" fmla="*/ 1489166 w 1567543"/>
                <a:gd name="connsiteY77" fmla="*/ 357051 h 2421293"/>
                <a:gd name="connsiteX78" fmla="*/ 1436915 w 1567543"/>
                <a:gd name="connsiteY78" fmla="*/ 322217 h 2421293"/>
                <a:gd name="connsiteX79" fmla="*/ 1419498 w 1567543"/>
                <a:gd name="connsiteY79" fmla="*/ 296091 h 2421293"/>
                <a:gd name="connsiteX80" fmla="*/ 1341120 w 1567543"/>
                <a:gd name="connsiteY80" fmla="*/ 330926 h 2421293"/>
                <a:gd name="connsiteX81" fmla="*/ 1323703 w 1567543"/>
                <a:gd name="connsiteY81" fmla="*/ 383177 h 2421293"/>
                <a:gd name="connsiteX82" fmla="*/ 1297578 w 1567543"/>
                <a:gd name="connsiteY82" fmla="*/ 566057 h 2421293"/>
                <a:gd name="connsiteX83" fmla="*/ 1280160 w 1567543"/>
                <a:gd name="connsiteY83" fmla="*/ 653143 h 2421293"/>
                <a:gd name="connsiteX84" fmla="*/ 1254035 w 1567543"/>
                <a:gd name="connsiteY84" fmla="*/ 740229 h 2421293"/>
                <a:gd name="connsiteX85" fmla="*/ 1193075 w 1567543"/>
                <a:gd name="connsiteY85" fmla="*/ 818606 h 2421293"/>
                <a:gd name="connsiteX86" fmla="*/ 1140823 w 1567543"/>
                <a:gd name="connsiteY86" fmla="*/ 853440 h 2421293"/>
                <a:gd name="connsiteX87" fmla="*/ 1114698 w 1567543"/>
                <a:gd name="connsiteY87" fmla="*/ 870857 h 2421293"/>
                <a:gd name="connsiteX88" fmla="*/ 1088572 w 1567543"/>
                <a:gd name="connsiteY88" fmla="*/ 888274 h 2421293"/>
                <a:gd name="connsiteX89" fmla="*/ 1053738 w 1567543"/>
                <a:gd name="connsiteY89" fmla="*/ 966651 h 2421293"/>
                <a:gd name="connsiteX90" fmla="*/ 1045029 w 1567543"/>
                <a:gd name="connsiteY90" fmla="*/ 992777 h 2421293"/>
                <a:gd name="connsiteX91" fmla="*/ 1027612 w 1567543"/>
                <a:gd name="connsiteY91" fmla="*/ 1053737 h 2421293"/>
                <a:gd name="connsiteX92" fmla="*/ 1010195 w 1567543"/>
                <a:gd name="connsiteY92" fmla="*/ 1201783 h 2421293"/>
                <a:gd name="connsiteX93" fmla="*/ 1018903 w 1567543"/>
                <a:gd name="connsiteY93" fmla="*/ 1602377 h 2421293"/>
                <a:gd name="connsiteX94" fmla="*/ 1027612 w 1567543"/>
                <a:gd name="connsiteY94" fmla="*/ 1750423 h 2421293"/>
                <a:gd name="connsiteX95" fmla="*/ 1036320 w 1567543"/>
                <a:gd name="connsiteY95" fmla="*/ 2046514 h 2421293"/>
                <a:gd name="connsiteX96" fmla="*/ 1045029 w 1567543"/>
                <a:gd name="connsiteY96" fmla="*/ 2220686 h 2421293"/>
                <a:gd name="connsiteX97" fmla="*/ 1053738 w 1567543"/>
                <a:gd name="connsiteY97" fmla="*/ 2272937 h 2421293"/>
                <a:gd name="connsiteX98" fmla="*/ 1071155 w 1567543"/>
                <a:gd name="connsiteY98" fmla="*/ 2299063 h 2421293"/>
                <a:gd name="connsiteX99" fmla="*/ 1123406 w 1567543"/>
                <a:gd name="connsiteY99" fmla="*/ 2316480 h 2421293"/>
                <a:gd name="connsiteX100" fmla="*/ 1149532 w 1567543"/>
                <a:gd name="connsiteY100" fmla="*/ 2342606 h 2421293"/>
                <a:gd name="connsiteX101" fmla="*/ 1166949 w 1567543"/>
                <a:gd name="connsiteY101" fmla="*/ 2368731 h 2421293"/>
                <a:gd name="connsiteX102" fmla="*/ 1132115 w 1567543"/>
                <a:gd name="connsiteY102" fmla="*/ 2360023 h 2421293"/>
                <a:gd name="connsiteX103" fmla="*/ 1062446 w 1567543"/>
                <a:gd name="connsiteY103" fmla="*/ 2325189 h 2421293"/>
                <a:gd name="connsiteX104" fmla="*/ 1027612 w 1567543"/>
                <a:gd name="connsiteY104" fmla="*/ 2307771 h 2421293"/>
                <a:gd name="connsiteX105" fmla="*/ 1001486 w 1567543"/>
                <a:gd name="connsiteY105" fmla="*/ 2299063 h 2421293"/>
                <a:gd name="connsiteX106" fmla="*/ 966652 w 1567543"/>
                <a:gd name="connsiteY106" fmla="*/ 2307771 h 2421293"/>
                <a:gd name="connsiteX107" fmla="*/ 966652 w 1567543"/>
                <a:gd name="connsiteY107" fmla="*/ 2377440 h 2421293"/>
                <a:gd name="connsiteX108" fmla="*/ 957943 w 1567543"/>
                <a:gd name="connsiteY108" fmla="*/ 2403566 h 2421293"/>
                <a:gd name="connsiteX109" fmla="*/ 949235 w 1567543"/>
                <a:gd name="connsiteY109" fmla="*/ 2377440 h 2421293"/>
                <a:gd name="connsiteX110" fmla="*/ 940526 w 1567543"/>
                <a:gd name="connsiteY110" fmla="*/ 2316480 h 2421293"/>
                <a:gd name="connsiteX111" fmla="*/ 896983 w 1567543"/>
                <a:gd name="connsiteY111" fmla="*/ 2325189 h 2421293"/>
                <a:gd name="connsiteX112" fmla="*/ 862149 w 1567543"/>
                <a:gd name="connsiteY112" fmla="*/ 2377440 h 2421293"/>
                <a:gd name="connsiteX113" fmla="*/ 844732 w 1567543"/>
                <a:gd name="connsiteY113" fmla="*/ 2403566 h 2421293"/>
                <a:gd name="connsiteX114" fmla="*/ 818606 w 1567543"/>
                <a:gd name="connsiteY114" fmla="*/ 2420983 h 2421293"/>
                <a:gd name="connsiteX115" fmla="*/ 827315 w 1567543"/>
                <a:gd name="connsiteY115" fmla="*/ 2368731 h 2421293"/>
                <a:gd name="connsiteX116" fmla="*/ 844732 w 1567543"/>
                <a:gd name="connsiteY116" fmla="*/ 2342606 h 2421293"/>
                <a:gd name="connsiteX117" fmla="*/ 853440 w 1567543"/>
                <a:gd name="connsiteY117" fmla="*/ 2316480 h 2421293"/>
                <a:gd name="connsiteX118" fmla="*/ 809898 w 1567543"/>
                <a:gd name="connsiteY118" fmla="*/ 2325189 h 2421293"/>
                <a:gd name="connsiteX119" fmla="*/ 792480 w 1567543"/>
                <a:gd name="connsiteY119" fmla="*/ 2342606 h 2421293"/>
                <a:gd name="connsiteX120" fmla="*/ 731520 w 1567543"/>
                <a:gd name="connsiteY120" fmla="*/ 2412274 h 2421293"/>
                <a:gd name="connsiteX121" fmla="*/ 705395 w 1567543"/>
                <a:gd name="connsiteY121" fmla="*/ 2420983 h 2421293"/>
                <a:gd name="connsiteX122" fmla="*/ 653143 w 1567543"/>
                <a:gd name="connsiteY122" fmla="*/ 2412274 h 2421293"/>
                <a:gd name="connsiteX123" fmla="*/ 687978 w 1567543"/>
                <a:gd name="connsiteY123" fmla="*/ 2342606 h 2421293"/>
                <a:gd name="connsiteX124" fmla="*/ 740229 w 1567543"/>
                <a:gd name="connsiteY124" fmla="*/ 2307771 h 2421293"/>
                <a:gd name="connsiteX125" fmla="*/ 766355 w 1567543"/>
                <a:gd name="connsiteY125" fmla="*/ 2290354 h 2421293"/>
                <a:gd name="connsiteX126" fmla="*/ 879566 w 1567543"/>
                <a:gd name="connsiteY126" fmla="*/ 2264229 h 2421293"/>
                <a:gd name="connsiteX127" fmla="*/ 879566 w 1567543"/>
                <a:gd name="connsiteY127" fmla="*/ 2246811 h 2421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567543" h="2421293">
                  <a:moveTo>
                    <a:pt x="879566" y="2246811"/>
                  </a:moveTo>
                  <a:cubicBezTo>
                    <a:pt x="879566" y="2039257"/>
                    <a:pt x="895381" y="2070639"/>
                    <a:pt x="879566" y="1018903"/>
                  </a:cubicBezTo>
                  <a:cubicBezTo>
                    <a:pt x="879301" y="1001247"/>
                    <a:pt x="874558" y="983917"/>
                    <a:pt x="870858" y="966651"/>
                  </a:cubicBezTo>
                  <a:cubicBezTo>
                    <a:pt x="865842" y="943245"/>
                    <a:pt x="859246" y="920206"/>
                    <a:pt x="853440" y="896983"/>
                  </a:cubicBezTo>
                  <a:cubicBezTo>
                    <a:pt x="849019" y="879299"/>
                    <a:pt x="843521" y="853519"/>
                    <a:pt x="836023" y="836023"/>
                  </a:cubicBezTo>
                  <a:cubicBezTo>
                    <a:pt x="830909" y="824091"/>
                    <a:pt x="823720" y="813121"/>
                    <a:pt x="818606" y="801189"/>
                  </a:cubicBezTo>
                  <a:cubicBezTo>
                    <a:pt x="801649" y="761621"/>
                    <a:pt x="821446" y="786610"/>
                    <a:pt x="792480" y="757646"/>
                  </a:cubicBezTo>
                  <a:cubicBezTo>
                    <a:pt x="786674" y="746034"/>
                    <a:pt x="782609" y="733375"/>
                    <a:pt x="775063" y="722811"/>
                  </a:cubicBezTo>
                  <a:cubicBezTo>
                    <a:pt x="703804" y="623047"/>
                    <a:pt x="797424" y="781231"/>
                    <a:pt x="722812" y="661851"/>
                  </a:cubicBezTo>
                  <a:cubicBezTo>
                    <a:pt x="715932" y="650842"/>
                    <a:pt x="713505" y="637154"/>
                    <a:pt x="705395" y="627017"/>
                  </a:cubicBezTo>
                  <a:cubicBezTo>
                    <a:pt x="690008" y="607783"/>
                    <a:pt x="666806" y="595261"/>
                    <a:pt x="653143" y="574766"/>
                  </a:cubicBezTo>
                  <a:cubicBezTo>
                    <a:pt x="647337" y="566057"/>
                    <a:pt x="643603" y="555532"/>
                    <a:pt x="635726" y="548640"/>
                  </a:cubicBezTo>
                  <a:cubicBezTo>
                    <a:pt x="619973" y="534856"/>
                    <a:pt x="583475" y="513806"/>
                    <a:pt x="583475" y="513806"/>
                  </a:cubicBezTo>
                  <a:cubicBezTo>
                    <a:pt x="545864" y="457388"/>
                    <a:pt x="588026" y="512866"/>
                    <a:pt x="496389" y="444137"/>
                  </a:cubicBezTo>
                  <a:cubicBezTo>
                    <a:pt x="484778" y="435428"/>
                    <a:pt x="474537" y="424502"/>
                    <a:pt x="461555" y="418011"/>
                  </a:cubicBezTo>
                  <a:cubicBezTo>
                    <a:pt x="445134" y="409800"/>
                    <a:pt x="425724" y="408805"/>
                    <a:pt x="409303" y="400594"/>
                  </a:cubicBezTo>
                  <a:lnTo>
                    <a:pt x="339635" y="365760"/>
                  </a:lnTo>
                  <a:cubicBezTo>
                    <a:pt x="283391" y="337638"/>
                    <a:pt x="317392" y="351491"/>
                    <a:pt x="235132" y="330926"/>
                  </a:cubicBezTo>
                  <a:lnTo>
                    <a:pt x="200298" y="322217"/>
                  </a:lnTo>
                  <a:cubicBezTo>
                    <a:pt x="191589" y="316411"/>
                    <a:pt x="184558" y="306098"/>
                    <a:pt x="174172" y="304800"/>
                  </a:cubicBezTo>
                  <a:cubicBezTo>
                    <a:pt x="133848" y="299760"/>
                    <a:pt x="133411" y="316472"/>
                    <a:pt x="104503" y="330926"/>
                  </a:cubicBezTo>
                  <a:cubicBezTo>
                    <a:pt x="96293" y="335031"/>
                    <a:pt x="87086" y="336731"/>
                    <a:pt x="78378" y="339634"/>
                  </a:cubicBezTo>
                  <a:cubicBezTo>
                    <a:pt x="69669" y="336731"/>
                    <a:pt x="61078" y="333448"/>
                    <a:pt x="52252" y="330926"/>
                  </a:cubicBezTo>
                  <a:cubicBezTo>
                    <a:pt x="40744" y="327638"/>
                    <a:pt x="26613" y="329879"/>
                    <a:pt x="17418" y="322217"/>
                  </a:cubicBezTo>
                  <a:cubicBezTo>
                    <a:pt x="7445" y="313906"/>
                    <a:pt x="5806" y="298994"/>
                    <a:pt x="0" y="287383"/>
                  </a:cubicBezTo>
                  <a:cubicBezTo>
                    <a:pt x="2903" y="275772"/>
                    <a:pt x="6741" y="264355"/>
                    <a:pt x="8709" y="252549"/>
                  </a:cubicBezTo>
                  <a:cubicBezTo>
                    <a:pt x="19283" y="189108"/>
                    <a:pt x="12810" y="192601"/>
                    <a:pt x="26126" y="139337"/>
                  </a:cubicBezTo>
                  <a:cubicBezTo>
                    <a:pt x="28352" y="130431"/>
                    <a:pt x="30377" y="121236"/>
                    <a:pt x="34835" y="113211"/>
                  </a:cubicBezTo>
                  <a:cubicBezTo>
                    <a:pt x="45001" y="94913"/>
                    <a:pt x="54867" y="75762"/>
                    <a:pt x="69669" y="60960"/>
                  </a:cubicBezTo>
                  <a:cubicBezTo>
                    <a:pt x="78378" y="52251"/>
                    <a:pt x="85102" y="40944"/>
                    <a:pt x="95795" y="34834"/>
                  </a:cubicBezTo>
                  <a:cubicBezTo>
                    <a:pt x="106187" y="28896"/>
                    <a:pt x="119121" y="29414"/>
                    <a:pt x="130629" y="26126"/>
                  </a:cubicBezTo>
                  <a:cubicBezTo>
                    <a:pt x="139456" y="23604"/>
                    <a:pt x="148046" y="20320"/>
                    <a:pt x="156755" y="17417"/>
                  </a:cubicBezTo>
                  <a:cubicBezTo>
                    <a:pt x="182881" y="20320"/>
                    <a:pt x="216545" y="7539"/>
                    <a:pt x="235132" y="26126"/>
                  </a:cubicBezTo>
                  <a:cubicBezTo>
                    <a:pt x="248114" y="39108"/>
                    <a:pt x="223521" y="60960"/>
                    <a:pt x="217715" y="78377"/>
                  </a:cubicBezTo>
                  <a:cubicBezTo>
                    <a:pt x="205220" y="115861"/>
                    <a:pt x="211234" y="95592"/>
                    <a:pt x="200298" y="139337"/>
                  </a:cubicBezTo>
                  <a:cubicBezTo>
                    <a:pt x="203201" y="148046"/>
                    <a:pt x="202515" y="158972"/>
                    <a:pt x="209006" y="165463"/>
                  </a:cubicBezTo>
                  <a:cubicBezTo>
                    <a:pt x="213143" y="169600"/>
                    <a:pt x="269701" y="182839"/>
                    <a:pt x="269966" y="182880"/>
                  </a:cubicBezTo>
                  <a:cubicBezTo>
                    <a:pt x="295947" y="186877"/>
                    <a:pt x="322287" y="188115"/>
                    <a:pt x="348343" y="191589"/>
                  </a:cubicBezTo>
                  <a:cubicBezTo>
                    <a:pt x="381786" y="196048"/>
                    <a:pt x="411287" y="202435"/>
                    <a:pt x="444138" y="209006"/>
                  </a:cubicBezTo>
                  <a:cubicBezTo>
                    <a:pt x="467361" y="220617"/>
                    <a:pt x="489175" y="235629"/>
                    <a:pt x="513806" y="243840"/>
                  </a:cubicBezTo>
                  <a:cubicBezTo>
                    <a:pt x="522515" y="246743"/>
                    <a:pt x="531873" y="248153"/>
                    <a:pt x="539932" y="252549"/>
                  </a:cubicBezTo>
                  <a:cubicBezTo>
                    <a:pt x="563973" y="265662"/>
                    <a:pt x="590236" y="276727"/>
                    <a:pt x="609600" y="296091"/>
                  </a:cubicBezTo>
                  <a:cubicBezTo>
                    <a:pt x="615406" y="301897"/>
                    <a:pt x="620449" y="308582"/>
                    <a:pt x="627018" y="313509"/>
                  </a:cubicBezTo>
                  <a:cubicBezTo>
                    <a:pt x="728568" y="389672"/>
                    <a:pt x="629613" y="298687"/>
                    <a:pt x="740229" y="409303"/>
                  </a:cubicBezTo>
                  <a:cubicBezTo>
                    <a:pt x="748938" y="418012"/>
                    <a:pt x="759523" y="425182"/>
                    <a:pt x="766355" y="435429"/>
                  </a:cubicBezTo>
                  <a:cubicBezTo>
                    <a:pt x="777966" y="452846"/>
                    <a:pt x="794569" y="467822"/>
                    <a:pt x="801189" y="487680"/>
                  </a:cubicBezTo>
                  <a:cubicBezTo>
                    <a:pt x="804092" y="496389"/>
                    <a:pt x="805344" y="505836"/>
                    <a:pt x="809898" y="513806"/>
                  </a:cubicBezTo>
                  <a:cubicBezTo>
                    <a:pt x="817099" y="526408"/>
                    <a:pt x="827700" y="536750"/>
                    <a:pt x="836023" y="548640"/>
                  </a:cubicBezTo>
                  <a:cubicBezTo>
                    <a:pt x="848027" y="565789"/>
                    <a:pt x="870858" y="600891"/>
                    <a:pt x="870858" y="600891"/>
                  </a:cubicBezTo>
                  <a:cubicBezTo>
                    <a:pt x="891563" y="663012"/>
                    <a:pt x="862203" y="587909"/>
                    <a:pt x="905692" y="653143"/>
                  </a:cubicBezTo>
                  <a:cubicBezTo>
                    <a:pt x="950908" y="720968"/>
                    <a:pt x="877577" y="642448"/>
                    <a:pt x="931818" y="696686"/>
                  </a:cubicBezTo>
                  <a:cubicBezTo>
                    <a:pt x="934721" y="705394"/>
                    <a:pt x="935803" y="714940"/>
                    <a:pt x="940526" y="722811"/>
                  </a:cubicBezTo>
                  <a:cubicBezTo>
                    <a:pt x="944750" y="729852"/>
                    <a:pt x="949892" y="738619"/>
                    <a:pt x="957943" y="740229"/>
                  </a:cubicBezTo>
                  <a:cubicBezTo>
                    <a:pt x="971809" y="743002"/>
                    <a:pt x="1001730" y="719746"/>
                    <a:pt x="1010195" y="714103"/>
                  </a:cubicBezTo>
                  <a:cubicBezTo>
                    <a:pt x="1021806" y="696686"/>
                    <a:pt x="1038409" y="681710"/>
                    <a:pt x="1045029" y="661851"/>
                  </a:cubicBezTo>
                  <a:lnTo>
                    <a:pt x="1071155" y="583474"/>
                  </a:lnTo>
                  <a:lnTo>
                    <a:pt x="1079863" y="557349"/>
                  </a:lnTo>
                  <a:cubicBezTo>
                    <a:pt x="1082766" y="548640"/>
                    <a:pt x="1086772" y="540225"/>
                    <a:pt x="1088572" y="531223"/>
                  </a:cubicBezTo>
                  <a:cubicBezTo>
                    <a:pt x="1091475" y="516709"/>
                    <a:pt x="1093952" y="502103"/>
                    <a:pt x="1097280" y="487680"/>
                  </a:cubicBezTo>
                  <a:cubicBezTo>
                    <a:pt x="1102663" y="464355"/>
                    <a:pt x="1110004" y="441484"/>
                    <a:pt x="1114698" y="418011"/>
                  </a:cubicBezTo>
                  <a:cubicBezTo>
                    <a:pt x="1117601" y="403497"/>
                    <a:pt x="1120078" y="388891"/>
                    <a:pt x="1123406" y="374469"/>
                  </a:cubicBezTo>
                  <a:cubicBezTo>
                    <a:pt x="1128788" y="351144"/>
                    <a:pt x="1127545" y="324717"/>
                    <a:pt x="1140823" y="304800"/>
                  </a:cubicBezTo>
                  <a:cubicBezTo>
                    <a:pt x="1146629" y="296091"/>
                    <a:pt x="1153559" y="288035"/>
                    <a:pt x="1158240" y="278674"/>
                  </a:cubicBezTo>
                  <a:cubicBezTo>
                    <a:pt x="1162345" y="270464"/>
                    <a:pt x="1162844" y="260759"/>
                    <a:pt x="1166949" y="252549"/>
                  </a:cubicBezTo>
                  <a:cubicBezTo>
                    <a:pt x="1171630" y="243188"/>
                    <a:pt x="1177412" y="234246"/>
                    <a:pt x="1184366" y="226423"/>
                  </a:cubicBezTo>
                  <a:cubicBezTo>
                    <a:pt x="1204788" y="203448"/>
                    <a:pt x="1255752" y="150375"/>
                    <a:pt x="1288869" y="139337"/>
                  </a:cubicBezTo>
                  <a:cubicBezTo>
                    <a:pt x="1326350" y="126844"/>
                    <a:pt x="1306089" y="132856"/>
                    <a:pt x="1349829" y="121920"/>
                  </a:cubicBezTo>
                  <a:cubicBezTo>
                    <a:pt x="1355635" y="113211"/>
                    <a:pt x="1365766" y="106155"/>
                    <a:pt x="1367246" y="95794"/>
                  </a:cubicBezTo>
                  <a:cubicBezTo>
                    <a:pt x="1375182" y="40246"/>
                    <a:pt x="1331168" y="80554"/>
                    <a:pt x="1367246" y="17417"/>
                  </a:cubicBezTo>
                  <a:cubicBezTo>
                    <a:pt x="1372439" y="8330"/>
                    <a:pt x="1384663" y="5806"/>
                    <a:pt x="1393372" y="0"/>
                  </a:cubicBezTo>
                  <a:cubicBezTo>
                    <a:pt x="1414206" y="13889"/>
                    <a:pt x="1430383" y="22206"/>
                    <a:pt x="1445623" y="43543"/>
                  </a:cubicBezTo>
                  <a:cubicBezTo>
                    <a:pt x="1466253" y="72425"/>
                    <a:pt x="1459566" y="76076"/>
                    <a:pt x="1471749" y="104503"/>
                  </a:cubicBezTo>
                  <a:cubicBezTo>
                    <a:pt x="1476863" y="116435"/>
                    <a:pt x="1482725" y="128066"/>
                    <a:pt x="1489166" y="139337"/>
                  </a:cubicBezTo>
                  <a:cubicBezTo>
                    <a:pt x="1510113" y="175994"/>
                    <a:pt x="1506456" y="156437"/>
                    <a:pt x="1524000" y="200297"/>
                  </a:cubicBezTo>
                  <a:cubicBezTo>
                    <a:pt x="1548637" y="261888"/>
                    <a:pt x="1534727" y="236051"/>
                    <a:pt x="1550126" y="287383"/>
                  </a:cubicBezTo>
                  <a:cubicBezTo>
                    <a:pt x="1555401" y="304968"/>
                    <a:pt x="1567543" y="339634"/>
                    <a:pt x="1567543" y="339634"/>
                  </a:cubicBezTo>
                  <a:cubicBezTo>
                    <a:pt x="1564640" y="351246"/>
                    <a:pt x="1569540" y="369116"/>
                    <a:pt x="1558835" y="374469"/>
                  </a:cubicBezTo>
                  <a:cubicBezTo>
                    <a:pt x="1554771" y="376501"/>
                    <a:pt x="1499268" y="362663"/>
                    <a:pt x="1489166" y="357051"/>
                  </a:cubicBezTo>
                  <a:cubicBezTo>
                    <a:pt x="1470868" y="346885"/>
                    <a:pt x="1436915" y="322217"/>
                    <a:pt x="1436915" y="322217"/>
                  </a:cubicBezTo>
                  <a:cubicBezTo>
                    <a:pt x="1431109" y="313508"/>
                    <a:pt x="1429884" y="297389"/>
                    <a:pt x="1419498" y="296091"/>
                  </a:cubicBezTo>
                  <a:cubicBezTo>
                    <a:pt x="1393318" y="292819"/>
                    <a:pt x="1361999" y="317007"/>
                    <a:pt x="1341120" y="330926"/>
                  </a:cubicBezTo>
                  <a:cubicBezTo>
                    <a:pt x="1335314" y="348343"/>
                    <a:pt x="1325980" y="364960"/>
                    <a:pt x="1323703" y="383177"/>
                  </a:cubicBezTo>
                  <a:cubicBezTo>
                    <a:pt x="1316069" y="444253"/>
                    <a:pt x="1308929" y="505520"/>
                    <a:pt x="1297578" y="566057"/>
                  </a:cubicBezTo>
                  <a:cubicBezTo>
                    <a:pt x="1292122" y="595154"/>
                    <a:pt x="1287340" y="624423"/>
                    <a:pt x="1280160" y="653143"/>
                  </a:cubicBezTo>
                  <a:cubicBezTo>
                    <a:pt x="1275292" y="672616"/>
                    <a:pt x="1262516" y="727508"/>
                    <a:pt x="1254035" y="740229"/>
                  </a:cubicBezTo>
                  <a:cubicBezTo>
                    <a:pt x="1233777" y="770615"/>
                    <a:pt x="1221406" y="796571"/>
                    <a:pt x="1193075" y="818606"/>
                  </a:cubicBezTo>
                  <a:cubicBezTo>
                    <a:pt x="1176552" y="831458"/>
                    <a:pt x="1158240" y="841829"/>
                    <a:pt x="1140823" y="853440"/>
                  </a:cubicBezTo>
                  <a:lnTo>
                    <a:pt x="1114698" y="870857"/>
                  </a:lnTo>
                  <a:lnTo>
                    <a:pt x="1088572" y="888274"/>
                  </a:lnTo>
                  <a:cubicBezTo>
                    <a:pt x="1060971" y="929676"/>
                    <a:pt x="1074465" y="904470"/>
                    <a:pt x="1053738" y="966651"/>
                  </a:cubicBezTo>
                  <a:lnTo>
                    <a:pt x="1045029" y="992777"/>
                  </a:lnTo>
                  <a:cubicBezTo>
                    <a:pt x="1037566" y="1015165"/>
                    <a:pt x="1031987" y="1029675"/>
                    <a:pt x="1027612" y="1053737"/>
                  </a:cubicBezTo>
                  <a:cubicBezTo>
                    <a:pt x="1019054" y="1100808"/>
                    <a:pt x="1014867" y="1155059"/>
                    <a:pt x="1010195" y="1201783"/>
                  </a:cubicBezTo>
                  <a:cubicBezTo>
                    <a:pt x="1013098" y="1335314"/>
                    <a:pt x="1014665" y="1468881"/>
                    <a:pt x="1018903" y="1602377"/>
                  </a:cubicBezTo>
                  <a:cubicBezTo>
                    <a:pt x="1020472" y="1651786"/>
                    <a:pt x="1025675" y="1701027"/>
                    <a:pt x="1027612" y="1750423"/>
                  </a:cubicBezTo>
                  <a:cubicBezTo>
                    <a:pt x="1031481" y="1849087"/>
                    <a:pt x="1032666" y="1947842"/>
                    <a:pt x="1036320" y="2046514"/>
                  </a:cubicBezTo>
                  <a:cubicBezTo>
                    <a:pt x="1038471" y="2104604"/>
                    <a:pt x="1040570" y="2162727"/>
                    <a:pt x="1045029" y="2220686"/>
                  </a:cubicBezTo>
                  <a:cubicBezTo>
                    <a:pt x="1046383" y="2238291"/>
                    <a:pt x="1048154" y="2256186"/>
                    <a:pt x="1053738" y="2272937"/>
                  </a:cubicBezTo>
                  <a:cubicBezTo>
                    <a:pt x="1057048" y="2282866"/>
                    <a:pt x="1062279" y="2293516"/>
                    <a:pt x="1071155" y="2299063"/>
                  </a:cubicBezTo>
                  <a:cubicBezTo>
                    <a:pt x="1086723" y="2308793"/>
                    <a:pt x="1123406" y="2316480"/>
                    <a:pt x="1123406" y="2316480"/>
                  </a:cubicBezTo>
                  <a:cubicBezTo>
                    <a:pt x="1132115" y="2325189"/>
                    <a:pt x="1141647" y="2333145"/>
                    <a:pt x="1149532" y="2342606"/>
                  </a:cubicBezTo>
                  <a:cubicBezTo>
                    <a:pt x="1156232" y="2350646"/>
                    <a:pt x="1174350" y="2361330"/>
                    <a:pt x="1166949" y="2368731"/>
                  </a:cubicBezTo>
                  <a:cubicBezTo>
                    <a:pt x="1158486" y="2377194"/>
                    <a:pt x="1143726" y="2362926"/>
                    <a:pt x="1132115" y="2360023"/>
                  </a:cubicBezTo>
                  <a:lnTo>
                    <a:pt x="1062446" y="2325189"/>
                  </a:lnTo>
                  <a:cubicBezTo>
                    <a:pt x="1050835" y="2319383"/>
                    <a:pt x="1039928" y="2311876"/>
                    <a:pt x="1027612" y="2307771"/>
                  </a:cubicBezTo>
                  <a:lnTo>
                    <a:pt x="1001486" y="2299063"/>
                  </a:lnTo>
                  <a:cubicBezTo>
                    <a:pt x="989875" y="2301966"/>
                    <a:pt x="975998" y="2300294"/>
                    <a:pt x="966652" y="2307771"/>
                  </a:cubicBezTo>
                  <a:cubicBezTo>
                    <a:pt x="948183" y="2322546"/>
                    <a:pt x="964332" y="2365841"/>
                    <a:pt x="966652" y="2377440"/>
                  </a:cubicBezTo>
                  <a:cubicBezTo>
                    <a:pt x="963749" y="2386149"/>
                    <a:pt x="967123" y="2403566"/>
                    <a:pt x="957943" y="2403566"/>
                  </a:cubicBezTo>
                  <a:cubicBezTo>
                    <a:pt x="948763" y="2403566"/>
                    <a:pt x="951035" y="2386441"/>
                    <a:pt x="949235" y="2377440"/>
                  </a:cubicBezTo>
                  <a:cubicBezTo>
                    <a:pt x="945210" y="2357312"/>
                    <a:pt x="943429" y="2336800"/>
                    <a:pt x="940526" y="2316480"/>
                  </a:cubicBezTo>
                  <a:cubicBezTo>
                    <a:pt x="926012" y="2319383"/>
                    <a:pt x="908667" y="2316102"/>
                    <a:pt x="896983" y="2325189"/>
                  </a:cubicBezTo>
                  <a:cubicBezTo>
                    <a:pt x="880460" y="2338040"/>
                    <a:pt x="873760" y="2360023"/>
                    <a:pt x="862149" y="2377440"/>
                  </a:cubicBezTo>
                  <a:cubicBezTo>
                    <a:pt x="856343" y="2386149"/>
                    <a:pt x="853441" y="2397760"/>
                    <a:pt x="844732" y="2403566"/>
                  </a:cubicBezTo>
                  <a:lnTo>
                    <a:pt x="818606" y="2420983"/>
                  </a:lnTo>
                  <a:cubicBezTo>
                    <a:pt x="821509" y="2403566"/>
                    <a:pt x="821731" y="2385482"/>
                    <a:pt x="827315" y="2368731"/>
                  </a:cubicBezTo>
                  <a:cubicBezTo>
                    <a:pt x="830625" y="2358802"/>
                    <a:pt x="840051" y="2351967"/>
                    <a:pt x="844732" y="2342606"/>
                  </a:cubicBezTo>
                  <a:cubicBezTo>
                    <a:pt x="848837" y="2334395"/>
                    <a:pt x="861651" y="2320585"/>
                    <a:pt x="853440" y="2316480"/>
                  </a:cubicBezTo>
                  <a:cubicBezTo>
                    <a:pt x="840201" y="2309861"/>
                    <a:pt x="824412" y="2322286"/>
                    <a:pt x="809898" y="2325189"/>
                  </a:cubicBezTo>
                  <a:cubicBezTo>
                    <a:pt x="804092" y="2330995"/>
                    <a:pt x="797609" y="2336195"/>
                    <a:pt x="792480" y="2342606"/>
                  </a:cubicBezTo>
                  <a:cubicBezTo>
                    <a:pt x="774712" y="2364815"/>
                    <a:pt x="760821" y="2402506"/>
                    <a:pt x="731520" y="2412274"/>
                  </a:cubicBezTo>
                  <a:lnTo>
                    <a:pt x="705395" y="2420983"/>
                  </a:lnTo>
                  <a:cubicBezTo>
                    <a:pt x="687978" y="2418080"/>
                    <a:pt x="661904" y="2427605"/>
                    <a:pt x="653143" y="2412274"/>
                  </a:cubicBezTo>
                  <a:cubicBezTo>
                    <a:pt x="641927" y="2392646"/>
                    <a:pt x="671545" y="2354931"/>
                    <a:pt x="687978" y="2342606"/>
                  </a:cubicBezTo>
                  <a:cubicBezTo>
                    <a:pt x="704724" y="2330046"/>
                    <a:pt x="722812" y="2319383"/>
                    <a:pt x="740229" y="2307771"/>
                  </a:cubicBezTo>
                  <a:cubicBezTo>
                    <a:pt x="748938" y="2301965"/>
                    <a:pt x="756426" y="2293664"/>
                    <a:pt x="766355" y="2290354"/>
                  </a:cubicBezTo>
                  <a:cubicBezTo>
                    <a:pt x="832013" y="2268468"/>
                    <a:pt x="807214" y="2273272"/>
                    <a:pt x="879566" y="2264229"/>
                  </a:cubicBezTo>
                  <a:cubicBezTo>
                    <a:pt x="882447" y="2263869"/>
                    <a:pt x="879566" y="2454365"/>
                    <a:pt x="879566" y="2246811"/>
                  </a:cubicBezTo>
                  <a:close/>
                </a:path>
              </a:pathLst>
            </a:custGeom>
            <a:solidFill>
              <a:srgbClr val="7F6E4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3" name="Freeform 21192">
              <a:extLst>
                <a:ext uri="{FF2B5EF4-FFF2-40B4-BE49-F238E27FC236}">
                  <a16:creationId xmlns:a16="http://schemas.microsoft.com/office/drawing/2014/main" id="{7DBA6DCD-FD6D-FA97-9C00-3E4DC924360E}"/>
                </a:ext>
              </a:extLst>
            </p:cNvPr>
            <p:cNvSpPr/>
            <p:nvPr/>
          </p:nvSpPr>
          <p:spPr>
            <a:xfrm>
              <a:off x="8157860" y="3257006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4" name="Freeform 21193">
              <a:extLst>
                <a:ext uri="{FF2B5EF4-FFF2-40B4-BE49-F238E27FC236}">
                  <a16:creationId xmlns:a16="http://schemas.microsoft.com/office/drawing/2014/main" id="{192FBE78-CE6D-D420-E928-11A0FBB13CD6}"/>
                </a:ext>
              </a:extLst>
            </p:cNvPr>
            <p:cNvSpPr/>
            <p:nvPr/>
          </p:nvSpPr>
          <p:spPr>
            <a:xfrm>
              <a:off x="8139963" y="3149442"/>
              <a:ext cx="698757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5" name="Freeform 21194">
              <a:extLst>
                <a:ext uri="{FF2B5EF4-FFF2-40B4-BE49-F238E27FC236}">
                  <a16:creationId xmlns:a16="http://schemas.microsoft.com/office/drawing/2014/main" id="{F2CAC0A5-7BA7-3E55-75B9-D9C5A82F66A4}"/>
                </a:ext>
              </a:extLst>
            </p:cNvPr>
            <p:cNvSpPr/>
            <p:nvPr/>
          </p:nvSpPr>
          <p:spPr>
            <a:xfrm rot="20728946">
              <a:off x="8245732" y="2950674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6" name="Freeform 21195">
              <a:extLst>
                <a:ext uri="{FF2B5EF4-FFF2-40B4-BE49-F238E27FC236}">
                  <a16:creationId xmlns:a16="http://schemas.microsoft.com/office/drawing/2014/main" id="{11CF974C-6E01-3BDF-F307-3DF2DBAC6BCC}"/>
                </a:ext>
              </a:extLst>
            </p:cNvPr>
            <p:cNvSpPr/>
            <p:nvPr/>
          </p:nvSpPr>
          <p:spPr>
            <a:xfrm rot="740081" flipH="1">
              <a:off x="5470054" y="3164927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7" name="Freeform 21196">
              <a:extLst>
                <a:ext uri="{FF2B5EF4-FFF2-40B4-BE49-F238E27FC236}">
                  <a16:creationId xmlns:a16="http://schemas.microsoft.com/office/drawing/2014/main" id="{DDE55350-E87C-79BB-8931-A27E323303A7}"/>
                </a:ext>
              </a:extLst>
            </p:cNvPr>
            <p:cNvSpPr/>
            <p:nvPr/>
          </p:nvSpPr>
          <p:spPr>
            <a:xfrm rot="740081" flipH="1">
              <a:off x="5539122" y="3059809"/>
              <a:ext cx="1031458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8" name="Freeform 21197">
              <a:extLst>
                <a:ext uri="{FF2B5EF4-FFF2-40B4-BE49-F238E27FC236}">
                  <a16:creationId xmlns:a16="http://schemas.microsoft.com/office/drawing/2014/main" id="{4970588D-938B-CD98-445B-0D9B056AAF6D}"/>
                </a:ext>
              </a:extLst>
            </p:cNvPr>
            <p:cNvSpPr/>
            <p:nvPr/>
          </p:nvSpPr>
          <p:spPr>
            <a:xfrm rot="21469027" flipH="1">
              <a:off x="5752580" y="3091923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199" name="Group 21198">
            <a:extLst>
              <a:ext uri="{FF2B5EF4-FFF2-40B4-BE49-F238E27FC236}">
                <a16:creationId xmlns:a16="http://schemas.microsoft.com/office/drawing/2014/main" id="{63AD2FD1-19BE-FDA3-181C-BCE488443041}"/>
              </a:ext>
            </a:extLst>
          </p:cNvPr>
          <p:cNvGrpSpPr/>
          <p:nvPr/>
        </p:nvGrpSpPr>
        <p:grpSpPr>
          <a:xfrm>
            <a:off x="254507" y="7148562"/>
            <a:ext cx="528325" cy="382983"/>
            <a:chOff x="5470054" y="2950674"/>
            <a:chExt cx="3474435" cy="2518619"/>
          </a:xfrm>
        </p:grpSpPr>
        <p:sp>
          <p:nvSpPr>
            <p:cNvPr id="21200" name="Freeform 21199">
              <a:extLst>
                <a:ext uri="{FF2B5EF4-FFF2-40B4-BE49-F238E27FC236}">
                  <a16:creationId xmlns:a16="http://schemas.microsoft.com/office/drawing/2014/main" id="{5190C28A-F151-B9E4-EA44-3FD5CD7971C0}"/>
                </a:ext>
              </a:extLst>
            </p:cNvPr>
            <p:cNvSpPr/>
            <p:nvPr/>
          </p:nvSpPr>
          <p:spPr>
            <a:xfrm>
              <a:off x="6635931" y="3048000"/>
              <a:ext cx="1567543" cy="2421293"/>
            </a:xfrm>
            <a:custGeom>
              <a:avLst/>
              <a:gdLst>
                <a:gd name="connsiteX0" fmla="*/ 879566 w 1567543"/>
                <a:gd name="connsiteY0" fmla="*/ 2246811 h 2421293"/>
                <a:gd name="connsiteX1" fmla="*/ 879566 w 1567543"/>
                <a:gd name="connsiteY1" fmla="*/ 1018903 h 2421293"/>
                <a:gd name="connsiteX2" fmla="*/ 870858 w 1567543"/>
                <a:gd name="connsiteY2" fmla="*/ 966651 h 2421293"/>
                <a:gd name="connsiteX3" fmla="*/ 853440 w 1567543"/>
                <a:gd name="connsiteY3" fmla="*/ 896983 h 2421293"/>
                <a:gd name="connsiteX4" fmla="*/ 836023 w 1567543"/>
                <a:gd name="connsiteY4" fmla="*/ 836023 h 2421293"/>
                <a:gd name="connsiteX5" fmla="*/ 818606 w 1567543"/>
                <a:gd name="connsiteY5" fmla="*/ 801189 h 2421293"/>
                <a:gd name="connsiteX6" fmla="*/ 792480 w 1567543"/>
                <a:gd name="connsiteY6" fmla="*/ 757646 h 2421293"/>
                <a:gd name="connsiteX7" fmla="*/ 775063 w 1567543"/>
                <a:gd name="connsiteY7" fmla="*/ 722811 h 2421293"/>
                <a:gd name="connsiteX8" fmla="*/ 722812 w 1567543"/>
                <a:gd name="connsiteY8" fmla="*/ 661851 h 2421293"/>
                <a:gd name="connsiteX9" fmla="*/ 705395 w 1567543"/>
                <a:gd name="connsiteY9" fmla="*/ 627017 h 2421293"/>
                <a:gd name="connsiteX10" fmla="*/ 653143 w 1567543"/>
                <a:gd name="connsiteY10" fmla="*/ 574766 h 2421293"/>
                <a:gd name="connsiteX11" fmla="*/ 635726 w 1567543"/>
                <a:gd name="connsiteY11" fmla="*/ 548640 h 2421293"/>
                <a:gd name="connsiteX12" fmla="*/ 583475 w 1567543"/>
                <a:gd name="connsiteY12" fmla="*/ 513806 h 2421293"/>
                <a:gd name="connsiteX13" fmla="*/ 496389 w 1567543"/>
                <a:gd name="connsiteY13" fmla="*/ 444137 h 2421293"/>
                <a:gd name="connsiteX14" fmla="*/ 461555 w 1567543"/>
                <a:gd name="connsiteY14" fmla="*/ 418011 h 2421293"/>
                <a:gd name="connsiteX15" fmla="*/ 409303 w 1567543"/>
                <a:gd name="connsiteY15" fmla="*/ 400594 h 2421293"/>
                <a:gd name="connsiteX16" fmla="*/ 339635 w 1567543"/>
                <a:gd name="connsiteY16" fmla="*/ 365760 h 2421293"/>
                <a:gd name="connsiteX17" fmla="*/ 235132 w 1567543"/>
                <a:gd name="connsiteY17" fmla="*/ 330926 h 2421293"/>
                <a:gd name="connsiteX18" fmla="*/ 200298 w 1567543"/>
                <a:gd name="connsiteY18" fmla="*/ 322217 h 2421293"/>
                <a:gd name="connsiteX19" fmla="*/ 174172 w 1567543"/>
                <a:gd name="connsiteY19" fmla="*/ 304800 h 2421293"/>
                <a:gd name="connsiteX20" fmla="*/ 104503 w 1567543"/>
                <a:gd name="connsiteY20" fmla="*/ 330926 h 2421293"/>
                <a:gd name="connsiteX21" fmla="*/ 78378 w 1567543"/>
                <a:gd name="connsiteY21" fmla="*/ 339634 h 2421293"/>
                <a:gd name="connsiteX22" fmla="*/ 52252 w 1567543"/>
                <a:gd name="connsiteY22" fmla="*/ 330926 h 2421293"/>
                <a:gd name="connsiteX23" fmla="*/ 17418 w 1567543"/>
                <a:gd name="connsiteY23" fmla="*/ 322217 h 2421293"/>
                <a:gd name="connsiteX24" fmla="*/ 0 w 1567543"/>
                <a:gd name="connsiteY24" fmla="*/ 287383 h 2421293"/>
                <a:gd name="connsiteX25" fmla="*/ 8709 w 1567543"/>
                <a:gd name="connsiteY25" fmla="*/ 252549 h 2421293"/>
                <a:gd name="connsiteX26" fmla="*/ 26126 w 1567543"/>
                <a:gd name="connsiteY26" fmla="*/ 139337 h 2421293"/>
                <a:gd name="connsiteX27" fmla="*/ 34835 w 1567543"/>
                <a:gd name="connsiteY27" fmla="*/ 113211 h 2421293"/>
                <a:gd name="connsiteX28" fmla="*/ 69669 w 1567543"/>
                <a:gd name="connsiteY28" fmla="*/ 60960 h 2421293"/>
                <a:gd name="connsiteX29" fmla="*/ 95795 w 1567543"/>
                <a:gd name="connsiteY29" fmla="*/ 34834 h 2421293"/>
                <a:gd name="connsiteX30" fmla="*/ 130629 w 1567543"/>
                <a:gd name="connsiteY30" fmla="*/ 26126 h 2421293"/>
                <a:gd name="connsiteX31" fmla="*/ 156755 w 1567543"/>
                <a:gd name="connsiteY31" fmla="*/ 17417 h 2421293"/>
                <a:gd name="connsiteX32" fmla="*/ 235132 w 1567543"/>
                <a:gd name="connsiteY32" fmla="*/ 26126 h 2421293"/>
                <a:gd name="connsiteX33" fmla="*/ 217715 w 1567543"/>
                <a:gd name="connsiteY33" fmla="*/ 78377 h 2421293"/>
                <a:gd name="connsiteX34" fmla="*/ 200298 w 1567543"/>
                <a:gd name="connsiteY34" fmla="*/ 139337 h 2421293"/>
                <a:gd name="connsiteX35" fmla="*/ 209006 w 1567543"/>
                <a:gd name="connsiteY35" fmla="*/ 165463 h 2421293"/>
                <a:gd name="connsiteX36" fmla="*/ 269966 w 1567543"/>
                <a:gd name="connsiteY36" fmla="*/ 182880 h 2421293"/>
                <a:gd name="connsiteX37" fmla="*/ 348343 w 1567543"/>
                <a:gd name="connsiteY37" fmla="*/ 191589 h 2421293"/>
                <a:gd name="connsiteX38" fmla="*/ 444138 w 1567543"/>
                <a:gd name="connsiteY38" fmla="*/ 209006 h 2421293"/>
                <a:gd name="connsiteX39" fmla="*/ 513806 w 1567543"/>
                <a:gd name="connsiteY39" fmla="*/ 243840 h 2421293"/>
                <a:gd name="connsiteX40" fmla="*/ 539932 w 1567543"/>
                <a:gd name="connsiteY40" fmla="*/ 252549 h 2421293"/>
                <a:gd name="connsiteX41" fmla="*/ 609600 w 1567543"/>
                <a:gd name="connsiteY41" fmla="*/ 296091 h 2421293"/>
                <a:gd name="connsiteX42" fmla="*/ 627018 w 1567543"/>
                <a:gd name="connsiteY42" fmla="*/ 313509 h 2421293"/>
                <a:gd name="connsiteX43" fmla="*/ 740229 w 1567543"/>
                <a:gd name="connsiteY43" fmla="*/ 409303 h 2421293"/>
                <a:gd name="connsiteX44" fmla="*/ 766355 w 1567543"/>
                <a:gd name="connsiteY44" fmla="*/ 435429 h 2421293"/>
                <a:gd name="connsiteX45" fmla="*/ 801189 w 1567543"/>
                <a:gd name="connsiteY45" fmla="*/ 487680 h 2421293"/>
                <a:gd name="connsiteX46" fmla="*/ 809898 w 1567543"/>
                <a:gd name="connsiteY46" fmla="*/ 513806 h 2421293"/>
                <a:gd name="connsiteX47" fmla="*/ 836023 w 1567543"/>
                <a:gd name="connsiteY47" fmla="*/ 548640 h 2421293"/>
                <a:gd name="connsiteX48" fmla="*/ 870858 w 1567543"/>
                <a:gd name="connsiteY48" fmla="*/ 600891 h 2421293"/>
                <a:gd name="connsiteX49" fmla="*/ 905692 w 1567543"/>
                <a:gd name="connsiteY49" fmla="*/ 653143 h 2421293"/>
                <a:gd name="connsiteX50" fmla="*/ 931818 w 1567543"/>
                <a:gd name="connsiteY50" fmla="*/ 696686 h 2421293"/>
                <a:gd name="connsiteX51" fmla="*/ 940526 w 1567543"/>
                <a:gd name="connsiteY51" fmla="*/ 722811 h 2421293"/>
                <a:gd name="connsiteX52" fmla="*/ 957943 w 1567543"/>
                <a:gd name="connsiteY52" fmla="*/ 740229 h 2421293"/>
                <a:gd name="connsiteX53" fmla="*/ 1010195 w 1567543"/>
                <a:gd name="connsiteY53" fmla="*/ 714103 h 2421293"/>
                <a:gd name="connsiteX54" fmla="*/ 1045029 w 1567543"/>
                <a:gd name="connsiteY54" fmla="*/ 661851 h 2421293"/>
                <a:gd name="connsiteX55" fmla="*/ 1071155 w 1567543"/>
                <a:gd name="connsiteY55" fmla="*/ 583474 h 2421293"/>
                <a:gd name="connsiteX56" fmla="*/ 1079863 w 1567543"/>
                <a:gd name="connsiteY56" fmla="*/ 557349 h 2421293"/>
                <a:gd name="connsiteX57" fmla="*/ 1088572 w 1567543"/>
                <a:gd name="connsiteY57" fmla="*/ 531223 h 2421293"/>
                <a:gd name="connsiteX58" fmla="*/ 1097280 w 1567543"/>
                <a:gd name="connsiteY58" fmla="*/ 487680 h 2421293"/>
                <a:gd name="connsiteX59" fmla="*/ 1114698 w 1567543"/>
                <a:gd name="connsiteY59" fmla="*/ 418011 h 2421293"/>
                <a:gd name="connsiteX60" fmla="*/ 1123406 w 1567543"/>
                <a:gd name="connsiteY60" fmla="*/ 374469 h 2421293"/>
                <a:gd name="connsiteX61" fmla="*/ 1140823 w 1567543"/>
                <a:gd name="connsiteY61" fmla="*/ 304800 h 2421293"/>
                <a:gd name="connsiteX62" fmla="*/ 1158240 w 1567543"/>
                <a:gd name="connsiteY62" fmla="*/ 278674 h 2421293"/>
                <a:gd name="connsiteX63" fmla="*/ 1166949 w 1567543"/>
                <a:gd name="connsiteY63" fmla="*/ 252549 h 2421293"/>
                <a:gd name="connsiteX64" fmla="*/ 1184366 w 1567543"/>
                <a:gd name="connsiteY64" fmla="*/ 226423 h 2421293"/>
                <a:gd name="connsiteX65" fmla="*/ 1288869 w 1567543"/>
                <a:gd name="connsiteY65" fmla="*/ 139337 h 2421293"/>
                <a:gd name="connsiteX66" fmla="*/ 1349829 w 1567543"/>
                <a:gd name="connsiteY66" fmla="*/ 121920 h 2421293"/>
                <a:gd name="connsiteX67" fmla="*/ 1367246 w 1567543"/>
                <a:gd name="connsiteY67" fmla="*/ 95794 h 2421293"/>
                <a:gd name="connsiteX68" fmla="*/ 1367246 w 1567543"/>
                <a:gd name="connsiteY68" fmla="*/ 17417 h 2421293"/>
                <a:gd name="connsiteX69" fmla="*/ 1393372 w 1567543"/>
                <a:gd name="connsiteY69" fmla="*/ 0 h 2421293"/>
                <a:gd name="connsiteX70" fmla="*/ 1445623 w 1567543"/>
                <a:gd name="connsiteY70" fmla="*/ 43543 h 2421293"/>
                <a:gd name="connsiteX71" fmla="*/ 1471749 w 1567543"/>
                <a:gd name="connsiteY71" fmla="*/ 104503 h 2421293"/>
                <a:gd name="connsiteX72" fmla="*/ 1489166 w 1567543"/>
                <a:gd name="connsiteY72" fmla="*/ 139337 h 2421293"/>
                <a:gd name="connsiteX73" fmla="*/ 1524000 w 1567543"/>
                <a:gd name="connsiteY73" fmla="*/ 200297 h 2421293"/>
                <a:gd name="connsiteX74" fmla="*/ 1550126 w 1567543"/>
                <a:gd name="connsiteY74" fmla="*/ 287383 h 2421293"/>
                <a:gd name="connsiteX75" fmla="*/ 1567543 w 1567543"/>
                <a:gd name="connsiteY75" fmla="*/ 339634 h 2421293"/>
                <a:gd name="connsiteX76" fmla="*/ 1558835 w 1567543"/>
                <a:gd name="connsiteY76" fmla="*/ 374469 h 2421293"/>
                <a:gd name="connsiteX77" fmla="*/ 1489166 w 1567543"/>
                <a:gd name="connsiteY77" fmla="*/ 357051 h 2421293"/>
                <a:gd name="connsiteX78" fmla="*/ 1436915 w 1567543"/>
                <a:gd name="connsiteY78" fmla="*/ 322217 h 2421293"/>
                <a:gd name="connsiteX79" fmla="*/ 1419498 w 1567543"/>
                <a:gd name="connsiteY79" fmla="*/ 296091 h 2421293"/>
                <a:gd name="connsiteX80" fmla="*/ 1341120 w 1567543"/>
                <a:gd name="connsiteY80" fmla="*/ 330926 h 2421293"/>
                <a:gd name="connsiteX81" fmla="*/ 1323703 w 1567543"/>
                <a:gd name="connsiteY81" fmla="*/ 383177 h 2421293"/>
                <a:gd name="connsiteX82" fmla="*/ 1297578 w 1567543"/>
                <a:gd name="connsiteY82" fmla="*/ 566057 h 2421293"/>
                <a:gd name="connsiteX83" fmla="*/ 1280160 w 1567543"/>
                <a:gd name="connsiteY83" fmla="*/ 653143 h 2421293"/>
                <a:gd name="connsiteX84" fmla="*/ 1254035 w 1567543"/>
                <a:gd name="connsiteY84" fmla="*/ 740229 h 2421293"/>
                <a:gd name="connsiteX85" fmla="*/ 1193075 w 1567543"/>
                <a:gd name="connsiteY85" fmla="*/ 818606 h 2421293"/>
                <a:gd name="connsiteX86" fmla="*/ 1140823 w 1567543"/>
                <a:gd name="connsiteY86" fmla="*/ 853440 h 2421293"/>
                <a:gd name="connsiteX87" fmla="*/ 1114698 w 1567543"/>
                <a:gd name="connsiteY87" fmla="*/ 870857 h 2421293"/>
                <a:gd name="connsiteX88" fmla="*/ 1088572 w 1567543"/>
                <a:gd name="connsiteY88" fmla="*/ 888274 h 2421293"/>
                <a:gd name="connsiteX89" fmla="*/ 1053738 w 1567543"/>
                <a:gd name="connsiteY89" fmla="*/ 966651 h 2421293"/>
                <a:gd name="connsiteX90" fmla="*/ 1045029 w 1567543"/>
                <a:gd name="connsiteY90" fmla="*/ 992777 h 2421293"/>
                <a:gd name="connsiteX91" fmla="*/ 1027612 w 1567543"/>
                <a:gd name="connsiteY91" fmla="*/ 1053737 h 2421293"/>
                <a:gd name="connsiteX92" fmla="*/ 1010195 w 1567543"/>
                <a:gd name="connsiteY92" fmla="*/ 1201783 h 2421293"/>
                <a:gd name="connsiteX93" fmla="*/ 1018903 w 1567543"/>
                <a:gd name="connsiteY93" fmla="*/ 1602377 h 2421293"/>
                <a:gd name="connsiteX94" fmla="*/ 1027612 w 1567543"/>
                <a:gd name="connsiteY94" fmla="*/ 1750423 h 2421293"/>
                <a:gd name="connsiteX95" fmla="*/ 1036320 w 1567543"/>
                <a:gd name="connsiteY95" fmla="*/ 2046514 h 2421293"/>
                <a:gd name="connsiteX96" fmla="*/ 1045029 w 1567543"/>
                <a:gd name="connsiteY96" fmla="*/ 2220686 h 2421293"/>
                <a:gd name="connsiteX97" fmla="*/ 1053738 w 1567543"/>
                <a:gd name="connsiteY97" fmla="*/ 2272937 h 2421293"/>
                <a:gd name="connsiteX98" fmla="*/ 1071155 w 1567543"/>
                <a:gd name="connsiteY98" fmla="*/ 2299063 h 2421293"/>
                <a:gd name="connsiteX99" fmla="*/ 1123406 w 1567543"/>
                <a:gd name="connsiteY99" fmla="*/ 2316480 h 2421293"/>
                <a:gd name="connsiteX100" fmla="*/ 1149532 w 1567543"/>
                <a:gd name="connsiteY100" fmla="*/ 2342606 h 2421293"/>
                <a:gd name="connsiteX101" fmla="*/ 1166949 w 1567543"/>
                <a:gd name="connsiteY101" fmla="*/ 2368731 h 2421293"/>
                <a:gd name="connsiteX102" fmla="*/ 1132115 w 1567543"/>
                <a:gd name="connsiteY102" fmla="*/ 2360023 h 2421293"/>
                <a:gd name="connsiteX103" fmla="*/ 1062446 w 1567543"/>
                <a:gd name="connsiteY103" fmla="*/ 2325189 h 2421293"/>
                <a:gd name="connsiteX104" fmla="*/ 1027612 w 1567543"/>
                <a:gd name="connsiteY104" fmla="*/ 2307771 h 2421293"/>
                <a:gd name="connsiteX105" fmla="*/ 1001486 w 1567543"/>
                <a:gd name="connsiteY105" fmla="*/ 2299063 h 2421293"/>
                <a:gd name="connsiteX106" fmla="*/ 966652 w 1567543"/>
                <a:gd name="connsiteY106" fmla="*/ 2307771 h 2421293"/>
                <a:gd name="connsiteX107" fmla="*/ 966652 w 1567543"/>
                <a:gd name="connsiteY107" fmla="*/ 2377440 h 2421293"/>
                <a:gd name="connsiteX108" fmla="*/ 957943 w 1567543"/>
                <a:gd name="connsiteY108" fmla="*/ 2403566 h 2421293"/>
                <a:gd name="connsiteX109" fmla="*/ 949235 w 1567543"/>
                <a:gd name="connsiteY109" fmla="*/ 2377440 h 2421293"/>
                <a:gd name="connsiteX110" fmla="*/ 940526 w 1567543"/>
                <a:gd name="connsiteY110" fmla="*/ 2316480 h 2421293"/>
                <a:gd name="connsiteX111" fmla="*/ 896983 w 1567543"/>
                <a:gd name="connsiteY111" fmla="*/ 2325189 h 2421293"/>
                <a:gd name="connsiteX112" fmla="*/ 862149 w 1567543"/>
                <a:gd name="connsiteY112" fmla="*/ 2377440 h 2421293"/>
                <a:gd name="connsiteX113" fmla="*/ 844732 w 1567543"/>
                <a:gd name="connsiteY113" fmla="*/ 2403566 h 2421293"/>
                <a:gd name="connsiteX114" fmla="*/ 818606 w 1567543"/>
                <a:gd name="connsiteY114" fmla="*/ 2420983 h 2421293"/>
                <a:gd name="connsiteX115" fmla="*/ 827315 w 1567543"/>
                <a:gd name="connsiteY115" fmla="*/ 2368731 h 2421293"/>
                <a:gd name="connsiteX116" fmla="*/ 844732 w 1567543"/>
                <a:gd name="connsiteY116" fmla="*/ 2342606 h 2421293"/>
                <a:gd name="connsiteX117" fmla="*/ 853440 w 1567543"/>
                <a:gd name="connsiteY117" fmla="*/ 2316480 h 2421293"/>
                <a:gd name="connsiteX118" fmla="*/ 809898 w 1567543"/>
                <a:gd name="connsiteY118" fmla="*/ 2325189 h 2421293"/>
                <a:gd name="connsiteX119" fmla="*/ 792480 w 1567543"/>
                <a:gd name="connsiteY119" fmla="*/ 2342606 h 2421293"/>
                <a:gd name="connsiteX120" fmla="*/ 731520 w 1567543"/>
                <a:gd name="connsiteY120" fmla="*/ 2412274 h 2421293"/>
                <a:gd name="connsiteX121" fmla="*/ 705395 w 1567543"/>
                <a:gd name="connsiteY121" fmla="*/ 2420983 h 2421293"/>
                <a:gd name="connsiteX122" fmla="*/ 653143 w 1567543"/>
                <a:gd name="connsiteY122" fmla="*/ 2412274 h 2421293"/>
                <a:gd name="connsiteX123" fmla="*/ 687978 w 1567543"/>
                <a:gd name="connsiteY123" fmla="*/ 2342606 h 2421293"/>
                <a:gd name="connsiteX124" fmla="*/ 740229 w 1567543"/>
                <a:gd name="connsiteY124" fmla="*/ 2307771 h 2421293"/>
                <a:gd name="connsiteX125" fmla="*/ 766355 w 1567543"/>
                <a:gd name="connsiteY125" fmla="*/ 2290354 h 2421293"/>
                <a:gd name="connsiteX126" fmla="*/ 879566 w 1567543"/>
                <a:gd name="connsiteY126" fmla="*/ 2264229 h 2421293"/>
                <a:gd name="connsiteX127" fmla="*/ 879566 w 1567543"/>
                <a:gd name="connsiteY127" fmla="*/ 2246811 h 2421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567543" h="2421293">
                  <a:moveTo>
                    <a:pt x="879566" y="2246811"/>
                  </a:moveTo>
                  <a:cubicBezTo>
                    <a:pt x="879566" y="2039257"/>
                    <a:pt x="895381" y="2070639"/>
                    <a:pt x="879566" y="1018903"/>
                  </a:cubicBezTo>
                  <a:cubicBezTo>
                    <a:pt x="879301" y="1001247"/>
                    <a:pt x="874558" y="983917"/>
                    <a:pt x="870858" y="966651"/>
                  </a:cubicBezTo>
                  <a:cubicBezTo>
                    <a:pt x="865842" y="943245"/>
                    <a:pt x="859246" y="920206"/>
                    <a:pt x="853440" y="896983"/>
                  </a:cubicBezTo>
                  <a:cubicBezTo>
                    <a:pt x="849019" y="879299"/>
                    <a:pt x="843521" y="853519"/>
                    <a:pt x="836023" y="836023"/>
                  </a:cubicBezTo>
                  <a:cubicBezTo>
                    <a:pt x="830909" y="824091"/>
                    <a:pt x="823720" y="813121"/>
                    <a:pt x="818606" y="801189"/>
                  </a:cubicBezTo>
                  <a:cubicBezTo>
                    <a:pt x="801649" y="761621"/>
                    <a:pt x="821446" y="786610"/>
                    <a:pt x="792480" y="757646"/>
                  </a:cubicBezTo>
                  <a:cubicBezTo>
                    <a:pt x="786674" y="746034"/>
                    <a:pt x="782609" y="733375"/>
                    <a:pt x="775063" y="722811"/>
                  </a:cubicBezTo>
                  <a:cubicBezTo>
                    <a:pt x="703804" y="623047"/>
                    <a:pt x="797424" y="781231"/>
                    <a:pt x="722812" y="661851"/>
                  </a:cubicBezTo>
                  <a:cubicBezTo>
                    <a:pt x="715932" y="650842"/>
                    <a:pt x="713505" y="637154"/>
                    <a:pt x="705395" y="627017"/>
                  </a:cubicBezTo>
                  <a:cubicBezTo>
                    <a:pt x="690008" y="607783"/>
                    <a:pt x="666806" y="595261"/>
                    <a:pt x="653143" y="574766"/>
                  </a:cubicBezTo>
                  <a:cubicBezTo>
                    <a:pt x="647337" y="566057"/>
                    <a:pt x="643603" y="555532"/>
                    <a:pt x="635726" y="548640"/>
                  </a:cubicBezTo>
                  <a:cubicBezTo>
                    <a:pt x="619973" y="534856"/>
                    <a:pt x="583475" y="513806"/>
                    <a:pt x="583475" y="513806"/>
                  </a:cubicBezTo>
                  <a:cubicBezTo>
                    <a:pt x="545864" y="457388"/>
                    <a:pt x="588026" y="512866"/>
                    <a:pt x="496389" y="444137"/>
                  </a:cubicBezTo>
                  <a:cubicBezTo>
                    <a:pt x="484778" y="435428"/>
                    <a:pt x="474537" y="424502"/>
                    <a:pt x="461555" y="418011"/>
                  </a:cubicBezTo>
                  <a:cubicBezTo>
                    <a:pt x="445134" y="409800"/>
                    <a:pt x="425724" y="408805"/>
                    <a:pt x="409303" y="400594"/>
                  </a:cubicBezTo>
                  <a:lnTo>
                    <a:pt x="339635" y="365760"/>
                  </a:lnTo>
                  <a:cubicBezTo>
                    <a:pt x="283391" y="337638"/>
                    <a:pt x="317392" y="351491"/>
                    <a:pt x="235132" y="330926"/>
                  </a:cubicBezTo>
                  <a:lnTo>
                    <a:pt x="200298" y="322217"/>
                  </a:lnTo>
                  <a:cubicBezTo>
                    <a:pt x="191589" y="316411"/>
                    <a:pt x="184558" y="306098"/>
                    <a:pt x="174172" y="304800"/>
                  </a:cubicBezTo>
                  <a:cubicBezTo>
                    <a:pt x="133848" y="299760"/>
                    <a:pt x="133411" y="316472"/>
                    <a:pt x="104503" y="330926"/>
                  </a:cubicBezTo>
                  <a:cubicBezTo>
                    <a:pt x="96293" y="335031"/>
                    <a:pt x="87086" y="336731"/>
                    <a:pt x="78378" y="339634"/>
                  </a:cubicBezTo>
                  <a:cubicBezTo>
                    <a:pt x="69669" y="336731"/>
                    <a:pt x="61078" y="333448"/>
                    <a:pt x="52252" y="330926"/>
                  </a:cubicBezTo>
                  <a:cubicBezTo>
                    <a:pt x="40744" y="327638"/>
                    <a:pt x="26613" y="329879"/>
                    <a:pt x="17418" y="322217"/>
                  </a:cubicBezTo>
                  <a:cubicBezTo>
                    <a:pt x="7445" y="313906"/>
                    <a:pt x="5806" y="298994"/>
                    <a:pt x="0" y="287383"/>
                  </a:cubicBezTo>
                  <a:cubicBezTo>
                    <a:pt x="2903" y="275772"/>
                    <a:pt x="6741" y="264355"/>
                    <a:pt x="8709" y="252549"/>
                  </a:cubicBezTo>
                  <a:cubicBezTo>
                    <a:pt x="19283" y="189108"/>
                    <a:pt x="12810" y="192601"/>
                    <a:pt x="26126" y="139337"/>
                  </a:cubicBezTo>
                  <a:cubicBezTo>
                    <a:pt x="28352" y="130431"/>
                    <a:pt x="30377" y="121236"/>
                    <a:pt x="34835" y="113211"/>
                  </a:cubicBezTo>
                  <a:cubicBezTo>
                    <a:pt x="45001" y="94913"/>
                    <a:pt x="54867" y="75762"/>
                    <a:pt x="69669" y="60960"/>
                  </a:cubicBezTo>
                  <a:cubicBezTo>
                    <a:pt x="78378" y="52251"/>
                    <a:pt x="85102" y="40944"/>
                    <a:pt x="95795" y="34834"/>
                  </a:cubicBezTo>
                  <a:cubicBezTo>
                    <a:pt x="106187" y="28896"/>
                    <a:pt x="119121" y="29414"/>
                    <a:pt x="130629" y="26126"/>
                  </a:cubicBezTo>
                  <a:cubicBezTo>
                    <a:pt x="139456" y="23604"/>
                    <a:pt x="148046" y="20320"/>
                    <a:pt x="156755" y="17417"/>
                  </a:cubicBezTo>
                  <a:cubicBezTo>
                    <a:pt x="182881" y="20320"/>
                    <a:pt x="216545" y="7539"/>
                    <a:pt x="235132" y="26126"/>
                  </a:cubicBezTo>
                  <a:cubicBezTo>
                    <a:pt x="248114" y="39108"/>
                    <a:pt x="223521" y="60960"/>
                    <a:pt x="217715" y="78377"/>
                  </a:cubicBezTo>
                  <a:cubicBezTo>
                    <a:pt x="205220" y="115861"/>
                    <a:pt x="211234" y="95592"/>
                    <a:pt x="200298" y="139337"/>
                  </a:cubicBezTo>
                  <a:cubicBezTo>
                    <a:pt x="203201" y="148046"/>
                    <a:pt x="202515" y="158972"/>
                    <a:pt x="209006" y="165463"/>
                  </a:cubicBezTo>
                  <a:cubicBezTo>
                    <a:pt x="213143" y="169600"/>
                    <a:pt x="269701" y="182839"/>
                    <a:pt x="269966" y="182880"/>
                  </a:cubicBezTo>
                  <a:cubicBezTo>
                    <a:pt x="295947" y="186877"/>
                    <a:pt x="322287" y="188115"/>
                    <a:pt x="348343" y="191589"/>
                  </a:cubicBezTo>
                  <a:cubicBezTo>
                    <a:pt x="381786" y="196048"/>
                    <a:pt x="411287" y="202435"/>
                    <a:pt x="444138" y="209006"/>
                  </a:cubicBezTo>
                  <a:cubicBezTo>
                    <a:pt x="467361" y="220617"/>
                    <a:pt x="489175" y="235629"/>
                    <a:pt x="513806" y="243840"/>
                  </a:cubicBezTo>
                  <a:cubicBezTo>
                    <a:pt x="522515" y="246743"/>
                    <a:pt x="531873" y="248153"/>
                    <a:pt x="539932" y="252549"/>
                  </a:cubicBezTo>
                  <a:cubicBezTo>
                    <a:pt x="563973" y="265662"/>
                    <a:pt x="590236" y="276727"/>
                    <a:pt x="609600" y="296091"/>
                  </a:cubicBezTo>
                  <a:cubicBezTo>
                    <a:pt x="615406" y="301897"/>
                    <a:pt x="620449" y="308582"/>
                    <a:pt x="627018" y="313509"/>
                  </a:cubicBezTo>
                  <a:cubicBezTo>
                    <a:pt x="728568" y="389672"/>
                    <a:pt x="629613" y="298687"/>
                    <a:pt x="740229" y="409303"/>
                  </a:cubicBezTo>
                  <a:cubicBezTo>
                    <a:pt x="748938" y="418012"/>
                    <a:pt x="759523" y="425182"/>
                    <a:pt x="766355" y="435429"/>
                  </a:cubicBezTo>
                  <a:cubicBezTo>
                    <a:pt x="777966" y="452846"/>
                    <a:pt x="794569" y="467822"/>
                    <a:pt x="801189" y="487680"/>
                  </a:cubicBezTo>
                  <a:cubicBezTo>
                    <a:pt x="804092" y="496389"/>
                    <a:pt x="805344" y="505836"/>
                    <a:pt x="809898" y="513806"/>
                  </a:cubicBezTo>
                  <a:cubicBezTo>
                    <a:pt x="817099" y="526408"/>
                    <a:pt x="827700" y="536750"/>
                    <a:pt x="836023" y="548640"/>
                  </a:cubicBezTo>
                  <a:cubicBezTo>
                    <a:pt x="848027" y="565789"/>
                    <a:pt x="870858" y="600891"/>
                    <a:pt x="870858" y="600891"/>
                  </a:cubicBezTo>
                  <a:cubicBezTo>
                    <a:pt x="891563" y="663012"/>
                    <a:pt x="862203" y="587909"/>
                    <a:pt x="905692" y="653143"/>
                  </a:cubicBezTo>
                  <a:cubicBezTo>
                    <a:pt x="950908" y="720968"/>
                    <a:pt x="877577" y="642448"/>
                    <a:pt x="931818" y="696686"/>
                  </a:cubicBezTo>
                  <a:cubicBezTo>
                    <a:pt x="934721" y="705394"/>
                    <a:pt x="935803" y="714940"/>
                    <a:pt x="940526" y="722811"/>
                  </a:cubicBezTo>
                  <a:cubicBezTo>
                    <a:pt x="944750" y="729852"/>
                    <a:pt x="949892" y="738619"/>
                    <a:pt x="957943" y="740229"/>
                  </a:cubicBezTo>
                  <a:cubicBezTo>
                    <a:pt x="971809" y="743002"/>
                    <a:pt x="1001730" y="719746"/>
                    <a:pt x="1010195" y="714103"/>
                  </a:cubicBezTo>
                  <a:cubicBezTo>
                    <a:pt x="1021806" y="696686"/>
                    <a:pt x="1038409" y="681710"/>
                    <a:pt x="1045029" y="661851"/>
                  </a:cubicBezTo>
                  <a:lnTo>
                    <a:pt x="1071155" y="583474"/>
                  </a:lnTo>
                  <a:lnTo>
                    <a:pt x="1079863" y="557349"/>
                  </a:lnTo>
                  <a:cubicBezTo>
                    <a:pt x="1082766" y="548640"/>
                    <a:pt x="1086772" y="540225"/>
                    <a:pt x="1088572" y="531223"/>
                  </a:cubicBezTo>
                  <a:cubicBezTo>
                    <a:pt x="1091475" y="516709"/>
                    <a:pt x="1093952" y="502103"/>
                    <a:pt x="1097280" y="487680"/>
                  </a:cubicBezTo>
                  <a:cubicBezTo>
                    <a:pt x="1102663" y="464355"/>
                    <a:pt x="1110004" y="441484"/>
                    <a:pt x="1114698" y="418011"/>
                  </a:cubicBezTo>
                  <a:cubicBezTo>
                    <a:pt x="1117601" y="403497"/>
                    <a:pt x="1120078" y="388891"/>
                    <a:pt x="1123406" y="374469"/>
                  </a:cubicBezTo>
                  <a:cubicBezTo>
                    <a:pt x="1128788" y="351144"/>
                    <a:pt x="1127545" y="324717"/>
                    <a:pt x="1140823" y="304800"/>
                  </a:cubicBezTo>
                  <a:cubicBezTo>
                    <a:pt x="1146629" y="296091"/>
                    <a:pt x="1153559" y="288035"/>
                    <a:pt x="1158240" y="278674"/>
                  </a:cubicBezTo>
                  <a:cubicBezTo>
                    <a:pt x="1162345" y="270464"/>
                    <a:pt x="1162844" y="260759"/>
                    <a:pt x="1166949" y="252549"/>
                  </a:cubicBezTo>
                  <a:cubicBezTo>
                    <a:pt x="1171630" y="243188"/>
                    <a:pt x="1177412" y="234246"/>
                    <a:pt x="1184366" y="226423"/>
                  </a:cubicBezTo>
                  <a:cubicBezTo>
                    <a:pt x="1204788" y="203448"/>
                    <a:pt x="1255752" y="150375"/>
                    <a:pt x="1288869" y="139337"/>
                  </a:cubicBezTo>
                  <a:cubicBezTo>
                    <a:pt x="1326350" y="126844"/>
                    <a:pt x="1306089" y="132856"/>
                    <a:pt x="1349829" y="121920"/>
                  </a:cubicBezTo>
                  <a:cubicBezTo>
                    <a:pt x="1355635" y="113211"/>
                    <a:pt x="1365766" y="106155"/>
                    <a:pt x="1367246" y="95794"/>
                  </a:cubicBezTo>
                  <a:cubicBezTo>
                    <a:pt x="1375182" y="40246"/>
                    <a:pt x="1331168" y="80554"/>
                    <a:pt x="1367246" y="17417"/>
                  </a:cubicBezTo>
                  <a:cubicBezTo>
                    <a:pt x="1372439" y="8330"/>
                    <a:pt x="1384663" y="5806"/>
                    <a:pt x="1393372" y="0"/>
                  </a:cubicBezTo>
                  <a:cubicBezTo>
                    <a:pt x="1414206" y="13889"/>
                    <a:pt x="1430383" y="22206"/>
                    <a:pt x="1445623" y="43543"/>
                  </a:cubicBezTo>
                  <a:cubicBezTo>
                    <a:pt x="1466253" y="72425"/>
                    <a:pt x="1459566" y="76076"/>
                    <a:pt x="1471749" y="104503"/>
                  </a:cubicBezTo>
                  <a:cubicBezTo>
                    <a:pt x="1476863" y="116435"/>
                    <a:pt x="1482725" y="128066"/>
                    <a:pt x="1489166" y="139337"/>
                  </a:cubicBezTo>
                  <a:cubicBezTo>
                    <a:pt x="1510113" y="175994"/>
                    <a:pt x="1506456" y="156437"/>
                    <a:pt x="1524000" y="200297"/>
                  </a:cubicBezTo>
                  <a:cubicBezTo>
                    <a:pt x="1548637" y="261888"/>
                    <a:pt x="1534727" y="236051"/>
                    <a:pt x="1550126" y="287383"/>
                  </a:cubicBezTo>
                  <a:cubicBezTo>
                    <a:pt x="1555401" y="304968"/>
                    <a:pt x="1567543" y="339634"/>
                    <a:pt x="1567543" y="339634"/>
                  </a:cubicBezTo>
                  <a:cubicBezTo>
                    <a:pt x="1564640" y="351246"/>
                    <a:pt x="1569540" y="369116"/>
                    <a:pt x="1558835" y="374469"/>
                  </a:cubicBezTo>
                  <a:cubicBezTo>
                    <a:pt x="1554771" y="376501"/>
                    <a:pt x="1499268" y="362663"/>
                    <a:pt x="1489166" y="357051"/>
                  </a:cubicBezTo>
                  <a:cubicBezTo>
                    <a:pt x="1470868" y="346885"/>
                    <a:pt x="1436915" y="322217"/>
                    <a:pt x="1436915" y="322217"/>
                  </a:cubicBezTo>
                  <a:cubicBezTo>
                    <a:pt x="1431109" y="313508"/>
                    <a:pt x="1429884" y="297389"/>
                    <a:pt x="1419498" y="296091"/>
                  </a:cubicBezTo>
                  <a:cubicBezTo>
                    <a:pt x="1393318" y="292819"/>
                    <a:pt x="1361999" y="317007"/>
                    <a:pt x="1341120" y="330926"/>
                  </a:cubicBezTo>
                  <a:cubicBezTo>
                    <a:pt x="1335314" y="348343"/>
                    <a:pt x="1325980" y="364960"/>
                    <a:pt x="1323703" y="383177"/>
                  </a:cubicBezTo>
                  <a:cubicBezTo>
                    <a:pt x="1316069" y="444253"/>
                    <a:pt x="1308929" y="505520"/>
                    <a:pt x="1297578" y="566057"/>
                  </a:cubicBezTo>
                  <a:cubicBezTo>
                    <a:pt x="1292122" y="595154"/>
                    <a:pt x="1287340" y="624423"/>
                    <a:pt x="1280160" y="653143"/>
                  </a:cubicBezTo>
                  <a:cubicBezTo>
                    <a:pt x="1275292" y="672616"/>
                    <a:pt x="1262516" y="727508"/>
                    <a:pt x="1254035" y="740229"/>
                  </a:cubicBezTo>
                  <a:cubicBezTo>
                    <a:pt x="1233777" y="770615"/>
                    <a:pt x="1221406" y="796571"/>
                    <a:pt x="1193075" y="818606"/>
                  </a:cubicBezTo>
                  <a:cubicBezTo>
                    <a:pt x="1176552" y="831458"/>
                    <a:pt x="1158240" y="841829"/>
                    <a:pt x="1140823" y="853440"/>
                  </a:cubicBezTo>
                  <a:lnTo>
                    <a:pt x="1114698" y="870857"/>
                  </a:lnTo>
                  <a:lnTo>
                    <a:pt x="1088572" y="888274"/>
                  </a:lnTo>
                  <a:cubicBezTo>
                    <a:pt x="1060971" y="929676"/>
                    <a:pt x="1074465" y="904470"/>
                    <a:pt x="1053738" y="966651"/>
                  </a:cubicBezTo>
                  <a:lnTo>
                    <a:pt x="1045029" y="992777"/>
                  </a:lnTo>
                  <a:cubicBezTo>
                    <a:pt x="1037566" y="1015165"/>
                    <a:pt x="1031987" y="1029675"/>
                    <a:pt x="1027612" y="1053737"/>
                  </a:cubicBezTo>
                  <a:cubicBezTo>
                    <a:pt x="1019054" y="1100808"/>
                    <a:pt x="1014867" y="1155059"/>
                    <a:pt x="1010195" y="1201783"/>
                  </a:cubicBezTo>
                  <a:cubicBezTo>
                    <a:pt x="1013098" y="1335314"/>
                    <a:pt x="1014665" y="1468881"/>
                    <a:pt x="1018903" y="1602377"/>
                  </a:cubicBezTo>
                  <a:cubicBezTo>
                    <a:pt x="1020472" y="1651786"/>
                    <a:pt x="1025675" y="1701027"/>
                    <a:pt x="1027612" y="1750423"/>
                  </a:cubicBezTo>
                  <a:cubicBezTo>
                    <a:pt x="1031481" y="1849087"/>
                    <a:pt x="1032666" y="1947842"/>
                    <a:pt x="1036320" y="2046514"/>
                  </a:cubicBezTo>
                  <a:cubicBezTo>
                    <a:pt x="1038471" y="2104604"/>
                    <a:pt x="1040570" y="2162727"/>
                    <a:pt x="1045029" y="2220686"/>
                  </a:cubicBezTo>
                  <a:cubicBezTo>
                    <a:pt x="1046383" y="2238291"/>
                    <a:pt x="1048154" y="2256186"/>
                    <a:pt x="1053738" y="2272937"/>
                  </a:cubicBezTo>
                  <a:cubicBezTo>
                    <a:pt x="1057048" y="2282866"/>
                    <a:pt x="1062279" y="2293516"/>
                    <a:pt x="1071155" y="2299063"/>
                  </a:cubicBezTo>
                  <a:cubicBezTo>
                    <a:pt x="1086723" y="2308793"/>
                    <a:pt x="1123406" y="2316480"/>
                    <a:pt x="1123406" y="2316480"/>
                  </a:cubicBezTo>
                  <a:cubicBezTo>
                    <a:pt x="1132115" y="2325189"/>
                    <a:pt x="1141647" y="2333145"/>
                    <a:pt x="1149532" y="2342606"/>
                  </a:cubicBezTo>
                  <a:cubicBezTo>
                    <a:pt x="1156232" y="2350646"/>
                    <a:pt x="1174350" y="2361330"/>
                    <a:pt x="1166949" y="2368731"/>
                  </a:cubicBezTo>
                  <a:cubicBezTo>
                    <a:pt x="1158486" y="2377194"/>
                    <a:pt x="1143726" y="2362926"/>
                    <a:pt x="1132115" y="2360023"/>
                  </a:cubicBezTo>
                  <a:lnTo>
                    <a:pt x="1062446" y="2325189"/>
                  </a:lnTo>
                  <a:cubicBezTo>
                    <a:pt x="1050835" y="2319383"/>
                    <a:pt x="1039928" y="2311876"/>
                    <a:pt x="1027612" y="2307771"/>
                  </a:cubicBezTo>
                  <a:lnTo>
                    <a:pt x="1001486" y="2299063"/>
                  </a:lnTo>
                  <a:cubicBezTo>
                    <a:pt x="989875" y="2301966"/>
                    <a:pt x="975998" y="2300294"/>
                    <a:pt x="966652" y="2307771"/>
                  </a:cubicBezTo>
                  <a:cubicBezTo>
                    <a:pt x="948183" y="2322546"/>
                    <a:pt x="964332" y="2365841"/>
                    <a:pt x="966652" y="2377440"/>
                  </a:cubicBezTo>
                  <a:cubicBezTo>
                    <a:pt x="963749" y="2386149"/>
                    <a:pt x="967123" y="2403566"/>
                    <a:pt x="957943" y="2403566"/>
                  </a:cubicBezTo>
                  <a:cubicBezTo>
                    <a:pt x="948763" y="2403566"/>
                    <a:pt x="951035" y="2386441"/>
                    <a:pt x="949235" y="2377440"/>
                  </a:cubicBezTo>
                  <a:cubicBezTo>
                    <a:pt x="945210" y="2357312"/>
                    <a:pt x="943429" y="2336800"/>
                    <a:pt x="940526" y="2316480"/>
                  </a:cubicBezTo>
                  <a:cubicBezTo>
                    <a:pt x="926012" y="2319383"/>
                    <a:pt x="908667" y="2316102"/>
                    <a:pt x="896983" y="2325189"/>
                  </a:cubicBezTo>
                  <a:cubicBezTo>
                    <a:pt x="880460" y="2338040"/>
                    <a:pt x="873760" y="2360023"/>
                    <a:pt x="862149" y="2377440"/>
                  </a:cubicBezTo>
                  <a:cubicBezTo>
                    <a:pt x="856343" y="2386149"/>
                    <a:pt x="853441" y="2397760"/>
                    <a:pt x="844732" y="2403566"/>
                  </a:cubicBezTo>
                  <a:lnTo>
                    <a:pt x="818606" y="2420983"/>
                  </a:lnTo>
                  <a:cubicBezTo>
                    <a:pt x="821509" y="2403566"/>
                    <a:pt x="821731" y="2385482"/>
                    <a:pt x="827315" y="2368731"/>
                  </a:cubicBezTo>
                  <a:cubicBezTo>
                    <a:pt x="830625" y="2358802"/>
                    <a:pt x="840051" y="2351967"/>
                    <a:pt x="844732" y="2342606"/>
                  </a:cubicBezTo>
                  <a:cubicBezTo>
                    <a:pt x="848837" y="2334395"/>
                    <a:pt x="861651" y="2320585"/>
                    <a:pt x="853440" y="2316480"/>
                  </a:cubicBezTo>
                  <a:cubicBezTo>
                    <a:pt x="840201" y="2309861"/>
                    <a:pt x="824412" y="2322286"/>
                    <a:pt x="809898" y="2325189"/>
                  </a:cubicBezTo>
                  <a:cubicBezTo>
                    <a:pt x="804092" y="2330995"/>
                    <a:pt x="797609" y="2336195"/>
                    <a:pt x="792480" y="2342606"/>
                  </a:cubicBezTo>
                  <a:cubicBezTo>
                    <a:pt x="774712" y="2364815"/>
                    <a:pt x="760821" y="2402506"/>
                    <a:pt x="731520" y="2412274"/>
                  </a:cubicBezTo>
                  <a:lnTo>
                    <a:pt x="705395" y="2420983"/>
                  </a:lnTo>
                  <a:cubicBezTo>
                    <a:pt x="687978" y="2418080"/>
                    <a:pt x="661904" y="2427605"/>
                    <a:pt x="653143" y="2412274"/>
                  </a:cubicBezTo>
                  <a:cubicBezTo>
                    <a:pt x="641927" y="2392646"/>
                    <a:pt x="671545" y="2354931"/>
                    <a:pt x="687978" y="2342606"/>
                  </a:cubicBezTo>
                  <a:cubicBezTo>
                    <a:pt x="704724" y="2330046"/>
                    <a:pt x="722812" y="2319383"/>
                    <a:pt x="740229" y="2307771"/>
                  </a:cubicBezTo>
                  <a:cubicBezTo>
                    <a:pt x="748938" y="2301965"/>
                    <a:pt x="756426" y="2293664"/>
                    <a:pt x="766355" y="2290354"/>
                  </a:cubicBezTo>
                  <a:cubicBezTo>
                    <a:pt x="832013" y="2268468"/>
                    <a:pt x="807214" y="2273272"/>
                    <a:pt x="879566" y="2264229"/>
                  </a:cubicBezTo>
                  <a:cubicBezTo>
                    <a:pt x="882447" y="2263869"/>
                    <a:pt x="879566" y="2454365"/>
                    <a:pt x="879566" y="2246811"/>
                  </a:cubicBezTo>
                  <a:close/>
                </a:path>
              </a:pathLst>
            </a:custGeom>
            <a:solidFill>
              <a:srgbClr val="7F6E4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1" name="Freeform 21200">
              <a:extLst>
                <a:ext uri="{FF2B5EF4-FFF2-40B4-BE49-F238E27FC236}">
                  <a16:creationId xmlns:a16="http://schemas.microsoft.com/office/drawing/2014/main" id="{E2159491-C315-5A68-4131-EB03E21A7B7F}"/>
                </a:ext>
              </a:extLst>
            </p:cNvPr>
            <p:cNvSpPr/>
            <p:nvPr/>
          </p:nvSpPr>
          <p:spPr>
            <a:xfrm>
              <a:off x="8157860" y="3257006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2" name="Freeform 21201">
              <a:extLst>
                <a:ext uri="{FF2B5EF4-FFF2-40B4-BE49-F238E27FC236}">
                  <a16:creationId xmlns:a16="http://schemas.microsoft.com/office/drawing/2014/main" id="{A0C130FE-66DB-F7FB-EB5A-B341A34A9C86}"/>
                </a:ext>
              </a:extLst>
            </p:cNvPr>
            <p:cNvSpPr/>
            <p:nvPr/>
          </p:nvSpPr>
          <p:spPr>
            <a:xfrm>
              <a:off x="8139963" y="3149442"/>
              <a:ext cx="698757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3" name="Freeform 21202">
              <a:extLst>
                <a:ext uri="{FF2B5EF4-FFF2-40B4-BE49-F238E27FC236}">
                  <a16:creationId xmlns:a16="http://schemas.microsoft.com/office/drawing/2014/main" id="{DECD48CD-BE57-835F-70A1-99938DCDAA9F}"/>
                </a:ext>
              </a:extLst>
            </p:cNvPr>
            <p:cNvSpPr/>
            <p:nvPr/>
          </p:nvSpPr>
          <p:spPr>
            <a:xfrm rot="20728946">
              <a:off x="8245732" y="2950674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4" name="Freeform 21203">
              <a:extLst>
                <a:ext uri="{FF2B5EF4-FFF2-40B4-BE49-F238E27FC236}">
                  <a16:creationId xmlns:a16="http://schemas.microsoft.com/office/drawing/2014/main" id="{B374F251-A017-3192-8D02-9EE5A22A0497}"/>
                </a:ext>
              </a:extLst>
            </p:cNvPr>
            <p:cNvSpPr/>
            <p:nvPr/>
          </p:nvSpPr>
          <p:spPr>
            <a:xfrm rot="740081" flipH="1">
              <a:off x="5470054" y="3164927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5" name="Freeform 21204">
              <a:extLst>
                <a:ext uri="{FF2B5EF4-FFF2-40B4-BE49-F238E27FC236}">
                  <a16:creationId xmlns:a16="http://schemas.microsoft.com/office/drawing/2014/main" id="{48D8E115-7067-9AEA-D26D-F6DA52852576}"/>
                </a:ext>
              </a:extLst>
            </p:cNvPr>
            <p:cNvSpPr/>
            <p:nvPr/>
          </p:nvSpPr>
          <p:spPr>
            <a:xfrm rot="740081" flipH="1">
              <a:off x="5539122" y="3059809"/>
              <a:ext cx="1031458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6" name="Freeform 21205">
              <a:extLst>
                <a:ext uri="{FF2B5EF4-FFF2-40B4-BE49-F238E27FC236}">
                  <a16:creationId xmlns:a16="http://schemas.microsoft.com/office/drawing/2014/main" id="{4607A8A3-2510-C289-3125-353891CA427F}"/>
                </a:ext>
              </a:extLst>
            </p:cNvPr>
            <p:cNvSpPr/>
            <p:nvPr/>
          </p:nvSpPr>
          <p:spPr>
            <a:xfrm rot="21469027" flipH="1">
              <a:off x="5752580" y="3091923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219" name="Group 21218">
            <a:extLst>
              <a:ext uri="{FF2B5EF4-FFF2-40B4-BE49-F238E27FC236}">
                <a16:creationId xmlns:a16="http://schemas.microsoft.com/office/drawing/2014/main" id="{0288213A-C937-8C13-11F5-C8A96CCA54EA}"/>
              </a:ext>
            </a:extLst>
          </p:cNvPr>
          <p:cNvGrpSpPr/>
          <p:nvPr/>
        </p:nvGrpSpPr>
        <p:grpSpPr>
          <a:xfrm>
            <a:off x="11727624" y="7805716"/>
            <a:ext cx="383201" cy="618311"/>
            <a:chOff x="5739883" y="1855754"/>
            <a:chExt cx="2424275" cy="4513338"/>
          </a:xfrm>
        </p:grpSpPr>
        <p:sp>
          <p:nvSpPr>
            <p:cNvPr id="21220" name="Freeform 21219">
              <a:extLst>
                <a:ext uri="{FF2B5EF4-FFF2-40B4-BE49-F238E27FC236}">
                  <a16:creationId xmlns:a16="http://schemas.microsoft.com/office/drawing/2014/main" id="{9E6355D0-5055-013B-AA6F-0FE958AAA41E}"/>
                </a:ext>
              </a:extLst>
            </p:cNvPr>
            <p:cNvSpPr/>
            <p:nvPr/>
          </p:nvSpPr>
          <p:spPr>
            <a:xfrm>
              <a:off x="5739883" y="1861100"/>
              <a:ext cx="2424275" cy="4507992"/>
            </a:xfrm>
            <a:custGeom>
              <a:avLst/>
              <a:gdLst>
                <a:gd name="connsiteX0" fmla="*/ 906371 w 2424275"/>
                <a:gd name="connsiteY0" fmla="*/ 9144 h 4507992"/>
                <a:gd name="connsiteX1" fmla="*/ 897227 w 2424275"/>
                <a:gd name="connsiteY1" fmla="*/ 164592 h 4507992"/>
                <a:gd name="connsiteX2" fmla="*/ 878939 w 2424275"/>
                <a:gd name="connsiteY2" fmla="*/ 301752 h 4507992"/>
                <a:gd name="connsiteX3" fmla="*/ 860651 w 2424275"/>
                <a:gd name="connsiteY3" fmla="*/ 374904 h 4507992"/>
                <a:gd name="connsiteX4" fmla="*/ 778355 w 2424275"/>
                <a:gd name="connsiteY4" fmla="*/ 475488 h 4507992"/>
                <a:gd name="connsiteX5" fmla="*/ 696059 w 2424275"/>
                <a:gd name="connsiteY5" fmla="*/ 539496 h 4507992"/>
                <a:gd name="connsiteX6" fmla="*/ 659483 w 2424275"/>
                <a:gd name="connsiteY6" fmla="*/ 557784 h 4507992"/>
                <a:gd name="connsiteX7" fmla="*/ 595475 w 2424275"/>
                <a:gd name="connsiteY7" fmla="*/ 621792 h 4507992"/>
                <a:gd name="connsiteX8" fmla="*/ 558899 w 2424275"/>
                <a:gd name="connsiteY8" fmla="*/ 676656 h 4507992"/>
                <a:gd name="connsiteX9" fmla="*/ 549755 w 2424275"/>
                <a:gd name="connsiteY9" fmla="*/ 704088 h 4507992"/>
                <a:gd name="connsiteX10" fmla="*/ 522323 w 2424275"/>
                <a:gd name="connsiteY10" fmla="*/ 722376 h 4507992"/>
                <a:gd name="connsiteX11" fmla="*/ 504035 w 2424275"/>
                <a:gd name="connsiteY11" fmla="*/ 749808 h 4507992"/>
                <a:gd name="connsiteX12" fmla="*/ 476603 w 2424275"/>
                <a:gd name="connsiteY12" fmla="*/ 777240 h 4507992"/>
                <a:gd name="connsiteX13" fmla="*/ 449171 w 2424275"/>
                <a:gd name="connsiteY13" fmla="*/ 841248 h 4507992"/>
                <a:gd name="connsiteX14" fmla="*/ 430883 w 2424275"/>
                <a:gd name="connsiteY14" fmla="*/ 868680 h 4507992"/>
                <a:gd name="connsiteX15" fmla="*/ 385163 w 2424275"/>
                <a:gd name="connsiteY15" fmla="*/ 960120 h 4507992"/>
                <a:gd name="connsiteX16" fmla="*/ 366875 w 2424275"/>
                <a:gd name="connsiteY16" fmla="*/ 987552 h 4507992"/>
                <a:gd name="connsiteX17" fmla="*/ 293723 w 2424275"/>
                <a:gd name="connsiteY17" fmla="*/ 1014984 h 4507992"/>
                <a:gd name="connsiteX18" fmla="*/ 284579 w 2424275"/>
                <a:gd name="connsiteY18" fmla="*/ 1115568 h 4507992"/>
                <a:gd name="connsiteX19" fmla="*/ 257147 w 2424275"/>
                <a:gd name="connsiteY19" fmla="*/ 1179576 h 4507992"/>
                <a:gd name="connsiteX20" fmla="*/ 238859 w 2424275"/>
                <a:gd name="connsiteY20" fmla="*/ 1207008 h 4507992"/>
                <a:gd name="connsiteX21" fmla="*/ 229715 w 2424275"/>
                <a:gd name="connsiteY21" fmla="*/ 1234440 h 4507992"/>
                <a:gd name="connsiteX22" fmla="*/ 211427 w 2424275"/>
                <a:gd name="connsiteY22" fmla="*/ 1271016 h 4507992"/>
                <a:gd name="connsiteX23" fmla="*/ 202283 w 2424275"/>
                <a:gd name="connsiteY23" fmla="*/ 1307592 h 4507992"/>
                <a:gd name="connsiteX24" fmla="*/ 183995 w 2424275"/>
                <a:gd name="connsiteY24" fmla="*/ 1335024 h 4507992"/>
                <a:gd name="connsiteX25" fmla="*/ 174851 w 2424275"/>
                <a:gd name="connsiteY25" fmla="*/ 1362456 h 4507992"/>
                <a:gd name="connsiteX26" fmla="*/ 156563 w 2424275"/>
                <a:gd name="connsiteY26" fmla="*/ 1389888 h 4507992"/>
                <a:gd name="connsiteX27" fmla="*/ 147419 w 2424275"/>
                <a:gd name="connsiteY27" fmla="*/ 1417320 h 4507992"/>
                <a:gd name="connsiteX28" fmla="*/ 129131 w 2424275"/>
                <a:gd name="connsiteY28" fmla="*/ 1444752 h 4507992"/>
                <a:gd name="connsiteX29" fmla="*/ 110843 w 2424275"/>
                <a:gd name="connsiteY29" fmla="*/ 1481328 h 4507992"/>
                <a:gd name="connsiteX30" fmla="*/ 65123 w 2424275"/>
                <a:gd name="connsiteY30" fmla="*/ 1545336 h 4507992"/>
                <a:gd name="connsiteX31" fmla="*/ 19403 w 2424275"/>
                <a:gd name="connsiteY31" fmla="*/ 1618488 h 4507992"/>
                <a:gd name="connsiteX32" fmla="*/ 10259 w 2424275"/>
                <a:gd name="connsiteY32" fmla="*/ 1655064 h 4507992"/>
                <a:gd name="connsiteX33" fmla="*/ 19403 w 2424275"/>
                <a:gd name="connsiteY33" fmla="*/ 1929384 h 4507992"/>
                <a:gd name="connsiteX34" fmla="*/ 37691 w 2424275"/>
                <a:gd name="connsiteY34" fmla="*/ 1984248 h 4507992"/>
                <a:gd name="connsiteX35" fmla="*/ 28547 w 2424275"/>
                <a:gd name="connsiteY35" fmla="*/ 2112264 h 4507992"/>
                <a:gd name="connsiteX36" fmla="*/ 19403 w 2424275"/>
                <a:gd name="connsiteY36" fmla="*/ 2167128 h 4507992"/>
                <a:gd name="connsiteX37" fmla="*/ 10259 w 2424275"/>
                <a:gd name="connsiteY37" fmla="*/ 2267712 h 4507992"/>
                <a:gd name="connsiteX38" fmla="*/ 19403 w 2424275"/>
                <a:gd name="connsiteY38" fmla="*/ 2414016 h 4507992"/>
                <a:gd name="connsiteX39" fmla="*/ 37691 w 2424275"/>
                <a:gd name="connsiteY39" fmla="*/ 2487168 h 4507992"/>
                <a:gd name="connsiteX40" fmla="*/ 55979 w 2424275"/>
                <a:gd name="connsiteY40" fmla="*/ 2560320 h 4507992"/>
                <a:gd name="connsiteX41" fmla="*/ 74267 w 2424275"/>
                <a:gd name="connsiteY41" fmla="*/ 2606040 h 4507992"/>
                <a:gd name="connsiteX42" fmla="*/ 83411 w 2424275"/>
                <a:gd name="connsiteY42" fmla="*/ 2633472 h 4507992"/>
                <a:gd name="connsiteX43" fmla="*/ 101699 w 2424275"/>
                <a:gd name="connsiteY43" fmla="*/ 2670048 h 4507992"/>
                <a:gd name="connsiteX44" fmla="*/ 119987 w 2424275"/>
                <a:gd name="connsiteY44" fmla="*/ 2724912 h 4507992"/>
                <a:gd name="connsiteX45" fmla="*/ 92555 w 2424275"/>
                <a:gd name="connsiteY45" fmla="*/ 2706624 h 4507992"/>
                <a:gd name="connsiteX46" fmla="*/ 119987 w 2424275"/>
                <a:gd name="connsiteY46" fmla="*/ 2734056 h 4507992"/>
                <a:gd name="connsiteX47" fmla="*/ 174851 w 2424275"/>
                <a:gd name="connsiteY47" fmla="*/ 2807208 h 4507992"/>
                <a:gd name="connsiteX48" fmla="*/ 183995 w 2424275"/>
                <a:gd name="connsiteY48" fmla="*/ 2843784 h 4507992"/>
                <a:gd name="connsiteX49" fmla="*/ 193139 w 2424275"/>
                <a:gd name="connsiteY49" fmla="*/ 2871216 h 4507992"/>
                <a:gd name="connsiteX50" fmla="*/ 202283 w 2424275"/>
                <a:gd name="connsiteY50" fmla="*/ 2935224 h 4507992"/>
                <a:gd name="connsiteX51" fmla="*/ 183995 w 2424275"/>
                <a:gd name="connsiteY51" fmla="*/ 3081528 h 4507992"/>
                <a:gd name="connsiteX52" fmla="*/ 174851 w 2424275"/>
                <a:gd name="connsiteY52" fmla="*/ 3127248 h 4507992"/>
                <a:gd name="connsiteX53" fmla="*/ 183995 w 2424275"/>
                <a:gd name="connsiteY53" fmla="*/ 3273552 h 4507992"/>
                <a:gd name="connsiteX54" fmla="*/ 220571 w 2424275"/>
                <a:gd name="connsiteY54" fmla="*/ 3337560 h 4507992"/>
                <a:gd name="connsiteX55" fmla="*/ 275435 w 2424275"/>
                <a:gd name="connsiteY55" fmla="*/ 3401568 h 4507992"/>
                <a:gd name="connsiteX56" fmla="*/ 339443 w 2424275"/>
                <a:gd name="connsiteY56" fmla="*/ 3429000 h 4507992"/>
                <a:gd name="connsiteX57" fmla="*/ 421739 w 2424275"/>
                <a:gd name="connsiteY57" fmla="*/ 3438144 h 4507992"/>
                <a:gd name="connsiteX58" fmla="*/ 504035 w 2424275"/>
                <a:gd name="connsiteY58" fmla="*/ 3474720 h 4507992"/>
                <a:gd name="connsiteX59" fmla="*/ 540611 w 2424275"/>
                <a:gd name="connsiteY59" fmla="*/ 3529584 h 4507992"/>
                <a:gd name="connsiteX60" fmla="*/ 558899 w 2424275"/>
                <a:gd name="connsiteY60" fmla="*/ 3593592 h 4507992"/>
                <a:gd name="connsiteX61" fmla="*/ 568043 w 2424275"/>
                <a:gd name="connsiteY61" fmla="*/ 3621024 h 4507992"/>
                <a:gd name="connsiteX62" fmla="*/ 577187 w 2424275"/>
                <a:gd name="connsiteY62" fmla="*/ 3666744 h 4507992"/>
                <a:gd name="connsiteX63" fmla="*/ 586331 w 2424275"/>
                <a:gd name="connsiteY63" fmla="*/ 3694176 h 4507992"/>
                <a:gd name="connsiteX64" fmla="*/ 595475 w 2424275"/>
                <a:gd name="connsiteY64" fmla="*/ 3730752 h 4507992"/>
                <a:gd name="connsiteX65" fmla="*/ 613763 w 2424275"/>
                <a:gd name="connsiteY65" fmla="*/ 3767328 h 4507992"/>
                <a:gd name="connsiteX66" fmla="*/ 650339 w 2424275"/>
                <a:gd name="connsiteY66" fmla="*/ 3831336 h 4507992"/>
                <a:gd name="connsiteX67" fmla="*/ 696059 w 2424275"/>
                <a:gd name="connsiteY67" fmla="*/ 3895344 h 4507992"/>
                <a:gd name="connsiteX68" fmla="*/ 750923 w 2424275"/>
                <a:gd name="connsiteY68" fmla="*/ 3968496 h 4507992"/>
                <a:gd name="connsiteX69" fmla="*/ 778355 w 2424275"/>
                <a:gd name="connsiteY69" fmla="*/ 3986784 h 4507992"/>
                <a:gd name="connsiteX70" fmla="*/ 851507 w 2424275"/>
                <a:gd name="connsiteY70" fmla="*/ 4032504 h 4507992"/>
                <a:gd name="connsiteX71" fmla="*/ 933803 w 2424275"/>
                <a:gd name="connsiteY71" fmla="*/ 4050792 h 4507992"/>
                <a:gd name="connsiteX72" fmla="*/ 1061819 w 2424275"/>
                <a:gd name="connsiteY72" fmla="*/ 4014216 h 4507992"/>
                <a:gd name="connsiteX73" fmla="*/ 1089251 w 2424275"/>
                <a:gd name="connsiteY73" fmla="*/ 3995928 h 4507992"/>
                <a:gd name="connsiteX74" fmla="*/ 1272131 w 2424275"/>
                <a:gd name="connsiteY74" fmla="*/ 3986784 h 4507992"/>
                <a:gd name="connsiteX75" fmla="*/ 1290419 w 2424275"/>
                <a:gd name="connsiteY75" fmla="*/ 3959352 h 4507992"/>
                <a:gd name="connsiteX76" fmla="*/ 1299563 w 2424275"/>
                <a:gd name="connsiteY76" fmla="*/ 3986784 h 4507992"/>
                <a:gd name="connsiteX77" fmla="*/ 1326995 w 2424275"/>
                <a:gd name="connsiteY77" fmla="*/ 4041648 h 4507992"/>
                <a:gd name="connsiteX78" fmla="*/ 1281275 w 2424275"/>
                <a:gd name="connsiteY78" fmla="*/ 4123944 h 4507992"/>
                <a:gd name="connsiteX79" fmla="*/ 1262987 w 2424275"/>
                <a:gd name="connsiteY79" fmla="*/ 4151376 h 4507992"/>
                <a:gd name="connsiteX80" fmla="*/ 1308707 w 2424275"/>
                <a:gd name="connsiteY80" fmla="*/ 4233672 h 4507992"/>
                <a:gd name="connsiteX81" fmla="*/ 1299563 w 2424275"/>
                <a:gd name="connsiteY81" fmla="*/ 4279392 h 4507992"/>
                <a:gd name="connsiteX82" fmla="*/ 1272131 w 2424275"/>
                <a:gd name="connsiteY82" fmla="*/ 4306824 h 4507992"/>
                <a:gd name="connsiteX83" fmla="*/ 1290419 w 2424275"/>
                <a:gd name="connsiteY83" fmla="*/ 4334256 h 4507992"/>
                <a:gd name="connsiteX84" fmla="*/ 1363571 w 2424275"/>
                <a:gd name="connsiteY84" fmla="*/ 4361688 h 4507992"/>
                <a:gd name="connsiteX85" fmla="*/ 1391003 w 2424275"/>
                <a:gd name="connsiteY85" fmla="*/ 4370832 h 4507992"/>
                <a:gd name="connsiteX86" fmla="*/ 1427579 w 2424275"/>
                <a:gd name="connsiteY86" fmla="*/ 4379976 h 4507992"/>
                <a:gd name="connsiteX87" fmla="*/ 1464155 w 2424275"/>
                <a:gd name="connsiteY87" fmla="*/ 4398264 h 4507992"/>
                <a:gd name="connsiteX88" fmla="*/ 1519019 w 2424275"/>
                <a:gd name="connsiteY88" fmla="*/ 4416552 h 4507992"/>
                <a:gd name="connsiteX89" fmla="*/ 1573883 w 2424275"/>
                <a:gd name="connsiteY89" fmla="*/ 4453128 h 4507992"/>
                <a:gd name="connsiteX90" fmla="*/ 1592171 w 2424275"/>
                <a:gd name="connsiteY90" fmla="*/ 4480560 h 4507992"/>
                <a:gd name="connsiteX91" fmla="*/ 1656179 w 2424275"/>
                <a:gd name="connsiteY91" fmla="*/ 4507992 h 4507992"/>
                <a:gd name="connsiteX92" fmla="*/ 1701899 w 2424275"/>
                <a:gd name="connsiteY92" fmla="*/ 4498848 h 4507992"/>
                <a:gd name="connsiteX93" fmla="*/ 1711043 w 2424275"/>
                <a:gd name="connsiteY93" fmla="*/ 4471416 h 4507992"/>
                <a:gd name="connsiteX94" fmla="*/ 1692755 w 2424275"/>
                <a:gd name="connsiteY94" fmla="*/ 4370832 h 4507992"/>
                <a:gd name="connsiteX95" fmla="*/ 1729331 w 2424275"/>
                <a:gd name="connsiteY95" fmla="*/ 4270248 h 4507992"/>
                <a:gd name="connsiteX96" fmla="*/ 1756763 w 2424275"/>
                <a:gd name="connsiteY96" fmla="*/ 4261104 h 4507992"/>
                <a:gd name="connsiteX97" fmla="*/ 1765907 w 2424275"/>
                <a:gd name="connsiteY97" fmla="*/ 4233672 h 4507992"/>
                <a:gd name="connsiteX98" fmla="*/ 1747619 w 2424275"/>
                <a:gd name="connsiteY98" fmla="*/ 4178808 h 4507992"/>
                <a:gd name="connsiteX99" fmla="*/ 1793339 w 2424275"/>
                <a:gd name="connsiteY99" fmla="*/ 4105656 h 4507992"/>
                <a:gd name="connsiteX100" fmla="*/ 1802483 w 2424275"/>
                <a:gd name="connsiteY100" fmla="*/ 4078224 h 4507992"/>
                <a:gd name="connsiteX101" fmla="*/ 1793339 w 2424275"/>
                <a:gd name="connsiteY101" fmla="*/ 4050792 h 4507992"/>
                <a:gd name="connsiteX102" fmla="*/ 1701899 w 2424275"/>
                <a:gd name="connsiteY102" fmla="*/ 4023360 h 4507992"/>
                <a:gd name="connsiteX103" fmla="*/ 1564739 w 2424275"/>
                <a:gd name="connsiteY103" fmla="*/ 4014216 h 4507992"/>
                <a:gd name="connsiteX104" fmla="*/ 1509875 w 2424275"/>
                <a:gd name="connsiteY104" fmla="*/ 3986784 h 4507992"/>
                <a:gd name="connsiteX105" fmla="*/ 1491587 w 2424275"/>
                <a:gd name="connsiteY105" fmla="*/ 3959352 h 4507992"/>
                <a:gd name="connsiteX106" fmla="*/ 1519019 w 2424275"/>
                <a:gd name="connsiteY106" fmla="*/ 3968496 h 4507992"/>
                <a:gd name="connsiteX107" fmla="*/ 1555595 w 2424275"/>
                <a:gd name="connsiteY107" fmla="*/ 3986784 h 4507992"/>
                <a:gd name="connsiteX108" fmla="*/ 1647035 w 2424275"/>
                <a:gd name="connsiteY108" fmla="*/ 4014216 h 4507992"/>
                <a:gd name="connsiteX109" fmla="*/ 1674467 w 2424275"/>
                <a:gd name="connsiteY109" fmla="*/ 4023360 h 4507992"/>
                <a:gd name="connsiteX110" fmla="*/ 1802483 w 2424275"/>
                <a:gd name="connsiteY110" fmla="*/ 4014216 h 4507992"/>
                <a:gd name="connsiteX111" fmla="*/ 1829915 w 2424275"/>
                <a:gd name="connsiteY111" fmla="*/ 4005072 h 4507992"/>
                <a:gd name="connsiteX112" fmla="*/ 1893923 w 2424275"/>
                <a:gd name="connsiteY112" fmla="*/ 3968496 h 4507992"/>
                <a:gd name="connsiteX113" fmla="*/ 1912211 w 2424275"/>
                <a:gd name="connsiteY113" fmla="*/ 3941064 h 4507992"/>
                <a:gd name="connsiteX114" fmla="*/ 1976219 w 2424275"/>
                <a:gd name="connsiteY114" fmla="*/ 3913632 h 4507992"/>
                <a:gd name="connsiteX115" fmla="*/ 2021939 w 2424275"/>
                <a:gd name="connsiteY115" fmla="*/ 3904488 h 4507992"/>
                <a:gd name="connsiteX116" fmla="*/ 2058515 w 2424275"/>
                <a:gd name="connsiteY116" fmla="*/ 3886200 h 4507992"/>
                <a:gd name="connsiteX117" fmla="*/ 2113379 w 2424275"/>
                <a:gd name="connsiteY117" fmla="*/ 3877056 h 4507992"/>
                <a:gd name="connsiteX118" fmla="*/ 2140811 w 2424275"/>
                <a:gd name="connsiteY118" fmla="*/ 3867912 h 4507992"/>
                <a:gd name="connsiteX119" fmla="*/ 2168243 w 2424275"/>
                <a:gd name="connsiteY119" fmla="*/ 3840480 h 4507992"/>
                <a:gd name="connsiteX120" fmla="*/ 2186531 w 2424275"/>
                <a:gd name="connsiteY120" fmla="*/ 3767328 h 4507992"/>
                <a:gd name="connsiteX121" fmla="*/ 2204819 w 2424275"/>
                <a:gd name="connsiteY121" fmla="*/ 3648456 h 4507992"/>
                <a:gd name="connsiteX122" fmla="*/ 2213963 w 2424275"/>
                <a:gd name="connsiteY122" fmla="*/ 3621024 h 4507992"/>
                <a:gd name="connsiteX123" fmla="*/ 2250539 w 2424275"/>
                <a:gd name="connsiteY123" fmla="*/ 3566160 h 4507992"/>
                <a:gd name="connsiteX124" fmla="*/ 2277971 w 2424275"/>
                <a:gd name="connsiteY124" fmla="*/ 3511296 h 4507992"/>
                <a:gd name="connsiteX125" fmla="*/ 2287115 w 2424275"/>
                <a:gd name="connsiteY125" fmla="*/ 3474720 h 4507992"/>
                <a:gd name="connsiteX126" fmla="*/ 2296259 w 2424275"/>
                <a:gd name="connsiteY126" fmla="*/ 3447288 h 4507992"/>
                <a:gd name="connsiteX127" fmla="*/ 2314547 w 2424275"/>
                <a:gd name="connsiteY127" fmla="*/ 3374136 h 4507992"/>
                <a:gd name="connsiteX128" fmla="*/ 2323691 w 2424275"/>
                <a:gd name="connsiteY128" fmla="*/ 3337560 h 4507992"/>
                <a:gd name="connsiteX129" fmla="*/ 2341979 w 2424275"/>
                <a:gd name="connsiteY129" fmla="*/ 3255264 h 4507992"/>
                <a:gd name="connsiteX130" fmla="*/ 2360267 w 2424275"/>
                <a:gd name="connsiteY130" fmla="*/ 3200400 h 4507992"/>
                <a:gd name="connsiteX131" fmla="*/ 2369411 w 2424275"/>
                <a:gd name="connsiteY131" fmla="*/ 3172968 h 4507992"/>
                <a:gd name="connsiteX132" fmla="*/ 2396843 w 2424275"/>
                <a:gd name="connsiteY132" fmla="*/ 3044952 h 4507992"/>
                <a:gd name="connsiteX133" fmla="*/ 2378555 w 2424275"/>
                <a:gd name="connsiteY133" fmla="*/ 2907792 h 4507992"/>
                <a:gd name="connsiteX134" fmla="*/ 2369411 w 2424275"/>
                <a:gd name="connsiteY134" fmla="*/ 2871216 h 4507992"/>
                <a:gd name="connsiteX135" fmla="*/ 2360267 w 2424275"/>
                <a:gd name="connsiteY135" fmla="*/ 2788920 h 4507992"/>
                <a:gd name="connsiteX136" fmla="*/ 2351123 w 2424275"/>
                <a:gd name="connsiteY136" fmla="*/ 2743200 h 4507992"/>
                <a:gd name="connsiteX137" fmla="*/ 2369411 w 2424275"/>
                <a:gd name="connsiteY137" fmla="*/ 2624328 h 4507992"/>
                <a:gd name="connsiteX138" fmla="*/ 2387699 w 2424275"/>
                <a:gd name="connsiteY138" fmla="*/ 2551176 h 4507992"/>
                <a:gd name="connsiteX139" fmla="*/ 2396843 w 2424275"/>
                <a:gd name="connsiteY139" fmla="*/ 2487168 h 4507992"/>
                <a:gd name="connsiteX140" fmla="*/ 2405987 w 2424275"/>
                <a:gd name="connsiteY140" fmla="*/ 2450592 h 4507992"/>
                <a:gd name="connsiteX141" fmla="*/ 2415131 w 2424275"/>
                <a:gd name="connsiteY141" fmla="*/ 2386584 h 4507992"/>
                <a:gd name="connsiteX142" fmla="*/ 2424275 w 2424275"/>
                <a:gd name="connsiteY142" fmla="*/ 2231136 h 4507992"/>
                <a:gd name="connsiteX143" fmla="*/ 2415131 w 2424275"/>
                <a:gd name="connsiteY143" fmla="*/ 2167128 h 4507992"/>
                <a:gd name="connsiteX144" fmla="*/ 2396843 w 2424275"/>
                <a:gd name="connsiteY144" fmla="*/ 2020824 h 4507992"/>
                <a:gd name="connsiteX145" fmla="*/ 2387699 w 2424275"/>
                <a:gd name="connsiteY145" fmla="*/ 1975104 h 4507992"/>
                <a:gd name="connsiteX146" fmla="*/ 2378555 w 2424275"/>
                <a:gd name="connsiteY146" fmla="*/ 1883664 h 4507992"/>
                <a:gd name="connsiteX147" fmla="*/ 2332835 w 2424275"/>
                <a:gd name="connsiteY147" fmla="*/ 1828800 h 4507992"/>
                <a:gd name="connsiteX148" fmla="*/ 2314547 w 2424275"/>
                <a:gd name="connsiteY148" fmla="*/ 1792224 h 4507992"/>
                <a:gd name="connsiteX149" fmla="*/ 2332835 w 2424275"/>
                <a:gd name="connsiteY149" fmla="*/ 1655064 h 4507992"/>
                <a:gd name="connsiteX150" fmla="*/ 2360267 w 2424275"/>
                <a:gd name="connsiteY150" fmla="*/ 1508760 h 4507992"/>
                <a:gd name="connsiteX151" fmla="*/ 2369411 w 2424275"/>
                <a:gd name="connsiteY151" fmla="*/ 1453896 h 4507992"/>
                <a:gd name="connsiteX152" fmla="*/ 2351123 w 2424275"/>
                <a:gd name="connsiteY152" fmla="*/ 1170432 h 4507992"/>
                <a:gd name="connsiteX153" fmla="*/ 2332835 w 2424275"/>
                <a:gd name="connsiteY153" fmla="*/ 1106424 h 4507992"/>
                <a:gd name="connsiteX154" fmla="*/ 2305403 w 2424275"/>
                <a:gd name="connsiteY154" fmla="*/ 1005840 h 4507992"/>
                <a:gd name="connsiteX155" fmla="*/ 2296259 w 2424275"/>
                <a:gd name="connsiteY155" fmla="*/ 896112 h 4507992"/>
                <a:gd name="connsiteX156" fmla="*/ 2287115 w 2424275"/>
                <a:gd name="connsiteY156" fmla="*/ 832104 h 4507992"/>
                <a:gd name="connsiteX157" fmla="*/ 2223107 w 2424275"/>
                <a:gd name="connsiteY157" fmla="*/ 749808 h 4507992"/>
                <a:gd name="connsiteX158" fmla="*/ 2204819 w 2424275"/>
                <a:gd name="connsiteY158" fmla="*/ 722376 h 4507992"/>
                <a:gd name="connsiteX159" fmla="*/ 2122523 w 2424275"/>
                <a:gd name="connsiteY159" fmla="*/ 649224 h 4507992"/>
                <a:gd name="connsiteX160" fmla="*/ 2076803 w 2424275"/>
                <a:gd name="connsiteY160" fmla="*/ 594360 h 4507992"/>
                <a:gd name="connsiteX161" fmla="*/ 2058515 w 2424275"/>
                <a:gd name="connsiteY161" fmla="*/ 566928 h 4507992"/>
                <a:gd name="connsiteX162" fmla="*/ 2003651 w 2424275"/>
                <a:gd name="connsiteY162" fmla="*/ 512064 h 4507992"/>
                <a:gd name="connsiteX163" fmla="*/ 1967075 w 2424275"/>
                <a:gd name="connsiteY163" fmla="*/ 457200 h 4507992"/>
                <a:gd name="connsiteX164" fmla="*/ 1884779 w 2424275"/>
                <a:gd name="connsiteY164" fmla="*/ 411480 h 4507992"/>
                <a:gd name="connsiteX165" fmla="*/ 1793339 w 2424275"/>
                <a:gd name="connsiteY165" fmla="*/ 420624 h 4507992"/>
                <a:gd name="connsiteX166" fmla="*/ 1765907 w 2424275"/>
                <a:gd name="connsiteY166" fmla="*/ 438912 h 4507992"/>
                <a:gd name="connsiteX167" fmla="*/ 1720187 w 2424275"/>
                <a:gd name="connsiteY167" fmla="*/ 493776 h 4507992"/>
                <a:gd name="connsiteX168" fmla="*/ 1692755 w 2424275"/>
                <a:gd name="connsiteY168" fmla="*/ 521208 h 4507992"/>
                <a:gd name="connsiteX169" fmla="*/ 1665323 w 2424275"/>
                <a:gd name="connsiteY169" fmla="*/ 512064 h 4507992"/>
                <a:gd name="connsiteX170" fmla="*/ 1610459 w 2424275"/>
                <a:gd name="connsiteY170" fmla="*/ 466344 h 4507992"/>
                <a:gd name="connsiteX171" fmla="*/ 1583027 w 2424275"/>
                <a:gd name="connsiteY171" fmla="*/ 448056 h 4507992"/>
                <a:gd name="connsiteX172" fmla="*/ 1519019 w 2424275"/>
                <a:gd name="connsiteY172" fmla="*/ 365760 h 4507992"/>
                <a:gd name="connsiteX173" fmla="*/ 1482443 w 2424275"/>
                <a:gd name="connsiteY173" fmla="*/ 283464 h 4507992"/>
                <a:gd name="connsiteX174" fmla="*/ 1455011 w 2424275"/>
                <a:gd name="connsiteY174" fmla="*/ 192024 h 4507992"/>
                <a:gd name="connsiteX175" fmla="*/ 1445867 w 2424275"/>
                <a:gd name="connsiteY175" fmla="*/ 164592 h 4507992"/>
                <a:gd name="connsiteX176" fmla="*/ 1400147 w 2424275"/>
                <a:gd name="connsiteY176" fmla="*/ 109728 h 4507992"/>
                <a:gd name="connsiteX177" fmla="*/ 1372715 w 2424275"/>
                <a:gd name="connsiteY177" fmla="*/ 91440 h 4507992"/>
                <a:gd name="connsiteX178" fmla="*/ 1308707 w 2424275"/>
                <a:gd name="connsiteY178" fmla="*/ 73152 h 4507992"/>
                <a:gd name="connsiteX179" fmla="*/ 1217267 w 2424275"/>
                <a:gd name="connsiteY179" fmla="*/ 64008 h 4507992"/>
                <a:gd name="connsiteX180" fmla="*/ 1162403 w 2424275"/>
                <a:gd name="connsiteY180" fmla="*/ 36576 h 4507992"/>
                <a:gd name="connsiteX181" fmla="*/ 1134971 w 2424275"/>
                <a:gd name="connsiteY181" fmla="*/ 27432 h 4507992"/>
                <a:gd name="connsiteX182" fmla="*/ 1107539 w 2424275"/>
                <a:gd name="connsiteY182" fmla="*/ 9144 h 4507992"/>
                <a:gd name="connsiteX183" fmla="*/ 1061819 w 2424275"/>
                <a:gd name="connsiteY183" fmla="*/ 0 h 4507992"/>
                <a:gd name="connsiteX184" fmla="*/ 915515 w 2424275"/>
                <a:gd name="connsiteY184" fmla="*/ 18288 h 4507992"/>
                <a:gd name="connsiteX185" fmla="*/ 906371 w 2424275"/>
                <a:gd name="connsiteY185" fmla="*/ 9144 h 450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424275" h="4507992">
                  <a:moveTo>
                    <a:pt x="906371" y="9144"/>
                  </a:moveTo>
                  <a:cubicBezTo>
                    <a:pt x="903323" y="33528"/>
                    <a:pt x="901061" y="112828"/>
                    <a:pt x="897227" y="164592"/>
                  </a:cubicBezTo>
                  <a:cubicBezTo>
                    <a:pt x="892790" y="224489"/>
                    <a:pt x="890918" y="249845"/>
                    <a:pt x="878939" y="301752"/>
                  </a:cubicBezTo>
                  <a:cubicBezTo>
                    <a:pt x="873287" y="326243"/>
                    <a:pt x="875732" y="354796"/>
                    <a:pt x="860651" y="374904"/>
                  </a:cubicBezTo>
                  <a:cubicBezTo>
                    <a:pt x="836514" y="407087"/>
                    <a:pt x="811011" y="448274"/>
                    <a:pt x="778355" y="475488"/>
                  </a:cubicBezTo>
                  <a:cubicBezTo>
                    <a:pt x="751657" y="497736"/>
                    <a:pt x="727143" y="523954"/>
                    <a:pt x="696059" y="539496"/>
                  </a:cubicBezTo>
                  <a:cubicBezTo>
                    <a:pt x="683867" y="545592"/>
                    <a:pt x="670033" y="549152"/>
                    <a:pt x="659483" y="557784"/>
                  </a:cubicBezTo>
                  <a:cubicBezTo>
                    <a:pt x="636130" y="576891"/>
                    <a:pt x="612212" y="596686"/>
                    <a:pt x="595475" y="621792"/>
                  </a:cubicBezTo>
                  <a:cubicBezTo>
                    <a:pt x="583283" y="640080"/>
                    <a:pt x="565850" y="655804"/>
                    <a:pt x="558899" y="676656"/>
                  </a:cubicBezTo>
                  <a:cubicBezTo>
                    <a:pt x="555851" y="685800"/>
                    <a:pt x="555776" y="696562"/>
                    <a:pt x="549755" y="704088"/>
                  </a:cubicBezTo>
                  <a:cubicBezTo>
                    <a:pt x="542890" y="712670"/>
                    <a:pt x="531467" y="716280"/>
                    <a:pt x="522323" y="722376"/>
                  </a:cubicBezTo>
                  <a:cubicBezTo>
                    <a:pt x="516227" y="731520"/>
                    <a:pt x="511070" y="741365"/>
                    <a:pt x="504035" y="749808"/>
                  </a:cubicBezTo>
                  <a:cubicBezTo>
                    <a:pt x="495756" y="759742"/>
                    <a:pt x="484119" y="766717"/>
                    <a:pt x="476603" y="777240"/>
                  </a:cubicBezTo>
                  <a:cubicBezTo>
                    <a:pt x="444890" y="821638"/>
                    <a:pt x="469070" y="801450"/>
                    <a:pt x="449171" y="841248"/>
                  </a:cubicBezTo>
                  <a:cubicBezTo>
                    <a:pt x="444256" y="851078"/>
                    <a:pt x="435798" y="858850"/>
                    <a:pt x="430883" y="868680"/>
                  </a:cubicBezTo>
                  <a:cubicBezTo>
                    <a:pt x="380406" y="969634"/>
                    <a:pt x="448747" y="858386"/>
                    <a:pt x="385163" y="960120"/>
                  </a:cubicBezTo>
                  <a:cubicBezTo>
                    <a:pt x="379338" y="969439"/>
                    <a:pt x="374646" y="979781"/>
                    <a:pt x="366875" y="987552"/>
                  </a:cubicBezTo>
                  <a:cubicBezTo>
                    <a:pt x="343330" y="1011097"/>
                    <a:pt x="326435" y="1008442"/>
                    <a:pt x="293723" y="1014984"/>
                  </a:cubicBezTo>
                  <a:cubicBezTo>
                    <a:pt x="290675" y="1048512"/>
                    <a:pt x="289340" y="1082240"/>
                    <a:pt x="284579" y="1115568"/>
                  </a:cubicBezTo>
                  <a:cubicBezTo>
                    <a:pt x="282136" y="1132666"/>
                    <a:pt x="264172" y="1167282"/>
                    <a:pt x="257147" y="1179576"/>
                  </a:cubicBezTo>
                  <a:cubicBezTo>
                    <a:pt x="251695" y="1189118"/>
                    <a:pt x="243774" y="1197178"/>
                    <a:pt x="238859" y="1207008"/>
                  </a:cubicBezTo>
                  <a:cubicBezTo>
                    <a:pt x="234548" y="1215629"/>
                    <a:pt x="233512" y="1225581"/>
                    <a:pt x="229715" y="1234440"/>
                  </a:cubicBezTo>
                  <a:cubicBezTo>
                    <a:pt x="224345" y="1246969"/>
                    <a:pt x="216213" y="1258253"/>
                    <a:pt x="211427" y="1271016"/>
                  </a:cubicBezTo>
                  <a:cubicBezTo>
                    <a:pt x="207014" y="1282783"/>
                    <a:pt x="207233" y="1296041"/>
                    <a:pt x="202283" y="1307592"/>
                  </a:cubicBezTo>
                  <a:cubicBezTo>
                    <a:pt x="197954" y="1317693"/>
                    <a:pt x="188910" y="1325194"/>
                    <a:pt x="183995" y="1335024"/>
                  </a:cubicBezTo>
                  <a:cubicBezTo>
                    <a:pt x="179684" y="1343645"/>
                    <a:pt x="179162" y="1353835"/>
                    <a:pt x="174851" y="1362456"/>
                  </a:cubicBezTo>
                  <a:cubicBezTo>
                    <a:pt x="169936" y="1372286"/>
                    <a:pt x="161478" y="1380058"/>
                    <a:pt x="156563" y="1389888"/>
                  </a:cubicBezTo>
                  <a:cubicBezTo>
                    <a:pt x="152252" y="1398509"/>
                    <a:pt x="151730" y="1408699"/>
                    <a:pt x="147419" y="1417320"/>
                  </a:cubicBezTo>
                  <a:cubicBezTo>
                    <a:pt x="142504" y="1427150"/>
                    <a:pt x="134583" y="1435210"/>
                    <a:pt x="129131" y="1444752"/>
                  </a:cubicBezTo>
                  <a:cubicBezTo>
                    <a:pt x="122368" y="1456587"/>
                    <a:pt x="118067" y="1469769"/>
                    <a:pt x="110843" y="1481328"/>
                  </a:cubicBezTo>
                  <a:cubicBezTo>
                    <a:pt x="78133" y="1533663"/>
                    <a:pt x="90915" y="1500199"/>
                    <a:pt x="65123" y="1545336"/>
                  </a:cubicBezTo>
                  <a:cubicBezTo>
                    <a:pt x="24957" y="1615626"/>
                    <a:pt x="71854" y="1548554"/>
                    <a:pt x="19403" y="1618488"/>
                  </a:cubicBezTo>
                  <a:cubicBezTo>
                    <a:pt x="16355" y="1630680"/>
                    <a:pt x="12036" y="1642623"/>
                    <a:pt x="10259" y="1655064"/>
                  </a:cubicBezTo>
                  <a:cubicBezTo>
                    <a:pt x="-2085" y="1741475"/>
                    <a:pt x="-7724" y="1848002"/>
                    <a:pt x="19403" y="1929384"/>
                  </a:cubicBezTo>
                  <a:lnTo>
                    <a:pt x="37691" y="1984248"/>
                  </a:lnTo>
                  <a:cubicBezTo>
                    <a:pt x="34643" y="2026920"/>
                    <a:pt x="32804" y="2069696"/>
                    <a:pt x="28547" y="2112264"/>
                  </a:cubicBezTo>
                  <a:cubicBezTo>
                    <a:pt x="26702" y="2130712"/>
                    <a:pt x="21569" y="2148715"/>
                    <a:pt x="19403" y="2167128"/>
                  </a:cubicBezTo>
                  <a:cubicBezTo>
                    <a:pt x="15469" y="2200564"/>
                    <a:pt x="13307" y="2234184"/>
                    <a:pt x="10259" y="2267712"/>
                  </a:cubicBezTo>
                  <a:cubicBezTo>
                    <a:pt x="13307" y="2316480"/>
                    <a:pt x="14770" y="2365373"/>
                    <a:pt x="19403" y="2414016"/>
                  </a:cubicBezTo>
                  <a:cubicBezTo>
                    <a:pt x="24588" y="2468460"/>
                    <a:pt x="27260" y="2445443"/>
                    <a:pt x="37691" y="2487168"/>
                  </a:cubicBezTo>
                  <a:cubicBezTo>
                    <a:pt x="51334" y="2541739"/>
                    <a:pt x="40303" y="2518516"/>
                    <a:pt x="55979" y="2560320"/>
                  </a:cubicBezTo>
                  <a:cubicBezTo>
                    <a:pt x="61742" y="2575689"/>
                    <a:pt x="68504" y="2590671"/>
                    <a:pt x="74267" y="2606040"/>
                  </a:cubicBezTo>
                  <a:cubicBezTo>
                    <a:pt x="77651" y="2615065"/>
                    <a:pt x="79614" y="2624613"/>
                    <a:pt x="83411" y="2633472"/>
                  </a:cubicBezTo>
                  <a:cubicBezTo>
                    <a:pt x="88781" y="2646001"/>
                    <a:pt x="96637" y="2657392"/>
                    <a:pt x="101699" y="2670048"/>
                  </a:cubicBezTo>
                  <a:cubicBezTo>
                    <a:pt x="108858" y="2687946"/>
                    <a:pt x="136027" y="2735605"/>
                    <a:pt x="119987" y="2724912"/>
                  </a:cubicBezTo>
                  <a:cubicBezTo>
                    <a:pt x="110843" y="2718816"/>
                    <a:pt x="92555" y="2695634"/>
                    <a:pt x="92555" y="2706624"/>
                  </a:cubicBezTo>
                  <a:cubicBezTo>
                    <a:pt x="92555" y="2719556"/>
                    <a:pt x="112228" y="2723711"/>
                    <a:pt x="119987" y="2734056"/>
                  </a:cubicBezTo>
                  <a:cubicBezTo>
                    <a:pt x="188157" y="2824950"/>
                    <a:pt x="110051" y="2742408"/>
                    <a:pt x="174851" y="2807208"/>
                  </a:cubicBezTo>
                  <a:cubicBezTo>
                    <a:pt x="177899" y="2819400"/>
                    <a:pt x="180543" y="2831700"/>
                    <a:pt x="183995" y="2843784"/>
                  </a:cubicBezTo>
                  <a:cubicBezTo>
                    <a:pt x="186643" y="2853052"/>
                    <a:pt x="191249" y="2861765"/>
                    <a:pt x="193139" y="2871216"/>
                  </a:cubicBezTo>
                  <a:cubicBezTo>
                    <a:pt x="197366" y="2892350"/>
                    <a:pt x="199235" y="2913888"/>
                    <a:pt x="202283" y="2935224"/>
                  </a:cubicBezTo>
                  <a:cubicBezTo>
                    <a:pt x="181666" y="3038311"/>
                    <a:pt x="205097" y="2912711"/>
                    <a:pt x="183995" y="3081528"/>
                  </a:cubicBezTo>
                  <a:cubicBezTo>
                    <a:pt x="182067" y="3096950"/>
                    <a:pt x="177899" y="3112008"/>
                    <a:pt x="174851" y="3127248"/>
                  </a:cubicBezTo>
                  <a:cubicBezTo>
                    <a:pt x="177899" y="3176016"/>
                    <a:pt x="176747" y="3225229"/>
                    <a:pt x="183995" y="3273552"/>
                  </a:cubicBezTo>
                  <a:cubicBezTo>
                    <a:pt x="186030" y="3287116"/>
                    <a:pt x="211788" y="3325264"/>
                    <a:pt x="220571" y="3337560"/>
                  </a:cubicBezTo>
                  <a:cubicBezTo>
                    <a:pt x="233579" y="3355771"/>
                    <a:pt x="256050" y="3387722"/>
                    <a:pt x="275435" y="3401568"/>
                  </a:cubicBezTo>
                  <a:cubicBezTo>
                    <a:pt x="285573" y="3408810"/>
                    <a:pt x="323870" y="3426404"/>
                    <a:pt x="339443" y="3429000"/>
                  </a:cubicBezTo>
                  <a:cubicBezTo>
                    <a:pt x="366668" y="3433538"/>
                    <a:pt x="394307" y="3435096"/>
                    <a:pt x="421739" y="3438144"/>
                  </a:cubicBezTo>
                  <a:cubicBezTo>
                    <a:pt x="487029" y="3459907"/>
                    <a:pt x="460563" y="3445739"/>
                    <a:pt x="504035" y="3474720"/>
                  </a:cubicBezTo>
                  <a:cubicBezTo>
                    <a:pt x="516227" y="3493008"/>
                    <a:pt x="533660" y="3508732"/>
                    <a:pt x="540611" y="3529584"/>
                  </a:cubicBezTo>
                  <a:cubicBezTo>
                    <a:pt x="562535" y="3595357"/>
                    <a:pt x="535936" y="3513220"/>
                    <a:pt x="558899" y="3593592"/>
                  </a:cubicBezTo>
                  <a:cubicBezTo>
                    <a:pt x="561547" y="3602860"/>
                    <a:pt x="565705" y="3611673"/>
                    <a:pt x="568043" y="3621024"/>
                  </a:cubicBezTo>
                  <a:cubicBezTo>
                    <a:pt x="571812" y="3636102"/>
                    <a:pt x="573418" y="3651666"/>
                    <a:pt x="577187" y="3666744"/>
                  </a:cubicBezTo>
                  <a:cubicBezTo>
                    <a:pt x="579525" y="3676095"/>
                    <a:pt x="583683" y="3684908"/>
                    <a:pt x="586331" y="3694176"/>
                  </a:cubicBezTo>
                  <a:cubicBezTo>
                    <a:pt x="589783" y="3706260"/>
                    <a:pt x="591062" y="3718985"/>
                    <a:pt x="595475" y="3730752"/>
                  </a:cubicBezTo>
                  <a:cubicBezTo>
                    <a:pt x="600261" y="3743515"/>
                    <a:pt x="608977" y="3754565"/>
                    <a:pt x="613763" y="3767328"/>
                  </a:cubicBezTo>
                  <a:cubicBezTo>
                    <a:pt x="635868" y="3826274"/>
                    <a:pt x="603912" y="3784909"/>
                    <a:pt x="650339" y="3831336"/>
                  </a:cubicBezTo>
                  <a:cubicBezTo>
                    <a:pt x="667631" y="3883211"/>
                    <a:pt x="647846" y="3837489"/>
                    <a:pt x="696059" y="3895344"/>
                  </a:cubicBezTo>
                  <a:cubicBezTo>
                    <a:pt x="715572" y="3918759"/>
                    <a:pt x="725562" y="3951589"/>
                    <a:pt x="750923" y="3968496"/>
                  </a:cubicBezTo>
                  <a:cubicBezTo>
                    <a:pt x="760067" y="3974592"/>
                    <a:pt x="769412" y="3980396"/>
                    <a:pt x="778355" y="3986784"/>
                  </a:cubicBezTo>
                  <a:cubicBezTo>
                    <a:pt x="810153" y="4009497"/>
                    <a:pt x="815327" y="4018936"/>
                    <a:pt x="851507" y="4032504"/>
                  </a:cubicBezTo>
                  <a:cubicBezTo>
                    <a:pt x="866265" y="4038038"/>
                    <a:pt x="921388" y="4048309"/>
                    <a:pt x="933803" y="4050792"/>
                  </a:cubicBezTo>
                  <a:cubicBezTo>
                    <a:pt x="943558" y="4048353"/>
                    <a:pt x="1046077" y="4024710"/>
                    <a:pt x="1061819" y="4014216"/>
                  </a:cubicBezTo>
                  <a:cubicBezTo>
                    <a:pt x="1070963" y="4008120"/>
                    <a:pt x="1078354" y="3997349"/>
                    <a:pt x="1089251" y="3995928"/>
                  </a:cubicBezTo>
                  <a:cubicBezTo>
                    <a:pt x="1149774" y="3988034"/>
                    <a:pt x="1211171" y="3989832"/>
                    <a:pt x="1272131" y="3986784"/>
                  </a:cubicBezTo>
                  <a:cubicBezTo>
                    <a:pt x="1278227" y="3977640"/>
                    <a:pt x="1279429" y="3959352"/>
                    <a:pt x="1290419" y="3959352"/>
                  </a:cubicBezTo>
                  <a:cubicBezTo>
                    <a:pt x="1300058" y="3959352"/>
                    <a:pt x="1295252" y="3978163"/>
                    <a:pt x="1299563" y="3986784"/>
                  </a:cubicBezTo>
                  <a:cubicBezTo>
                    <a:pt x="1335015" y="4057688"/>
                    <a:pt x="1304011" y="3972697"/>
                    <a:pt x="1326995" y="4041648"/>
                  </a:cubicBezTo>
                  <a:cubicBezTo>
                    <a:pt x="1310900" y="4089932"/>
                    <a:pt x="1323198" y="4061060"/>
                    <a:pt x="1281275" y="4123944"/>
                  </a:cubicBezTo>
                  <a:lnTo>
                    <a:pt x="1262987" y="4151376"/>
                  </a:lnTo>
                  <a:cubicBezTo>
                    <a:pt x="1304910" y="4214260"/>
                    <a:pt x="1292612" y="4185388"/>
                    <a:pt x="1308707" y="4233672"/>
                  </a:cubicBezTo>
                  <a:cubicBezTo>
                    <a:pt x="1305659" y="4248912"/>
                    <a:pt x="1306514" y="4265491"/>
                    <a:pt x="1299563" y="4279392"/>
                  </a:cubicBezTo>
                  <a:cubicBezTo>
                    <a:pt x="1293780" y="4290958"/>
                    <a:pt x="1274257" y="4294068"/>
                    <a:pt x="1272131" y="4306824"/>
                  </a:cubicBezTo>
                  <a:cubicBezTo>
                    <a:pt x="1270324" y="4317664"/>
                    <a:pt x="1281976" y="4327221"/>
                    <a:pt x="1290419" y="4334256"/>
                  </a:cubicBezTo>
                  <a:cubicBezTo>
                    <a:pt x="1312653" y="4352784"/>
                    <a:pt x="1337357" y="4354198"/>
                    <a:pt x="1363571" y="4361688"/>
                  </a:cubicBezTo>
                  <a:cubicBezTo>
                    <a:pt x="1372839" y="4364336"/>
                    <a:pt x="1381735" y="4368184"/>
                    <a:pt x="1391003" y="4370832"/>
                  </a:cubicBezTo>
                  <a:cubicBezTo>
                    <a:pt x="1403087" y="4374284"/>
                    <a:pt x="1415812" y="4375563"/>
                    <a:pt x="1427579" y="4379976"/>
                  </a:cubicBezTo>
                  <a:cubicBezTo>
                    <a:pt x="1440342" y="4384762"/>
                    <a:pt x="1451499" y="4393202"/>
                    <a:pt x="1464155" y="4398264"/>
                  </a:cubicBezTo>
                  <a:cubicBezTo>
                    <a:pt x="1482053" y="4405423"/>
                    <a:pt x="1502979" y="4405859"/>
                    <a:pt x="1519019" y="4416552"/>
                  </a:cubicBezTo>
                  <a:lnTo>
                    <a:pt x="1573883" y="4453128"/>
                  </a:lnTo>
                  <a:cubicBezTo>
                    <a:pt x="1579979" y="4462272"/>
                    <a:pt x="1584400" y="4472789"/>
                    <a:pt x="1592171" y="4480560"/>
                  </a:cubicBezTo>
                  <a:cubicBezTo>
                    <a:pt x="1613220" y="4501609"/>
                    <a:pt x="1628198" y="4500997"/>
                    <a:pt x="1656179" y="4507992"/>
                  </a:cubicBezTo>
                  <a:cubicBezTo>
                    <a:pt x="1671419" y="4504944"/>
                    <a:pt x="1688967" y="4507469"/>
                    <a:pt x="1701899" y="4498848"/>
                  </a:cubicBezTo>
                  <a:cubicBezTo>
                    <a:pt x="1709919" y="4493501"/>
                    <a:pt x="1711043" y="4481055"/>
                    <a:pt x="1711043" y="4471416"/>
                  </a:cubicBezTo>
                  <a:cubicBezTo>
                    <a:pt x="1711043" y="4419718"/>
                    <a:pt x="1705614" y="4409410"/>
                    <a:pt x="1692755" y="4370832"/>
                  </a:cubicBezTo>
                  <a:cubicBezTo>
                    <a:pt x="1699633" y="4315811"/>
                    <a:pt x="1686559" y="4298762"/>
                    <a:pt x="1729331" y="4270248"/>
                  </a:cubicBezTo>
                  <a:cubicBezTo>
                    <a:pt x="1737351" y="4264901"/>
                    <a:pt x="1747619" y="4264152"/>
                    <a:pt x="1756763" y="4261104"/>
                  </a:cubicBezTo>
                  <a:cubicBezTo>
                    <a:pt x="1759811" y="4251960"/>
                    <a:pt x="1766971" y="4243252"/>
                    <a:pt x="1765907" y="4233672"/>
                  </a:cubicBezTo>
                  <a:cubicBezTo>
                    <a:pt x="1763778" y="4214513"/>
                    <a:pt x="1747619" y="4178808"/>
                    <a:pt x="1747619" y="4178808"/>
                  </a:cubicBezTo>
                  <a:cubicBezTo>
                    <a:pt x="1769382" y="4113518"/>
                    <a:pt x="1749867" y="4134637"/>
                    <a:pt x="1793339" y="4105656"/>
                  </a:cubicBezTo>
                  <a:cubicBezTo>
                    <a:pt x="1796387" y="4096512"/>
                    <a:pt x="1802483" y="4087863"/>
                    <a:pt x="1802483" y="4078224"/>
                  </a:cubicBezTo>
                  <a:cubicBezTo>
                    <a:pt x="1802483" y="4068585"/>
                    <a:pt x="1799360" y="4058318"/>
                    <a:pt x="1793339" y="4050792"/>
                  </a:cubicBezTo>
                  <a:cubicBezTo>
                    <a:pt x="1772516" y="4024764"/>
                    <a:pt x="1728655" y="4025792"/>
                    <a:pt x="1701899" y="4023360"/>
                  </a:cubicBezTo>
                  <a:cubicBezTo>
                    <a:pt x="1656266" y="4019212"/>
                    <a:pt x="1610459" y="4017264"/>
                    <a:pt x="1564739" y="4014216"/>
                  </a:cubicBezTo>
                  <a:cubicBezTo>
                    <a:pt x="1542428" y="4006779"/>
                    <a:pt x="1527601" y="4004510"/>
                    <a:pt x="1509875" y="3986784"/>
                  </a:cubicBezTo>
                  <a:cubicBezTo>
                    <a:pt x="1502104" y="3979013"/>
                    <a:pt x="1486672" y="3969182"/>
                    <a:pt x="1491587" y="3959352"/>
                  </a:cubicBezTo>
                  <a:cubicBezTo>
                    <a:pt x="1495898" y="3950731"/>
                    <a:pt x="1510160" y="3964699"/>
                    <a:pt x="1519019" y="3968496"/>
                  </a:cubicBezTo>
                  <a:cubicBezTo>
                    <a:pt x="1531548" y="3973866"/>
                    <a:pt x="1542939" y="3981722"/>
                    <a:pt x="1555595" y="3986784"/>
                  </a:cubicBezTo>
                  <a:cubicBezTo>
                    <a:pt x="1609920" y="4008514"/>
                    <a:pt x="1599881" y="4000743"/>
                    <a:pt x="1647035" y="4014216"/>
                  </a:cubicBezTo>
                  <a:cubicBezTo>
                    <a:pt x="1656303" y="4016864"/>
                    <a:pt x="1665323" y="4020312"/>
                    <a:pt x="1674467" y="4023360"/>
                  </a:cubicBezTo>
                  <a:cubicBezTo>
                    <a:pt x="1717139" y="4020312"/>
                    <a:pt x="1759995" y="4019215"/>
                    <a:pt x="1802483" y="4014216"/>
                  </a:cubicBezTo>
                  <a:cubicBezTo>
                    <a:pt x="1812056" y="4013090"/>
                    <a:pt x="1821056" y="4008869"/>
                    <a:pt x="1829915" y="4005072"/>
                  </a:cubicBezTo>
                  <a:cubicBezTo>
                    <a:pt x="1862399" y="3991150"/>
                    <a:pt x="1866373" y="3986862"/>
                    <a:pt x="1893923" y="3968496"/>
                  </a:cubicBezTo>
                  <a:cubicBezTo>
                    <a:pt x="1900019" y="3959352"/>
                    <a:pt x="1904440" y="3948835"/>
                    <a:pt x="1912211" y="3941064"/>
                  </a:cubicBezTo>
                  <a:cubicBezTo>
                    <a:pt x="1932386" y="3920889"/>
                    <a:pt x="1949237" y="3919628"/>
                    <a:pt x="1976219" y="3913632"/>
                  </a:cubicBezTo>
                  <a:cubicBezTo>
                    <a:pt x="1991391" y="3910261"/>
                    <a:pt x="2006699" y="3907536"/>
                    <a:pt x="2021939" y="3904488"/>
                  </a:cubicBezTo>
                  <a:cubicBezTo>
                    <a:pt x="2034131" y="3898392"/>
                    <a:pt x="2045459" y="3890117"/>
                    <a:pt x="2058515" y="3886200"/>
                  </a:cubicBezTo>
                  <a:cubicBezTo>
                    <a:pt x="2076273" y="3880872"/>
                    <a:pt x="2095280" y="3881078"/>
                    <a:pt x="2113379" y="3877056"/>
                  </a:cubicBezTo>
                  <a:cubicBezTo>
                    <a:pt x="2122788" y="3874965"/>
                    <a:pt x="2131667" y="3870960"/>
                    <a:pt x="2140811" y="3867912"/>
                  </a:cubicBezTo>
                  <a:cubicBezTo>
                    <a:pt x="2149955" y="3858768"/>
                    <a:pt x="2162892" y="3852252"/>
                    <a:pt x="2168243" y="3840480"/>
                  </a:cubicBezTo>
                  <a:cubicBezTo>
                    <a:pt x="2178644" y="3817598"/>
                    <a:pt x="2186531" y="3767328"/>
                    <a:pt x="2186531" y="3767328"/>
                  </a:cubicBezTo>
                  <a:cubicBezTo>
                    <a:pt x="2193901" y="3701002"/>
                    <a:pt x="2190421" y="3698850"/>
                    <a:pt x="2204819" y="3648456"/>
                  </a:cubicBezTo>
                  <a:cubicBezTo>
                    <a:pt x="2207467" y="3639188"/>
                    <a:pt x="2209282" y="3629450"/>
                    <a:pt x="2213963" y="3621024"/>
                  </a:cubicBezTo>
                  <a:cubicBezTo>
                    <a:pt x="2224637" y="3601811"/>
                    <a:pt x="2243588" y="3587012"/>
                    <a:pt x="2250539" y="3566160"/>
                  </a:cubicBezTo>
                  <a:cubicBezTo>
                    <a:pt x="2263158" y="3528302"/>
                    <a:pt x="2254336" y="3546748"/>
                    <a:pt x="2277971" y="3511296"/>
                  </a:cubicBezTo>
                  <a:cubicBezTo>
                    <a:pt x="2281019" y="3499104"/>
                    <a:pt x="2283663" y="3486804"/>
                    <a:pt x="2287115" y="3474720"/>
                  </a:cubicBezTo>
                  <a:cubicBezTo>
                    <a:pt x="2289763" y="3465452"/>
                    <a:pt x="2293723" y="3456587"/>
                    <a:pt x="2296259" y="3447288"/>
                  </a:cubicBezTo>
                  <a:cubicBezTo>
                    <a:pt x="2302872" y="3423039"/>
                    <a:pt x="2308451" y="3398520"/>
                    <a:pt x="2314547" y="3374136"/>
                  </a:cubicBezTo>
                  <a:cubicBezTo>
                    <a:pt x="2317595" y="3361944"/>
                    <a:pt x="2321226" y="3349883"/>
                    <a:pt x="2323691" y="3337560"/>
                  </a:cubicBezTo>
                  <a:cubicBezTo>
                    <a:pt x="2328912" y="3311457"/>
                    <a:pt x="2334231" y="3281091"/>
                    <a:pt x="2341979" y="3255264"/>
                  </a:cubicBezTo>
                  <a:cubicBezTo>
                    <a:pt x="2347518" y="3236800"/>
                    <a:pt x="2354171" y="3218688"/>
                    <a:pt x="2360267" y="3200400"/>
                  </a:cubicBezTo>
                  <a:cubicBezTo>
                    <a:pt x="2363315" y="3191256"/>
                    <a:pt x="2367073" y="3182319"/>
                    <a:pt x="2369411" y="3172968"/>
                  </a:cubicBezTo>
                  <a:cubicBezTo>
                    <a:pt x="2392196" y="3081829"/>
                    <a:pt x="2383567" y="3124608"/>
                    <a:pt x="2396843" y="3044952"/>
                  </a:cubicBezTo>
                  <a:cubicBezTo>
                    <a:pt x="2390743" y="2990056"/>
                    <a:pt x="2388816" y="2959098"/>
                    <a:pt x="2378555" y="2907792"/>
                  </a:cubicBezTo>
                  <a:cubicBezTo>
                    <a:pt x="2376090" y="2895469"/>
                    <a:pt x="2372459" y="2883408"/>
                    <a:pt x="2369411" y="2871216"/>
                  </a:cubicBezTo>
                  <a:cubicBezTo>
                    <a:pt x="2366363" y="2843784"/>
                    <a:pt x="2364170" y="2816243"/>
                    <a:pt x="2360267" y="2788920"/>
                  </a:cubicBezTo>
                  <a:cubicBezTo>
                    <a:pt x="2358069" y="2773534"/>
                    <a:pt x="2351123" y="2758742"/>
                    <a:pt x="2351123" y="2743200"/>
                  </a:cubicBezTo>
                  <a:cubicBezTo>
                    <a:pt x="2351123" y="2717322"/>
                    <a:pt x="2362450" y="2654492"/>
                    <a:pt x="2369411" y="2624328"/>
                  </a:cubicBezTo>
                  <a:cubicBezTo>
                    <a:pt x="2375063" y="2599837"/>
                    <a:pt x="2384144" y="2576058"/>
                    <a:pt x="2387699" y="2551176"/>
                  </a:cubicBezTo>
                  <a:cubicBezTo>
                    <a:pt x="2390747" y="2529840"/>
                    <a:pt x="2392988" y="2508373"/>
                    <a:pt x="2396843" y="2487168"/>
                  </a:cubicBezTo>
                  <a:cubicBezTo>
                    <a:pt x="2399091" y="2474803"/>
                    <a:pt x="2403739" y="2462957"/>
                    <a:pt x="2405987" y="2450592"/>
                  </a:cubicBezTo>
                  <a:cubicBezTo>
                    <a:pt x="2409842" y="2429387"/>
                    <a:pt x="2412083" y="2407920"/>
                    <a:pt x="2415131" y="2386584"/>
                  </a:cubicBezTo>
                  <a:cubicBezTo>
                    <a:pt x="2418179" y="2334768"/>
                    <a:pt x="2424275" y="2283042"/>
                    <a:pt x="2424275" y="2231136"/>
                  </a:cubicBezTo>
                  <a:cubicBezTo>
                    <a:pt x="2424275" y="2209583"/>
                    <a:pt x="2417919" y="2188500"/>
                    <a:pt x="2415131" y="2167128"/>
                  </a:cubicBezTo>
                  <a:cubicBezTo>
                    <a:pt x="2408774" y="2118393"/>
                    <a:pt x="2402939" y="2069592"/>
                    <a:pt x="2396843" y="2020824"/>
                  </a:cubicBezTo>
                  <a:cubicBezTo>
                    <a:pt x="2394915" y="2005402"/>
                    <a:pt x="2389753" y="1990509"/>
                    <a:pt x="2387699" y="1975104"/>
                  </a:cubicBezTo>
                  <a:cubicBezTo>
                    <a:pt x="2383651" y="1944741"/>
                    <a:pt x="2389311" y="1912346"/>
                    <a:pt x="2378555" y="1883664"/>
                  </a:cubicBezTo>
                  <a:cubicBezTo>
                    <a:pt x="2370196" y="1861374"/>
                    <a:pt x="2346487" y="1848302"/>
                    <a:pt x="2332835" y="1828800"/>
                  </a:cubicBezTo>
                  <a:cubicBezTo>
                    <a:pt x="2325018" y="1817633"/>
                    <a:pt x="2320643" y="1804416"/>
                    <a:pt x="2314547" y="1792224"/>
                  </a:cubicBezTo>
                  <a:cubicBezTo>
                    <a:pt x="2336603" y="1726055"/>
                    <a:pt x="2317918" y="1789314"/>
                    <a:pt x="2332835" y="1655064"/>
                  </a:cubicBezTo>
                  <a:cubicBezTo>
                    <a:pt x="2337194" y="1615833"/>
                    <a:pt x="2354933" y="1540766"/>
                    <a:pt x="2360267" y="1508760"/>
                  </a:cubicBezTo>
                  <a:lnTo>
                    <a:pt x="2369411" y="1453896"/>
                  </a:lnTo>
                  <a:cubicBezTo>
                    <a:pt x="2365508" y="1368035"/>
                    <a:pt x="2365009" y="1260693"/>
                    <a:pt x="2351123" y="1170432"/>
                  </a:cubicBezTo>
                  <a:cubicBezTo>
                    <a:pt x="2345748" y="1135493"/>
                    <a:pt x="2341270" y="1137351"/>
                    <a:pt x="2332835" y="1106424"/>
                  </a:cubicBezTo>
                  <a:cubicBezTo>
                    <a:pt x="2301896" y="992983"/>
                    <a:pt x="2326450" y="1068981"/>
                    <a:pt x="2305403" y="1005840"/>
                  </a:cubicBezTo>
                  <a:cubicBezTo>
                    <a:pt x="2302355" y="969264"/>
                    <a:pt x="2300101" y="932613"/>
                    <a:pt x="2296259" y="896112"/>
                  </a:cubicBezTo>
                  <a:cubicBezTo>
                    <a:pt x="2294003" y="874678"/>
                    <a:pt x="2294852" y="852220"/>
                    <a:pt x="2287115" y="832104"/>
                  </a:cubicBezTo>
                  <a:cubicBezTo>
                    <a:pt x="2267306" y="780600"/>
                    <a:pt x="2251996" y="784475"/>
                    <a:pt x="2223107" y="749808"/>
                  </a:cubicBezTo>
                  <a:cubicBezTo>
                    <a:pt x="2216072" y="741365"/>
                    <a:pt x="2212590" y="730147"/>
                    <a:pt x="2204819" y="722376"/>
                  </a:cubicBezTo>
                  <a:cubicBezTo>
                    <a:pt x="2149848" y="667405"/>
                    <a:pt x="2199324" y="764426"/>
                    <a:pt x="2122523" y="649224"/>
                  </a:cubicBezTo>
                  <a:cubicBezTo>
                    <a:pt x="2077117" y="581116"/>
                    <a:pt x="2135475" y="664766"/>
                    <a:pt x="2076803" y="594360"/>
                  </a:cubicBezTo>
                  <a:cubicBezTo>
                    <a:pt x="2069768" y="585917"/>
                    <a:pt x="2065816" y="575142"/>
                    <a:pt x="2058515" y="566928"/>
                  </a:cubicBezTo>
                  <a:cubicBezTo>
                    <a:pt x="2041332" y="547598"/>
                    <a:pt x="2017997" y="533583"/>
                    <a:pt x="2003651" y="512064"/>
                  </a:cubicBezTo>
                  <a:cubicBezTo>
                    <a:pt x="1991459" y="493776"/>
                    <a:pt x="1985363" y="469392"/>
                    <a:pt x="1967075" y="457200"/>
                  </a:cubicBezTo>
                  <a:cubicBezTo>
                    <a:pt x="1904191" y="415277"/>
                    <a:pt x="1933063" y="427575"/>
                    <a:pt x="1884779" y="411480"/>
                  </a:cubicBezTo>
                  <a:cubicBezTo>
                    <a:pt x="1854299" y="414528"/>
                    <a:pt x="1823187" y="413736"/>
                    <a:pt x="1793339" y="420624"/>
                  </a:cubicBezTo>
                  <a:cubicBezTo>
                    <a:pt x="1782631" y="423095"/>
                    <a:pt x="1774350" y="431877"/>
                    <a:pt x="1765907" y="438912"/>
                  </a:cubicBezTo>
                  <a:cubicBezTo>
                    <a:pt x="1722193" y="475341"/>
                    <a:pt x="1752881" y="454543"/>
                    <a:pt x="1720187" y="493776"/>
                  </a:cubicBezTo>
                  <a:cubicBezTo>
                    <a:pt x="1711908" y="503710"/>
                    <a:pt x="1701899" y="512064"/>
                    <a:pt x="1692755" y="521208"/>
                  </a:cubicBezTo>
                  <a:cubicBezTo>
                    <a:pt x="1683611" y="518160"/>
                    <a:pt x="1673944" y="516375"/>
                    <a:pt x="1665323" y="512064"/>
                  </a:cubicBezTo>
                  <a:cubicBezTo>
                    <a:pt x="1631269" y="495037"/>
                    <a:pt x="1640793" y="491623"/>
                    <a:pt x="1610459" y="466344"/>
                  </a:cubicBezTo>
                  <a:cubicBezTo>
                    <a:pt x="1602016" y="459309"/>
                    <a:pt x="1592171" y="454152"/>
                    <a:pt x="1583027" y="448056"/>
                  </a:cubicBezTo>
                  <a:cubicBezTo>
                    <a:pt x="1539278" y="382432"/>
                    <a:pt x="1561993" y="408734"/>
                    <a:pt x="1519019" y="365760"/>
                  </a:cubicBezTo>
                  <a:cubicBezTo>
                    <a:pt x="1497256" y="300470"/>
                    <a:pt x="1511424" y="326936"/>
                    <a:pt x="1482443" y="283464"/>
                  </a:cubicBezTo>
                  <a:cubicBezTo>
                    <a:pt x="1468624" y="228186"/>
                    <a:pt x="1477273" y="258810"/>
                    <a:pt x="1455011" y="192024"/>
                  </a:cubicBezTo>
                  <a:cubicBezTo>
                    <a:pt x="1451963" y="182880"/>
                    <a:pt x="1451214" y="172612"/>
                    <a:pt x="1445867" y="164592"/>
                  </a:cubicBezTo>
                  <a:cubicBezTo>
                    <a:pt x="1427885" y="137619"/>
                    <a:pt x="1426549" y="131730"/>
                    <a:pt x="1400147" y="109728"/>
                  </a:cubicBezTo>
                  <a:cubicBezTo>
                    <a:pt x="1391704" y="102693"/>
                    <a:pt x="1382545" y="96355"/>
                    <a:pt x="1372715" y="91440"/>
                  </a:cubicBezTo>
                  <a:cubicBezTo>
                    <a:pt x="1362293" y="86229"/>
                    <a:pt x="1316910" y="74324"/>
                    <a:pt x="1308707" y="73152"/>
                  </a:cubicBezTo>
                  <a:cubicBezTo>
                    <a:pt x="1278383" y="68820"/>
                    <a:pt x="1247747" y="67056"/>
                    <a:pt x="1217267" y="64008"/>
                  </a:cubicBezTo>
                  <a:cubicBezTo>
                    <a:pt x="1148316" y="41024"/>
                    <a:pt x="1233307" y="72028"/>
                    <a:pt x="1162403" y="36576"/>
                  </a:cubicBezTo>
                  <a:cubicBezTo>
                    <a:pt x="1153782" y="32265"/>
                    <a:pt x="1143592" y="31743"/>
                    <a:pt x="1134971" y="27432"/>
                  </a:cubicBezTo>
                  <a:cubicBezTo>
                    <a:pt x="1125141" y="22517"/>
                    <a:pt x="1117829" y="13003"/>
                    <a:pt x="1107539" y="9144"/>
                  </a:cubicBezTo>
                  <a:cubicBezTo>
                    <a:pt x="1092987" y="3687"/>
                    <a:pt x="1077059" y="3048"/>
                    <a:pt x="1061819" y="0"/>
                  </a:cubicBezTo>
                  <a:cubicBezTo>
                    <a:pt x="1048608" y="1101"/>
                    <a:pt x="950362" y="3354"/>
                    <a:pt x="915515" y="18288"/>
                  </a:cubicBezTo>
                  <a:cubicBezTo>
                    <a:pt x="885547" y="31131"/>
                    <a:pt x="909419" y="-15240"/>
                    <a:pt x="906371" y="91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06C65"/>
                </a:gs>
                <a:gs pos="50000">
                  <a:srgbClr val="928F7E"/>
                </a:gs>
                <a:gs pos="98000">
                  <a:srgbClr val="332435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rgbClr val="172C51">
                  <a:alpha val="45882"/>
                </a:srgb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1" name="Freeform 21220">
              <a:extLst>
                <a:ext uri="{FF2B5EF4-FFF2-40B4-BE49-F238E27FC236}">
                  <a16:creationId xmlns:a16="http://schemas.microsoft.com/office/drawing/2014/main" id="{7537000A-EFA4-C52E-ED87-4D6DF98918C4}"/>
                </a:ext>
              </a:extLst>
            </p:cNvPr>
            <p:cNvSpPr/>
            <p:nvPr/>
          </p:nvSpPr>
          <p:spPr>
            <a:xfrm>
              <a:off x="7383370" y="2437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2" name="Freeform 21221">
              <a:extLst>
                <a:ext uri="{FF2B5EF4-FFF2-40B4-BE49-F238E27FC236}">
                  <a16:creationId xmlns:a16="http://schemas.microsoft.com/office/drawing/2014/main" id="{02582D5E-1C69-DFEF-13C9-BAD2D11D4A5F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3" name="Freeform 21222">
              <a:extLst>
                <a:ext uri="{FF2B5EF4-FFF2-40B4-BE49-F238E27FC236}">
                  <a16:creationId xmlns:a16="http://schemas.microsoft.com/office/drawing/2014/main" id="{D17AB80E-36EA-B715-F0E3-5B3A98DC0FC3}"/>
                </a:ext>
              </a:extLst>
            </p:cNvPr>
            <p:cNvSpPr/>
            <p:nvPr/>
          </p:nvSpPr>
          <p:spPr>
            <a:xfrm>
              <a:off x="7441282" y="2623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4" name="Freeform 21223">
              <a:extLst>
                <a:ext uri="{FF2B5EF4-FFF2-40B4-BE49-F238E27FC236}">
                  <a16:creationId xmlns:a16="http://schemas.microsoft.com/office/drawing/2014/main" id="{6A0DCD14-E3E1-C7F5-4CCC-A5356420E149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5" name="Freeform 21224">
              <a:extLst>
                <a:ext uri="{FF2B5EF4-FFF2-40B4-BE49-F238E27FC236}">
                  <a16:creationId xmlns:a16="http://schemas.microsoft.com/office/drawing/2014/main" id="{1EE1DC6E-4428-B074-C2D3-E14402254953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6" name="Freeform 21225">
              <a:extLst>
                <a:ext uri="{FF2B5EF4-FFF2-40B4-BE49-F238E27FC236}">
                  <a16:creationId xmlns:a16="http://schemas.microsoft.com/office/drawing/2014/main" id="{3CAC125E-70EA-922B-3F2B-DC1542E368A2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7" name="Freeform 21226">
              <a:extLst>
                <a:ext uri="{FF2B5EF4-FFF2-40B4-BE49-F238E27FC236}">
                  <a16:creationId xmlns:a16="http://schemas.microsoft.com/office/drawing/2014/main" id="{F2DF1E0D-C02E-C8FF-C526-572D95BA09E8}"/>
                </a:ext>
              </a:extLst>
            </p:cNvPr>
            <p:cNvSpPr/>
            <p:nvPr/>
          </p:nvSpPr>
          <p:spPr>
            <a:xfrm>
              <a:off x="7535770" y="2590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8" name="Freeform 21227">
              <a:extLst>
                <a:ext uri="{FF2B5EF4-FFF2-40B4-BE49-F238E27FC236}">
                  <a16:creationId xmlns:a16="http://schemas.microsoft.com/office/drawing/2014/main" id="{0E4DD28F-2A4B-12C9-DE06-15B060B8F2C6}"/>
                </a:ext>
              </a:extLst>
            </p:cNvPr>
            <p:cNvSpPr/>
            <p:nvPr/>
          </p:nvSpPr>
          <p:spPr>
            <a:xfrm>
              <a:off x="7688170" y="2742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29" name="Freeform 21228">
              <a:extLst>
                <a:ext uri="{FF2B5EF4-FFF2-40B4-BE49-F238E27FC236}">
                  <a16:creationId xmlns:a16="http://schemas.microsoft.com/office/drawing/2014/main" id="{EEF249BC-12C3-730F-96E3-DA053E4287EF}"/>
                </a:ext>
              </a:extLst>
            </p:cNvPr>
            <p:cNvSpPr/>
            <p:nvPr/>
          </p:nvSpPr>
          <p:spPr>
            <a:xfrm>
              <a:off x="7593682" y="2776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0" name="Freeform 21229">
              <a:extLst>
                <a:ext uri="{FF2B5EF4-FFF2-40B4-BE49-F238E27FC236}">
                  <a16:creationId xmlns:a16="http://schemas.microsoft.com/office/drawing/2014/main" id="{077A1FF4-70D4-F23D-BED5-1138BE1DCB1D}"/>
                </a:ext>
              </a:extLst>
            </p:cNvPr>
            <p:cNvSpPr/>
            <p:nvPr/>
          </p:nvSpPr>
          <p:spPr>
            <a:xfrm>
              <a:off x="7746082" y="2928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1" name="Freeform 21230">
              <a:extLst>
                <a:ext uri="{FF2B5EF4-FFF2-40B4-BE49-F238E27FC236}">
                  <a16:creationId xmlns:a16="http://schemas.microsoft.com/office/drawing/2014/main" id="{CA00CE3F-2686-3DF3-9D6A-68277B8FC448}"/>
                </a:ext>
              </a:extLst>
            </p:cNvPr>
            <p:cNvSpPr/>
            <p:nvPr/>
          </p:nvSpPr>
          <p:spPr>
            <a:xfrm>
              <a:off x="7898482" y="30809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2" name="Freeform 21231">
              <a:extLst>
                <a:ext uri="{FF2B5EF4-FFF2-40B4-BE49-F238E27FC236}">
                  <a16:creationId xmlns:a16="http://schemas.microsoft.com/office/drawing/2014/main" id="{4EA1BC51-49FC-1348-781D-851E587544C6}"/>
                </a:ext>
              </a:extLst>
            </p:cNvPr>
            <p:cNvSpPr/>
            <p:nvPr/>
          </p:nvSpPr>
          <p:spPr>
            <a:xfrm>
              <a:off x="7840570" y="28950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3" name="Freeform 21232">
              <a:extLst>
                <a:ext uri="{FF2B5EF4-FFF2-40B4-BE49-F238E27FC236}">
                  <a16:creationId xmlns:a16="http://schemas.microsoft.com/office/drawing/2014/main" id="{BD15681C-C61A-C6A2-9E3D-0A4FC102CBF4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4" name="Freeform 21233">
              <a:extLst>
                <a:ext uri="{FF2B5EF4-FFF2-40B4-BE49-F238E27FC236}">
                  <a16:creationId xmlns:a16="http://schemas.microsoft.com/office/drawing/2014/main" id="{EE9C03EA-0103-4B58-8738-BE1BAEFE7413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5" name="Freeform 21234">
              <a:extLst>
                <a:ext uri="{FF2B5EF4-FFF2-40B4-BE49-F238E27FC236}">
                  <a16:creationId xmlns:a16="http://schemas.microsoft.com/office/drawing/2014/main" id="{05A8D3C0-0111-EAE8-69F1-850EC9B8EF20}"/>
                </a:ext>
              </a:extLst>
            </p:cNvPr>
            <p:cNvSpPr/>
            <p:nvPr/>
          </p:nvSpPr>
          <p:spPr>
            <a:xfrm>
              <a:off x="7685122" y="24470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6" name="Freeform 21235">
              <a:extLst>
                <a:ext uri="{FF2B5EF4-FFF2-40B4-BE49-F238E27FC236}">
                  <a16:creationId xmlns:a16="http://schemas.microsoft.com/office/drawing/2014/main" id="{A5FC5DF5-A4F2-175F-03E6-AFB82E9C49CF}"/>
                </a:ext>
              </a:extLst>
            </p:cNvPr>
            <p:cNvSpPr/>
            <p:nvPr/>
          </p:nvSpPr>
          <p:spPr>
            <a:xfrm>
              <a:off x="7743034" y="26329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7" name="Freeform 21236">
              <a:extLst>
                <a:ext uri="{FF2B5EF4-FFF2-40B4-BE49-F238E27FC236}">
                  <a16:creationId xmlns:a16="http://schemas.microsoft.com/office/drawing/2014/main" id="{441A4389-D4AC-07DA-310A-4BDC5CB76EFF}"/>
                </a:ext>
              </a:extLst>
            </p:cNvPr>
            <p:cNvSpPr/>
            <p:nvPr/>
          </p:nvSpPr>
          <p:spPr>
            <a:xfrm>
              <a:off x="7895434" y="27853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8" name="Freeform 21237">
              <a:extLst>
                <a:ext uri="{FF2B5EF4-FFF2-40B4-BE49-F238E27FC236}">
                  <a16:creationId xmlns:a16="http://schemas.microsoft.com/office/drawing/2014/main" id="{C3DF517F-A61D-BCDC-213D-548BE12B71AD}"/>
                </a:ext>
              </a:extLst>
            </p:cNvPr>
            <p:cNvSpPr/>
            <p:nvPr/>
          </p:nvSpPr>
          <p:spPr>
            <a:xfrm>
              <a:off x="7837522" y="25994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39" name="Freeform 21238">
              <a:extLst>
                <a:ext uri="{FF2B5EF4-FFF2-40B4-BE49-F238E27FC236}">
                  <a16:creationId xmlns:a16="http://schemas.microsoft.com/office/drawing/2014/main" id="{0CE0B8E2-927D-D085-329D-EE618CE7B126}"/>
                </a:ext>
              </a:extLst>
            </p:cNvPr>
            <p:cNvSpPr/>
            <p:nvPr/>
          </p:nvSpPr>
          <p:spPr>
            <a:xfrm>
              <a:off x="7252306" y="27640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0" name="Freeform 21239">
              <a:extLst>
                <a:ext uri="{FF2B5EF4-FFF2-40B4-BE49-F238E27FC236}">
                  <a16:creationId xmlns:a16="http://schemas.microsoft.com/office/drawing/2014/main" id="{10991F8D-65B2-61A5-BECA-F1C604764D95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1" name="Freeform 21240">
              <a:extLst>
                <a:ext uri="{FF2B5EF4-FFF2-40B4-BE49-F238E27FC236}">
                  <a16:creationId xmlns:a16="http://schemas.microsoft.com/office/drawing/2014/main" id="{AAD68D8C-1F49-FFAA-DACD-9C81E1D74F92}"/>
                </a:ext>
              </a:extLst>
            </p:cNvPr>
            <p:cNvSpPr/>
            <p:nvPr/>
          </p:nvSpPr>
          <p:spPr>
            <a:xfrm>
              <a:off x="7310218" y="29499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2" name="Freeform 21241">
              <a:extLst>
                <a:ext uri="{FF2B5EF4-FFF2-40B4-BE49-F238E27FC236}">
                  <a16:creationId xmlns:a16="http://schemas.microsoft.com/office/drawing/2014/main" id="{722185BC-CB2E-A015-1C4D-540F79A238C7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3" name="Freeform 21242">
              <a:extLst>
                <a:ext uri="{FF2B5EF4-FFF2-40B4-BE49-F238E27FC236}">
                  <a16:creationId xmlns:a16="http://schemas.microsoft.com/office/drawing/2014/main" id="{86EE379B-6CD4-76D4-3234-FCAF8B36C908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4" name="Freeform 21243">
              <a:extLst>
                <a:ext uri="{FF2B5EF4-FFF2-40B4-BE49-F238E27FC236}">
                  <a16:creationId xmlns:a16="http://schemas.microsoft.com/office/drawing/2014/main" id="{C7FC3F70-4130-8439-D20A-719ADC08DADA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5" name="Freeform 21244">
              <a:extLst>
                <a:ext uri="{FF2B5EF4-FFF2-40B4-BE49-F238E27FC236}">
                  <a16:creationId xmlns:a16="http://schemas.microsoft.com/office/drawing/2014/main" id="{5E919B0B-7274-BDC7-566B-C248F4D82770}"/>
                </a:ext>
              </a:extLst>
            </p:cNvPr>
            <p:cNvSpPr/>
            <p:nvPr/>
          </p:nvSpPr>
          <p:spPr>
            <a:xfrm>
              <a:off x="7404706" y="291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6" name="Freeform 21245">
              <a:extLst>
                <a:ext uri="{FF2B5EF4-FFF2-40B4-BE49-F238E27FC236}">
                  <a16:creationId xmlns:a16="http://schemas.microsoft.com/office/drawing/2014/main" id="{0157FBBA-753C-E59D-EFAD-7411FC24BA09}"/>
                </a:ext>
              </a:extLst>
            </p:cNvPr>
            <p:cNvSpPr/>
            <p:nvPr/>
          </p:nvSpPr>
          <p:spPr>
            <a:xfrm>
              <a:off x="7557106" y="30688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7" name="Freeform 21246">
              <a:extLst>
                <a:ext uri="{FF2B5EF4-FFF2-40B4-BE49-F238E27FC236}">
                  <a16:creationId xmlns:a16="http://schemas.microsoft.com/office/drawing/2014/main" id="{4DFCB3C5-4A96-3C25-95E3-5B276CB84313}"/>
                </a:ext>
              </a:extLst>
            </p:cNvPr>
            <p:cNvSpPr/>
            <p:nvPr/>
          </p:nvSpPr>
          <p:spPr>
            <a:xfrm>
              <a:off x="7462618" y="31023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8" name="Freeform 21247">
              <a:extLst>
                <a:ext uri="{FF2B5EF4-FFF2-40B4-BE49-F238E27FC236}">
                  <a16:creationId xmlns:a16="http://schemas.microsoft.com/office/drawing/2014/main" id="{83EAB2EC-4474-6119-BA49-D38205E35FC7}"/>
                </a:ext>
              </a:extLst>
            </p:cNvPr>
            <p:cNvSpPr/>
            <p:nvPr/>
          </p:nvSpPr>
          <p:spPr>
            <a:xfrm>
              <a:off x="7615018" y="3254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49" name="Freeform 21248">
              <a:extLst>
                <a:ext uri="{FF2B5EF4-FFF2-40B4-BE49-F238E27FC236}">
                  <a16:creationId xmlns:a16="http://schemas.microsoft.com/office/drawing/2014/main" id="{83376D8D-71BA-383B-D422-FC66F9916231}"/>
                </a:ext>
              </a:extLst>
            </p:cNvPr>
            <p:cNvSpPr/>
            <p:nvPr/>
          </p:nvSpPr>
          <p:spPr>
            <a:xfrm>
              <a:off x="7767418" y="3407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0" name="Freeform 21249">
              <a:extLst>
                <a:ext uri="{FF2B5EF4-FFF2-40B4-BE49-F238E27FC236}">
                  <a16:creationId xmlns:a16="http://schemas.microsoft.com/office/drawing/2014/main" id="{0A8F87E7-B980-7F2F-3F7F-CA5BA49E64CB}"/>
                </a:ext>
              </a:extLst>
            </p:cNvPr>
            <p:cNvSpPr/>
            <p:nvPr/>
          </p:nvSpPr>
          <p:spPr>
            <a:xfrm>
              <a:off x="7709506" y="32212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1" name="Freeform 21250">
              <a:extLst>
                <a:ext uri="{FF2B5EF4-FFF2-40B4-BE49-F238E27FC236}">
                  <a16:creationId xmlns:a16="http://schemas.microsoft.com/office/drawing/2014/main" id="{39DFDD79-F6B6-7733-93D8-2B01EB2431F4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2" name="Freeform 21251">
              <a:extLst>
                <a:ext uri="{FF2B5EF4-FFF2-40B4-BE49-F238E27FC236}">
                  <a16:creationId xmlns:a16="http://schemas.microsoft.com/office/drawing/2014/main" id="{9484C5B9-1AB3-A2D5-8762-F2210873395C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3" name="Freeform 21252">
              <a:extLst>
                <a:ext uri="{FF2B5EF4-FFF2-40B4-BE49-F238E27FC236}">
                  <a16:creationId xmlns:a16="http://schemas.microsoft.com/office/drawing/2014/main" id="{7E975915-D6CE-0A78-C676-59D80B11CB7C}"/>
                </a:ext>
              </a:extLst>
            </p:cNvPr>
            <p:cNvSpPr/>
            <p:nvPr/>
          </p:nvSpPr>
          <p:spPr>
            <a:xfrm>
              <a:off x="7554058" y="27731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4" name="Freeform 21253">
              <a:extLst>
                <a:ext uri="{FF2B5EF4-FFF2-40B4-BE49-F238E27FC236}">
                  <a16:creationId xmlns:a16="http://schemas.microsoft.com/office/drawing/2014/main" id="{773CF199-2B26-4A85-81FA-342BFF411178}"/>
                </a:ext>
              </a:extLst>
            </p:cNvPr>
            <p:cNvSpPr/>
            <p:nvPr/>
          </p:nvSpPr>
          <p:spPr>
            <a:xfrm>
              <a:off x="7611970" y="29590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5" name="Freeform 21254">
              <a:extLst>
                <a:ext uri="{FF2B5EF4-FFF2-40B4-BE49-F238E27FC236}">
                  <a16:creationId xmlns:a16="http://schemas.microsoft.com/office/drawing/2014/main" id="{E5EE39AE-0810-A8B4-E85B-A1D268CF8EB4}"/>
                </a:ext>
              </a:extLst>
            </p:cNvPr>
            <p:cNvSpPr/>
            <p:nvPr/>
          </p:nvSpPr>
          <p:spPr>
            <a:xfrm>
              <a:off x="7764370" y="31114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6" name="Freeform 21255">
              <a:extLst>
                <a:ext uri="{FF2B5EF4-FFF2-40B4-BE49-F238E27FC236}">
                  <a16:creationId xmlns:a16="http://schemas.microsoft.com/office/drawing/2014/main" id="{0FD9739D-427A-9153-8596-D6DBCAB98834}"/>
                </a:ext>
              </a:extLst>
            </p:cNvPr>
            <p:cNvSpPr/>
            <p:nvPr/>
          </p:nvSpPr>
          <p:spPr>
            <a:xfrm>
              <a:off x="7706458" y="29255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7" name="Freeform 21256">
              <a:extLst>
                <a:ext uri="{FF2B5EF4-FFF2-40B4-BE49-F238E27FC236}">
                  <a16:creationId xmlns:a16="http://schemas.microsoft.com/office/drawing/2014/main" id="{C1D677DF-01B3-ECE9-F6C3-56986CA6F44F}"/>
                </a:ext>
              </a:extLst>
            </p:cNvPr>
            <p:cNvSpPr/>
            <p:nvPr/>
          </p:nvSpPr>
          <p:spPr>
            <a:xfrm>
              <a:off x="7227922" y="30904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8" name="Freeform 21257">
              <a:extLst>
                <a:ext uri="{FF2B5EF4-FFF2-40B4-BE49-F238E27FC236}">
                  <a16:creationId xmlns:a16="http://schemas.microsoft.com/office/drawing/2014/main" id="{767C1D35-7046-016C-273A-C83A569C396D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59" name="Freeform 21258">
              <a:extLst>
                <a:ext uri="{FF2B5EF4-FFF2-40B4-BE49-F238E27FC236}">
                  <a16:creationId xmlns:a16="http://schemas.microsoft.com/office/drawing/2014/main" id="{8E5515E8-DEB0-6D67-94AC-0B51308CEEFD}"/>
                </a:ext>
              </a:extLst>
            </p:cNvPr>
            <p:cNvSpPr/>
            <p:nvPr/>
          </p:nvSpPr>
          <p:spPr>
            <a:xfrm>
              <a:off x="7285834" y="32763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0" name="Freeform 21259">
              <a:extLst>
                <a:ext uri="{FF2B5EF4-FFF2-40B4-BE49-F238E27FC236}">
                  <a16:creationId xmlns:a16="http://schemas.microsoft.com/office/drawing/2014/main" id="{05B60AA9-0261-5906-8C48-D6E3E272B33E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1" name="Freeform 21260">
              <a:extLst>
                <a:ext uri="{FF2B5EF4-FFF2-40B4-BE49-F238E27FC236}">
                  <a16:creationId xmlns:a16="http://schemas.microsoft.com/office/drawing/2014/main" id="{F8421E37-592E-90ED-3538-6C3581A0DFC4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2" name="Freeform 21261">
              <a:extLst>
                <a:ext uri="{FF2B5EF4-FFF2-40B4-BE49-F238E27FC236}">
                  <a16:creationId xmlns:a16="http://schemas.microsoft.com/office/drawing/2014/main" id="{75672716-D65E-CC56-59F5-8C3B7FCB189C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3" name="Freeform 21262">
              <a:extLst>
                <a:ext uri="{FF2B5EF4-FFF2-40B4-BE49-F238E27FC236}">
                  <a16:creationId xmlns:a16="http://schemas.microsoft.com/office/drawing/2014/main" id="{3CDE2BAE-CCED-6EAA-569A-4A8EB8936F40}"/>
                </a:ext>
              </a:extLst>
            </p:cNvPr>
            <p:cNvSpPr/>
            <p:nvPr/>
          </p:nvSpPr>
          <p:spPr>
            <a:xfrm>
              <a:off x="7380322" y="32428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4" name="Freeform 21263">
              <a:extLst>
                <a:ext uri="{FF2B5EF4-FFF2-40B4-BE49-F238E27FC236}">
                  <a16:creationId xmlns:a16="http://schemas.microsoft.com/office/drawing/2014/main" id="{F1C767A8-6FBE-EBFA-9232-24FA0A52D64A}"/>
                </a:ext>
              </a:extLst>
            </p:cNvPr>
            <p:cNvSpPr/>
            <p:nvPr/>
          </p:nvSpPr>
          <p:spPr>
            <a:xfrm>
              <a:off x="7532722" y="33952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5" name="Freeform 21264">
              <a:extLst>
                <a:ext uri="{FF2B5EF4-FFF2-40B4-BE49-F238E27FC236}">
                  <a16:creationId xmlns:a16="http://schemas.microsoft.com/office/drawing/2014/main" id="{E457DB1F-BBDD-B7C6-6EF5-E98C9F8F286C}"/>
                </a:ext>
              </a:extLst>
            </p:cNvPr>
            <p:cNvSpPr/>
            <p:nvPr/>
          </p:nvSpPr>
          <p:spPr>
            <a:xfrm>
              <a:off x="7438234" y="34287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6" name="Freeform 21265">
              <a:extLst>
                <a:ext uri="{FF2B5EF4-FFF2-40B4-BE49-F238E27FC236}">
                  <a16:creationId xmlns:a16="http://schemas.microsoft.com/office/drawing/2014/main" id="{EE82E367-B50F-BCFF-5A11-782F4ED64341}"/>
                </a:ext>
              </a:extLst>
            </p:cNvPr>
            <p:cNvSpPr/>
            <p:nvPr/>
          </p:nvSpPr>
          <p:spPr>
            <a:xfrm>
              <a:off x="7590634" y="35811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7" name="Freeform 21266">
              <a:extLst>
                <a:ext uri="{FF2B5EF4-FFF2-40B4-BE49-F238E27FC236}">
                  <a16:creationId xmlns:a16="http://schemas.microsoft.com/office/drawing/2014/main" id="{1FE81979-1B3E-D234-1880-82F4D81A07E4}"/>
                </a:ext>
              </a:extLst>
            </p:cNvPr>
            <p:cNvSpPr/>
            <p:nvPr/>
          </p:nvSpPr>
          <p:spPr>
            <a:xfrm>
              <a:off x="7743034" y="37335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8" name="Freeform 21267">
              <a:extLst>
                <a:ext uri="{FF2B5EF4-FFF2-40B4-BE49-F238E27FC236}">
                  <a16:creationId xmlns:a16="http://schemas.microsoft.com/office/drawing/2014/main" id="{B258958D-FB5E-6451-E504-C1E967F23A50}"/>
                </a:ext>
              </a:extLst>
            </p:cNvPr>
            <p:cNvSpPr/>
            <p:nvPr/>
          </p:nvSpPr>
          <p:spPr>
            <a:xfrm>
              <a:off x="7685122" y="35476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69" name="Freeform 21268">
              <a:extLst>
                <a:ext uri="{FF2B5EF4-FFF2-40B4-BE49-F238E27FC236}">
                  <a16:creationId xmlns:a16="http://schemas.microsoft.com/office/drawing/2014/main" id="{84F900CE-C3F3-F477-2044-0D3DBC97CCD1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0" name="Freeform 21269">
              <a:extLst>
                <a:ext uri="{FF2B5EF4-FFF2-40B4-BE49-F238E27FC236}">
                  <a16:creationId xmlns:a16="http://schemas.microsoft.com/office/drawing/2014/main" id="{DE8D8983-15E9-199B-4534-E81F6F69E726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1" name="Freeform 21270">
              <a:extLst>
                <a:ext uri="{FF2B5EF4-FFF2-40B4-BE49-F238E27FC236}">
                  <a16:creationId xmlns:a16="http://schemas.microsoft.com/office/drawing/2014/main" id="{9C2AFDE4-942F-6C69-7791-04B658467169}"/>
                </a:ext>
              </a:extLst>
            </p:cNvPr>
            <p:cNvSpPr/>
            <p:nvPr/>
          </p:nvSpPr>
          <p:spPr>
            <a:xfrm>
              <a:off x="7529674" y="30995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2" name="Freeform 21271">
              <a:extLst>
                <a:ext uri="{FF2B5EF4-FFF2-40B4-BE49-F238E27FC236}">
                  <a16:creationId xmlns:a16="http://schemas.microsoft.com/office/drawing/2014/main" id="{BC307D8E-0F1B-AE5B-BD18-97287C217DF9}"/>
                </a:ext>
              </a:extLst>
            </p:cNvPr>
            <p:cNvSpPr/>
            <p:nvPr/>
          </p:nvSpPr>
          <p:spPr>
            <a:xfrm>
              <a:off x="7587586" y="3285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3" name="Freeform 21272">
              <a:extLst>
                <a:ext uri="{FF2B5EF4-FFF2-40B4-BE49-F238E27FC236}">
                  <a16:creationId xmlns:a16="http://schemas.microsoft.com/office/drawing/2014/main" id="{4FA1E571-58BC-3595-81FC-AC191EFD4E82}"/>
                </a:ext>
              </a:extLst>
            </p:cNvPr>
            <p:cNvSpPr/>
            <p:nvPr/>
          </p:nvSpPr>
          <p:spPr>
            <a:xfrm>
              <a:off x="7739986" y="34378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4" name="Freeform 21273">
              <a:extLst>
                <a:ext uri="{FF2B5EF4-FFF2-40B4-BE49-F238E27FC236}">
                  <a16:creationId xmlns:a16="http://schemas.microsoft.com/office/drawing/2014/main" id="{6F0D2378-29CB-6A4B-566C-E3ECB3617117}"/>
                </a:ext>
              </a:extLst>
            </p:cNvPr>
            <p:cNvSpPr/>
            <p:nvPr/>
          </p:nvSpPr>
          <p:spPr>
            <a:xfrm>
              <a:off x="7682074" y="32519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5" name="Freeform 21274">
              <a:extLst>
                <a:ext uri="{FF2B5EF4-FFF2-40B4-BE49-F238E27FC236}">
                  <a16:creationId xmlns:a16="http://schemas.microsoft.com/office/drawing/2014/main" id="{4A97FA50-E741-824B-C816-C8CDE0D66D43}"/>
                </a:ext>
              </a:extLst>
            </p:cNvPr>
            <p:cNvSpPr/>
            <p:nvPr/>
          </p:nvSpPr>
          <p:spPr>
            <a:xfrm>
              <a:off x="7096858" y="34165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6" name="Freeform 21275">
              <a:extLst>
                <a:ext uri="{FF2B5EF4-FFF2-40B4-BE49-F238E27FC236}">
                  <a16:creationId xmlns:a16="http://schemas.microsoft.com/office/drawing/2014/main" id="{B65CB798-8F37-4593-796B-4AD56CA2EB5C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7" name="Freeform 21276">
              <a:extLst>
                <a:ext uri="{FF2B5EF4-FFF2-40B4-BE49-F238E27FC236}">
                  <a16:creationId xmlns:a16="http://schemas.microsoft.com/office/drawing/2014/main" id="{4B56AEDA-44C2-8B44-FD56-CD3F5CC30C40}"/>
                </a:ext>
              </a:extLst>
            </p:cNvPr>
            <p:cNvSpPr/>
            <p:nvPr/>
          </p:nvSpPr>
          <p:spPr>
            <a:xfrm>
              <a:off x="7154770" y="36024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8" name="Freeform 21277">
              <a:extLst>
                <a:ext uri="{FF2B5EF4-FFF2-40B4-BE49-F238E27FC236}">
                  <a16:creationId xmlns:a16="http://schemas.microsoft.com/office/drawing/2014/main" id="{B3B8279B-533E-C5D0-E2BB-54B5D49A865E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79" name="Freeform 21278">
              <a:extLst>
                <a:ext uri="{FF2B5EF4-FFF2-40B4-BE49-F238E27FC236}">
                  <a16:creationId xmlns:a16="http://schemas.microsoft.com/office/drawing/2014/main" id="{29B80E4C-A0E8-26E0-E018-53F05F88E866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0" name="Freeform 21279">
              <a:extLst>
                <a:ext uri="{FF2B5EF4-FFF2-40B4-BE49-F238E27FC236}">
                  <a16:creationId xmlns:a16="http://schemas.microsoft.com/office/drawing/2014/main" id="{9E52E0B3-9714-1536-8679-28939B270F73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1" name="Freeform 21280">
              <a:extLst>
                <a:ext uri="{FF2B5EF4-FFF2-40B4-BE49-F238E27FC236}">
                  <a16:creationId xmlns:a16="http://schemas.microsoft.com/office/drawing/2014/main" id="{A2F4D924-FD25-0F8E-79F1-8A68B29F8C74}"/>
                </a:ext>
              </a:extLst>
            </p:cNvPr>
            <p:cNvSpPr/>
            <p:nvPr/>
          </p:nvSpPr>
          <p:spPr>
            <a:xfrm>
              <a:off x="7249258" y="35689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2" name="Freeform 21281">
              <a:extLst>
                <a:ext uri="{FF2B5EF4-FFF2-40B4-BE49-F238E27FC236}">
                  <a16:creationId xmlns:a16="http://schemas.microsoft.com/office/drawing/2014/main" id="{A4F70336-F410-2406-970E-B502DA1A6239}"/>
                </a:ext>
              </a:extLst>
            </p:cNvPr>
            <p:cNvSpPr/>
            <p:nvPr/>
          </p:nvSpPr>
          <p:spPr>
            <a:xfrm>
              <a:off x="7401658" y="37213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3" name="Freeform 21282">
              <a:extLst>
                <a:ext uri="{FF2B5EF4-FFF2-40B4-BE49-F238E27FC236}">
                  <a16:creationId xmlns:a16="http://schemas.microsoft.com/office/drawing/2014/main" id="{2D623B75-3CAE-8F4A-2CA2-E768D654436B}"/>
                </a:ext>
              </a:extLst>
            </p:cNvPr>
            <p:cNvSpPr/>
            <p:nvPr/>
          </p:nvSpPr>
          <p:spPr>
            <a:xfrm>
              <a:off x="7307170" y="37548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4" name="Freeform 21283">
              <a:extLst>
                <a:ext uri="{FF2B5EF4-FFF2-40B4-BE49-F238E27FC236}">
                  <a16:creationId xmlns:a16="http://schemas.microsoft.com/office/drawing/2014/main" id="{3E370BA2-6D79-BDA3-E712-95D44B3F2BA2}"/>
                </a:ext>
              </a:extLst>
            </p:cNvPr>
            <p:cNvSpPr/>
            <p:nvPr/>
          </p:nvSpPr>
          <p:spPr>
            <a:xfrm>
              <a:off x="7459570" y="39072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5" name="Freeform 21284">
              <a:extLst>
                <a:ext uri="{FF2B5EF4-FFF2-40B4-BE49-F238E27FC236}">
                  <a16:creationId xmlns:a16="http://schemas.microsoft.com/office/drawing/2014/main" id="{2663B747-709B-712B-DB61-A63E0ACB4D6A}"/>
                </a:ext>
              </a:extLst>
            </p:cNvPr>
            <p:cNvSpPr/>
            <p:nvPr/>
          </p:nvSpPr>
          <p:spPr>
            <a:xfrm>
              <a:off x="7611970" y="40596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6" name="Freeform 21285">
              <a:extLst>
                <a:ext uri="{FF2B5EF4-FFF2-40B4-BE49-F238E27FC236}">
                  <a16:creationId xmlns:a16="http://schemas.microsoft.com/office/drawing/2014/main" id="{84DCA022-4D31-9C12-13CF-EEB08F0294CC}"/>
                </a:ext>
              </a:extLst>
            </p:cNvPr>
            <p:cNvSpPr/>
            <p:nvPr/>
          </p:nvSpPr>
          <p:spPr>
            <a:xfrm>
              <a:off x="7554058" y="38737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7" name="Freeform 21286">
              <a:extLst>
                <a:ext uri="{FF2B5EF4-FFF2-40B4-BE49-F238E27FC236}">
                  <a16:creationId xmlns:a16="http://schemas.microsoft.com/office/drawing/2014/main" id="{22B88810-2589-0043-3F23-FEDC4431F2C9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8" name="Freeform 21287">
              <a:extLst>
                <a:ext uri="{FF2B5EF4-FFF2-40B4-BE49-F238E27FC236}">
                  <a16:creationId xmlns:a16="http://schemas.microsoft.com/office/drawing/2014/main" id="{59E45E0C-6629-B765-EE45-C7A284DB2352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89" name="Freeform 21288">
              <a:extLst>
                <a:ext uri="{FF2B5EF4-FFF2-40B4-BE49-F238E27FC236}">
                  <a16:creationId xmlns:a16="http://schemas.microsoft.com/office/drawing/2014/main" id="{27D1BCAF-C84A-F31B-1CDD-42A6B9D6459E}"/>
                </a:ext>
              </a:extLst>
            </p:cNvPr>
            <p:cNvSpPr/>
            <p:nvPr/>
          </p:nvSpPr>
          <p:spPr>
            <a:xfrm>
              <a:off x="7398610" y="34256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0" name="Freeform 21289">
              <a:extLst>
                <a:ext uri="{FF2B5EF4-FFF2-40B4-BE49-F238E27FC236}">
                  <a16:creationId xmlns:a16="http://schemas.microsoft.com/office/drawing/2014/main" id="{30F94FC7-3EFF-DD84-3E77-A88F92A63835}"/>
                </a:ext>
              </a:extLst>
            </p:cNvPr>
            <p:cNvSpPr/>
            <p:nvPr/>
          </p:nvSpPr>
          <p:spPr>
            <a:xfrm>
              <a:off x="7456522" y="36116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1" name="Freeform 21290">
              <a:extLst>
                <a:ext uri="{FF2B5EF4-FFF2-40B4-BE49-F238E27FC236}">
                  <a16:creationId xmlns:a16="http://schemas.microsoft.com/office/drawing/2014/main" id="{238E57E4-4956-84EB-50FB-16BB16D7358A}"/>
                </a:ext>
              </a:extLst>
            </p:cNvPr>
            <p:cNvSpPr/>
            <p:nvPr/>
          </p:nvSpPr>
          <p:spPr>
            <a:xfrm>
              <a:off x="7608922" y="37640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2" name="Freeform 21291">
              <a:extLst>
                <a:ext uri="{FF2B5EF4-FFF2-40B4-BE49-F238E27FC236}">
                  <a16:creationId xmlns:a16="http://schemas.microsoft.com/office/drawing/2014/main" id="{FD88EFAB-8FA2-6733-2594-3109972941E0}"/>
                </a:ext>
              </a:extLst>
            </p:cNvPr>
            <p:cNvSpPr/>
            <p:nvPr/>
          </p:nvSpPr>
          <p:spPr>
            <a:xfrm>
              <a:off x="7551010" y="35780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3" name="Freeform 21292">
              <a:extLst>
                <a:ext uri="{FF2B5EF4-FFF2-40B4-BE49-F238E27FC236}">
                  <a16:creationId xmlns:a16="http://schemas.microsoft.com/office/drawing/2014/main" id="{206F587E-F45B-3E70-7CE1-50A8F32ED290}"/>
                </a:ext>
              </a:extLst>
            </p:cNvPr>
            <p:cNvSpPr/>
            <p:nvPr/>
          </p:nvSpPr>
          <p:spPr>
            <a:xfrm>
              <a:off x="7508338" y="34773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4" name="Freeform 21293">
              <a:extLst>
                <a:ext uri="{FF2B5EF4-FFF2-40B4-BE49-F238E27FC236}">
                  <a16:creationId xmlns:a16="http://schemas.microsoft.com/office/drawing/2014/main" id="{BD35FF68-74AD-798A-A474-D7D633F2EB09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5" name="Freeform 21294">
              <a:extLst>
                <a:ext uri="{FF2B5EF4-FFF2-40B4-BE49-F238E27FC236}">
                  <a16:creationId xmlns:a16="http://schemas.microsoft.com/office/drawing/2014/main" id="{02A33D83-0181-9664-FC7C-3247EB638226}"/>
                </a:ext>
              </a:extLst>
            </p:cNvPr>
            <p:cNvSpPr/>
            <p:nvPr/>
          </p:nvSpPr>
          <p:spPr>
            <a:xfrm>
              <a:off x="7566250" y="36632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6" name="Freeform 21295">
              <a:extLst>
                <a:ext uri="{FF2B5EF4-FFF2-40B4-BE49-F238E27FC236}">
                  <a16:creationId xmlns:a16="http://schemas.microsoft.com/office/drawing/2014/main" id="{220E646C-2A08-7848-6188-1E48047CF65C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7" name="Freeform 21296">
              <a:extLst>
                <a:ext uri="{FF2B5EF4-FFF2-40B4-BE49-F238E27FC236}">
                  <a16:creationId xmlns:a16="http://schemas.microsoft.com/office/drawing/2014/main" id="{62C98701-9EEE-9431-CA9F-F7DDCEB383BA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8" name="Freeform 21297">
              <a:extLst>
                <a:ext uri="{FF2B5EF4-FFF2-40B4-BE49-F238E27FC236}">
                  <a16:creationId xmlns:a16="http://schemas.microsoft.com/office/drawing/2014/main" id="{B0BA9C3F-60EE-7DDD-34C2-C6BAF520ADC9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99" name="Freeform 21298">
              <a:extLst>
                <a:ext uri="{FF2B5EF4-FFF2-40B4-BE49-F238E27FC236}">
                  <a16:creationId xmlns:a16="http://schemas.microsoft.com/office/drawing/2014/main" id="{7D560F02-A2E0-3D36-84BA-5C524A63BF9B}"/>
                </a:ext>
              </a:extLst>
            </p:cNvPr>
            <p:cNvSpPr/>
            <p:nvPr/>
          </p:nvSpPr>
          <p:spPr>
            <a:xfrm>
              <a:off x="7660738" y="36297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0" name="Freeform 21299">
              <a:extLst>
                <a:ext uri="{FF2B5EF4-FFF2-40B4-BE49-F238E27FC236}">
                  <a16:creationId xmlns:a16="http://schemas.microsoft.com/office/drawing/2014/main" id="{F15F0172-DF76-AFAB-9F1B-50D2CA838E48}"/>
                </a:ext>
              </a:extLst>
            </p:cNvPr>
            <p:cNvSpPr/>
            <p:nvPr/>
          </p:nvSpPr>
          <p:spPr>
            <a:xfrm>
              <a:off x="7813138" y="37821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1" name="Freeform 21300">
              <a:extLst>
                <a:ext uri="{FF2B5EF4-FFF2-40B4-BE49-F238E27FC236}">
                  <a16:creationId xmlns:a16="http://schemas.microsoft.com/office/drawing/2014/main" id="{DDB2BE49-5995-EB77-C09E-A6057EC2A66A}"/>
                </a:ext>
              </a:extLst>
            </p:cNvPr>
            <p:cNvSpPr/>
            <p:nvPr/>
          </p:nvSpPr>
          <p:spPr>
            <a:xfrm>
              <a:off x="7718650" y="38156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2" name="Freeform 21301">
              <a:extLst>
                <a:ext uri="{FF2B5EF4-FFF2-40B4-BE49-F238E27FC236}">
                  <a16:creationId xmlns:a16="http://schemas.microsoft.com/office/drawing/2014/main" id="{E4CD4BE3-8B30-5ED3-FF6E-9FE4E273F1D8}"/>
                </a:ext>
              </a:extLst>
            </p:cNvPr>
            <p:cNvSpPr/>
            <p:nvPr/>
          </p:nvSpPr>
          <p:spPr>
            <a:xfrm>
              <a:off x="7871050" y="39680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3" name="Freeform 21302">
              <a:extLst>
                <a:ext uri="{FF2B5EF4-FFF2-40B4-BE49-F238E27FC236}">
                  <a16:creationId xmlns:a16="http://schemas.microsoft.com/office/drawing/2014/main" id="{EAA8376E-DAFF-9F69-D08C-1743C9D411D7}"/>
                </a:ext>
              </a:extLst>
            </p:cNvPr>
            <p:cNvSpPr/>
            <p:nvPr/>
          </p:nvSpPr>
          <p:spPr>
            <a:xfrm>
              <a:off x="8023450" y="41204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4" name="Freeform 21303">
              <a:extLst>
                <a:ext uri="{FF2B5EF4-FFF2-40B4-BE49-F238E27FC236}">
                  <a16:creationId xmlns:a16="http://schemas.microsoft.com/office/drawing/2014/main" id="{10F5E199-25E7-388B-FC01-2440D522EAE5}"/>
                </a:ext>
              </a:extLst>
            </p:cNvPr>
            <p:cNvSpPr/>
            <p:nvPr/>
          </p:nvSpPr>
          <p:spPr>
            <a:xfrm>
              <a:off x="7965538" y="3934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5" name="Freeform 21304">
              <a:extLst>
                <a:ext uri="{FF2B5EF4-FFF2-40B4-BE49-F238E27FC236}">
                  <a16:creationId xmlns:a16="http://schemas.microsoft.com/office/drawing/2014/main" id="{D2D9B578-4526-1411-6765-0DDCF653D9EF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6" name="Freeform 21305">
              <a:extLst>
                <a:ext uri="{FF2B5EF4-FFF2-40B4-BE49-F238E27FC236}">
                  <a16:creationId xmlns:a16="http://schemas.microsoft.com/office/drawing/2014/main" id="{35A55BA2-BBDB-FB95-4789-2F28BFEE2FAA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7" name="Freeform 21306">
              <a:extLst>
                <a:ext uri="{FF2B5EF4-FFF2-40B4-BE49-F238E27FC236}">
                  <a16:creationId xmlns:a16="http://schemas.microsoft.com/office/drawing/2014/main" id="{3C4772DD-A26C-6F81-E4E8-CECB18983646}"/>
                </a:ext>
              </a:extLst>
            </p:cNvPr>
            <p:cNvSpPr/>
            <p:nvPr/>
          </p:nvSpPr>
          <p:spPr>
            <a:xfrm>
              <a:off x="7810090" y="3486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8" name="Freeform 21307">
              <a:extLst>
                <a:ext uri="{FF2B5EF4-FFF2-40B4-BE49-F238E27FC236}">
                  <a16:creationId xmlns:a16="http://schemas.microsoft.com/office/drawing/2014/main" id="{1712003F-A61F-1BD4-CB8B-4F2DF4893508}"/>
                </a:ext>
              </a:extLst>
            </p:cNvPr>
            <p:cNvSpPr/>
            <p:nvPr/>
          </p:nvSpPr>
          <p:spPr>
            <a:xfrm>
              <a:off x="7868002" y="36724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09" name="Freeform 21308">
              <a:extLst>
                <a:ext uri="{FF2B5EF4-FFF2-40B4-BE49-F238E27FC236}">
                  <a16:creationId xmlns:a16="http://schemas.microsoft.com/office/drawing/2014/main" id="{B295FF7C-4692-B42D-C6B2-07F017869670}"/>
                </a:ext>
              </a:extLst>
            </p:cNvPr>
            <p:cNvSpPr/>
            <p:nvPr/>
          </p:nvSpPr>
          <p:spPr>
            <a:xfrm>
              <a:off x="8020402" y="382484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0" name="Freeform 21309">
              <a:extLst>
                <a:ext uri="{FF2B5EF4-FFF2-40B4-BE49-F238E27FC236}">
                  <a16:creationId xmlns:a16="http://schemas.microsoft.com/office/drawing/2014/main" id="{54D2F3C4-50F0-FC8F-AE8F-9B5D136AE4CA}"/>
                </a:ext>
              </a:extLst>
            </p:cNvPr>
            <p:cNvSpPr/>
            <p:nvPr/>
          </p:nvSpPr>
          <p:spPr>
            <a:xfrm>
              <a:off x="7962490" y="3638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1" name="Freeform 21310">
              <a:extLst>
                <a:ext uri="{FF2B5EF4-FFF2-40B4-BE49-F238E27FC236}">
                  <a16:creationId xmlns:a16="http://schemas.microsoft.com/office/drawing/2014/main" id="{EA510E7F-0D8B-E6F9-48EB-387E2690BF70}"/>
                </a:ext>
              </a:extLst>
            </p:cNvPr>
            <p:cNvSpPr/>
            <p:nvPr/>
          </p:nvSpPr>
          <p:spPr>
            <a:xfrm>
              <a:off x="7377274" y="38035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2" name="Freeform 21311">
              <a:extLst>
                <a:ext uri="{FF2B5EF4-FFF2-40B4-BE49-F238E27FC236}">
                  <a16:creationId xmlns:a16="http://schemas.microsoft.com/office/drawing/2014/main" id="{8C62BF76-1F2F-D464-B30A-164003AC1AD4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3" name="Freeform 21312">
              <a:extLst>
                <a:ext uri="{FF2B5EF4-FFF2-40B4-BE49-F238E27FC236}">
                  <a16:creationId xmlns:a16="http://schemas.microsoft.com/office/drawing/2014/main" id="{3A857998-78A8-1ED7-FDD6-DD3CC23A1E19}"/>
                </a:ext>
              </a:extLst>
            </p:cNvPr>
            <p:cNvSpPr/>
            <p:nvPr/>
          </p:nvSpPr>
          <p:spPr>
            <a:xfrm>
              <a:off x="7435186" y="39894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4" name="Freeform 21313">
              <a:extLst>
                <a:ext uri="{FF2B5EF4-FFF2-40B4-BE49-F238E27FC236}">
                  <a16:creationId xmlns:a16="http://schemas.microsoft.com/office/drawing/2014/main" id="{60446009-4F6E-BB7A-F37A-6B95EC065D76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5" name="Freeform 21314">
              <a:extLst>
                <a:ext uri="{FF2B5EF4-FFF2-40B4-BE49-F238E27FC236}">
                  <a16:creationId xmlns:a16="http://schemas.microsoft.com/office/drawing/2014/main" id="{1C3A2FC8-2A38-D531-4D7A-4F0F680D4EF3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6" name="Freeform 21315">
              <a:extLst>
                <a:ext uri="{FF2B5EF4-FFF2-40B4-BE49-F238E27FC236}">
                  <a16:creationId xmlns:a16="http://schemas.microsoft.com/office/drawing/2014/main" id="{7FB1D6A0-11E8-65AE-C66A-DE11A98802FD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7" name="Freeform 21316">
              <a:extLst>
                <a:ext uri="{FF2B5EF4-FFF2-40B4-BE49-F238E27FC236}">
                  <a16:creationId xmlns:a16="http://schemas.microsoft.com/office/drawing/2014/main" id="{364DCBE3-3F96-63D4-4D1A-2B4F9843235C}"/>
                </a:ext>
              </a:extLst>
            </p:cNvPr>
            <p:cNvSpPr/>
            <p:nvPr/>
          </p:nvSpPr>
          <p:spPr>
            <a:xfrm>
              <a:off x="7529674" y="39559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8" name="Freeform 21317">
              <a:extLst>
                <a:ext uri="{FF2B5EF4-FFF2-40B4-BE49-F238E27FC236}">
                  <a16:creationId xmlns:a16="http://schemas.microsoft.com/office/drawing/2014/main" id="{9C5FC0FE-8F75-5DAA-263D-7B3E505E53FC}"/>
                </a:ext>
              </a:extLst>
            </p:cNvPr>
            <p:cNvSpPr/>
            <p:nvPr/>
          </p:nvSpPr>
          <p:spPr>
            <a:xfrm>
              <a:off x="7682074" y="41083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9" name="Freeform 21318">
              <a:extLst>
                <a:ext uri="{FF2B5EF4-FFF2-40B4-BE49-F238E27FC236}">
                  <a16:creationId xmlns:a16="http://schemas.microsoft.com/office/drawing/2014/main" id="{63F15E8D-08DD-218A-CE30-CDC84821DFC6}"/>
                </a:ext>
              </a:extLst>
            </p:cNvPr>
            <p:cNvSpPr/>
            <p:nvPr/>
          </p:nvSpPr>
          <p:spPr>
            <a:xfrm>
              <a:off x="7587586" y="41418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0" name="Freeform 21319">
              <a:extLst>
                <a:ext uri="{FF2B5EF4-FFF2-40B4-BE49-F238E27FC236}">
                  <a16:creationId xmlns:a16="http://schemas.microsoft.com/office/drawing/2014/main" id="{B5CC73E4-70B4-81D3-3A3D-01921DD0FCD6}"/>
                </a:ext>
              </a:extLst>
            </p:cNvPr>
            <p:cNvSpPr/>
            <p:nvPr/>
          </p:nvSpPr>
          <p:spPr>
            <a:xfrm>
              <a:off x="7739986" y="42942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1" name="Freeform 21320">
              <a:extLst>
                <a:ext uri="{FF2B5EF4-FFF2-40B4-BE49-F238E27FC236}">
                  <a16:creationId xmlns:a16="http://schemas.microsoft.com/office/drawing/2014/main" id="{BD45DCCA-B0DA-6A86-1E43-28818B17BC7E}"/>
                </a:ext>
              </a:extLst>
            </p:cNvPr>
            <p:cNvSpPr/>
            <p:nvPr/>
          </p:nvSpPr>
          <p:spPr>
            <a:xfrm>
              <a:off x="7892386" y="44466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2" name="Freeform 21321">
              <a:extLst>
                <a:ext uri="{FF2B5EF4-FFF2-40B4-BE49-F238E27FC236}">
                  <a16:creationId xmlns:a16="http://schemas.microsoft.com/office/drawing/2014/main" id="{3779408D-9D9C-846D-A2E3-C6D3F4EE30FC}"/>
                </a:ext>
              </a:extLst>
            </p:cNvPr>
            <p:cNvSpPr/>
            <p:nvPr/>
          </p:nvSpPr>
          <p:spPr>
            <a:xfrm>
              <a:off x="7834474" y="42607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3" name="Freeform 21322">
              <a:extLst>
                <a:ext uri="{FF2B5EF4-FFF2-40B4-BE49-F238E27FC236}">
                  <a16:creationId xmlns:a16="http://schemas.microsoft.com/office/drawing/2014/main" id="{ADC02618-0815-3216-AA5F-D9C9C1FA8B2E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4" name="Freeform 21323">
              <a:extLst>
                <a:ext uri="{FF2B5EF4-FFF2-40B4-BE49-F238E27FC236}">
                  <a16:creationId xmlns:a16="http://schemas.microsoft.com/office/drawing/2014/main" id="{B96A65AF-D2B6-2C82-853F-4F2CD1CC69E7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5" name="Freeform 21324">
              <a:extLst>
                <a:ext uri="{FF2B5EF4-FFF2-40B4-BE49-F238E27FC236}">
                  <a16:creationId xmlns:a16="http://schemas.microsoft.com/office/drawing/2014/main" id="{B60BF724-C579-D157-72AD-7ABE8C9152BC}"/>
                </a:ext>
              </a:extLst>
            </p:cNvPr>
            <p:cNvSpPr/>
            <p:nvPr/>
          </p:nvSpPr>
          <p:spPr>
            <a:xfrm>
              <a:off x="7679026" y="38126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6" name="Freeform 21325">
              <a:extLst>
                <a:ext uri="{FF2B5EF4-FFF2-40B4-BE49-F238E27FC236}">
                  <a16:creationId xmlns:a16="http://schemas.microsoft.com/office/drawing/2014/main" id="{A0A5776E-27B4-3AF6-6C55-111F8DE1ADC8}"/>
                </a:ext>
              </a:extLst>
            </p:cNvPr>
            <p:cNvSpPr/>
            <p:nvPr/>
          </p:nvSpPr>
          <p:spPr>
            <a:xfrm>
              <a:off x="7736938" y="3998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7" name="Freeform 21326">
              <a:extLst>
                <a:ext uri="{FF2B5EF4-FFF2-40B4-BE49-F238E27FC236}">
                  <a16:creationId xmlns:a16="http://schemas.microsoft.com/office/drawing/2014/main" id="{5A85AA2B-AEA1-FBE0-88EE-EC4E5615265A}"/>
                </a:ext>
              </a:extLst>
            </p:cNvPr>
            <p:cNvSpPr/>
            <p:nvPr/>
          </p:nvSpPr>
          <p:spPr>
            <a:xfrm>
              <a:off x="7889338" y="41509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8" name="Freeform 21327">
              <a:extLst>
                <a:ext uri="{FF2B5EF4-FFF2-40B4-BE49-F238E27FC236}">
                  <a16:creationId xmlns:a16="http://schemas.microsoft.com/office/drawing/2014/main" id="{93BD49AE-E75D-426A-5532-790FAFE31F07}"/>
                </a:ext>
              </a:extLst>
            </p:cNvPr>
            <p:cNvSpPr/>
            <p:nvPr/>
          </p:nvSpPr>
          <p:spPr>
            <a:xfrm>
              <a:off x="7831426" y="3965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29" name="Freeform 21328">
              <a:extLst>
                <a:ext uri="{FF2B5EF4-FFF2-40B4-BE49-F238E27FC236}">
                  <a16:creationId xmlns:a16="http://schemas.microsoft.com/office/drawing/2014/main" id="{8655CD4A-1A60-2202-FF22-BF3A32B1B613}"/>
                </a:ext>
              </a:extLst>
            </p:cNvPr>
            <p:cNvSpPr/>
            <p:nvPr/>
          </p:nvSpPr>
          <p:spPr>
            <a:xfrm>
              <a:off x="7318434" y="4233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0" name="Freeform 21329">
              <a:extLst>
                <a:ext uri="{FF2B5EF4-FFF2-40B4-BE49-F238E27FC236}">
                  <a16:creationId xmlns:a16="http://schemas.microsoft.com/office/drawing/2014/main" id="{5A6A4A7D-F23B-F0D4-9FE8-2C2D466CCE12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1" name="Freeform 21330">
              <a:extLst>
                <a:ext uri="{FF2B5EF4-FFF2-40B4-BE49-F238E27FC236}">
                  <a16:creationId xmlns:a16="http://schemas.microsoft.com/office/drawing/2014/main" id="{0917B997-39FC-C55A-E5C3-5AEB561BE4D2}"/>
                </a:ext>
              </a:extLst>
            </p:cNvPr>
            <p:cNvSpPr/>
            <p:nvPr/>
          </p:nvSpPr>
          <p:spPr>
            <a:xfrm>
              <a:off x="7376346" y="4419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2" name="Freeform 21331">
              <a:extLst>
                <a:ext uri="{FF2B5EF4-FFF2-40B4-BE49-F238E27FC236}">
                  <a16:creationId xmlns:a16="http://schemas.microsoft.com/office/drawing/2014/main" id="{1E344EC5-24AE-F07F-A856-9AF7FCF1B331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3" name="Freeform 21332">
              <a:extLst>
                <a:ext uri="{FF2B5EF4-FFF2-40B4-BE49-F238E27FC236}">
                  <a16:creationId xmlns:a16="http://schemas.microsoft.com/office/drawing/2014/main" id="{9AEA6ADD-0011-A1F9-1FDD-D761894C5362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4" name="Freeform 21333">
              <a:extLst>
                <a:ext uri="{FF2B5EF4-FFF2-40B4-BE49-F238E27FC236}">
                  <a16:creationId xmlns:a16="http://schemas.microsoft.com/office/drawing/2014/main" id="{FE8DFA1F-38C7-C4A7-55B8-CA13164B9C63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5" name="Freeform 21334">
              <a:extLst>
                <a:ext uri="{FF2B5EF4-FFF2-40B4-BE49-F238E27FC236}">
                  <a16:creationId xmlns:a16="http://schemas.microsoft.com/office/drawing/2014/main" id="{2AEDA43C-9C54-C084-B145-48106315AC0C}"/>
                </a:ext>
              </a:extLst>
            </p:cNvPr>
            <p:cNvSpPr/>
            <p:nvPr/>
          </p:nvSpPr>
          <p:spPr>
            <a:xfrm>
              <a:off x="7470834" y="4385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6" name="Freeform 21335">
              <a:extLst>
                <a:ext uri="{FF2B5EF4-FFF2-40B4-BE49-F238E27FC236}">
                  <a16:creationId xmlns:a16="http://schemas.microsoft.com/office/drawing/2014/main" id="{D6617282-9E4C-6F7C-7818-02A8F35DA2CB}"/>
                </a:ext>
              </a:extLst>
            </p:cNvPr>
            <p:cNvSpPr/>
            <p:nvPr/>
          </p:nvSpPr>
          <p:spPr>
            <a:xfrm>
              <a:off x="7623234" y="453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7" name="Freeform 21336">
              <a:extLst>
                <a:ext uri="{FF2B5EF4-FFF2-40B4-BE49-F238E27FC236}">
                  <a16:creationId xmlns:a16="http://schemas.microsoft.com/office/drawing/2014/main" id="{912FE622-67D6-FB4F-7B60-E38DCADEF747}"/>
                </a:ext>
              </a:extLst>
            </p:cNvPr>
            <p:cNvSpPr/>
            <p:nvPr/>
          </p:nvSpPr>
          <p:spPr>
            <a:xfrm>
              <a:off x="7528746" y="4571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8" name="Freeform 21337">
              <a:extLst>
                <a:ext uri="{FF2B5EF4-FFF2-40B4-BE49-F238E27FC236}">
                  <a16:creationId xmlns:a16="http://schemas.microsoft.com/office/drawing/2014/main" id="{DF6D8EC0-0BF3-42E6-9D14-791D02FCDF05}"/>
                </a:ext>
              </a:extLst>
            </p:cNvPr>
            <p:cNvSpPr/>
            <p:nvPr/>
          </p:nvSpPr>
          <p:spPr>
            <a:xfrm>
              <a:off x="7681146" y="4724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39" name="Freeform 21338">
              <a:extLst>
                <a:ext uri="{FF2B5EF4-FFF2-40B4-BE49-F238E27FC236}">
                  <a16:creationId xmlns:a16="http://schemas.microsoft.com/office/drawing/2014/main" id="{E6B9B687-1C8B-285F-8FD4-1DA64E4B12A0}"/>
                </a:ext>
              </a:extLst>
            </p:cNvPr>
            <p:cNvSpPr/>
            <p:nvPr/>
          </p:nvSpPr>
          <p:spPr>
            <a:xfrm>
              <a:off x="7833546" y="4876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0" name="Freeform 21339">
              <a:extLst>
                <a:ext uri="{FF2B5EF4-FFF2-40B4-BE49-F238E27FC236}">
                  <a16:creationId xmlns:a16="http://schemas.microsoft.com/office/drawing/2014/main" id="{4FCCB121-7586-A13B-E2CB-C6A9304199FD}"/>
                </a:ext>
              </a:extLst>
            </p:cNvPr>
            <p:cNvSpPr/>
            <p:nvPr/>
          </p:nvSpPr>
          <p:spPr>
            <a:xfrm>
              <a:off x="7775634" y="469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1" name="Freeform 21340">
              <a:extLst>
                <a:ext uri="{FF2B5EF4-FFF2-40B4-BE49-F238E27FC236}">
                  <a16:creationId xmlns:a16="http://schemas.microsoft.com/office/drawing/2014/main" id="{47F70DB5-50F7-57E5-8594-9D1D07A9EB1F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2" name="Freeform 21341">
              <a:extLst>
                <a:ext uri="{FF2B5EF4-FFF2-40B4-BE49-F238E27FC236}">
                  <a16:creationId xmlns:a16="http://schemas.microsoft.com/office/drawing/2014/main" id="{DC1544E8-4B9D-553A-1C13-90FC51BB2170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3" name="Freeform 21342">
              <a:extLst>
                <a:ext uri="{FF2B5EF4-FFF2-40B4-BE49-F238E27FC236}">
                  <a16:creationId xmlns:a16="http://schemas.microsoft.com/office/drawing/2014/main" id="{D5051EE5-2157-AEBA-EB91-8A5A2ADA012B}"/>
                </a:ext>
              </a:extLst>
            </p:cNvPr>
            <p:cNvSpPr/>
            <p:nvPr/>
          </p:nvSpPr>
          <p:spPr>
            <a:xfrm>
              <a:off x="7620186" y="4242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4" name="Freeform 21343">
              <a:extLst>
                <a:ext uri="{FF2B5EF4-FFF2-40B4-BE49-F238E27FC236}">
                  <a16:creationId xmlns:a16="http://schemas.microsoft.com/office/drawing/2014/main" id="{033D8565-55BE-5CAD-A749-0EBBF68B86D6}"/>
                </a:ext>
              </a:extLst>
            </p:cNvPr>
            <p:cNvSpPr/>
            <p:nvPr/>
          </p:nvSpPr>
          <p:spPr>
            <a:xfrm>
              <a:off x="7678098" y="4428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5" name="Freeform 21344">
              <a:extLst>
                <a:ext uri="{FF2B5EF4-FFF2-40B4-BE49-F238E27FC236}">
                  <a16:creationId xmlns:a16="http://schemas.microsoft.com/office/drawing/2014/main" id="{A19AE734-6D65-1B61-2E24-BEE41C85DD30}"/>
                </a:ext>
              </a:extLst>
            </p:cNvPr>
            <p:cNvSpPr/>
            <p:nvPr/>
          </p:nvSpPr>
          <p:spPr>
            <a:xfrm>
              <a:off x="7830498" y="4581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6" name="Freeform 21345">
              <a:extLst>
                <a:ext uri="{FF2B5EF4-FFF2-40B4-BE49-F238E27FC236}">
                  <a16:creationId xmlns:a16="http://schemas.microsoft.com/office/drawing/2014/main" id="{0C761F4A-6AD8-D6C6-7529-6BB67B802DA4}"/>
                </a:ext>
              </a:extLst>
            </p:cNvPr>
            <p:cNvSpPr/>
            <p:nvPr/>
          </p:nvSpPr>
          <p:spPr>
            <a:xfrm>
              <a:off x="7772586" y="4395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7" name="Freeform 21346">
              <a:extLst>
                <a:ext uri="{FF2B5EF4-FFF2-40B4-BE49-F238E27FC236}">
                  <a16:creationId xmlns:a16="http://schemas.microsoft.com/office/drawing/2014/main" id="{91383E95-D174-1F4A-7576-694DEB6AF0AC}"/>
                </a:ext>
              </a:extLst>
            </p:cNvPr>
            <p:cNvSpPr/>
            <p:nvPr/>
          </p:nvSpPr>
          <p:spPr>
            <a:xfrm>
              <a:off x="7187370" y="4559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8" name="Freeform 21347">
              <a:extLst>
                <a:ext uri="{FF2B5EF4-FFF2-40B4-BE49-F238E27FC236}">
                  <a16:creationId xmlns:a16="http://schemas.microsoft.com/office/drawing/2014/main" id="{9E7535D6-AD95-8A94-CCBB-38C5F01785CF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49" name="Freeform 21348">
              <a:extLst>
                <a:ext uri="{FF2B5EF4-FFF2-40B4-BE49-F238E27FC236}">
                  <a16:creationId xmlns:a16="http://schemas.microsoft.com/office/drawing/2014/main" id="{C9C3330D-A6B0-F3F3-073F-26CC2870CBD3}"/>
                </a:ext>
              </a:extLst>
            </p:cNvPr>
            <p:cNvSpPr/>
            <p:nvPr/>
          </p:nvSpPr>
          <p:spPr>
            <a:xfrm>
              <a:off x="7245282" y="4745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0" name="Freeform 21349">
              <a:extLst>
                <a:ext uri="{FF2B5EF4-FFF2-40B4-BE49-F238E27FC236}">
                  <a16:creationId xmlns:a16="http://schemas.microsoft.com/office/drawing/2014/main" id="{8597F7FD-A42D-E816-A3E0-1A2135F0A5CA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1" name="Freeform 21350">
              <a:extLst>
                <a:ext uri="{FF2B5EF4-FFF2-40B4-BE49-F238E27FC236}">
                  <a16:creationId xmlns:a16="http://schemas.microsoft.com/office/drawing/2014/main" id="{A598527D-67C5-656C-5FE4-9B6D76986075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2" name="Freeform 21351">
              <a:extLst>
                <a:ext uri="{FF2B5EF4-FFF2-40B4-BE49-F238E27FC236}">
                  <a16:creationId xmlns:a16="http://schemas.microsoft.com/office/drawing/2014/main" id="{8630D3C8-8131-809D-4E29-F2869F0BC5AD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3" name="Freeform 21352">
              <a:extLst>
                <a:ext uri="{FF2B5EF4-FFF2-40B4-BE49-F238E27FC236}">
                  <a16:creationId xmlns:a16="http://schemas.microsoft.com/office/drawing/2014/main" id="{9B3323EE-3EFF-0790-038C-12D98B2EDF25}"/>
                </a:ext>
              </a:extLst>
            </p:cNvPr>
            <p:cNvSpPr/>
            <p:nvPr/>
          </p:nvSpPr>
          <p:spPr>
            <a:xfrm>
              <a:off x="7339770" y="4712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4" name="Freeform 21353">
              <a:extLst>
                <a:ext uri="{FF2B5EF4-FFF2-40B4-BE49-F238E27FC236}">
                  <a16:creationId xmlns:a16="http://schemas.microsoft.com/office/drawing/2014/main" id="{EBAD3D3C-07A1-8FA7-E25E-58C3042DFA4A}"/>
                </a:ext>
              </a:extLst>
            </p:cNvPr>
            <p:cNvSpPr/>
            <p:nvPr/>
          </p:nvSpPr>
          <p:spPr>
            <a:xfrm>
              <a:off x="7492170" y="4864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5" name="Freeform 21354">
              <a:extLst>
                <a:ext uri="{FF2B5EF4-FFF2-40B4-BE49-F238E27FC236}">
                  <a16:creationId xmlns:a16="http://schemas.microsoft.com/office/drawing/2014/main" id="{F8689E50-A5D5-00A2-49E3-6B404841C9A7}"/>
                </a:ext>
              </a:extLst>
            </p:cNvPr>
            <p:cNvSpPr/>
            <p:nvPr/>
          </p:nvSpPr>
          <p:spPr>
            <a:xfrm>
              <a:off x="7397682" y="489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6" name="Freeform 21355">
              <a:extLst>
                <a:ext uri="{FF2B5EF4-FFF2-40B4-BE49-F238E27FC236}">
                  <a16:creationId xmlns:a16="http://schemas.microsoft.com/office/drawing/2014/main" id="{75852CAE-A178-BBB9-4996-8EDA54E63BD4}"/>
                </a:ext>
              </a:extLst>
            </p:cNvPr>
            <p:cNvSpPr/>
            <p:nvPr/>
          </p:nvSpPr>
          <p:spPr>
            <a:xfrm>
              <a:off x="7550082" y="505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7" name="Freeform 21356">
              <a:extLst>
                <a:ext uri="{FF2B5EF4-FFF2-40B4-BE49-F238E27FC236}">
                  <a16:creationId xmlns:a16="http://schemas.microsoft.com/office/drawing/2014/main" id="{AB2FE2AE-0D54-EF75-B988-601FE2A28F2A}"/>
                </a:ext>
              </a:extLst>
            </p:cNvPr>
            <p:cNvSpPr/>
            <p:nvPr/>
          </p:nvSpPr>
          <p:spPr>
            <a:xfrm>
              <a:off x="7702482" y="520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8" name="Freeform 21357">
              <a:extLst>
                <a:ext uri="{FF2B5EF4-FFF2-40B4-BE49-F238E27FC236}">
                  <a16:creationId xmlns:a16="http://schemas.microsoft.com/office/drawing/2014/main" id="{CFA8F037-DF8F-22C3-5E0E-833EC380901E}"/>
                </a:ext>
              </a:extLst>
            </p:cNvPr>
            <p:cNvSpPr/>
            <p:nvPr/>
          </p:nvSpPr>
          <p:spPr>
            <a:xfrm>
              <a:off x="7644570" y="5016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59" name="Freeform 21358">
              <a:extLst>
                <a:ext uri="{FF2B5EF4-FFF2-40B4-BE49-F238E27FC236}">
                  <a16:creationId xmlns:a16="http://schemas.microsoft.com/office/drawing/2014/main" id="{0D884A2F-AC75-27AF-0FAE-6D5ECBF3241E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0" name="Freeform 21359">
              <a:extLst>
                <a:ext uri="{FF2B5EF4-FFF2-40B4-BE49-F238E27FC236}">
                  <a16:creationId xmlns:a16="http://schemas.microsoft.com/office/drawing/2014/main" id="{A2574034-618F-6B7D-1FAB-F4CB68EE048C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1" name="Freeform 21360">
              <a:extLst>
                <a:ext uri="{FF2B5EF4-FFF2-40B4-BE49-F238E27FC236}">
                  <a16:creationId xmlns:a16="http://schemas.microsoft.com/office/drawing/2014/main" id="{3F215982-D6BC-6BC4-CA3E-27B6A0CDF798}"/>
                </a:ext>
              </a:extLst>
            </p:cNvPr>
            <p:cNvSpPr/>
            <p:nvPr/>
          </p:nvSpPr>
          <p:spPr>
            <a:xfrm>
              <a:off x="7489122" y="45688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2" name="Freeform 21361">
              <a:extLst>
                <a:ext uri="{FF2B5EF4-FFF2-40B4-BE49-F238E27FC236}">
                  <a16:creationId xmlns:a16="http://schemas.microsoft.com/office/drawing/2014/main" id="{2AB7CFB0-4CCF-24CC-8D81-AD1412F2B168}"/>
                </a:ext>
              </a:extLst>
            </p:cNvPr>
            <p:cNvSpPr/>
            <p:nvPr/>
          </p:nvSpPr>
          <p:spPr>
            <a:xfrm>
              <a:off x="7547034" y="47547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3" name="Freeform 21362">
              <a:extLst>
                <a:ext uri="{FF2B5EF4-FFF2-40B4-BE49-F238E27FC236}">
                  <a16:creationId xmlns:a16="http://schemas.microsoft.com/office/drawing/2014/main" id="{9EDB33CF-7B2B-2B9A-D13C-7FA4AB13665E}"/>
                </a:ext>
              </a:extLst>
            </p:cNvPr>
            <p:cNvSpPr/>
            <p:nvPr/>
          </p:nvSpPr>
          <p:spPr>
            <a:xfrm>
              <a:off x="7699434" y="490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4" name="Freeform 21363">
              <a:extLst>
                <a:ext uri="{FF2B5EF4-FFF2-40B4-BE49-F238E27FC236}">
                  <a16:creationId xmlns:a16="http://schemas.microsoft.com/office/drawing/2014/main" id="{8E772BF0-4E6A-D130-D2BB-62388A025647}"/>
                </a:ext>
              </a:extLst>
            </p:cNvPr>
            <p:cNvSpPr/>
            <p:nvPr/>
          </p:nvSpPr>
          <p:spPr>
            <a:xfrm>
              <a:off x="7641522" y="47212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5" name="Freeform 21364">
              <a:extLst>
                <a:ext uri="{FF2B5EF4-FFF2-40B4-BE49-F238E27FC236}">
                  <a16:creationId xmlns:a16="http://schemas.microsoft.com/office/drawing/2014/main" id="{CDA36CB4-31EF-69CA-32F8-8126E174CCBC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6" name="Freeform 21365">
              <a:extLst>
                <a:ext uri="{FF2B5EF4-FFF2-40B4-BE49-F238E27FC236}">
                  <a16:creationId xmlns:a16="http://schemas.microsoft.com/office/drawing/2014/main" id="{0AFD6F22-913E-BB8D-12B8-36F378F8DE82}"/>
                </a:ext>
              </a:extLst>
            </p:cNvPr>
            <p:cNvSpPr/>
            <p:nvPr/>
          </p:nvSpPr>
          <p:spPr>
            <a:xfrm>
              <a:off x="6487300" y="44330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7" name="Freeform 21366">
              <a:extLst>
                <a:ext uri="{FF2B5EF4-FFF2-40B4-BE49-F238E27FC236}">
                  <a16:creationId xmlns:a16="http://schemas.microsoft.com/office/drawing/2014/main" id="{C2EFC1CD-FDC1-2CB8-7037-DC0FCB66999C}"/>
                </a:ext>
              </a:extLst>
            </p:cNvPr>
            <p:cNvSpPr/>
            <p:nvPr/>
          </p:nvSpPr>
          <p:spPr>
            <a:xfrm>
              <a:off x="6639700" y="45854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8" name="Freeform 21367">
              <a:extLst>
                <a:ext uri="{FF2B5EF4-FFF2-40B4-BE49-F238E27FC236}">
                  <a16:creationId xmlns:a16="http://schemas.microsoft.com/office/drawing/2014/main" id="{01CCF268-640F-BEB1-4440-02151D480906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69" name="Freeform 21368">
              <a:extLst>
                <a:ext uri="{FF2B5EF4-FFF2-40B4-BE49-F238E27FC236}">
                  <a16:creationId xmlns:a16="http://schemas.microsoft.com/office/drawing/2014/main" id="{AE8668B1-BADB-58D0-3119-734D58A5C79F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0" name="Freeform 21369">
              <a:extLst>
                <a:ext uri="{FF2B5EF4-FFF2-40B4-BE49-F238E27FC236}">
                  <a16:creationId xmlns:a16="http://schemas.microsoft.com/office/drawing/2014/main" id="{71EF673D-9371-D3C9-AEE8-58EA80AD91BA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1" name="Freeform 21370">
              <a:extLst>
                <a:ext uri="{FF2B5EF4-FFF2-40B4-BE49-F238E27FC236}">
                  <a16:creationId xmlns:a16="http://schemas.microsoft.com/office/drawing/2014/main" id="{A34F6E19-D81A-EA3F-7A8A-C0B1664B5EFD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2" name="Freeform 21371">
              <a:extLst>
                <a:ext uri="{FF2B5EF4-FFF2-40B4-BE49-F238E27FC236}">
                  <a16:creationId xmlns:a16="http://schemas.microsoft.com/office/drawing/2014/main" id="{B1CE0421-24B1-DD21-2F05-B9474F685F52}"/>
                </a:ext>
              </a:extLst>
            </p:cNvPr>
            <p:cNvSpPr/>
            <p:nvPr/>
          </p:nvSpPr>
          <p:spPr>
            <a:xfrm>
              <a:off x="6145924" y="44208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3" name="Freeform 21372">
              <a:extLst>
                <a:ext uri="{FF2B5EF4-FFF2-40B4-BE49-F238E27FC236}">
                  <a16:creationId xmlns:a16="http://schemas.microsoft.com/office/drawing/2014/main" id="{539AC4C7-3590-8102-855B-9EEFD4511D1C}"/>
                </a:ext>
              </a:extLst>
            </p:cNvPr>
            <p:cNvSpPr/>
            <p:nvPr/>
          </p:nvSpPr>
          <p:spPr>
            <a:xfrm>
              <a:off x="6298324" y="45732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4" name="Freeform 21373">
              <a:extLst>
                <a:ext uri="{FF2B5EF4-FFF2-40B4-BE49-F238E27FC236}">
                  <a16:creationId xmlns:a16="http://schemas.microsoft.com/office/drawing/2014/main" id="{DB7A3957-421B-8734-7F3C-D91924839689}"/>
                </a:ext>
              </a:extLst>
            </p:cNvPr>
            <p:cNvSpPr/>
            <p:nvPr/>
          </p:nvSpPr>
          <p:spPr>
            <a:xfrm>
              <a:off x="6203836" y="46067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5" name="Freeform 21374">
              <a:extLst>
                <a:ext uri="{FF2B5EF4-FFF2-40B4-BE49-F238E27FC236}">
                  <a16:creationId xmlns:a16="http://schemas.microsoft.com/office/drawing/2014/main" id="{6DE63709-CB64-7CB9-05ED-CE39E71C4895}"/>
                </a:ext>
              </a:extLst>
            </p:cNvPr>
            <p:cNvSpPr/>
            <p:nvPr/>
          </p:nvSpPr>
          <p:spPr>
            <a:xfrm>
              <a:off x="6356236" y="47591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6" name="Freeform 21375">
              <a:extLst>
                <a:ext uri="{FF2B5EF4-FFF2-40B4-BE49-F238E27FC236}">
                  <a16:creationId xmlns:a16="http://schemas.microsoft.com/office/drawing/2014/main" id="{B27CDB9A-019B-6064-C7D7-BE44A23F768F}"/>
                </a:ext>
              </a:extLst>
            </p:cNvPr>
            <p:cNvSpPr/>
            <p:nvPr/>
          </p:nvSpPr>
          <p:spPr>
            <a:xfrm>
              <a:off x="6508636" y="491159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7" name="Freeform 21376">
              <a:extLst>
                <a:ext uri="{FF2B5EF4-FFF2-40B4-BE49-F238E27FC236}">
                  <a16:creationId xmlns:a16="http://schemas.microsoft.com/office/drawing/2014/main" id="{8A4F2A66-A6FA-66FC-DF14-0000F0B1BD9A}"/>
                </a:ext>
              </a:extLst>
            </p:cNvPr>
            <p:cNvSpPr/>
            <p:nvPr/>
          </p:nvSpPr>
          <p:spPr>
            <a:xfrm>
              <a:off x="6450724" y="472566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8" name="Freeform 21377">
              <a:extLst>
                <a:ext uri="{FF2B5EF4-FFF2-40B4-BE49-F238E27FC236}">
                  <a16:creationId xmlns:a16="http://schemas.microsoft.com/office/drawing/2014/main" id="{04BDBF1C-3E68-3DD8-E028-A060099D361F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79" name="Freeform 21378">
              <a:extLst>
                <a:ext uri="{FF2B5EF4-FFF2-40B4-BE49-F238E27FC236}">
                  <a16:creationId xmlns:a16="http://schemas.microsoft.com/office/drawing/2014/main" id="{8901E774-40DF-9FC2-CBA1-89915F49C202}"/>
                </a:ext>
              </a:extLst>
            </p:cNvPr>
            <p:cNvSpPr/>
            <p:nvPr/>
          </p:nvSpPr>
          <p:spPr>
            <a:xfrm>
              <a:off x="6353188" y="44635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0" name="Freeform 21379">
              <a:extLst>
                <a:ext uri="{FF2B5EF4-FFF2-40B4-BE49-F238E27FC236}">
                  <a16:creationId xmlns:a16="http://schemas.microsoft.com/office/drawing/2014/main" id="{D183B67B-EC8E-8672-B1CB-417BDE69B161}"/>
                </a:ext>
              </a:extLst>
            </p:cNvPr>
            <p:cNvSpPr/>
            <p:nvPr/>
          </p:nvSpPr>
          <p:spPr>
            <a:xfrm>
              <a:off x="7435749" y="54939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1" name="Freeform 21380">
              <a:extLst>
                <a:ext uri="{FF2B5EF4-FFF2-40B4-BE49-F238E27FC236}">
                  <a16:creationId xmlns:a16="http://schemas.microsoft.com/office/drawing/2014/main" id="{EAA9EB5F-4A68-E7FB-C998-289E33204BDB}"/>
                </a:ext>
              </a:extLst>
            </p:cNvPr>
            <p:cNvSpPr/>
            <p:nvPr/>
          </p:nvSpPr>
          <p:spPr>
            <a:xfrm>
              <a:off x="6447676" y="4430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2" name="Freeform 21381">
              <a:extLst>
                <a:ext uri="{FF2B5EF4-FFF2-40B4-BE49-F238E27FC236}">
                  <a16:creationId xmlns:a16="http://schemas.microsoft.com/office/drawing/2014/main" id="{23FB8577-1F19-BF60-AD52-DD08C855D661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3" name="Freeform 21382">
              <a:extLst>
                <a:ext uri="{FF2B5EF4-FFF2-40B4-BE49-F238E27FC236}">
                  <a16:creationId xmlns:a16="http://schemas.microsoft.com/office/drawing/2014/main" id="{6992839B-752A-56A3-D459-9969233C2736}"/>
                </a:ext>
              </a:extLst>
            </p:cNvPr>
            <p:cNvSpPr/>
            <p:nvPr/>
          </p:nvSpPr>
          <p:spPr>
            <a:xfrm>
              <a:off x="6462916" y="4515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4" name="Freeform 21383">
              <a:extLst>
                <a:ext uri="{FF2B5EF4-FFF2-40B4-BE49-F238E27FC236}">
                  <a16:creationId xmlns:a16="http://schemas.microsoft.com/office/drawing/2014/main" id="{17FBFDEE-CFC0-124F-03E9-A1943475B871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5" name="Freeform 21384">
              <a:extLst>
                <a:ext uri="{FF2B5EF4-FFF2-40B4-BE49-F238E27FC236}">
                  <a16:creationId xmlns:a16="http://schemas.microsoft.com/office/drawing/2014/main" id="{2ED88AD9-7FE7-7420-9590-264E71BF7C19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6" name="Freeform 21385">
              <a:extLst>
                <a:ext uri="{FF2B5EF4-FFF2-40B4-BE49-F238E27FC236}">
                  <a16:creationId xmlns:a16="http://schemas.microsoft.com/office/drawing/2014/main" id="{403241B7-53A8-D697-6A5E-A363A4F5D8A8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7" name="Freeform 21386">
              <a:extLst>
                <a:ext uri="{FF2B5EF4-FFF2-40B4-BE49-F238E27FC236}">
                  <a16:creationId xmlns:a16="http://schemas.microsoft.com/office/drawing/2014/main" id="{3BB928C6-8996-7AE5-1055-E51A5A612E7F}"/>
                </a:ext>
              </a:extLst>
            </p:cNvPr>
            <p:cNvSpPr/>
            <p:nvPr/>
          </p:nvSpPr>
          <p:spPr>
            <a:xfrm>
              <a:off x="6557404" y="4481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8" name="Freeform 21387">
              <a:extLst>
                <a:ext uri="{FF2B5EF4-FFF2-40B4-BE49-F238E27FC236}">
                  <a16:creationId xmlns:a16="http://schemas.microsoft.com/office/drawing/2014/main" id="{ABD2E9DC-34DB-B607-18C2-C10471DAD27B}"/>
                </a:ext>
              </a:extLst>
            </p:cNvPr>
            <p:cNvSpPr/>
            <p:nvPr/>
          </p:nvSpPr>
          <p:spPr>
            <a:xfrm>
              <a:off x="6709804" y="46340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89" name="Freeform 21388">
              <a:extLst>
                <a:ext uri="{FF2B5EF4-FFF2-40B4-BE49-F238E27FC236}">
                  <a16:creationId xmlns:a16="http://schemas.microsoft.com/office/drawing/2014/main" id="{FE4BD87E-85FD-9F71-CC96-D64CC329C03D}"/>
                </a:ext>
              </a:extLst>
            </p:cNvPr>
            <p:cNvSpPr/>
            <p:nvPr/>
          </p:nvSpPr>
          <p:spPr>
            <a:xfrm>
              <a:off x="6615316" y="4667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0" name="Freeform 21389">
              <a:extLst>
                <a:ext uri="{FF2B5EF4-FFF2-40B4-BE49-F238E27FC236}">
                  <a16:creationId xmlns:a16="http://schemas.microsoft.com/office/drawing/2014/main" id="{590D4A82-15FD-6984-4682-2DE385287A93}"/>
                </a:ext>
              </a:extLst>
            </p:cNvPr>
            <p:cNvSpPr/>
            <p:nvPr/>
          </p:nvSpPr>
          <p:spPr>
            <a:xfrm>
              <a:off x="6767716" y="48200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1" name="Freeform 21390">
              <a:extLst>
                <a:ext uri="{FF2B5EF4-FFF2-40B4-BE49-F238E27FC236}">
                  <a16:creationId xmlns:a16="http://schemas.microsoft.com/office/drawing/2014/main" id="{86B2BCD1-A624-F165-1B6B-70AB4E8DEC56}"/>
                </a:ext>
              </a:extLst>
            </p:cNvPr>
            <p:cNvSpPr/>
            <p:nvPr/>
          </p:nvSpPr>
          <p:spPr>
            <a:xfrm>
              <a:off x="6920116" y="49724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2" name="Freeform 21391">
              <a:extLst>
                <a:ext uri="{FF2B5EF4-FFF2-40B4-BE49-F238E27FC236}">
                  <a16:creationId xmlns:a16="http://schemas.microsoft.com/office/drawing/2014/main" id="{66751B0A-4F3E-CF3E-E591-AB5238CC065D}"/>
                </a:ext>
              </a:extLst>
            </p:cNvPr>
            <p:cNvSpPr/>
            <p:nvPr/>
          </p:nvSpPr>
          <p:spPr>
            <a:xfrm>
              <a:off x="6862204" y="47864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3" name="Freeform 21392">
              <a:extLst>
                <a:ext uri="{FF2B5EF4-FFF2-40B4-BE49-F238E27FC236}">
                  <a16:creationId xmlns:a16="http://schemas.microsoft.com/office/drawing/2014/main" id="{C8F6695A-1095-E21E-E18E-0996B200DC51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4" name="Freeform 21393">
              <a:extLst>
                <a:ext uri="{FF2B5EF4-FFF2-40B4-BE49-F238E27FC236}">
                  <a16:creationId xmlns:a16="http://schemas.microsoft.com/office/drawing/2014/main" id="{CD6F9E92-4B83-719C-EEFF-FC8C28177AB7}"/>
                </a:ext>
              </a:extLst>
            </p:cNvPr>
            <p:cNvSpPr/>
            <p:nvPr/>
          </p:nvSpPr>
          <p:spPr>
            <a:xfrm>
              <a:off x="6764668" y="45243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5" name="Freeform 21394">
              <a:extLst>
                <a:ext uri="{FF2B5EF4-FFF2-40B4-BE49-F238E27FC236}">
                  <a16:creationId xmlns:a16="http://schemas.microsoft.com/office/drawing/2014/main" id="{7CDDC3A8-1EC7-BA5C-0F8A-15D4B2507E1F}"/>
                </a:ext>
              </a:extLst>
            </p:cNvPr>
            <p:cNvSpPr/>
            <p:nvPr/>
          </p:nvSpPr>
          <p:spPr>
            <a:xfrm>
              <a:off x="6917068" y="46767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6" name="Freeform 21395">
              <a:extLst>
                <a:ext uri="{FF2B5EF4-FFF2-40B4-BE49-F238E27FC236}">
                  <a16:creationId xmlns:a16="http://schemas.microsoft.com/office/drawing/2014/main" id="{ABE915E8-74EC-869B-BB98-E81850CBA655}"/>
                </a:ext>
              </a:extLst>
            </p:cNvPr>
            <p:cNvSpPr/>
            <p:nvPr/>
          </p:nvSpPr>
          <p:spPr>
            <a:xfrm>
              <a:off x="6859156" y="44908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7" name="Freeform 21396">
              <a:extLst>
                <a:ext uri="{FF2B5EF4-FFF2-40B4-BE49-F238E27FC236}">
                  <a16:creationId xmlns:a16="http://schemas.microsoft.com/office/drawing/2014/main" id="{4BBC1078-DA16-9A5C-391C-4831CCA25985}"/>
                </a:ext>
              </a:extLst>
            </p:cNvPr>
            <p:cNvSpPr/>
            <p:nvPr/>
          </p:nvSpPr>
          <p:spPr>
            <a:xfrm>
              <a:off x="6273940" y="4655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8" name="Freeform 21397">
              <a:extLst>
                <a:ext uri="{FF2B5EF4-FFF2-40B4-BE49-F238E27FC236}">
                  <a16:creationId xmlns:a16="http://schemas.microsoft.com/office/drawing/2014/main" id="{520BE04D-1EC5-9B77-9C0F-C49B577A34B5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99" name="Freeform 21398">
              <a:extLst>
                <a:ext uri="{FF2B5EF4-FFF2-40B4-BE49-F238E27FC236}">
                  <a16:creationId xmlns:a16="http://schemas.microsoft.com/office/drawing/2014/main" id="{CE3F6CBF-136E-8FB4-C710-B7FFBB83EE92}"/>
                </a:ext>
              </a:extLst>
            </p:cNvPr>
            <p:cNvSpPr/>
            <p:nvPr/>
          </p:nvSpPr>
          <p:spPr>
            <a:xfrm>
              <a:off x="6331852" y="48413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0" name="Freeform 21399">
              <a:extLst>
                <a:ext uri="{FF2B5EF4-FFF2-40B4-BE49-F238E27FC236}">
                  <a16:creationId xmlns:a16="http://schemas.microsoft.com/office/drawing/2014/main" id="{FDC31B6F-74CD-2797-F086-0C20E3047728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1" name="Freeform 21400">
              <a:extLst>
                <a:ext uri="{FF2B5EF4-FFF2-40B4-BE49-F238E27FC236}">
                  <a16:creationId xmlns:a16="http://schemas.microsoft.com/office/drawing/2014/main" id="{33E5C3FB-A693-C426-62E2-6E788F267BF9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2" name="Freeform 21401">
              <a:extLst>
                <a:ext uri="{FF2B5EF4-FFF2-40B4-BE49-F238E27FC236}">
                  <a16:creationId xmlns:a16="http://schemas.microsoft.com/office/drawing/2014/main" id="{3BEAE119-C6B1-F07E-CFB1-B8FFECCC72A7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3" name="Freeform 21402">
              <a:extLst>
                <a:ext uri="{FF2B5EF4-FFF2-40B4-BE49-F238E27FC236}">
                  <a16:creationId xmlns:a16="http://schemas.microsoft.com/office/drawing/2014/main" id="{277CC276-03CD-CA0D-7E05-41D7455045D5}"/>
                </a:ext>
              </a:extLst>
            </p:cNvPr>
            <p:cNvSpPr/>
            <p:nvPr/>
          </p:nvSpPr>
          <p:spPr>
            <a:xfrm>
              <a:off x="6426340" y="48078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4" name="Freeform 21403">
              <a:extLst>
                <a:ext uri="{FF2B5EF4-FFF2-40B4-BE49-F238E27FC236}">
                  <a16:creationId xmlns:a16="http://schemas.microsoft.com/office/drawing/2014/main" id="{DB7C9BCC-66A6-ABB8-A4C2-9E4E77A9ED28}"/>
                </a:ext>
              </a:extLst>
            </p:cNvPr>
            <p:cNvSpPr/>
            <p:nvPr/>
          </p:nvSpPr>
          <p:spPr>
            <a:xfrm>
              <a:off x="6578740" y="49602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5" name="Freeform 21404">
              <a:extLst>
                <a:ext uri="{FF2B5EF4-FFF2-40B4-BE49-F238E27FC236}">
                  <a16:creationId xmlns:a16="http://schemas.microsoft.com/office/drawing/2014/main" id="{03736D69-DF63-7A1B-7568-06E2D4520E0B}"/>
                </a:ext>
              </a:extLst>
            </p:cNvPr>
            <p:cNvSpPr/>
            <p:nvPr/>
          </p:nvSpPr>
          <p:spPr>
            <a:xfrm>
              <a:off x="6484252" y="49937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6" name="Freeform 21405">
              <a:extLst>
                <a:ext uri="{FF2B5EF4-FFF2-40B4-BE49-F238E27FC236}">
                  <a16:creationId xmlns:a16="http://schemas.microsoft.com/office/drawing/2014/main" id="{69091DCB-BF13-89F0-4042-4E4BBECE81FF}"/>
                </a:ext>
              </a:extLst>
            </p:cNvPr>
            <p:cNvSpPr/>
            <p:nvPr/>
          </p:nvSpPr>
          <p:spPr>
            <a:xfrm>
              <a:off x="6636652" y="51461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7" name="Freeform 21406">
              <a:extLst>
                <a:ext uri="{FF2B5EF4-FFF2-40B4-BE49-F238E27FC236}">
                  <a16:creationId xmlns:a16="http://schemas.microsoft.com/office/drawing/2014/main" id="{DA752AA5-1AE1-58CA-0EE0-7289CCD60502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8" name="Freeform 21407">
              <a:extLst>
                <a:ext uri="{FF2B5EF4-FFF2-40B4-BE49-F238E27FC236}">
                  <a16:creationId xmlns:a16="http://schemas.microsoft.com/office/drawing/2014/main" id="{28EFFAD8-DBEA-ABF6-EC8B-6BC6F69B23CD}"/>
                </a:ext>
              </a:extLst>
            </p:cNvPr>
            <p:cNvSpPr/>
            <p:nvPr/>
          </p:nvSpPr>
          <p:spPr>
            <a:xfrm>
              <a:off x="6731140" y="51126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09" name="Freeform 21408">
              <a:extLst>
                <a:ext uri="{FF2B5EF4-FFF2-40B4-BE49-F238E27FC236}">
                  <a16:creationId xmlns:a16="http://schemas.microsoft.com/office/drawing/2014/main" id="{6F31AAAC-3018-14EA-ECCB-1C823BED226F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0" name="Freeform 21409">
              <a:extLst>
                <a:ext uri="{FF2B5EF4-FFF2-40B4-BE49-F238E27FC236}">
                  <a16:creationId xmlns:a16="http://schemas.microsoft.com/office/drawing/2014/main" id="{9C53BD69-2771-8F1C-1A58-862BE1FD1C36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1" name="Freeform 21410">
              <a:extLst>
                <a:ext uri="{FF2B5EF4-FFF2-40B4-BE49-F238E27FC236}">
                  <a16:creationId xmlns:a16="http://schemas.microsoft.com/office/drawing/2014/main" id="{452B3887-11D3-FE7D-398D-6BEA340B140C}"/>
                </a:ext>
              </a:extLst>
            </p:cNvPr>
            <p:cNvSpPr/>
            <p:nvPr/>
          </p:nvSpPr>
          <p:spPr>
            <a:xfrm>
              <a:off x="6575692" y="46645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2" name="Freeform 21411">
              <a:extLst>
                <a:ext uri="{FF2B5EF4-FFF2-40B4-BE49-F238E27FC236}">
                  <a16:creationId xmlns:a16="http://schemas.microsoft.com/office/drawing/2014/main" id="{B35BF231-4EB5-6CD6-B2F9-96BF26C3C757}"/>
                </a:ext>
              </a:extLst>
            </p:cNvPr>
            <p:cNvSpPr/>
            <p:nvPr/>
          </p:nvSpPr>
          <p:spPr>
            <a:xfrm>
              <a:off x="6633604" y="48505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3" name="Freeform 21412">
              <a:extLst>
                <a:ext uri="{FF2B5EF4-FFF2-40B4-BE49-F238E27FC236}">
                  <a16:creationId xmlns:a16="http://schemas.microsoft.com/office/drawing/2014/main" id="{7BD3288A-5AB1-9FDF-64AE-4E14452EDDCE}"/>
                </a:ext>
              </a:extLst>
            </p:cNvPr>
            <p:cNvSpPr/>
            <p:nvPr/>
          </p:nvSpPr>
          <p:spPr>
            <a:xfrm>
              <a:off x="6786004" y="50029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4" name="Freeform 21413">
              <a:extLst>
                <a:ext uri="{FF2B5EF4-FFF2-40B4-BE49-F238E27FC236}">
                  <a16:creationId xmlns:a16="http://schemas.microsoft.com/office/drawing/2014/main" id="{B71420A9-5FD7-7749-B241-905F28F54DCB}"/>
                </a:ext>
              </a:extLst>
            </p:cNvPr>
            <p:cNvSpPr/>
            <p:nvPr/>
          </p:nvSpPr>
          <p:spPr>
            <a:xfrm>
              <a:off x="6728092" y="481697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5" name="Freeform 21414">
              <a:extLst>
                <a:ext uri="{FF2B5EF4-FFF2-40B4-BE49-F238E27FC236}">
                  <a16:creationId xmlns:a16="http://schemas.microsoft.com/office/drawing/2014/main" id="{2DA1116E-AD2C-C020-A09C-A3CAEE7A3167}"/>
                </a:ext>
              </a:extLst>
            </p:cNvPr>
            <p:cNvSpPr/>
            <p:nvPr/>
          </p:nvSpPr>
          <p:spPr>
            <a:xfrm>
              <a:off x="6208733" y="4710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6" name="Freeform 21415">
              <a:extLst>
                <a:ext uri="{FF2B5EF4-FFF2-40B4-BE49-F238E27FC236}">
                  <a16:creationId xmlns:a16="http://schemas.microsoft.com/office/drawing/2014/main" id="{FD0BE39D-374F-5A0C-7952-7522A7E27D5A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7" name="Freeform 21416">
              <a:extLst>
                <a:ext uri="{FF2B5EF4-FFF2-40B4-BE49-F238E27FC236}">
                  <a16:creationId xmlns:a16="http://schemas.microsoft.com/office/drawing/2014/main" id="{7441A482-495B-2D3A-13EF-F25D8C65567E}"/>
                </a:ext>
              </a:extLst>
            </p:cNvPr>
            <p:cNvSpPr/>
            <p:nvPr/>
          </p:nvSpPr>
          <p:spPr>
            <a:xfrm>
              <a:off x="6266645" y="48966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8" name="Freeform 21417">
              <a:extLst>
                <a:ext uri="{FF2B5EF4-FFF2-40B4-BE49-F238E27FC236}">
                  <a16:creationId xmlns:a16="http://schemas.microsoft.com/office/drawing/2014/main" id="{26BB975A-C150-5598-7441-F77B43AC8A06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19" name="Freeform 21418">
              <a:extLst>
                <a:ext uri="{FF2B5EF4-FFF2-40B4-BE49-F238E27FC236}">
                  <a16:creationId xmlns:a16="http://schemas.microsoft.com/office/drawing/2014/main" id="{23B3C5B0-EAC9-9262-1790-17FFAB7A0D68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0" name="Freeform 21419">
              <a:extLst>
                <a:ext uri="{FF2B5EF4-FFF2-40B4-BE49-F238E27FC236}">
                  <a16:creationId xmlns:a16="http://schemas.microsoft.com/office/drawing/2014/main" id="{E1E992C2-2DD8-4C8D-C77C-68F5FA28D66A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1" name="Freeform 21420">
              <a:extLst>
                <a:ext uri="{FF2B5EF4-FFF2-40B4-BE49-F238E27FC236}">
                  <a16:creationId xmlns:a16="http://schemas.microsoft.com/office/drawing/2014/main" id="{3FC05D12-4E22-B847-1F0B-9A306F89CE8A}"/>
                </a:ext>
              </a:extLst>
            </p:cNvPr>
            <p:cNvSpPr/>
            <p:nvPr/>
          </p:nvSpPr>
          <p:spPr>
            <a:xfrm>
              <a:off x="6361133" y="48631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2" name="Freeform 21421">
              <a:extLst>
                <a:ext uri="{FF2B5EF4-FFF2-40B4-BE49-F238E27FC236}">
                  <a16:creationId xmlns:a16="http://schemas.microsoft.com/office/drawing/2014/main" id="{FC7D2AA1-175F-07B1-9B54-2B44D2A4E6E1}"/>
                </a:ext>
              </a:extLst>
            </p:cNvPr>
            <p:cNvSpPr/>
            <p:nvPr/>
          </p:nvSpPr>
          <p:spPr>
            <a:xfrm>
              <a:off x="6513533" y="50155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3" name="Freeform 21422">
              <a:extLst>
                <a:ext uri="{FF2B5EF4-FFF2-40B4-BE49-F238E27FC236}">
                  <a16:creationId xmlns:a16="http://schemas.microsoft.com/office/drawing/2014/main" id="{BC87FE41-2733-6077-A992-9A8B658959B3}"/>
                </a:ext>
              </a:extLst>
            </p:cNvPr>
            <p:cNvSpPr/>
            <p:nvPr/>
          </p:nvSpPr>
          <p:spPr>
            <a:xfrm>
              <a:off x="6419045" y="50490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4" name="Freeform 21423">
              <a:extLst>
                <a:ext uri="{FF2B5EF4-FFF2-40B4-BE49-F238E27FC236}">
                  <a16:creationId xmlns:a16="http://schemas.microsoft.com/office/drawing/2014/main" id="{B541C286-2175-D2BD-E836-D5ED2CCE940C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5" name="Freeform 21424">
              <a:extLst>
                <a:ext uri="{FF2B5EF4-FFF2-40B4-BE49-F238E27FC236}">
                  <a16:creationId xmlns:a16="http://schemas.microsoft.com/office/drawing/2014/main" id="{36CCD47B-85C8-8310-4D81-F47D1ADA695C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6" name="Freeform 21425">
              <a:extLst>
                <a:ext uri="{FF2B5EF4-FFF2-40B4-BE49-F238E27FC236}">
                  <a16:creationId xmlns:a16="http://schemas.microsoft.com/office/drawing/2014/main" id="{EC17A1EB-BECE-9658-FD38-5AB725A7FCCA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7" name="Freeform 21426">
              <a:extLst>
                <a:ext uri="{FF2B5EF4-FFF2-40B4-BE49-F238E27FC236}">
                  <a16:creationId xmlns:a16="http://schemas.microsoft.com/office/drawing/2014/main" id="{37E1944D-B8F1-30DA-8064-385F24F9F799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8" name="Freeform 21427">
              <a:extLst>
                <a:ext uri="{FF2B5EF4-FFF2-40B4-BE49-F238E27FC236}">
                  <a16:creationId xmlns:a16="http://schemas.microsoft.com/office/drawing/2014/main" id="{28FE65E7-EDD5-42E9-A262-2FEEE6123DE2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29" name="Freeform 21428">
              <a:extLst>
                <a:ext uri="{FF2B5EF4-FFF2-40B4-BE49-F238E27FC236}">
                  <a16:creationId xmlns:a16="http://schemas.microsoft.com/office/drawing/2014/main" id="{AD78C5C5-2B23-5ACE-F978-FA60C2A48333}"/>
                </a:ext>
              </a:extLst>
            </p:cNvPr>
            <p:cNvSpPr/>
            <p:nvPr/>
          </p:nvSpPr>
          <p:spPr>
            <a:xfrm>
              <a:off x="6510485" y="47198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0" name="Freeform 21429">
              <a:extLst>
                <a:ext uri="{FF2B5EF4-FFF2-40B4-BE49-F238E27FC236}">
                  <a16:creationId xmlns:a16="http://schemas.microsoft.com/office/drawing/2014/main" id="{7547B8D1-2857-3A8C-A1FB-312F4780021B}"/>
                </a:ext>
              </a:extLst>
            </p:cNvPr>
            <p:cNvSpPr/>
            <p:nvPr/>
          </p:nvSpPr>
          <p:spPr>
            <a:xfrm>
              <a:off x="6568397" y="49057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1" name="Freeform 21430">
              <a:extLst>
                <a:ext uri="{FF2B5EF4-FFF2-40B4-BE49-F238E27FC236}">
                  <a16:creationId xmlns:a16="http://schemas.microsoft.com/office/drawing/2014/main" id="{195A8546-23AC-7D8E-E3AD-FFFCB1D7B184}"/>
                </a:ext>
              </a:extLst>
            </p:cNvPr>
            <p:cNvSpPr/>
            <p:nvPr/>
          </p:nvSpPr>
          <p:spPr>
            <a:xfrm>
              <a:off x="6720797" y="50581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2" name="Freeform 21431">
              <a:extLst>
                <a:ext uri="{FF2B5EF4-FFF2-40B4-BE49-F238E27FC236}">
                  <a16:creationId xmlns:a16="http://schemas.microsoft.com/office/drawing/2014/main" id="{E47E397A-8B38-0429-FEC4-EBC14F5F0D29}"/>
                </a:ext>
              </a:extLst>
            </p:cNvPr>
            <p:cNvSpPr/>
            <p:nvPr/>
          </p:nvSpPr>
          <p:spPr>
            <a:xfrm>
              <a:off x="6662885" y="487225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3" name="Freeform 21432">
              <a:extLst>
                <a:ext uri="{FF2B5EF4-FFF2-40B4-BE49-F238E27FC236}">
                  <a16:creationId xmlns:a16="http://schemas.microsoft.com/office/drawing/2014/main" id="{D9084DE5-7EC0-7B04-3B2A-5B0C87FB4682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4" name="Freeform 21433">
              <a:extLst>
                <a:ext uri="{FF2B5EF4-FFF2-40B4-BE49-F238E27FC236}">
                  <a16:creationId xmlns:a16="http://schemas.microsoft.com/office/drawing/2014/main" id="{40891A0E-0D17-9A8D-E9AB-E771B4F057FA}"/>
                </a:ext>
              </a:extLst>
            </p:cNvPr>
            <p:cNvSpPr/>
            <p:nvPr/>
          </p:nvSpPr>
          <p:spPr>
            <a:xfrm>
              <a:off x="6135581" y="52227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5" name="Freeform 21434">
              <a:extLst>
                <a:ext uri="{FF2B5EF4-FFF2-40B4-BE49-F238E27FC236}">
                  <a16:creationId xmlns:a16="http://schemas.microsoft.com/office/drawing/2014/main" id="{9D12D7E1-ED24-2676-12D4-750729F6266B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6" name="Freeform 21435">
              <a:extLst>
                <a:ext uri="{FF2B5EF4-FFF2-40B4-BE49-F238E27FC236}">
                  <a16:creationId xmlns:a16="http://schemas.microsoft.com/office/drawing/2014/main" id="{888D13BB-7E13-94D3-01AE-6F2A9C51D925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7" name="Freeform 21436">
              <a:extLst>
                <a:ext uri="{FF2B5EF4-FFF2-40B4-BE49-F238E27FC236}">
                  <a16:creationId xmlns:a16="http://schemas.microsoft.com/office/drawing/2014/main" id="{A4DA0521-DE41-7AE2-67EF-70E7AB33075F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8" name="Freeform 21437">
              <a:extLst>
                <a:ext uri="{FF2B5EF4-FFF2-40B4-BE49-F238E27FC236}">
                  <a16:creationId xmlns:a16="http://schemas.microsoft.com/office/drawing/2014/main" id="{E8C6B744-5A57-F9DE-FDAD-E46ABE72CE49}"/>
                </a:ext>
              </a:extLst>
            </p:cNvPr>
            <p:cNvSpPr/>
            <p:nvPr/>
          </p:nvSpPr>
          <p:spPr>
            <a:xfrm>
              <a:off x="6230069" y="5189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39" name="Freeform 21438">
              <a:extLst>
                <a:ext uri="{FF2B5EF4-FFF2-40B4-BE49-F238E27FC236}">
                  <a16:creationId xmlns:a16="http://schemas.microsoft.com/office/drawing/2014/main" id="{D15118D1-BCEA-5D42-EF89-CCE98AF7BCD7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0" name="Freeform 21439">
              <a:extLst>
                <a:ext uri="{FF2B5EF4-FFF2-40B4-BE49-F238E27FC236}">
                  <a16:creationId xmlns:a16="http://schemas.microsoft.com/office/drawing/2014/main" id="{C882CAAB-5111-4690-9480-BB19F0D17A9C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1" name="Freeform 21440">
              <a:extLst>
                <a:ext uri="{FF2B5EF4-FFF2-40B4-BE49-F238E27FC236}">
                  <a16:creationId xmlns:a16="http://schemas.microsoft.com/office/drawing/2014/main" id="{25A3028C-C7C3-53BB-E293-D8CE4C8FB2F2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2" name="Freeform 21441">
              <a:extLst>
                <a:ext uri="{FF2B5EF4-FFF2-40B4-BE49-F238E27FC236}">
                  <a16:creationId xmlns:a16="http://schemas.microsoft.com/office/drawing/2014/main" id="{547B7068-4482-ED12-7C19-2679C4B9FBD3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3" name="Freeform 21442">
              <a:extLst>
                <a:ext uri="{FF2B5EF4-FFF2-40B4-BE49-F238E27FC236}">
                  <a16:creationId xmlns:a16="http://schemas.microsoft.com/office/drawing/2014/main" id="{D0D31E8A-AF4D-956B-014E-CA27D3FEFA6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4" name="Freeform 21443">
              <a:extLst>
                <a:ext uri="{FF2B5EF4-FFF2-40B4-BE49-F238E27FC236}">
                  <a16:creationId xmlns:a16="http://schemas.microsoft.com/office/drawing/2014/main" id="{83FE0B2A-DEBD-3A1F-DE9F-D5921F0DABAD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5" name="Freeform 21444">
              <a:extLst>
                <a:ext uri="{FF2B5EF4-FFF2-40B4-BE49-F238E27FC236}">
                  <a16:creationId xmlns:a16="http://schemas.microsoft.com/office/drawing/2014/main" id="{F6F2D039-FEA6-CBEE-8DA0-7632FD77BDAA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6" name="Freeform 21445">
              <a:extLst>
                <a:ext uri="{FF2B5EF4-FFF2-40B4-BE49-F238E27FC236}">
                  <a16:creationId xmlns:a16="http://schemas.microsoft.com/office/drawing/2014/main" id="{85F5C65C-62AD-3C98-2F20-E64C1355382E}"/>
                </a:ext>
              </a:extLst>
            </p:cNvPr>
            <p:cNvSpPr/>
            <p:nvPr/>
          </p:nvSpPr>
          <p:spPr>
            <a:xfrm>
              <a:off x="6379421" y="50459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7" name="Freeform 21446">
              <a:extLst>
                <a:ext uri="{FF2B5EF4-FFF2-40B4-BE49-F238E27FC236}">
                  <a16:creationId xmlns:a16="http://schemas.microsoft.com/office/drawing/2014/main" id="{9B2CB421-98A0-EE5A-62BC-D0D9DB97B996}"/>
                </a:ext>
              </a:extLst>
            </p:cNvPr>
            <p:cNvSpPr/>
            <p:nvPr/>
          </p:nvSpPr>
          <p:spPr>
            <a:xfrm>
              <a:off x="6437333" y="52319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8" name="Freeform 21447">
              <a:extLst>
                <a:ext uri="{FF2B5EF4-FFF2-40B4-BE49-F238E27FC236}">
                  <a16:creationId xmlns:a16="http://schemas.microsoft.com/office/drawing/2014/main" id="{431E7494-392E-C6E7-6FBE-88C411D0821C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49" name="Freeform 21448">
              <a:extLst>
                <a:ext uri="{FF2B5EF4-FFF2-40B4-BE49-F238E27FC236}">
                  <a16:creationId xmlns:a16="http://schemas.microsoft.com/office/drawing/2014/main" id="{CC412335-F6F8-9408-1D60-BCF9CEDF2EB0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0" name="Freeform 21449">
              <a:extLst>
                <a:ext uri="{FF2B5EF4-FFF2-40B4-BE49-F238E27FC236}">
                  <a16:creationId xmlns:a16="http://schemas.microsoft.com/office/drawing/2014/main" id="{8E1E38E2-CE23-794E-4AE0-71FEFB6272DD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1" name="Freeform 21450">
              <a:extLst>
                <a:ext uri="{FF2B5EF4-FFF2-40B4-BE49-F238E27FC236}">
                  <a16:creationId xmlns:a16="http://schemas.microsoft.com/office/drawing/2014/main" id="{FB18BFA2-0112-269C-C01C-2EB268DD0939}"/>
                </a:ext>
              </a:extLst>
            </p:cNvPr>
            <p:cNvSpPr/>
            <p:nvPr/>
          </p:nvSpPr>
          <p:spPr>
            <a:xfrm>
              <a:off x="6144221" y="35603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2" name="Freeform 21451">
              <a:extLst>
                <a:ext uri="{FF2B5EF4-FFF2-40B4-BE49-F238E27FC236}">
                  <a16:creationId xmlns:a16="http://schemas.microsoft.com/office/drawing/2014/main" id="{432B646E-F61B-C3E7-AC3C-65FBE1217F6C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3" name="Freeform 21452">
              <a:extLst>
                <a:ext uri="{FF2B5EF4-FFF2-40B4-BE49-F238E27FC236}">
                  <a16:creationId xmlns:a16="http://schemas.microsoft.com/office/drawing/2014/main" id="{E1872576-3E09-F7E5-DF7D-24F2DBF4C97C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4" name="Freeform 21453">
              <a:extLst>
                <a:ext uri="{FF2B5EF4-FFF2-40B4-BE49-F238E27FC236}">
                  <a16:creationId xmlns:a16="http://schemas.microsoft.com/office/drawing/2014/main" id="{A4AE175E-E413-4430-7462-1B835A316006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5" name="Freeform 21454">
              <a:extLst>
                <a:ext uri="{FF2B5EF4-FFF2-40B4-BE49-F238E27FC236}">
                  <a16:creationId xmlns:a16="http://schemas.microsoft.com/office/drawing/2014/main" id="{A8BE80B0-4BD0-4B3D-3A0A-A80DA5A2DADE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6" name="Freeform 21455">
              <a:extLst>
                <a:ext uri="{FF2B5EF4-FFF2-40B4-BE49-F238E27FC236}">
                  <a16:creationId xmlns:a16="http://schemas.microsoft.com/office/drawing/2014/main" id="{496F606E-437F-5B50-4606-C5D36EC916CA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7" name="Freeform 21456">
              <a:extLst>
                <a:ext uri="{FF2B5EF4-FFF2-40B4-BE49-F238E27FC236}">
                  <a16:creationId xmlns:a16="http://schemas.microsoft.com/office/drawing/2014/main" id="{3DA4B86B-007C-39A1-06FF-42E63625A929}"/>
                </a:ext>
              </a:extLst>
            </p:cNvPr>
            <p:cNvSpPr/>
            <p:nvPr/>
          </p:nvSpPr>
          <p:spPr>
            <a:xfrm>
              <a:off x="5802845" y="35481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8" name="Freeform 21457">
              <a:extLst>
                <a:ext uri="{FF2B5EF4-FFF2-40B4-BE49-F238E27FC236}">
                  <a16:creationId xmlns:a16="http://schemas.microsoft.com/office/drawing/2014/main" id="{D2711BBF-A8A3-67CF-90C2-6FE93B7C2762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59" name="Freeform 21458">
              <a:extLst>
                <a:ext uri="{FF2B5EF4-FFF2-40B4-BE49-F238E27FC236}">
                  <a16:creationId xmlns:a16="http://schemas.microsoft.com/office/drawing/2014/main" id="{A07FEE8C-6CE4-1CD6-84CB-136AF681A266}"/>
                </a:ext>
              </a:extLst>
            </p:cNvPr>
            <p:cNvSpPr/>
            <p:nvPr/>
          </p:nvSpPr>
          <p:spPr>
            <a:xfrm>
              <a:off x="5860757" y="37340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0" name="Freeform 21459">
              <a:extLst>
                <a:ext uri="{FF2B5EF4-FFF2-40B4-BE49-F238E27FC236}">
                  <a16:creationId xmlns:a16="http://schemas.microsoft.com/office/drawing/2014/main" id="{392D9C33-98BA-3EC5-85DC-694F6EB4753F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1" name="Freeform 21460">
              <a:extLst>
                <a:ext uri="{FF2B5EF4-FFF2-40B4-BE49-F238E27FC236}">
                  <a16:creationId xmlns:a16="http://schemas.microsoft.com/office/drawing/2014/main" id="{F3581E37-4114-B392-ECFF-2B2DC604A43D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2" name="Freeform 21461">
              <a:extLst>
                <a:ext uri="{FF2B5EF4-FFF2-40B4-BE49-F238E27FC236}">
                  <a16:creationId xmlns:a16="http://schemas.microsoft.com/office/drawing/2014/main" id="{E7A42D68-E9CE-B09D-039D-2E7CD80BD2D8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3" name="Freeform 21462">
              <a:extLst>
                <a:ext uri="{FF2B5EF4-FFF2-40B4-BE49-F238E27FC236}">
                  <a16:creationId xmlns:a16="http://schemas.microsoft.com/office/drawing/2014/main" id="{B5186C1A-7F66-ACF3-C596-60F43088C0AD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4" name="Freeform 21463">
              <a:extLst>
                <a:ext uri="{FF2B5EF4-FFF2-40B4-BE49-F238E27FC236}">
                  <a16:creationId xmlns:a16="http://schemas.microsoft.com/office/drawing/2014/main" id="{7779F709-16F1-C872-983D-E9C21C67B42E}"/>
                </a:ext>
              </a:extLst>
            </p:cNvPr>
            <p:cNvSpPr/>
            <p:nvPr/>
          </p:nvSpPr>
          <p:spPr>
            <a:xfrm>
              <a:off x="6010109" y="35908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5" name="Freeform 21464">
              <a:extLst>
                <a:ext uri="{FF2B5EF4-FFF2-40B4-BE49-F238E27FC236}">
                  <a16:creationId xmlns:a16="http://schemas.microsoft.com/office/drawing/2014/main" id="{573C96E3-4C01-405C-61D6-DDB5C42DA09E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6" name="Freeform 21465">
              <a:extLst>
                <a:ext uri="{FF2B5EF4-FFF2-40B4-BE49-F238E27FC236}">
                  <a16:creationId xmlns:a16="http://schemas.microsoft.com/office/drawing/2014/main" id="{D480888A-1889-F5E4-4B13-7AF638DF7700}"/>
                </a:ext>
              </a:extLst>
            </p:cNvPr>
            <p:cNvSpPr/>
            <p:nvPr/>
          </p:nvSpPr>
          <p:spPr>
            <a:xfrm>
              <a:off x="6104597" y="35573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7" name="Freeform 21466">
              <a:extLst>
                <a:ext uri="{FF2B5EF4-FFF2-40B4-BE49-F238E27FC236}">
                  <a16:creationId xmlns:a16="http://schemas.microsoft.com/office/drawing/2014/main" id="{BBE4A5D1-0B48-258A-7369-9CA1F49030AE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8" name="Freeform 21467">
              <a:extLst>
                <a:ext uri="{FF2B5EF4-FFF2-40B4-BE49-F238E27FC236}">
                  <a16:creationId xmlns:a16="http://schemas.microsoft.com/office/drawing/2014/main" id="{9AE4FBB3-5B09-E169-D78A-1119F9F870CE}"/>
                </a:ext>
              </a:extLst>
            </p:cNvPr>
            <p:cNvSpPr/>
            <p:nvPr/>
          </p:nvSpPr>
          <p:spPr>
            <a:xfrm>
              <a:off x="6119837" y="36425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69" name="Freeform 21468">
              <a:extLst>
                <a:ext uri="{FF2B5EF4-FFF2-40B4-BE49-F238E27FC236}">
                  <a16:creationId xmlns:a16="http://schemas.microsoft.com/office/drawing/2014/main" id="{F46AAC7A-0430-B519-3F64-2DC3B3615184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0" name="Freeform 21469">
              <a:extLst>
                <a:ext uri="{FF2B5EF4-FFF2-40B4-BE49-F238E27FC236}">
                  <a16:creationId xmlns:a16="http://schemas.microsoft.com/office/drawing/2014/main" id="{F0AA5BB3-276E-4D9A-EDFB-C9D9DFA750DE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1" name="Freeform 21470">
              <a:extLst>
                <a:ext uri="{FF2B5EF4-FFF2-40B4-BE49-F238E27FC236}">
                  <a16:creationId xmlns:a16="http://schemas.microsoft.com/office/drawing/2014/main" id="{1A80C404-026F-26FC-1A4C-4CD30D91D756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2" name="Freeform 21471">
              <a:extLst>
                <a:ext uri="{FF2B5EF4-FFF2-40B4-BE49-F238E27FC236}">
                  <a16:creationId xmlns:a16="http://schemas.microsoft.com/office/drawing/2014/main" id="{8E741E26-D74F-4F29-8E3D-B06F4083DAA8}"/>
                </a:ext>
              </a:extLst>
            </p:cNvPr>
            <p:cNvSpPr/>
            <p:nvPr/>
          </p:nvSpPr>
          <p:spPr>
            <a:xfrm>
              <a:off x="6214325" y="36089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3" name="Freeform 21472">
              <a:extLst>
                <a:ext uri="{FF2B5EF4-FFF2-40B4-BE49-F238E27FC236}">
                  <a16:creationId xmlns:a16="http://schemas.microsoft.com/office/drawing/2014/main" id="{D525FFD1-6898-E566-478C-33D470390406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4" name="Freeform 21473">
              <a:extLst>
                <a:ext uri="{FF2B5EF4-FFF2-40B4-BE49-F238E27FC236}">
                  <a16:creationId xmlns:a16="http://schemas.microsoft.com/office/drawing/2014/main" id="{7A4AF1B2-2299-8CFD-4706-D967CB58D59A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5" name="Freeform 21474">
              <a:extLst>
                <a:ext uri="{FF2B5EF4-FFF2-40B4-BE49-F238E27FC236}">
                  <a16:creationId xmlns:a16="http://schemas.microsoft.com/office/drawing/2014/main" id="{9AD3BC7D-06A3-F5F2-3055-0A664EE97F1E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6" name="Freeform 21475">
              <a:extLst>
                <a:ext uri="{FF2B5EF4-FFF2-40B4-BE49-F238E27FC236}">
                  <a16:creationId xmlns:a16="http://schemas.microsoft.com/office/drawing/2014/main" id="{AE3E09A1-846C-2401-0CA7-54AA7998CEBD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7" name="Freeform 21476">
              <a:extLst>
                <a:ext uri="{FF2B5EF4-FFF2-40B4-BE49-F238E27FC236}">
                  <a16:creationId xmlns:a16="http://schemas.microsoft.com/office/drawing/2014/main" id="{9A602996-797E-1ED1-C91D-324096E9AA3B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8" name="Freeform 21477">
              <a:extLst>
                <a:ext uri="{FF2B5EF4-FFF2-40B4-BE49-F238E27FC236}">
                  <a16:creationId xmlns:a16="http://schemas.microsoft.com/office/drawing/2014/main" id="{B96871BF-E17C-74B3-DD48-25E2EB93CDBA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79" name="Freeform 21478">
              <a:extLst>
                <a:ext uri="{FF2B5EF4-FFF2-40B4-BE49-F238E27FC236}">
                  <a16:creationId xmlns:a16="http://schemas.microsoft.com/office/drawing/2014/main" id="{91171EE5-0AF0-C13D-CB26-CC7B38EA6B5E}"/>
                </a:ext>
              </a:extLst>
            </p:cNvPr>
            <p:cNvSpPr/>
            <p:nvPr/>
          </p:nvSpPr>
          <p:spPr>
            <a:xfrm>
              <a:off x="6421589" y="36516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0" name="Freeform 21479">
              <a:extLst>
                <a:ext uri="{FF2B5EF4-FFF2-40B4-BE49-F238E27FC236}">
                  <a16:creationId xmlns:a16="http://schemas.microsoft.com/office/drawing/2014/main" id="{EF860C93-1DE1-657C-64B2-377065714BD8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1" name="Freeform 21480">
              <a:extLst>
                <a:ext uri="{FF2B5EF4-FFF2-40B4-BE49-F238E27FC236}">
                  <a16:creationId xmlns:a16="http://schemas.microsoft.com/office/drawing/2014/main" id="{2AD89067-0AB7-89E1-09E5-F40608DAA218}"/>
                </a:ext>
              </a:extLst>
            </p:cNvPr>
            <p:cNvSpPr/>
            <p:nvPr/>
          </p:nvSpPr>
          <p:spPr>
            <a:xfrm>
              <a:off x="6516077" y="36181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2" name="Freeform 21481">
              <a:extLst>
                <a:ext uri="{FF2B5EF4-FFF2-40B4-BE49-F238E27FC236}">
                  <a16:creationId xmlns:a16="http://schemas.microsoft.com/office/drawing/2014/main" id="{436130DB-30CE-3E5F-7DCE-DC8089104AF1}"/>
                </a:ext>
              </a:extLst>
            </p:cNvPr>
            <p:cNvSpPr/>
            <p:nvPr/>
          </p:nvSpPr>
          <p:spPr>
            <a:xfrm>
              <a:off x="5930861" y="37827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3" name="Freeform 21482">
              <a:extLst>
                <a:ext uri="{FF2B5EF4-FFF2-40B4-BE49-F238E27FC236}">
                  <a16:creationId xmlns:a16="http://schemas.microsoft.com/office/drawing/2014/main" id="{D6602DB1-5BB6-5736-B96F-FF3009683AC7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4" name="Freeform 21483">
              <a:extLst>
                <a:ext uri="{FF2B5EF4-FFF2-40B4-BE49-F238E27FC236}">
                  <a16:creationId xmlns:a16="http://schemas.microsoft.com/office/drawing/2014/main" id="{E714FEB1-E878-133E-B3C3-521C94A2D2D2}"/>
                </a:ext>
              </a:extLst>
            </p:cNvPr>
            <p:cNvSpPr/>
            <p:nvPr/>
          </p:nvSpPr>
          <p:spPr>
            <a:xfrm>
              <a:off x="5988773" y="39686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5" name="Freeform 21484">
              <a:extLst>
                <a:ext uri="{FF2B5EF4-FFF2-40B4-BE49-F238E27FC236}">
                  <a16:creationId xmlns:a16="http://schemas.microsoft.com/office/drawing/2014/main" id="{1ED1A11D-E36F-6313-D152-C9614C253F7C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6" name="Freeform 21485">
              <a:extLst>
                <a:ext uri="{FF2B5EF4-FFF2-40B4-BE49-F238E27FC236}">
                  <a16:creationId xmlns:a16="http://schemas.microsoft.com/office/drawing/2014/main" id="{8E26C92A-F461-5652-6D69-A177B41CCE25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7" name="Freeform 21486">
              <a:extLst>
                <a:ext uri="{FF2B5EF4-FFF2-40B4-BE49-F238E27FC236}">
                  <a16:creationId xmlns:a16="http://schemas.microsoft.com/office/drawing/2014/main" id="{945419C0-4CBC-0E5C-62A0-C2595C9A7EAD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8" name="Freeform 21487">
              <a:extLst>
                <a:ext uri="{FF2B5EF4-FFF2-40B4-BE49-F238E27FC236}">
                  <a16:creationId xmlns:a16="http://schemas.microsoft.com/office/drawing/2014/main" id="{55A938B0-ED2E-5366-4234-4DA68915FC65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89" name="Freeform 21488">
              <a:extLst>
                <a:ext uri="{FF2B5EF4-FFF2-40B4-BE49-F238E27FC236}">
                  <a16:creationId xmlns:a16="http://schemas.microsoft.com/office/drawing/2014/main" id="{73FB414A-384F-AC74-1BAA-A2A10B0B16C9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0" name="Freeform 21489">
              <a:extLst>
                <a:ext uri="{FF2B5EF4-FFF2-40B4-BE49-F238E27FC236}">
                  <a16:creationId xmlns:a16="http://schemas.microsoft.com/office/drawing/2014/main" id="{264210EE-9AC9-3ED5-1D64-1E991426F300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1" name="Freeform 21490">
              <a:extLst>
                <a:ext uri="{FF2B5EF4-FFF2-40B4-BE49-F238E27FC236}">
                  <a16:creationId xmlns:a16="http://schemas.microsoft.com/office/drawing/2014/main" id="{20C3E249-9166-CBF7-DD4B-53BAB1238790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2" name="Freeform 21491">
              <a:extLst>
                <a:ext uri="{FF2B5EF4-FFF2-40B4-BE49-F238E27FC236}">
                  <a16:creationId xmlns:a16="http://schemas.microsoft.com/office/drawing/2014/main" id="{C401808E-3E46-8FEC-6561-8CA68E8BA84F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3" name="Freeform 21492">
              <a:extLst>
                <a:ext uri="{FF2B5EF4-FFF2-40B4-BE49-F238E27FC236}">
                  <a16:creationId xmlns:a16="http://schemas.microsoft.com/office/drawing/2014/main" id="{5400E54D-33D4-A680-3F4C-9A6C97143E28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4" name="Freeform 21493">
              <a:extLst>
                <a:ext uri="{FF2B5EF4-FFF2-40B4-BE49-F238E27FC236}">
                  <a16:creationId xmlns:a16="http://schemas.microsoft.com/office/drawing/2014/main" id="{FC212488-92A6-653F-64EE-EDA98F3BA958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5" name="Freeform 21494">
              <a:extLst>
                <a:ext uri="{FF2B5EF4-FFF2-40B4-BE49-F238E27FC236}">
                  <a16:creationId xmlns:a16="http://schemas.microsoft.com/office/drawing/2014/main" id="{94D1DA2E-7655-447C-7AA6-742CCD42CB2F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6" name="Freeform 21495">
              <a:extLst>
                <a:ext uri="{FF2B5EF4-FFF2-40B4-BE49-F238E27FC236}">
                  <a16:creationId xmlns:a16="http://schemas.microsoft.com/office/drawing/2014/main" id="{E972B26F-3317-68D7-A491-0A9947546208}"/>
                </a:ext>
              </a:extLst>
            </p:cNvPr>
            <p:cNvSpPr/>
            <p:nvPr/>
          </p:nvSpPr>
          <p:spPr>
            <a:xfrm>
              <a:off x="6232613" y="37918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7" name="Freeform 21496">
              <a:extLst>
                <a:ext uri="{FF2B5EF4-FFF2-40B4-BE49-F238E27FC236}">
                  <a16:creationId xmlns:a16="http://schemas.microsoft.com/office/drawing/2014/main" id="{9AD6340F-9161-453D-4AC4-4FD350773FA7}"/>
                </a:ext>
              </a:extLst>
            </p:cNvPr>
            <p:cNvSpPr/>
            <p:nvPr/>
          </p:nvSpPr>
          <p:spPr>
            <a:xfrm>
              <a:off x="6290525" y="39777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8" name="Freeform 21497">
              <a:extLst>
                <a:ext uri="{FF2B5EF4-FFF2-40B4-BE49-F238E27FC236}">
                  <a16:creationId xmlns:a16="http://schemas.microsoft.com/office/drawing/2014/main" id="{548C447B-1C6E-C484-D57B-E039D6E9F9EB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99" name="Freeform 21498">
              <a:extLst>
                <a:ext uri="{FF2B5EF4-FFF2-40B4-BE49-F238E27FC236}">
                  <a16:creationId xmlns:a16="http://schemas.microsoft.com/office/drawing/2014/main" id="{44E02833-148E-1B27-82B7-EF2AFC93101B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0" name="Freeform 21499">
              <a:extLst>
                <a:ext uri="{FF2B5EF4-FFF2-40B4-BE49-F238E27FC236}">
                  <a16:creationId xmlns:a16="http://schemas.microsoft.com/office/drawing/2014/main" id="{43294273-CA96-91B3-6ADC-072E541C8111}"/>
                </a:ext>
              </a:extLst>
            </p:cNvPr>
            <p:cNvSpPr/>
            <p:nvPr/>
          </p:nvSpPr>
          <p:spPr>
            <a:xfrm>
              <a:off x="5865654" y="3838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1" name="Freeform 21500">
              <a:extLst>
                <a:ext uri="{FF2B5EF4-FFF2-40B4-BE49-F238E27FC236}">
                  <a16:creationId xmlns:a16="http://schemas.microsoft.com/office/drawing/2014/main" id="{99A4E305-B25B-330A-C6AE-8779638C2AA2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2" name="Freeform 21501">
              <a:extLst>
                <a:ext uri="{FF2B5EF4-FFF2-40B4-BE49-F238E27FC236}">
                  <a16:creationId xmlns:a16="http://schemas.microsoft.com/office/drawing/2014/main" id="{4052F4DB-4801-9CCF-B4BD-E62C2CC5E8CE}"/>
                </a:ext>
              </a:extLst>
            </p:cNvPr>
            <p:cNvSpPr/>
            <p:nvPr/>
          </p:nvSpPr>
          <p:spPr>
            <a:xfrm>
              <a:off x="5923566" y="4023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3" name="Freeform 21502">
              <a:extLst>
                <a:ext uri="{FF2B5EF4-FFF2-40B4-BE49-F238E27FC236}">
                  <a16:creationId xmlns:a16="http://schemas.microsoft.com/office/drawing/2014/main" id="{686A85D6-19CA-61AB-830E-9257CA104F1E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4" name="Freeform 21503">
              <a:extLst>
                <a:ext uri="{FF2B5EF4-FFF2-40B4-BE49-F238E27FC236}">
                  <a16:creationId xmlns:a16="http://schemas.microsoft.com/office/drawing/2014/main" id="{5FEE9A04-AC90-A77C-1094-9202F6CE780C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5" name="Freeform 21504">
              <a:extLst>
                <a:ext uri="{FF2B5EF4-FFF2-40B4-BE49-F238E27FC236}">
                  <a16:creationId xmlns:a16="http://schemas.microsoft.com/office/drawing/2014/main" id="{B4F2DC1B-128C-76BC-482A-995E2C660566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6" name="Freeform 21505">
              <a:extLst>
                <a:ext uri="{FF2B5EF4-FFF2-40B4-BE49-F238E27FC236}">
                  <a16:creationId xmlns:a16="http://schemas.microsoft.com/office/drawing/2014/main" id="{183F53AE-12B0-AAFF-749B-22658D1E2B27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7" name="Freeform 21506">
              <a:extLst>
                <a:ext uri="{FF2B5EF4-FFF2-40B4-BE49-F238E27FC236}">
                  <a16:creationId xmlns:a16="http://schemas.microsoft.com/office/drawing/2014/main" id="{63CEACDD-80C1-7D56-7F0E-F2BFA21DE032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8" name="Freeform 21507">
              <a:extLst>
                <a:ext uri="{FF2B5EF4-FFF2-40B4-BE49-F238E27FC236}">
                  <a16:creationId xmlns:a16="http://schemas.microsoft.com/office/drawing/2014/main" id="{2DD79D80-792E-3C69-FF53-78A17EB385C6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09" name="Freeform 21508">
              <a:extLst>
                <a:ext uri="{FF2B5EF4-FFF2-40B4-BE49-F238E27FC236}">
                  <a16:creationId xmlns:a16="http://schemas.microsoft.com/office/drawing/2014/main" id="{BDE1ED0C-5C22-6A34-4221-7D77FA33E142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0" name="Freeform 21509">
              <a:extLst>
                <a:ext uri="{FF2B5EF4-FFF2-40B4-BE49-F238E27FC236}">
                  <a16:creationId xmlns:a16="http://schemas.microsoft.com/office/drawing/2014/main" id="{A9948FE8-7D6E-45C1-4B9B-517593520DB2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1" name="Freeform 21510">
              <a:extLst>
                <a:ext uri="{FF2B5EF4-FFF2-40B4-BE49-F238E27FC236}">
                  <a16:creationId xmlns:a16="http://schemas.microsoft.com/office/drawing/2014/main" id="{778601C9-60DA-DE94-20FB-783EA568B5B6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2" name="Freeform 21511">
              <a:extLst>
                <a:ext uri="{FF2B5EF4-FFF2-40B4-BE49-F238E27FC236}">
                  <a16:creationId xmlns:a16="http://schemas.microsoft.com/office/drawing/2014/main" id="{CCE3E651-1941-E2E5-3F5E-3F310BF7FFEB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3" name="Freeform 21512">
              <a:extLst>
                <a:ext uri="{FF2B5EF4-FFF2-40B4-BE49-F238E27FC236}">
                  <a16:creationId xmlns:a16="http://schemas.microsoft.com/office/drawing/2014/main" id="{785F28FF-5426-4B4F-2454-A6E2B9ED180B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4" name="Freeform 21513">
              <a:extLst>
                <a:ext uri="{FF2B5EF4-FFF2-40B4-BE49-F238E27FC236}">
                  <a16:creationId xmlns:a16="http://schemas.microsoft.com/office/drawing/2014/main" id="{848FD230-87C1-DE59-92E2-7C9FFFF355E3}"/>
                </a:ext>
              </a:extLst>
            </p:cNvPr>
            <p:cNvSpPr/>
            <p:nvPr/>
          </p:nvSpPr>
          <p:spPr>
            <a:xfrm>
              <a:off x="6167406" y="3847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5" name="Freeform 21514">
              <a:extLst>
                <a:ext uri="{FF2B5EF4-FFF2-40B4-BE49-F238E27FC236}">
                  <a16:creationId xmlns:a16="http://schemas.microsoft.com/office/drawing/2014/main" id="{6DF91F98-A091-C1A9-2449-F91A69A54C85}"/>
                </a:ext>
              </a:extLst>
            </p:cNvPr>
            <p:cNvSpPr/>
            <p:nvPr/>
          </p:nvSpPr>
          <p:spPr>
            <a:xfrm>
              <a:off x="6225318" y="4033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6" name="Freeform 21515">
              <a:extLst>
                <a:ext uri="{FF2B5EF4-FFF2-40B4-BE49-F238E27FC236}">
                  <a16:creationId xmlns:a16="http://schemas.microsoft.com/office/drawing/2014/main" id="{1E7FF0E5-B83B-1529-B737-0C5EFCA67B3E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7" name="Freeform 21516">
              <a:extLst>
                <a:ext uri="{FF2B5EF4-FFF2-40B4-BE49-F238E27FC236}">
                  <a16:creationId xmlns:a16="http://schemas.microsoft.com/office/drawing/2014/main" id="{7EE6368C-D1D2-0338-47E9-005E498EE294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8" name="Freeform 21517">
              <a:extLst>
                <a:ext uri="{FF2B5EF4-FFF2-40B4-BE49-F238E27FC236}">
                  <a16:creationId xmlns:a16="http://schemas.microsoft.com/office/drawing/2014/main" id="{385A9CCA-2A00-216E-FE3D-23337EC92AC7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19" name="Freeform 21518">
              <a:extLst>
                <a:ext uri="{FF2B5EF4-FFF2-40B4-BE49-F238E27FC236}">
                  <a16:creationId xmlns:a16="http://schemas.microsoft.com/office/drawing/2014/main" id="{CD445DF5-2D7A-1E78-7F6F-A5DA9CA6917C}"/>
                </a:ext>
              </a:extLst>
            </p:cNvPr>
            <p:cNvSpPr/>
            <p:nvPr/>
          </p:nvSpPr>
          <p:spPr>
            <a:xfrm>
              <a:off x="5792502" y="4350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0" name="Freeform 21519">
              <a:extLst>
                <a:ext uri="{FF2B5EF4-FFF2-40B4-BE49-F238E27FC236}">
                  <a16:creationId xmlns:a16="http://schemas.microsoft.com/office/drawing/2014/main" id="{A11A4616-7C5C-C046-743B-FCCC99B27626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1" name="Freeform 21520">
              <a:extLst>
                <a:ext uri="{FF2B5EF4-FFF2-40B4-BE49-F238E27FC236}">
                  <a16:creationId xmlns:a16="http://schemas.microsoft.com/office/drawing/2014/main" id="{9808F673-4594-3F71-4786-7BF8D7EFB003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2" name="Freeform 21521">
              <a:extLst>
                <a:ext uri="{FF2B5EF4-FFF2-40B4-BE49-F238E27FC236}">
                  <a16:creationId xmlns:a16="http://schemas.microsoft.com/office/drawing/2014/main" id="{43DB4166-3EC4-7B31-4FCC-EC36380B677E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3" name="Freeform 21522">
              <a:extLst>
                <a:ext uri="{FF2B5EF4-FFF2-40B4-BE49-F238E27FC236}">
                  <a16:creationId xmlns:a16="http://schemas.microsoft.com/office/drawing/2014/main" id="{5CC238D4-FDFF-FB7A-619A-240EC750D8AB}"/>
                </a:ext>
              </a:extLst>
            </p:cNvPr>
            <p:cNvSpPr/>
            <p:nvPr/>
          </p:nvSpPr>
          <p:spPr>
            <a:xfrm>
              <a:off x="5886990" y="43165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4" name="Freeform 21523">
              <a:extLst>
                <a:ext uri="{FF2B5EF4-FFF2-40B4-BE49-F238E27FC236}">
                  <a16:creationId xmlns:a16="http://schemas.microsoft.com/office/drawing/2014/main" id="{D5CB7906-CA20-299A-42C9-592376FD0063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5" name="Freeform 21524">
              <a:extLst>
                <a:ext uri="{FF2B5EF4-FFF2-40B4-BE49-F238E27FC236}">
                  <a16:creationId xmlns:a16="http://schemas.microsoft.com/office/drawing/2014/main" id="{A70DD4CC-DC0A-EDED-B7BC-71CFBAB80E40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6" name="Freeform 21525">
              <a:extLst>
                <a:ext uri="{FF2B5EF4-FFF2-40B4-BE49-F238E27FC236}">
                  <a16:creationId xmlns:a16="http://schemas.microsoft.com/office/drawing/2014/main" id="{4381B2C6-40B6-D86A-DB85-405D9AF453B3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7" name="Freeform 21526">
              <a:extLst>
                <a:ext uri="{FF2B5EF4-FFF2-40B4-BE49-F238E27FC236}">
                  <a16:creationId xmlns:a16="http://schemas.microsoft.com/office/drawing/2014/main" id="{EE23CFBD-F598-29FD-2B4D-4D1F38C992CC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8" name="Freeform 21527">
              <a:extLst>
                <a:ext uri="{FF2B5EF4-FFF2-40B4-BE49-F238E27FC236}">
                  <a16:creationId xmlns:a16="http://schemas.microsoft.com/office/drawing/2014/main" id="{6C8E63CF-745C-7702-6ADD-7083ED545EA5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29" name="Freeform 21528">
              <a:extLst>
                <a:ext uri="{FF2B5EF4-FFF2-40B4-BE49-F238E27FC236}">
                  <a16:creationId xmlns:a16="http://schemas.microsoft.com/office/drawing/2014/main" id="{CB2D0B7B-F9A3-0B60-909D-CD29B69C24C3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0" name="Freeform 21529">
              <a:extLst>
                <a:ext uri="{FF2B5EF4-FFF2-40B4-BE49-F238E27FC236}">
                  <a16:creationId xmlns:a16="http://schemas.microsoft.com/office/drawing/2014/main" id="{A8B09DB1-1201-4A0C-629A-7D8DEACF6428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1" name="Freeform 21530">
              <a:extLst>
                <a:ext uri="{FF2B5EF4-FFF2-40B4-BE49-F238E27FC236}">
                  <a16:creationId xmlns:a16="http://schemas.microsoft.com/office/drawing/2014/main" id="{E71AEDA6-FC2F-38B1-6036-1AD093EA92C4}"/>
                </a:ext>
              </a:extLst>
            </p:cNvPr>
            <p:cNvSpPr/>
            <p:nvPr/>
          </p:nvSpPr>
          <p:spPr>
            <a:xfrm>
              <a:off x="6036342" y="41732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2" name="Freeform 21531">
              <a:extLst>
                <a:ext uri="{FF2B5EF4-FFF2-40B4-BE49-F238E27FC236}">
                  <a16:creationId xmlns:a16="http://schemas.microsoft.com/office/drawing/2014/main" id="{248AEE4F-10EF-C193-F5E9-5B9B6E585E3F}"/>
                </a:ext>
              </a:extLst>
            </p:cNvPr>
            <p:cNvSpPr/>
            <p:nvPr/>
          </p:nvSpPr>
          <p:spPr>
            <a:xfrm>
              <a:off x="6094254" y="43592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3" name="Freeform 21532">
              <a:extLst>
                <a:ext uri="{FF2B5EF4-FFF2-40B4-BE49-F238E27FC236}">
                  <a16:creationId xmlns:a16="http://schemas.microsoft.com/office/drawing/2014/main" id="{9C65DA1B-53D4-4CC1-2D32-336FF4118F8D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4" name="Freeform 21533">
              <a:extLst>
                <a:ext uri="{FF2B5EF4-FFF2-40B4-BE49-F238E27FC236}">
                  <a16:creationId xmlns:a16="http://schemas.microsoft.com/office/drawing/2014/main" id="{B5840676-7304-5992-9692-2AF208570F9D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5" name="Freeform 21534">
              <a:extLst>
                <a:ext uri="{FF2B5EF4-FFF2-40B4-BE49-F238E27FC236}">
                  <a16:creationId xmlns:a16="http://schemas.microsoft.com/office/drawing/2014/main" id="{1EFC3715-AA93-38B7-596F-1948CBFA05D5}"/>
                </a:ext>
              </a:extLst>
            </p:cNvPr>
            <p:cNvSpPr/>
            <p:nvPr/>
          </p:nvSpPr>
          <p:spPr>
            <a:xfrm>
              <a:off x="6336801" y="263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6" name="Freeform 21535">
              <a:extLst>
                <a:ext uri="{FF2B5EF4-FFF2-40B4-BE49-F238E27FC236}">
                  <a16:creationId xmlns:a16="http://schemas.microsoft.com/office/drawing/2014/main" id="{AECDCF58-841B-9FB8-F8AE-885FB695B42A}"/>
                </a:ext>
              </a:extLst>
            </p:cNvPr>
            <p:cNvSpPr/>
            <p:nvPr/>
          </p:nvSpPr>
          <p:spPr>
            <a:xfrm>
              <a:off x="6417079" y="3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7" name="Freeform 21536">
              <a:extLst>
                <a:ext uri="{FF2B5EF4-FFF2-40B4-BE49-F238E27FC236}">
                  <a16:creationId xmlns:a16="http://schemas.microsoft.com/office/drawing/2014/main" id="{1035B65A-B97F-EF28-8651-BE3D46A54C94}"/>
                </a:ext>
              </a:extLst>
            </p:cNvPr>
            <p:cNvSpPr/>
            <p:nvPr/>
          </p:nvSpPr>
          <p:spPr>
            <a:xfrm>
              <a:off x="6205737" y="29610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8" name="Freeform 21537">
              <a:extLst>
                <a:ext uri="{FF2B5EF4-FFF2-40B4-BE49-F238E27FC236}">
                  <a16:creationId xmlns:a16="http://schemas.microsoft.com/office/drawing/2014/main" id="{FAC47618-EC34-364C-6DDE-A4678FBA170C}"/>
                </a:ext>
              </a:extLst>
            </p:cNvPr>
            <p:cNvSpPr/>
            <p:nvPr/>
          </p:nvSpPr>
          <p:spPr>
            <a:xfrm>
              <a:off x="6147825" y="27750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39" name="Freeform 21538">
              <a:extLst>
                <a:ext uri="{FF2B5EF4-FFF2-40B4-BE49-F238E27FC236}">
                  <a16:creationId xmlns:a16="http://schemas.microsoft.com/office/drawing/2014/main" id="{47C1FD4F-1A42-1304-5E45-1DD15199FE01}"/>
                </a:ext>
              </a:extLst>
            </p:cNvPr>
            <p:cNvSpPr/>
            <p:nvPr/>
          </p:nvSpPr>
          <p:spPr>
            <a:xfrm>
              <a:off x="6202689" y="26653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0" name="Freeform 21539">
              <a:extLst>
                <a:ext uri="{FF2B5EF4-FFF2-40B4-BE49-F238E27FC236}">
                  <a16:creationId xmlns:a16="http://schemas.microsoft.com/office/drawing/2014/main" id="{1FEC01A2-2737-8DEF-9C25-824850176173}"/>
                </a:ext>
              </a:extLst>
            </p:cNvPr>
            <p:cNvSpPr/>
            <p:nvPr/>
          </p:nvSpPr>
          <p:spPr>
            <a:xfrm>
              <a:off x="6471106" y="247403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1" name="Freeform 21540">
              <a:extLst>
                <a:ext uri="{FF2B5EF4-FFF2-40B4-BE49-F238E27FC236}">
                  <a16:creationId xmlns:a16="http://schemas.microsoft.com/office/drawing/2014/main" id="{3867232A-CDBE-3C1E-70E5-AAAC40759C26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2" name="Freeform 21541">
              <a:extLst>
                <a:ext uri="{FF2B5EF4-FFF2-40B4-BE49-F238E27FC236}">
                  <a16:creationId xmlns:a16="http://schemas.microsoft.com/office/drawing/2014/main" id="{2C3CD638-579A-FB13-AC33-F1EBC43351E0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3" name="Freeform 21542">
              <a:extLst>
                <a:ext uri="{FF2B5EF4-FFF2-40B4-BE49-F238E27FC236}">
                  <a16:creationId xmlns:a16="http://schemas.microsoft.com/office/drawing/2014/main" id="{836B8572-C990-EABD-605D-BEBEFE31A8C3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4" name="Freeform 21543">
              <a:extLst>
                <a:ext uri="{FF2B5EF4-FFF2-40B4-BE49-F238E27FC236}">
                  <a16:creationId xmlns:a16="http://schemas.microsoft.com/office/drawing/2014/main" id="{AA7A1C03-D152-0927-645F-F1C115BA2E81}"/>
                </a:ext>
              </a:extLst>
            </p:cNvPr>
            <p:cNvSpPr/>
            <p:nvPr/>
          </p:nvSpPr>
          <p:spPr>
            <a:xfrm>
              <a:off x="6571285" y="2433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5" name="Freeform 21544">
              <a:extLst>
                <a:ext uri="{FF2B5EF4-FFF2-40B4-BE49-F238E27FC236}">
                  <a16:creationId xmlns:a16="http://schemas.microsoft.com/office/drawing/2014/main" id="{9EF50E40-1933-FA1D-148F-096463D23E69}"/>
                </a:ext>
              </a:extLst>
            </p:cNvPr>
            <p:cNvSpPr/>
            <p:nvPr/>
          </p:nvSpPr>
          <p:spPr>
            <a:xfrm>
              <a:off x="6406905" y="26835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6" name="Freeform 21545">
              <a:extLst>
                <a:ext uri="{FF2B5EF4-FFF2-40B4-BE49-F238E27FC236}">
                  <a16:creationId xmlns:a16="http://schemas.microsoft.com/office/drawing/2014/main" id="{F402EF3A-0727-365D-8A33-1F8202E70350}"/>
                </a:ext>
              </a:extLst>
            </p:cNvPr>
            <p:cNvSpPr/>
            <p:nvPr/>
          </p:nvSpPr>
          <p:spPr>
            <a:xfrm>
              <a:off x="6312417" y="27170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7" name="Freeform 21546">
              <a:extLst>
                <a:ext uri="{FF2B5EF4-FFF2-40B4-BE49-F238E27FC236}">
                  <a16:creationId xmlns:a16="http://schemas.microsoft.com/office/drawing/2014/main" id="{FB4115D0-B7CE-1B53-E0D8-BAACDED49D21}"/>
                </a:ext>
              </a:extLst>
            </p:cNvPr>
            <p:cNvSpPr/>
            <p:nvPr/>
          </p:nvSpPr>
          <p:spPr>
            <a:xfrm>
              <a:off x="6464817" y="28694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8" name="Freeform 21547">
              <a:extLst>
                <a:ext uri="{FF2B5EF4-FFF2-40B4-BE49-F238E27FC236}">
                  <a16:creationId xmlns:a16="http://schemas.microsoft.com/office/drawing/2014/main" id="{32EB740F-3434-49E2-8C3E-A9AE50E5B49F}"/>
                </a:ext>
              </a:extLst>
            </p:cNvPr>
            <p:cNvSpPr/>
            <p:nvPr/>
          </p:nvSpPr>
          <p:spPr>
            <a:xfrm>
              <a:off x="6617217" y="30218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49" name="Freeform 21548">
              <a:extLst>
                <a:ext uri="{FF2B5EF4-FFF2-40B4-BE49-F238E27FC236}">
                  <a16:creationId xmlns:a16="http://schemas.microsoft.com/office/drawing/2014/main" id="{D0BF17F3-ABCE-8E68-B36B-0EB8386B2410}"/>
                </a:ext>
              </a:extLst>
            </p:cNvPr>
            <p:cNvSpPr/>
            <p:nvPr/>
          </p:nvSpPr>
          <p:spPr>
            <a:xfrm>
              <a:off x="6559305" y="2835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0" name="Freeform 21549">
              <a:extLst>
                <a:ext uri="{FF2B5EF4-FFF2-40B4-BE49-F238E27FC236}">
                  <a16:creationId xmlns:a16="http://schemas.microsoft.com/office/drawing/2014/main" id="{36DCB439-B1AB-A19A-78DE-6192FF9F034F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1" name="Freeform 21550">
              <a:extLst>
                <a:ext uri="{FF2B5EF4-FFF2-40B4-BE49-F238E27FC236}">
                  <a16:creationId xmlns:a16="http://schemas.microsoft.com/office/drawing/2014/main" id="{E9B18E94-C0B9-4ECF-07D7-A9DB155B045A}"/>
                </a:ext>
              </a:extLst>
            </p:cNvPr>
            <p:cNvSpPr/>
            <p:nvPr/>
          </p:nvSpPr>
          <p:spPr>
            <a:xfrm>
              <a:off x="6461769" y="25737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2" name="Freeform 21551">
              <a:extLst>
                <a:ext uri="{FF2B5EF4-FFF2-40B4-BE49-F238E27FC236}">
                  <a16:creationId xmlns:a16="http://schemas.microsoft.com/office/drawing/2014/main" id="{3D61426F-CC31-3ECB-B013-DC231F18680F}"/>
                </a:ext>
              </a:extLst>
            </p:cNvPr>
            <p:cNvSpPr/>
            <p:nvPr/>
          </p:nvSpPr>
          <p:spPr>
            <a:xfrm>
              <a:off x="6614169" y="27261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3" name="Freeform 21552">
              <a:extLst>
                <a:ext uri="{FF2B5EF4-FFF2-40B4-BE49-F238E27FC236}">
                  <a16:creationId xmlns:a16="http://schemas.microsoft.com/office/drawing/2014/main" id="{A41329F8-3D00-C82C-7027-08305A60B7EF}"/>
                </a:ext>
              </a:extLst>
            </p:cNvPr>
            <p:cNvSpPr/>
            <p:nvPr/>
          </p:nvSpPr>
          <p:spPr>
            <a:xfrm>
              <a:off x="6556257" y="254024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4" name="Freeform 21553">
              <a:extLst>
                <a:ext uri="{FF2B5EF4-FFF2-40B4-BE49-F238E27FC236}">
                  <a16:creationId xmlns:a16="http://schemas.microsoft.com/office/drawing/2014/main" id="{F34673F2-99A9-8F1B-35A6-93F9F6439E63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5" name="Freeform 21554">
              <a:extLst>
                <a:ext uri="{FF2B5EF4-FFF2-40B4-BE49-F238E27FC236}">
                  <a16:creationId xmlns:a16="http://schemas.microsoft.com/office/drawing/2014/main" id="{C5ACFA2D-DFF5-C8C6-9183-B0AFDB6F8814}"/>
                </a:ext>
              </a:extLst>
            </p:cNvPr>
            <p:cNvSpPr/>
            <p:nvPr/>
          </p:nvSpPr>
          <p:spPr>
            <a:xfrm>
              <a:off x="6028953" y="28907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6" name="Freeform 21555">
              <a:extLst>
                <a:ext uri="{FF2B5EF4-FFF2-40B4-BE49-F238E27FC236}">
                  <a16:creationId xmlns:a16="http://schemas.microsoft.com/office/drawing/2014/main" id="{19DA7D86-7104-C277-87CA-4610A674D811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7" name="Freeform 21556">
              <a:extLst>
                <a:ext uri="{FF2B5EF4-FFF2-40B4-BE49-F238E27FC236}">
                  <a16:creationId xmlns:a16="http://schemas.microsoft.com/office/drawing/2014/main" id="{906D42C3-51B9-D117-FC21-C5C7078EE628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8" name="Freeform 21557">
              <a:extLst>
                <a:ext uri="{FF2B5EF4-FFF2-40B4-BE49-F238E27FC236}">
                  <a16:creationId xmlns:a16="http://schemas.microsoft.com/office/drawing/2014/main" id="{A5AE3C9D-F3FF-C6BE-4227-D6D50BE27BF8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59" name="Freeform 21558">
              <a:extLst>
                <a:ext uri="{FF2B5EF4-FFF2-40B4-BE49-F238E27FC236}">
                  <a16:creationId xmlns:a16="http://schemas.microsoft.com/office/drawing/2014/main" id="{913FF4B1-D119-3027-2626-200C825A5D43}"/>
                </a:ext>
              </a:extLst>
            </p:cNvPr>
            <p:cNvSpPr/>
            <p:nvPr/>
          </p:nvSpPr>
          <p:spPr>
            <a:xfrm>
              <a:off x="6123441" y="28572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0" name="Freeform 21559">
              <a:extLst>
                <a:ext uri="{FF2B5EF4-FFF2-40B4-BE49-F238E27FC236}">
                  <a16:creationId xmlns:a16="http://schemas.microsoft.com/office/drawing/2014/main" id="{7B783238-7D3C-8323-4D51-50EF0FC9CD24}"/>
                </a:ext>
              </a:extLst>
            </p:cNvPr>
            <p:cNvSpPr/>
            <p:nvPr/>
          </p:nvSpPr>
          <p:spPr>
            <a:xfrm>
              <a:off x="6275841" y="30096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1" name="Freeform 21560">
              <a:extLst>
                <a:ext uri="{FF2B5EF4-FFF2-40B4-BE49-F238E27FC236}">
                  <a16:creationId xmlns:a16="http://schemas.microsoft.com/office/drawing/2014/main" id="{D7A0CFA8-B179-7D18-C3E3-421E3569243C}"/>
                </a:ext>
              </a:extLst>
            </p:cNvPr>
            <p:cNvSpPr/>
            <p:nvPr/>
          </p:nvSpPr>
          <p:spPr>
            <a:xfrm>
              <a:off x="6181353" y="30431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2" name="Freeform 21561">
              <a:extLst>
                <a:ext uri="{FF2B5EF4-FFF2-40B4-BE49-F238E27FC236}">
                  <a16:creationId xmlns:a16="http://schemas.microsoft.com/office/drawing/2014/main" id="{093C109A-D9D1-E695-6F3D-B3148B3259BD}"/>
                </a:ext>
              </a:extLst>
            </p:cNvPr>
            <p:cNvSpPr/>
            <p:nvPr/>
          </p:nvSpPr>
          <p:spPr>
            <a:xfrm>
              <a:off x="6333753" y="31955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3" name="Freeform 21562">
              <a:extLst>
                <a:ext uri="{FF2B5EF4-FFF2-40B4-BE49-F238E27FC236}">
                  <a16:creationId xmlns:a16="http://schemas.microsoft.com/office/drawing/2014/main" id="{841A154E-8C15-B18A-B944-1541398C835E}"/>
                </a:ext>
              </a:extLst>
            </p:cNvPr>
            <p:cNvSpPr/>
            <p:nvPr/>
          </p:nvSpPr>
          <p:spPr>
            <a:xfrm>
              <a:off x="6486153" y="334796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4" name="Freeform 21563">
              <a:extLst>
                <a:ext uri="{FF2B5EF4-FFF2-40B4-BE49-F238E27FC236}">
                  <a16:creationId xmlns:a16="http://schemas.microsoft.com/office/drawing/2014/main" id="{795BB6B9-7681-F9A2-A889-A595F0DA667A}"/>
                </a:ext>
              </a:extLst>
            </p:cNvPr>
            <p:cNvSpPr/>
            <p:nvPr/>
          </p:nvSpPr>
          <p:spPr>
            <a:xfrm>
              <a:off x="6428241" y="31620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5" name="Freeform 21564">
              <a:extLst>
                <a:ext uri="{FF2B5EF4-FFF2-40B4-BE49-F238E27FC236}">
                  <a16:creationId xmlns:a16="http://schemas.microsoft.com/office/drawing/2014/main" id="{772DB16D-DDBF-0424-268B-F6CDF06A56E5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6" name="Freeform 21565">
              <a:extLst>
                <a:ext uri="{FF2B5EF4-FFF2-40B4-BE49-F238E27FC236}">
                  <a16:creationId xmlns:a16="http://schemas.microsoft.com/office/drawing/2014/main" id="{7713B5DA-6A4B-024A-68E9-44AC03671750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7" name="Freeform 21566">
              <a:extLst>
                <a:ext uri="{FF2B5EF4-FFF2-40B4-BE49-F238E27FC236}">
                  <a16:creationId xmlns:a16="http://schemas.microsoft.com/office/drawing/2014/main" id="{6FD19906-15CF-CE1C-69CB-BC1009CCAA37}"/>
                </a:ext>
              </a:extLst>
            </p:cNvPr>
            <p:cNvSpPr/>
            <p:nvPr/>
          </p:nvSpPr>
          <p:spPr>
            <a:xfrm>
              <a:off x="6272793" y="27139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8" name="Freeform 21567">
              <a:extLst>
                <a:ext uri="{FF2B5EF4-FFF2-40B4-BE49-F238E27FC236}">
                  <a16:creationId xmlns:a16="http://schemas.microsoft.com/office/drawing/2014/main" id="{A802B0A6-B92C-DA53-1B79-8E4EA25FF241}"/>
                </a:ext>
              </a:extLst>
            </p:cNvPr>
            <p:cNvSpPr/>
            <p:nvPr/>
          </p:nvSpPr>
          <p:spPr>
            <a:xfrm>
              <a:off x="6330705" y="28999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69" name="Freeform 21568">
              <a:extLst>
                <a:ext uri="{FF2B5EF4-FFF2-40B4-BE49-F238E27FC236}">
                  <a16:creationId xmlns:a16="http://schemas.microsoft.com/office/drawing/2014/main" id="{08D095AE-B660-79F4-A55C-6A7D8BC11DED}"/>
                </a:ext>
              </a:extLst>
            </p:cNvPr>
            <p:cNvSpPr/>
            <p:nvPr/>
          </p:nvSpPr>
          <p:spPr>
            <a:xfrm>
              <a:off x="6483105" y="30523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0" name="Freeform 21569">
              <a:extLst>
                <a:ext uri="{FF2B5EF4-FFF2-40B4-BE49-F238E27FC236}">
                  <a16:creationId xmlns:a16="http://schemas.microsoft.com/office/drawing/2014/main" id="{3416B303-C705-980B-04AA-25065ABCA2ED}"/>
                </a:ext>
              </a:extLst>
            </p:cNvPr>
            <p:cNvSpPr/>
            <p:nvPr/>
          </p:nvSpPr>
          <p:spPr>
            <a:xfrm>
              <a:off x="6425193" y="28663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1" name="Freeform 21570">
              <a:extLst>
                <a:ext uri="{FF2B5EF4-FFF2-40B4-BE49-F238E27FC236}">
                  <a16:creationId xmlns:a16="http://schemas.microsoft.com/office/drawing/2014/main" id="{7FC0C580-7592-775F-11EB-72B2A4543868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2" name="Freeform 21571">
              <a:extLst>
                <a:ext uri="{FF2B5EF4-FFF2-40B4-BE49-F238E27FC236}">
                  <a16:creationId xmlns:a16="http://schemas.microsoft.com/office/drawing/2014/main" id="{E5C1D443-DF04-33A8-77C1-6D5C2FC3CF5D}"/>
                </a:ext>
              </a:extLst>
            </p:cNvPr>
            <p:cNvSpPr/>
            <p:nvPr/>
          </p:nvSpPr>
          <p:spPr>
            <a:xfrm>
              <a:off x="6004162" y="3107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3" name="Freeform 21572">
              <a:extLst>
                <a:ext uri="{FF2B5EF4-FFF2-40B4-BE49-F238E27FC236}">
                  <a16:creationId xmlns:a16="http://schemas.microsoft.com/office/drawing/2014/main" id="{8FFF3DF0-CBF7-A143-B1C4-75AFD1F8E097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4" name="Freeform 21573">
              <a:extLst>
                <a:ext uri="{FF2B5EF4-FFF2-40B4-BE49-F238E27FC236}">
                  <a16:creationId xmlns:a16="http://schemas.microsoft.com/office/drawing/2014/main" id="{C5DBCC7B-CD87-4BD1-DE3A-5F7403287BA1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5" name="Freeform 21574">
              <a:extLst>
                <a:ext uri="{FF2B5EF4-FFF2-40B4-BE49-F238E27FC236}">
                  <a16:creationId xmlns:a16="http://schemas.microsoft.com/office/drawing/2014/main" id="{DEB62D75-B561-062E-0733-EC93AF749224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6" name="Freeform 21575">
              <a:extLst>
                <a:ext uri="{FF2B5EF4-FFF2-40B4-BE49-F238E27FC236}">
                  <a16:creationId xmlns:a16="http://schemas.microsoft.com/office/drawing/2014/main" id="{D3BD3AF5-4B37-A3DB-12A1-66F5460D4EC4}"/>
                </a:ext>
              </a:extLst>
            </p:cNvPr>
            <p:cNvSpPr/>
            <p:nvPr/>
          </p:nvSpPr>
          <p:spPr>
            <a:xfrm>
              <a:off x="6058234" y="29125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7" name="Freeform 21576">
              <a:extLst>
                <a:ext uri="{FF2B5EF4-FFF2-40B4-BE49-F238E27FC236}">
                  <a16:creationId xmlns:a16="http://schemas.microsoft.com/office/drawing/2014/main" id="{2BF61766-0A22-8533-9073-807BC747F951}"/>
                </a:ext>
              </a:extLst>
            </p:cNvPr>
            <p:cNvSpPr/>
            <p:nvPr/>
          </p:nvSpPr>
          <p:spPr>
            <a:xfrm>
              <a:off x="6210634" y="30649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8" name="Freeform 21577">
              <a:extLst>
                <a:ext uri="{FF2B5EF4-FFF2-40B4-BE49-F238E27FC236}">
                  <a16:creationId xmlns:a16="http://schemas.microsoft.com/office/drawing/2014/main" id="{C5D093A0-E60F-FFF8-6774-FC69E8008213}"/>
                </a:ext>
              </a:extLst>
            </p:cNvPr>
            <p:cNvSpPr/>
            <p:nvPr/>
          </p:nvSpPr>
          <p:spPr>
            <a:xfrm>
              <a:off x="6116146" y="3098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79" name="Freeform 21578">
              <a:extLst>
                <a:ext uri="{FF2B5EF4-FFF2-40B4-BE49-F238E27FC236}">
                  <a16:creationId xmlns:a16="http://schemas.microsoft.com/office/drawing/2014/main" id="{CA5F3694-77A7-0967-B6A8-09B8B926C933}"/>
                </a:ext>
              </a:extLst>
            </p:cNvPr>
            <p:cNvSpPr/>
            <p:nvPr/>
          </p:nvSpPr>
          <p:spPr>
            <a:xfrm>
              <a:off x="6268546" y="32508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0" name="Freeform 21579">
              <a:extLst>
                <a:ext uri="{FF2B5EF4-FFF2-40B4-BE49-F238E27FC236}">
                  <a16:creationId xmlns:a16="http://schemas.microsoft.com/office/drawing/2014/main" id="{FDAF6F19-8274-B48E-4CA7-C90962B4B4B4}"/>
                </a:ext>
              </a:extLst>
            </p:cNvPr>
            <p:cNvSpPr/>
            <p:nvPr/>
          </p:nvSpPr>
          <p:spPr>
            <a:xfrm>
              <a:off x="6420946" y="34032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1" name="Freeform 21580">
              <a:extLst>
                <a:ext uri="{FF2B5EF4-FFF2-40B4-BE49-F238E27FC236}">
                  <a16:creationId xmlns:a16="http://schemas.microsoft.com/office/drawing/2014/main" id="{50AAB6AD-F467-46B2-4DE6-A409B796FC93}"/>
                </a:ext>
              </a:extLst>
            </p:cNvPr>
            <p:cNvSpPr/>
            <p:nvPr/>
          </p:nvSpPr>
          <p:spPr>
            <a:xfrm>
              <a:off x="6363034" y="32173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2" name="Freeform 21581">
              <a:extLst>
                <a:ext uri="{FF2B5EF4-FFF2-40B4-BE49-F238E27FC236}">
                  <a16:creationId xmlns:a16="http://schemas.microsoft.com/office/drawing/2014/main" id="{88691AFB-7DBC-7E1F-D834-C49EEEAD14AC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3" name="Freeform 21582">
              <a:extLst>
                <a:ext uri="{FF2B5EF4-FFF2-40B4-BE49-F238E27FC236}">
                  <a16:creationId xmlns:a16="http://schemas.microsoft.com/office/drawing/2014/main" id="{474A1CB4-AAA3-1DB5-7FC1-6FA363DAD74C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4" name="Freeform 21583">
              <a:extLst>
                <a:ext uri="{FF2B5EF4-FFF2-40B4-BE49-F238E27FC236}">
                  <a16:creationId xmlns:a16="http://schemas.microsoft.com/office/drawing/2014/main" id="{787CC867-D24E-4905-CC40-BD9528BA58F5}"/>
                </a:ext>
              </a:extLst>
            </p:cNvPr>
            <p:cNvSpPr/>
            <p:nvPr/>
          </p:nvSpPr>
          <p:spPr>
            <a:xfrm>
              <a:off x="6207586" y="2769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5" name="Freeform 21584">
              <a:extLst>
                <a:ext uri="{FF2B5EF4-FFF2-40B4-BE49-F238E27FC236}">
                  <a16:creationId xmlns:a16="http://schemas.microsoft.com/office/drawing/2014/main" id="{2C238A38-3B44-2F18-0E0A-5A39651D27A6}"/>
                </a:ext>
              </a:extLst>
            </p:cNvPr>
            <p:cNvSpPr/>
            <p:nvPr/>
          </p:nvSpPr>
          <p:spPr>
            <a:xfrm>
              <a:off x="6265498" y="2955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6" name="Freeform 21585">
              <a:extLst>
                <a:ext uri="{FF2B5EF4-FFF2-40B4-BE49-F238E27FC236}">
                  <a16:creationId xmlns:a16="http://schemas.microsoft.com/office/drawing/2014/main" id="{F25C43A6-FF9E-3151-14B0-5263CF32E929}"/>
                </a:ext>
              </a:extLst>
            </p:cNvPr>
            <p:cNvSpPr/>
            <p:nvPr/>
          </p:nvSpPr>
          <p:spPr>
            <a:xfrm>
              <a:off x="6417898" y="31075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7" name="Freeform 21586">
              <a:extLst>
                <a:ext uri="{FF2B5EF4-FFF2-40B4-BE49-F238E27FC236}">
                  <a16:creationId xmlns:a16="http://schemas.microsoft.com/office/drawing/2014/main" id="{20E1DD22-7780-56E0-6CE0-0B74CDCC79CC}"/>
                </a:ext>
              </a:extLst>
            </p:cNvPr>
            <p:cNvSpPr/>
            <p:nvPr/>
          </p:nvSpPr>
          <p:spPr>
            <a:xfrm>
              <a:off x="6359986" y="2921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8" name="Freeform 21587">
              <a:extLst>
                <a:ext uri="{FF2B5EF4-FFF2-40B4-BE49-F238E27FC236}">
                  <a16:creationId xmlns:a16="http://schemas.microsoft.com/office/drawing/2014/main" id="{630A808D-28E5-B677-44CE-DD2BD50E383F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89" name="Freeform 21588">
              <a:extLst>
                <a:ext uri="{FF2B5EF4-FFF2-40B4-BE49-F238E27FC236}">
                  <a16:creationId xmlns:a16="http://schemas.microsoft.com/office/drawing/2014/main" id="{11071018-357A-C306-B211-712676D57719}"/>
                </a:ext>
              </a:extLst>
            </p:cNvPr>
            <p:cNvSpPr/>
            <p:nvPr/>
          </p:nvSpPr>
          <p:spPr>
            <a:xfrm>
              <a:off x="5852890" y="34287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0" name="Freeform 21589">
              <a:extLst>
                <a:ext uri="{FF2B5EF4-FFF2-40B4-BE49-F238E27FC236}">
                  <a16:creationId xmlns:a16="http://schemas.microsoft.com/office/drawing/2014/main" id="{89E4D9BE-25DF-B136-8E1F-F8CC24D20BDA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1" name="Freeform 21590">
              <a:extLst>
                <a:ext uri="{FF2B5EF4-FFF2-40B4-BE49-F238E27FC236}">
                  <a16:creationId xmlns:a16="http://schemas.microsoft.com/office/drawing/2014/main" id="{51D021D9-B76C-20A7-1C01-EE9E6DE46753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2" name="Freeform 21591">
              <a:extLst>
                <a:ext uri="{FF2B5EF4-FFF2-40B4-BE49-F238E27FC236}">
                  <a16:creationId xmlns:a16="http://schemas.microsoft.com/office/drawing/2014/main" id="{63A3FD3B-8E5B-E7D9-03AE-1D97AA9B95B4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3" name="Freeform 21592">
              <a:extLst>
                <a:ext uri="{FF2B5EF4-FFF2-40B4-BE49-F238E27FC236}">
                  <a16:creationId xmlns:a16="http://schemas.microsoft.com/office/drawing/2014/main" id="{8AC67686-57D3-AA93-9A75-5B25C91E62F0}"/>
                </a:ext>
              </a:extLst>
            </p:cNvPr>
            <p:cNvSpPr/>
            <p:nvPr/>
          </p:nvSpPr>
          <p:spPr>
            <a:xfrm>
              <a:off x="5927170" y="3238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4" name="Freeform 21593">
              <a:extLst>
                <a:ext uri="{FF2B5EF4-FFF2-40B4-BE49-F238E27FC236}">
                  <a16:creationId xmlns:a16="http://schemas.microsoft.com/office/drawing/2014/main" id="{83FCC40E-8CC8-AFCF-3C5D-5C5614A2DB1D}"/>
                </a:ext>
              </a:extLst>
            </p:cNvPr>
            <p:cNvSpPr/>
            <p:nvPr/>
          </p:nvSpPr>
          <p:spPr>
            <a:xfrm>
              <a:off x="6079570" y="33910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5" name="Freeform 21594">
              <a:extLst>
                <a:ext uri="{FF2B5EF4-FFF2-40B4-BE49-F238E27FC236}">
                  <a16:creationId xmlns:a16="http://schemas.microsoft.com/office/drawing/2014/main" id="{AA280BA7-2B0F-AC93-B576-1B4D0346C32F}"/>
                </a:ext>
              </a:extLst>
            </p:cNvPr>
            <p:cNvSpPr/>
            <p:nvPr/>
          </p:nvSpPr>
          <p:spPr>
            <a:xfrm>
              <a:off x="5985082" y="34245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6" name="Freeform 21595">
              <a:extLst>
                <a:ext uri="{FF2B5EF4-FFF2-40B4-BE49-F238E27FC236}">
                  <a16:creationId xmlns:a16="http://schemas.microsoft.com/office/drawing/2014/main" id="{17901D87-63B1-F72F-8BD4-9471E89F4485}"/>
                </a:ext>
              </a:extLst>
            </p:cNvPr>
            <p:cNvSpPr/>
            <p:nvPr/>
          </p:nvSpPr>
          <p:spPr>
            <a:xfrm>
              <a:off x="6137482" y="35769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7" name="Freeform 21596">
              <a:extLst>
                <a:ext uri="{FF2B5EF4-FFF2-40B4-BE49-F238E27FC236}">
                  <a16:creationId xmlns:a16="http://schemas.microsoft.com/office/drawing/2014/main" id="{CA9BA0BC-35BA-4631-1D49-9D70B1498E6C}"/>
                </a:ext>
              </a:extLst>
            </p:cNvPr>
            <p:cNvSpPr/>
            <p:nvPr/>
          </p:nvSpPr>
          <p:spPr>
            <a:xfrm>
              <a:off x="6289882" y="37293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8" name="Freeform 21597">
              <a:extLst>
                <a:ext uri="{FF2B5EF4-FFF2-40B4-BE49-F238E27FC236}">
                  <a16:creationId xmlns:a16="http://schemas.microsoft.com/office/drawing/2014/main" id="{C612796F-76B9-5BF5-CEE6-CEEFA2801621}"/>
                </a:ext>
              </a:extLst>
            </p:cNvPr>
            <p:cNvSpPr/>
            <p:nvPr/>
          </p:nvSpPr>
          <p:spPr>
            <a:xfrm>
              <a:off x="6231970" y="3543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99" name="Freeform 21598">
              <a:extLst>
                <a:ext uri="{FF2B5EF4-FFF2-40B4-BE49-F238E27FC236}">
                  <a16:creationId xmlns:a16="http://schemas.microsoft.com/office/drawing/2014/main" id="{0C218E55-63F8-B45F-B0F2-FDEF95BE83F7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0" name="Freeform 21599">
              <a:extLst>
                <a:ext uri="{FF2B5EF4-FFF2-40B4-BE49-F238E27FC236}">
                  <a16:creationId xmlns:a16="http://schemas.microsoft.com/office/drawing/2014/main" id="{A1599727-A357-AD76-8DC4-9BCED67E5D4D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1" name="Freeform 21600">
              <a:extLst>
                <a:ext uri="{FF2B5EF4-FFF2-40B4-BE49-F238E27FC236}">
                  <a16:creationId xmlns:a16="http://schemas.microsoft.com/office/drawing/2014/main" id="{724E59CC-E294-8852-EB4E-6535F9293C17}"/>
                </a:ext>
              </a:extLst>
            </p:cNvPr>
            <p:cNvSpPr/>
            <p:nvPr/>
          </p:nvSpPr>
          <p:spPr>
            <a:xfrm>
              <a:off x="6076522" y="3095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2" name="Freeform 21601">
              <a:extLst>
                <a:ext uri="{FF2B5EF4-FFF2-40B4-BE49-F238E27FC236}">
                  <a16:creationId xmlns:a16="http://schemas.microsoft.com/office/drawing/2014/main" id="{CC15FEC3-F875-EA78-73D4-2A42FD91BD3E}"/>
                </a:ext>
              </a:extLst>
            </p:cNvPr>
            <p:cNvSpPr/>
            <p:nvPr/>
          </p:nvSpPr>
          <p:spPr>
            <a:xfrm>
              <a:off x="6134434" y="32813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3" name="Freeform 21602">
              <a:extLst>
                <a:ext uri="{FF2B5EF4-FFF2-40B4-BE49-F238E27FC236}">
                  <a16:creationId xmlns:a16="http://schemas.microsoft.com/office/drawing/2014/main" id="{1592E7F5-965A-877F-307E-F9DA9F18B379}"/>
                </a:ext>
              </a:extLst>
            </p:cNvPr>
            <p:cNvSpPr/>
            <p:nvPr/>
          </p:nvSpPr>
          <p:spPr>
            <a:xfrm>
              <a:off x="6286834" y="3433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4" name="Freeform 21603">
              <a:extLst>
                <a:ext uri="{FF2B5EF4-FFF2-40B4-BE49-F238E27FC236}">
                  <a16:creationId xmlns:a16="http://schemas.microsoft.com/office/drawing/2014/main" id="{BF4A586B-2AD1-68D1-A954-2FDA8087DF88}"/>
                </a:ext>
              </a:extLst>
            </p:cNvPr>
            <p:cNvSpPr/>
            <p:nvPr/>
          </p:nvSpPr>
          <p:spPr>
            <a:xfrm>
              <a:off x="6228922" y="3247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5" name="Freeform 21604">
              <a:extLst>
                <a:ext uri="{FF2B5EF4-FFF2-40B4-BE49-F238E27FC236}">
                  <a16:creationId xmlns:a16="http://schemas.microsoft.com/office/drawing/2014/main" id="{A5BB412F-07C5-3A19-F364-416E2F00EFCE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6" name="Freeform 21605">
              <a:extLst>
                <a:ext uri="{FF2B5EF4-FFF2-40B4-BE49-F238E27FC236}">
                  <a16:creationId xmlns:a16="http://schemas.microsoft.com/office/drawing/2014/main" id="{14BE553E-DD4F-9D67-AFDF-564DCDE9B50F}"/>
                </a:ext>
              </a:extLst>
            </p:cNvPr>
            <p:cNvSpPr/>
            <p:nvPr/>
          </p:nvSpPr>
          <p:spPr>
            <a:xfrm>
              <a:off x="6720566" y="324308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7" name="Freeform 21606">
              <a:extLst>
                <a:ext uri="{FF2B5EF4-FFF2-40B4-BE49-F238E27FC236}">
                  <a16:creationId xmlns:a16="http://schemas.microsoft.com/office/drawing/2014/main" id="{EB4CDF07-69E7-ACA9-8AA4-1D512EDE3C62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8" name="Freeform 21607">
              <a:extLst>
                <a:ext uri="{FF2B5EF4-FFF2-40B4-BE49-F238E27FC236}">
                  <a16:creationId xmlns:a16="http://schemas.microsoft.com/office/drawing/2014/main" id="{1374DADA-0837-E6A2-F030-FA2D19517092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09" name="Freeform 21608">
              <a:extLst>
                <a:ext uri="{FF2B5EF4-FFF2-40B4-BE49-F238E27FC236}">
                  <a16:creationId xmlns:a16="http://schemas.microsoft.com/office/drawing/2014/main" id="{E3709742-E328-6708-2953-60D60B1315E9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0" name="Freeform 21609">
              <a:extLst>
                <a:ext uri="{FF2B5EF4-FFF2-40B4-BE49-F238E27FC236}">
                  <a16:creationId xmlns:a16="http://schemas.microsoft.com/office/drawing/2014/main" id="{686E8847-AA50-3FBA-C76C-5B8C94B7821F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1" name="Freeform 21610">
              <a:extLst>
                <a:ext uri="{FF2B5EF4-FFF2-40B4-BE49-F238E27FC236}">
                  <a16:creationId xmlns:a16="http://schemas.microsoft.com/office/drawing/2014/main" id="{2881A8DF-DC4B-9E14-E576-CE013AC090CC}"/>
                </a:ext>
              </a:extLst>
            </p:cNvPr>
            <p:cNvSpPr/>
            <p:nvPr/>
          </p:nvSpPr>
          <p:spPr>
            <a:xfrm>
              <a:off x="6379190" y="32308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2" name="Freeform 21611">
              <a:extLst>
                <a:ext uri="{FF2B5EF4-FFF2-40B4-BE49-F238E27FC236}">
                  <a16:creationId xmlns:a16="http://schemas.microsoft.com/office/drawing/2014/main" id="{1398B4AB-3FE2-1BA2-8255-89EAB1E69814}"/>
                </a:ext>
              </a:extLst>
            </p:cNvPr>
            <p:cNvSpPr/>
            <p:nvPr/>
          </p:nvSpPr>
          <p:spPr>
            <a:xfrm>
              <a:off x="6531590" y="33832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3" name="Freeform 21612">
              <a:extLst>
                <a:ext uri="{FF2B5EF4-FFF2-40B4-BE49-F238E27FC236}">
                  <a16:creationId xmlns:a16="http://schemas.microsoft.com/office/drawing/2014/main" id="{40F4883B-700E-0DB5-DECC-D8F484E3C9D7}"/>
                </a:ext>
              </a:extLst>
            </p:cNvPr>
            <p:cNvSpPr/>
            <p:nvPr/>
          </p:nvSpPr>
          <p:spPr>
            <a:xfrm>
              <a:off x="6437102" y="34168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4" name="Freeform 21613">
              <a:extLst>
                <a:ext uri="{FF2B5EF4-FFF2-40B4-BE49-F238E27FC236}">
                  <a16:creationId xmlns:a16="http://schemas.microsoft.com/office/drawing/2014/main" id="{DE9DF884-B010-B2D3-18A0-F7ADD37D5C37}"/>
                </a:ext>
              </a:extLst>
            </p:cNvPr>
            <p:cNvSpPr/>
            <p:nvPr/>
          </p:nvSpPr>
          <p:spPr>
            <a:xfrm>
              <a:off x="6589502" y="35692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5" name="Freeform 21614">
              <a:extLst>
                <a:ext uri="{FF2B5EF4-FFF2-40B4-BE49-F238E27FC236}">
                  <a16:creationId xmlns:a16="http://schemas.microsoft.com/office/drawing/2014/main" id="{95FD9CD1-A9A1-8CE9-B472-2DCD82F9845B}"/>
                </a:ext>
              </a:extLst>
            </p:cNvPr>
            <p:cNvSpPr/>
            <p:nvPr/>
          </p:nvSpPr>
          <p:spPr>
            <a:xfrm>
              <a:off x="6741902" y="372162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6" name="Freeform 21615">
              <a:extLst>
                <a:ext uri="{FF2B5EF4-FFF2-40B4-BE49-F238E27FC236}">
                  <a16:creationId xmlns:a16="http://schemas.microsoft.com/office/drawing/2014/main" id="{6AD3200F-03A8-E751-7265-5F292ECE7245}"/>
                </a:ext>
              </a:extLst>
            </p:cNvPr>
            <p:cNvSpPr/>
            <p:nvPr/>
          </p:nvSpPr>
          <p:spPr>
            <a:xfrm>
              <a:off x="6683990" y="353569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7" name="Freeform 21616">
              <a:extLst>
                <a:ext uri="{FF2B5EF4-FFF2-40B4-BE49-F238E27FC236}">
                  <a16:creationId xmlns:a16="http://schemas.microsoft.com/office/drawing/2014/main" id="{7F32EB06-06C3-D2C6-C5EF-B0F7BF9D6120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8" name="Freeform 21617">
              <a:extLst>
                <a:ext uri="{FF2B5EF4-FFF2-40B4-BE49-F238E27FC236}">
                  <a16:creationId xmlns:a16="http://schemas.microsoft.com/office/drawing/2014/main" id="{E6E9B51B-F0ED-5385-8B66-FE7EB34D03B5}"/>
                </a:ext>
              </a:extLst>
            </p:cNvPr>
            <p:cNvSpPr/>
            <p:nvPr/>
          </p:nvSpPr>
          <p:spPr>
            <a:xfrm>
              <a:off x="6586454" y="32735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9" name="Freeform 21618">
              <a:extLst>
                <a:ext uri="{FF2B5EF4-FFF2-40B4-BE49-F238E27FC236}">
                  <a16:creationId xmlns:a16="http://schemas.microsoft.com/office/drawing/2014/main" id="{7DBBD32D-1935-A7A0-663E-628E3699F168}"/>
                </a:ext>
              </a:extLst>
            </p:cNvPr>
            <p:cNvSpPr/>
            <p:nvPr/>
          </p:nvSpPr>
          <p:spPr>
            <a:xfrm>
              <a:off x="6738854" y="342596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0" name="Freeform 21619">
              <a:extLst>
                <a:ext uri="{FF2B5EF4-FFF2-40B4-BE49-F238E27FC236}">
                  <a16:creationId xmlns:a16="http://schemas.microsoft.com/office/drawing/2014/main" id="{429BD74B-3D15-7562-2B64-2769B868DBC8}"/>
                </a:ext>
              </a:extLst>
            </p:cNvPr>
            <p:cNvSpPr/>
            <p:nvPr/>
          </p:nvSpPr>
          <p:spPr>
            <a:xfrm>
              <a:off x="6680942" y="324004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1" name="Freeform 21620">
              <a:extLst>
                <a:ext uri="{FF2B5EF4-FFF2-40B4-BE49-F238E27FC236}">
                  <a16:creationId xmlns:a16="http://schemas.microsoft.com/office/drawing/2014/main" id="{5CB13740-3720-CDF6-8525-A1093B36C4A7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2" name="Freeform 21621">
              <a:extLst>
                <a:ext uri="{FF2B5EF4-FFF2-40B4-BE49-F238E27FC236}">
                  <a16:creationId xmlns:a16="http://schemas.microsoft.com/office/drawing/2014/main" id="{22E8D286-7C38-6C0F-A565-039C93D0E470}"/>
                </a:ext>
              </a:extLst>
            </p:cNvPr>
            <p:cNvSpPr/>
            <p:nvPr/>
          </p:nvSpPr>
          <p:spPr>
            <a:xfrm>
              <a:off x="6696182" y="33252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3" name="Freeform 21622">
              <a:extLst>
                <a:ext uri="{FF2B5EF4-FFF2-40B4-BE49-F238E27FC236}">
                  <a16:creationId xmlns:a16="http://schemas.microsoft.com/office/drawing/2014/main" id="{BB9FB40D-6F4A-8D82-1AFB-A9B4A254BA59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4" name="Freeform 21623">
              <a:extLst>
                <a:ext uri="{FF2B5EF4-FFF2-40B4-BE49-F238E27FC236}">
                  <a16:creationId xmlns:a16="http://schemas.microsoft.com/office/drawing/2014/main" id="{BA489E59-0C09-0320-3DB8-B02D53380356}"/>
                </a:ext>
              </a:extLst>
            </p:cNvPr>
            <p:cNvSpPr/>
            <p:nvPr/>
          </p:nvSpPr>
          <p:spPr>
            <a:xfrm>
              <a:off x="6790670" y="32917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5" name="Freeform 21624">
              <a:extLst>
                <a:ext uri="{FF2B5EF4-FFF2-40B4-BE49-F238E27FC236}">
                  <a16:creationId xmlns:a16="http://schemas.microsoft.com/office/drawing/2014/main" id="{52B86C4F-6803-E472-98B4-49A5D9AF5551}"/>
                </a:ext>
              </a:extLst>
            </p:cNvPr>
            <p:cNvSpPr/>
            <p:nvPr/>
          </p:nvSpPr>
          <p:spPr>
            <a:xfrm>
              <a:off x="6848582" y="34776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6" name="Freeform 21625">
              <a:extLst>
                <a:ext uri="{FF2B5EF4-FFF2-40B4-BE49-F238E27FC236}">
                  <a16:creationId xmlns:a16="http://schemas.microsoft.com/office/drawing/2014/main" id="{11762672-E3CE-83A1-0DCD-6273CAB91CE0}"/>
                </a:ext>
              </a:extLst>
            </p:cNvPr>
            <p:cNvSpPr/>
            <p:nvPr/>
          </p:nvSpPr>
          <p:spPr>
            <a:xfrm>
              <a:off x="7153382" y="378245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7" name="Freeform 21626">
              <a:extLst>
                <a:ext uri="{FF2B5EF4-FFF2-40B4-BE49-F238E27FC236}">
                  <a16:creationId xmlns:a16="http://schemas.microsoft.com/office/drawing/2014/main" id="{61D7AEDC-7A5D-C069-32BB-2E042E0E6894}"/>
                </a:ext>
              </a:extLst>
            </p:cNvPr>
            <p:cNvSpPr/>
            <p:nvPr/>
          </p:nvSpPr>
          <p:spPr>
            <a:xfrm>
              <a:off x="7095470" y="359652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8" name="Freeform 21627">
              <a:extLst>
                <a:ext uri="{FF2B5EF4-FFF2-40B4-BE49-F238E27FC236}">
                  <a16:creationId xmlns:a16="http://schemas.microsoft.com/office/drawing/2014/main" id="{8687F0BC-ADB7-CF90-5AA7-6EB1B2680A65}"/>
                </a:ext>
              </a:extLst>
            </p:cNvPr>
            <p:cNvSpPr/>
            <p:nvPr/>
          </p:nvSpPr>
          <p:spPr>
            <a:xfrm>
              <a:off x="7150334" y="34867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9" name="Freeform 21628">
              <a:extLst>
                <a:ext uri="{FF2B5EF4-FFF2-40B4-BE49-F238E27FC236}">
                  <a16:creationId xmlns:a16="http://schemas.microsoft.com/office/drawing/2014/main" id="{9704CE85-971C-C3F1-4BC1-75AB4D372CE6}"/>
                </a:ext>
              </a:extLst>
            </p:cNvPr>
            <p:cNvSpPr/>
            <p:nvPr/>
          </p:nvSpPr>
          <p:spPr>
            <a:xfrm>
              <a:off x="7092422" y="3300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0" name="Freeform 21629">
              <a:extLst>
                <a:ext uri="{FF2B5EF4-FFF2-40B4-BE49-F238E27FC236}">
                  <a16:creationId xmlns:a16="http://schemas.microsoft.com/office/drawing/2014/main" id="{8C5F0E52-A035-6742-A552-9BB6472EAA4D}"/>
                </a:ext>
              </a:extLst>
            </p:cNvPr>
            <p:cNvSpPr/>
            <p:nvPr/>
          </p:nvSpPr>
          <p:spPr>
            <a:xfrm>
              <a:off x="6507206" y="346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1" name="Freeform 21630">
              <a:extLst>
                <a:ext uri="{FF2B5EF4-FFF2-40B4-BE49-F238E27FC236}">
                  <a16:creationId xmlns:a16="http://schemas.microsoft.com/office/drawing/2014/main" id="{2DE5BB79-110C-9CC6-C411-21127C605EDE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2" name="Freeform 21631">
              <a:extLst>
                <a:ext uri="{FF2B5EF4-FFF2-40B4-BE49-F238E27FC236}">
                  <a16:creationId xmlns:a16="http://schemas.microsoft.com/office/drawing/2014/main" id="{DF9447E8-C1AF-BB33-8949-72D95595E098}"/>
                </a:ext>
              </a:extLst>
            </p:cNvPr>
            <p:cNvSpPr/>
            <p:nvPr/>
          </p:nvSpPr>
          <p:spPr>
            <a:xfrm>
              <a:off x="6565118" y="36513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3" name="Freeform 21632">
              <a:extLst>
                <a:ext uri="{FF2B5EF4-FFF2-40B4-BE49-F238E27FC236}">
                  <a16:creationId xmlns:a16="http://schemas.microsoft.com/office/drawing/2014/main" id="{B7438908-8F86-B22B-D9B6-DCB48F938519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4" name="Freeform 21633">
              <a:extLst>
                <a:ext uri="{FF2B5EF4-FFF2-40B4-BE49-F238E27FC236}">
                  <a16:creationId xmlns:a16="http://schemas.microsoft.com/office/drawing/2014/main" id="{1914105E-75DC-2151-0530-B49152157D17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5" name="Freeform 21634">
              <a:extLst>
                <a:ext uri="{FF2B5EF4-FFF2-40B4-BE49-F238E27FC236}">
                  <a16:creationId xmlns:a16="http://schemas.microsoft.com/office/drawing/2014/main" id="{3FE7E8DF-554D-79AF-049C-4471ED21435A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6" name="Freeform 21635">
              <a:extLst>
                <a:ext uri="{FF2B5EF4-FFF2-40B4-BE49-F238E27FC236}">
                  <a16:creationId xmlns:a16="http://schemas.microsoft.com/office/drawing/2014/main" id="{58E2CAA1-7A6D-5AC4-1FCC-C4EE9B032DD9}"/>
                </a:ext>
              </a:extLst>
            </p:cNvPr>
            <p:cNvSpPr/>
            <p:nvPr/>
          </p:nvSpPr>
          <p:spPr>
            <a:xfrm>
              <a:off x="6659606" y="361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7" name="Freeform 21636">
              <a:extLst>
                <a:ext uri="{FF2B5EF4-FFF2-40B4-BE49-F238E27FC236}">
                  <a16:creationId xmlns:a16="http://schemas.microsoft.com/office/drawing/2014/main" id="{14E08A44-7FD7-4A29-2167-A4B6CDB24255}"/>
                </a:ext>
              </a:extLst>
            </p:cNvPr>
            <p:cNvSpPr/>
            <p:nvPr/>
          </p:nvSpPr>
          <p:spPr>
            <a:xfrm>
              <a:off x="6812006" y="377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8" name="Freeform 21637">
              <a:extLst>
                <a:ext uri="{FF2B5EF4-FFF2-40B4-BE49-F238E27FC236}">
                  <a16:creationId xmlns:a16="http://schemas.microsoft.com/office/drawing/2014/main" id="{0422FB0E-867E-2F19-776F-EE3D26527661}"/>
                </a:ext>
              </a:extLst>
            </p:cNvPr>
            <p:cNvSpPr/>
            <p:nvPr/>
          </p:nvSpPr>
          <p:spPr>
            <a:xfrm>
              <a:off x="6717518" y="38037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39" name="Freeform 21638">
              <a:extLst>
                <a:ext uri="{FF2B5EF4-FFF2-40B4-BE49-F238E27FC236}">
                  <a16:creationId xmlns:a16="http://schemas.microsoft.com/office/drawing/2014/main" id="{83D7ED53-59BA-4B76-69F0-4467555C36FE}"/>
                </a:ext>
              </a:extLst>
            </p:cNvPr>
            <p:cNvSpPr/>
            <p:nvPr/>
          </p:nvSpPr>
          <p:spPr>
            <a:xfrm>
              <a:off x="6869918" y="39561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0" name="Freeform 21639">
              <a:extLst>
                <a:ext uri="{FF2B5EF4-FFF2-40B4-BE49-F238E27FC236}">
                  <a16:creationId xmlns:a16="http://schemas.microsoft.com/office/drawing/2014/main" id="{32FE9845-282F-5809-2951-FA58DDA17683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1" name="Freeform 21640">
              <a:extLst>
                <a:ext uri="{FF2B5EF4-FFF2-40B4-BE49-F238E27FC236}">
                  <a16:creationId xmlns:a16="http://schemas.microsoft.com/office/drawing/2014/main" id="{9079E679-54D7-D00C-C26A-9EDBD6F027E2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2" name="Freeform 21641">
              <a:extLst>
                <a:ext uri="{FF2B5EF4-FFF2-40B4-BE49-F238E27FC236}">
                  <a16:creationId xmlns:a16="http://schemas.microsoft.com/office/drawing/2014/main" id="{79DC1702-1C7D-F25C-C13D-5A29C49ACC6D}"/>
                </a:ext>
              </a:extLst>
            </p:cNvPr>
            <p:cNvSpPr/>
            <p:nvPr/>
          </p:nvSpPr>
          <p:spPr>
            <a:xfrm>
              <a:off x="6808958" y="347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3" name="Freeform 21642">
              <a:extLst>
                <a:ext uri="{FF2B5EF4-FFF2-40B4-BE49-F238E27FC236}">
                  <a16:creationId xmlns:a16="http://schemas.microsoft.com/office/drawing/2014/main" id="{34EE46B7-39AB-4DC0-CFBD-9979CAAE8771}"/>
                </a:ext>
              </a:extLst>
            </p:cNvPr>
            <p:cNvSpPr/>
            <p:nvPr/>
          </p:nvSpPr>
          <p:spPr>
            <a:xfrm>
              <a:off x="6866870" y="3660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4" name="Freeform 21643">
              <a:extLst>
                <a:ext uri="{FF2B5EF4-FFF2-40B4-BE49-F238E27FC236}">
                  <a16:creationId xmlns:a16="http://schemas.microsoft.com/office/drawing/2014/main" id="{3548E71C-66F3-8130-55DC-EA93D12B5CD6}"/>
                </a:ext>
              </a:extLst>
            </p:cNvPr>
            <p:cNvSpPr/>
            <p:nvPr/>
          </p:nvSpPr>
          <p:spPr>
            <a:xfrm>
              <a:off x="6441999" y="35207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5" name="Freeform 21644">
              <a:extLst>
                <a:ext uri="{FF2B5EF4-FFF2-40B4-BE49-F238E27FC236}">
                  <a16:creationId xmlns:a16="http://schemas.microsoft.com/office/drawing/2014/main" id="{C69C61A4-BD18-BD21-B2CC-E3F215A2349C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6" name="Freeform 21645">
              <a:extLst>
                <a:ext uri="{FF2B5EF4-FFF2-40B4-BE49-F238E27FC236}">
                  <a16:creationId xmlns:a16="http://schemas.microsoft.com/office/drawing/2014/main" id="{851B9C8D-04C9-9810-9A9B-2E53DA9E25E4}"/>
                </a:ext>
              </a:extLst>
            </p:cNvPr>
            <p:cNvSpPr/>
            <p:nvPr/>
          </p:nvSpPr>
          <p:spPr>
            <a:xfrm>
              <a:off x="6499911" y="37066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7" name="Freeform 21646">
              <a:extLst>
                <a:ext uri="{FF2B5EF4-FFF2-40B4-BE49-F238E27FC236}">
                  <a16:creationId xmlns:a16="http://schemas.microsoft.com/office/drawing/2014/main" id="{F447104E-CF07-9A50-797B-5758B860601E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8" name="Freeform 21647">
              <a:extLst>
                <a:ext uri="{FF2B5EF4-FFF2-40B4-BE49-F238E27FC236}">
                  <a16:creationId xmlns:a16="http://schemas.microsoft.com/office/drawing/2014/main" id="{2B830BBB-86E7-106B-A766-4EDF1C06A372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49" name="Freeform 21648">
              <a:extLst>
                <a:ext uri="{FF2B5EF4-FFF2-40B4-BE49-F238E27FC236}">
                  <a16:creationId xmlns:a16="http://schemas.microsoft.com/office/drawing/2014/main" id="{A9DA78A1-4C67-2D99-3842-687CC7886DD3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0" name="Freeform 21649">
              <a:extLst>
                <a:ext uri="{FF2B5EF4-FFF2-40B4-BE49-F238E27FC236}">
                  <a16:creationId xmlns:a16="http://schemas.microsoft.com/office/drawing/2014/main" id="{10DEAA66-49BF-9DD2-A2F6-46AD7DA1A146}"/>
                </a:ext>
              </a:extLst>
            </p:cNvPr>
            <p:cNvSpPr/>
            <p:nvPr/>
          </p:nvSpPr>
          <p:spPr>
            <a:xfrm>
              <a:off x="6594399" y="36731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1" name="Freeform 21650">
              <a:extLst>
                <a:ext uri="{FF2B5EF4-FFF2-40B4-BE49-F238E27FC236}">
                  <a16:creationId xmlns:a16="http://schemas.microsoft.com/office/drawing/2014/main" id="{4ABD8385-9F27-E2D7-9D1E-89641A0458CA}"/>
                </a:ext>
              </a:extLst>
            </p:cNvPr>
            <p:cNvSpPr/>
            <p:nvPr/>
          </p:nvSpPr>
          <p:spPr>
            <a:xfrm>
              <a:off x="6746799" y="38255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2" name="Freeform 21651">
              <a:extLst>
                <a:ext uri="{FF2B5EF4-FFF2-40B4-BE49-F238E27FC236}">
                  <a16:creationId xmlns:a16="http://schemas.microsoft.com/office/drawing/2014/main" id="{528BA364-9499-AB5A-ED8F-FAF8EB31B5E7}"/>
                </a:ext>
              </a:extLst>
            </p:cNvPr>
            <p:cNvSpPr/>
            <p:nvPr/>
          </p:nvSpPr>
          <p:spPr>
            <a:xfrm>
              <a:off x="6652311" y="38590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3" name="Freeform 21652">
              <a:extLst>
                <a:ext uri="{FF2B5EF4-FFF2-40B4-BE49-F238E27FC236}">
                  <a16:creationId xmlns:a16="http://schemas.microsoft.com/office/drawing/2014/main" id="{58E5E343-519F-6B91-3AD3-BCD9DB98A23D}"/>
                </a:ext>
              </a:extLst>
            </p:cNvPr>
            <p:cNvSpPr/>
            <p:nvPr/>
          </p:nvSpPr>
          <p:spPr>
            <a:xfrm>
              <a:off x="6804711" y="401146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4" name="Freeform 21653">
              <a:extLst>
                <a:ext uri="{FF2B5EF4-FFF2-40B4-BE49-F238E27FC236}">
                  <a16:creationId xmlns:a16="http://schemas.microsoft.com/office/drawing/2014/main" id="{A667BC37-A9AD-91B7-3B36-5EEE9FD1E4A6}"/>
                </a:ext>
              </a:extLst>
            </p:cNvPr>
            <p:cNvSpPr/>
            <p:nvPr/>
          </p:nvSpPr>
          <p:spPr>
            <a:xfrm>
              <a:off x="6899199" y="3977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5" name="Freeform 21654">
              <a:extLst>
                <a:ext uri="{FF2B5EF4-FFF2-40B4-BE49-F238E27FC236}">
                  <a16:creationId xmlns:a16="http://schemas.microsoft.com/office/drawing/2014/main" id="{E4EAF565-DABC-91AA-CF3B-CB053DD155AF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6" name="Freeform 21655">
              <a:extLst>
                <a:ext uri="{FF2B5EF4-FFF2-40B4-BE49-F238E27FC236}">
                  <a16:creationId xmlns:a16="http://schemas.microsoft.com/office/drawing/2014/main" id="{31B96B00-A704-2FE4-425B-5A3B1658207B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7" name="Freeform 21656">
              <a:extLst>
                <a:ext uri="{FF2B5EF4-FFF2-40B4-BE49-F238E27FC236}">
                  <a16:creationId xmlns:a16="http://schemas.microsoft.com/office/drawing/2014/main" id="{A2D93E94-52B9-81BF-C362-0FC7580EF70F}"/>
                </a:ext>
              </a:extLst>
            </p:cNvPr>
            <p:cNvSpPr/>
            <p:nvPr/>
          </p:nvSpPr>
          <p:spPr>
            <a:xfrm>
              <a:off x="6743751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8" name="Freeform 21657">
              <a:extLst>
                <a:ext uri="{FF2B5EF4-FFF2-40B4-BE49-F238E27FC236}">
                  <a16:creationId xmlns:a16="http://schemas.microsoft.com/office/drawing/2014/main" id="{1BF8BE53-29AD-5F0D-34AE-4B62267F85DB}"/>
                </a:ext>
              </a:extLst>
            </p:cNvPr>
            <p:cNvSpPr/>
            <p:nvPr/>
          </p:nvSpPr>
          <p:spPr>
            <a:xfrm>
              <a:off x="6801663" y="37158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59" name="Freeform 21658">
              <a:extLst>
                <a:ext uri="{FF2B5EF4-FFF2-40B4-BE49-F238E27FC236}">
                  <a16:creationId xmlns:a16="http://schemas.microsoft.com/office/drawing/2014/main" id="{936027B2-978E-E941-FCE7-AD24D80827E0}"/>
                </a:ext>
              </a:extLst>
            </p:cNvPr>
            <p:cNvSpPr/>
            <p:nvPr/>
          </p:nvSpPr>
          <p:spPr>
            <a:xfrm>
              <a:off x="6896151" y="36822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0" name="Freeform 21659">
              <a:extLst>
                <a:ext uri="{FF2B5EF4-FFF2-40B4-BE49-F238E27FC236}">
                  <a16:creationId xmlns:a16="http://schemas.microsoft.com/office/drawing/2014/main" id="{244D3108-0CF5-5CD7-48DE-3DF37C41EBEA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1" name="Freeform 21660">
              <a:extLst>
                <a:ext uri="{FF2B5EF4-FFF2-40B4-BE49-F238E27FC236}">
                  <a16:creationId xmlns:a16="http://schemas.microsoft.com/office/drawing/2014/main" id="{FFBC6B24-96D9-1C61-FF5A-EDEF865647BC}"/>
                </a:ext>
              </a:extLst>
            </p:cNvPr>
            <p:cNvSpPr/>
            <p:nvPr/>
          </p:nvSpPr>
          <p:spPr>
            <a:xfrm>
              <a:off x="6368847" y="40328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2" name="Freeform 21661">
              <a:extLst>
                <a:ext uri="{FF2B5EF4-FFF2-40B4-BE49-F238E27FC236}">
                  <a16:creationId xmlns:a16="http://schemas.microsoft.com/office/drawing/2014/main" id="{A94FAA11-E017-09EA-8E83-BBC2E56AC38A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3" name="Freeform 21662">
              <a:extLst>
                <a:ext uri="{FF2B5EF4-FFF2-40B4-BE49-F238E27FC236}">
                  <a16:creationId xmlns:a16="http://schemas.microsoft.com/office/drawing/2014/main" id="{9B35DEB3-B431-C798-8E00-520D55E9C808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4" name="Freeform 21663">
              <a:extLst>
                <a:ext uri="{FF2B5EF4-FFF2-40B4-BE49-F238E27FC236}">
                  <a16:creationId xmlns:a16="http://schemas.microsoft.com/office/drawing/2014/main" id="{7F76AC67-5C41-039E-60CD-F469E34F1249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5" name="Freeform 21664">
              <a:extLst>
                <a:ext uri="{FF2B5EF4-FFF2-40B4-BE49-F238E27FC236}">
                  <a16:creationId xmlns:a16="http://schemas.microsoft.com/office/drawing/2014/main" id="{7293D019-3C76-ED4D-0E6B-A9578555EBEA}"/>
                </a:ext>
              </a:extLst>
            </p:cNvPr>
            <p:cNvSpPr/>
            <p:nvPr/>
          </p:nvSpPr>
          <p:spPr>
            <a:xfrm>
              <a:off x="6463335" y="39992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6" name="Freeform 21665">
              <a:extLst>
                <a:ext uri="{FF2B5EF4-FFF2-40B4-BE49-F238E27FC236}">
                  <a16:creationId xmlns:a16="http://schemas.microsoft.com/office/drawing/2014/main" id="{50C62C5E-FBC3-DADB-2178-C20C6A3F4C1D}"/>
                </a:ext>
              </a:extLst>
            </p:cNvPr>
            <p:cNvSpPr/>
            <p:nvPr/>
          </p:nvSpPr>
          <p:spPr>
            <a:xfrm>
              <a:off x="6615735" y="41516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7" name="Freeform 21666">
              <a:extLst>
                <a:ext uri="{FF2B5EF4-FFF2-40B4-BE49-F238E27FC236}">
                  <a16:creationId xmlns:a16="http://schemas.microsoft.com/office/drawing/2014/main" id="{68574DD3-247E-D61C-458E-7D3F8776B6FA}"/>
                </a:ext>
              </a:extLst>
            </p:cNvPr>
            <p:cNvSpPr/>
            <p:nvPr/>
          </p:nvSpPr>
          <p:spPr>
            <a:xfrm>
              <a:off x="6521247" y="41852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8" name="Freeform 21667">
              <a:extLst>
                <a:ext uri="{FF2B5EF4-FFF2-40B4-BE49-F238E27FC236}">
                  <a16:creationId xmlns:a16="http://schemas.microsoft.com/office/drawing/2014/main" id="{14EA66C3-8325-3449-91EE-FD695FE3193B}"/>
                </a:ext>
              </a:extLst>
            </p:cNvPr>
            <p:cNvSpPr/>
            <p:nvPr/>
          </p:nvSpPr>
          <p:spPr>
            <a:xfrm>
              <a:off x="6673647" y="43376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69" name="Freeform 21668">
              <a:extLst>
                <a:ext uri="{FF2B5EF4-FFF2-40B4-BE49-F238E27FC236}">
                  <a16:creationId xmlns:a16="http://schemas.microsoft.com/office/drawing/2014/main" id="{5AD86758-C892-4E03-E7F8-ED7F1D4D8A0D}"/>
                </a:ext>
              </a:extLst>
            </p:cNvPr>
            <p:cNvSpPr/>
            <p:nvPr/>
          </p:nvSpPr>
          <p:spPr>
            <a:xfrm>
              <a:off x="6826047" y="449000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0" name="Freeform 21669">
              <a:extLst>
                <a:ext uri="{FF2B5EF4-FFF2-40B4-BE49-F238E27FC236}">
                  <a16:creationId xmlns:a16="http://schemas.microsoft.com/office/drawing/2014/main" id="{BFFB7185-34EF-30E6-C61C-32627E69E370}"/>
                </a:ext>
              </a:extLst>
            </p:cNvPr>
            <p:cNvSpPr/>
            <p:nvPr/>
          </p:nvSpPr>
          <p:spPr>
            <a:xfrm>
              <a:off x="6768135" y="430407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1" name="Freeform 21670">
              <a:extLst>
                <a:ext uri="{FF2B5EF4-FFF2-40B4-BE49-F238E27FC236}">
                  <a16:creationId xmlns:a16="http://schemas.microsoft.com/office/drawing/2014/main" id="{A02EE599-E15D-EE3E-2369-3642EBE0C522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2" name="Freeform 21671">
              <a:extLst>
                <a:ext uri="{FF2B5EF4-FFF2-40B4-BE49-F238E27FC236}">
                  <a16:creationId xmlns:a16="http://schemas.microsoft.com/office/drawing/2014/main" id="{A15FB7DA-3CED-4BDD-62EF-80925B09E7B7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3" name="Freeform 21672">
              <a:extLst>
                <a:ext uri="{FF2B5EF4-FFF2-40B4-BE49-F238E27FC236}">
                  <a16:creationId xmlns:a16="http://schemas.microsoft.com/office/drawing/2014/main" id="{C0096DAF-E8CC-B6C5-9399-571F8EF31D79}"/>
                </a:ext>
              </a:extLst>
            </p:cNvPr>
            <p:cNvSpPr/>
            <p:nvPr/>
          </p:nvSpPr>
          <p:spPr>
            <a:xfrm>
              <a:off x="6612687" y="38560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4" name="Freeform 21673">
              <a:extLst>
                <a:ext uri="{FF2B5EF4-FFF2-40B4-BE49-F238E27FC236}">
                  <a16:creationId xmlns:a16="http://schemas.microsoft.com/office/drawing/2014/main" id="{20F19EA9-1F73-6B3B-710D-E163779A43F2}"/>
                </a:ext>
              </a:extLst>
            </p:cNvPr>
            <p:cNvSpPr/>
            <p:nvPr/>
          </p:nvSpPr>
          <p:spPr>
            <a:xfrm>
              <a:off x="6670599" y="40419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5" name="Freeform 21674">
              <a:extLst>
                <a:ext uri="{FF2B5EF4-FFF2-40B4-BE49-F238E27FC236}">
                  <a16:creationId xmlns:a16="http://schemas.microsoft.com/office/drawing/2014/main" id="{5DE4B4B7-ACF7-7120-1AE1-1374C747A6A1}"/>
                </a:ext>
              </a:extLst>
            </p:cNvPr>
            <p:cNvSpPr/>
            <p:nvPr/>
          </p:nvSpPr>
          <p:spPr>
            <a:xfrm>
              <a:off x="6822999" y="419434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6" name="Freeform 21675">
              <a:extLst>
                <a:ext uri="{FF2B5EF4-FFF2-40B4-BE49-F238E27FC236}">
                  <a16:creationId xmlns:a16="http://schemas.microsoft.com/office/drawing/2014/main" id="{18089C3A-193F-DD60-4007-8A9DD0CCFA97}"/>
                </a:ext>
              </a:extLst>
            </p:cNvPr>
            <p:cNvSpPr/>
            <p:nvPr/>
          </p:nvSpPr>
          <p:spPr>
            <a:xfrm>
              <a:off x="6765087" y="400841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7" name="Freeform 21676">
              <a:extLst>
                <a:ext uri="{FF2B5EF4-FFF2-40B4-BE49-F238E27FC236}">
                  <a16:creationId xmlns:a16="http://schemas.microsoft.com/office/drawing/2014/main" id="{2D90789B-D2C0-398A-120A-190522CFBC3C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8" name="Freeform 21677">
              <a:extLst>
                <a:ext uri="{FF2B5EF4-FFF2-40B4-BE49-F238E27FC236}">
                  <a16:creationId xmlns:a16="http://schemas.microsoft.com/office/drawing/2014/main" id="{92A4359B-A1AE-D1C7-579C-3EAB624B783A}"/>
                </a:ext>
              </a:extLst>
            </p:cNvPr>
            <p:cNvSpPr/>
            <p:nvPr/>
          </p:nvSpPr>
          <p:spPr>
            <a:xfrm>
              <a:off x="6849383" y="18588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79" name="Freeform 21678">
              <a:extLst>
                <a:ext uri="{FF2B5EF4-FFF2-40B4-BE49-F238E27FC236}">
                  <a16:creationId xmlns:a16="http://schemas.microsoft.com/office/drawing/2014/main" id="{BABBBEB3-C035-8EC6-852F-125835ED351B}"/>
                </a:ext>
              </a:extLst>
            </p:cNvPr>
            <p:cNvSpPr/>
            <p:nvPr/>
          </p:nvSpPr>
          <p:spPr>
            <a:xfrm>
              <a:off x="7001783" y="20112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0" name="Freeform 21679">
              <a:extLst>
                <a:ext uri="{FF2B5EF4-FFF2-40B4-BE49-F238E27FC236}">
                  <a16:creationId xmlns:a16="http://schemas.microsoft.com/office/drawing/2014/main" id="{9EFA74B8-9BAE-00CC-D337-5DBE7B4798A8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1" name="Freeform 21680">
              <a:extLst>
                <a:ext uri="{FF2B5EF4-FFF2-40B4-BE49-F238E27FC236}">
                  <a16:creationId xmlns:a16="http://schemas.microsoft.com/office/drawing/2014/main" id="{FD1E63C1-3123-F925-6E6C-3AB18BD65ABA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2" name="Freeform 21681">
              <a:extLst>
                <a:ext uri="{FF2B5EF4-FFF2-40B4-BE49-F238E27FC236}">
                  <a16:creationId xmlns:a16="http://schemas.microsoft.com/office/drawing/2014/main" id="{C096107A-EA9E-84EC-3FE0-F2289FF827F7}"/>
                </a:ext>
              </a:extLst>
            </p:cNvPr>
            <p:cNvSpPr/>
            <p:nvPr/>
          </p:nvSpPr>
          <p:spPr>
            <a:xfrm>
              <a:off x="6660407" y="1999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3" name="Freeform 21682">
              <a:extLst>
                <a:ext uri="{FF2B5EF4-FFF2-40B4-BE49-F238E27FC236}">
                  <a16:creationId xmlns:a16="http://schemas.microsoft.com/office/drawing/2014/main" id="{A190AA1A-8EB1-ABC5-BBBD-7448329D6610}"/>
                </a:ext>
              </a:extLst>
            </p:cNvPr>
            <p:cNvSpPr/>
            <p:nvPr/>
          </p:nvSpPr>
          <p:spPr>
            <a:xfrm>
              <a:off x="6718319" y="2184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4" name="Freeform 21683">
              <a:extLst>
                <a:ext uri="{FF2B5EF4-FFF2-40B4-BE49-F238E27FC236}">
                  <a16:creationId xmlns:a16="http://schemas.microsoft.com/office/drawing/2014/main" id="{6B583446-F1CD-12F9-007B-106479E67F2A}"/>
                </a:ext>
              </a:extLst>
            </p:cNvPr>
            <p:cNvSpPr/>
            <p:nvPr/>
          </p:nvSpPr>
          <p:spPr>
            <a:xfrm>
              <a:off x="6870719" y="23373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5" name="Freeform 21684">
              <a:extLst>
                <a:ext uri="{FF2B5EF4-FFF2-40B4-BE49-F238E27FC236}">
                  <a16:creationId xmlns:a16="http://schemas.microsoft.com/office/drawing/2014/main" id="{B432446E-83AE-D0E8-95D2-F4ADA7BDEC83}"/>
                </a:ext>
              </a:extLst>
            </p:cNvPr>
            <p:cNvSpPr/>
            <p:nvPr/>
          </p:nvSpPr>
          <p:spPr>
            <a:xfrm>
              <a:off x="6812807" y="21514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6" name="Freeform 21685">
              <a:extLst>
                <a:ext uri="{FF2B5EF4-FFF2-40B4-BE49-F238E27FC236}">
                  <a16:creationId xmlns:a16="http://schemas.microsoft.com/office/drawing/2014/main" id="{6B5FDC64-BD08-CA5B-B9B4-CC95018D4896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7" name="Freeform 21686">
              <a:extLst>
                <a:ext uri="{FF2B5EF4-FFF2-40B4-BE49-F238E27FC236}">
                  <a16:creationId xmlns:a16="http://schemas.microsoft.com/office/drawing/2014/main" id="{574AE5D3-7DBA-694C-3134-458CD467D207}"/>
                </a:ext>
              </a:extLst>
            </p:cNvPr>
            <p:cNvSpPr/>
            <p:nvPr/>
          </p:nvSpPr>
          <p:spPr>
            <a:xfrm>
              <a:off x="6715271" y="18892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8" name="Freeform 21687">
              <a:extLst>
                <a:ext uri="{FF2B5EF4-FFF2-40B4-BE49-F238E27FC236}">
                  <a16:creationId xmlns:a16="http://schemas.microsoft.com/office/drawing/2014/main" id="{5FC1F2B9-2906-B57D-8700-0F18AF7E8A38}"/>
                </a:ext>
              </a:extLst>
            </p:cNvPr>
            <p:cNvSpPr/>
            <p:nvPr/>
          </p:nvSpPr>
          <p:spPr>
            <a:xfrm>
              <a:off x="6867671" y="204168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89" name="Freeform 21688">
              <a:extLst>
                <a:ext uri="{FF2B5EF4-FFF2-40B4-BE49-F238E27FC236}">
                  <a16:creationId xmlns:a16="http://schemas.microsoft.com/office/drawing/2014/main" id="{DB7916B0-F099-75A8-B4A0-B293C00D1E2B}"/>
                </a:ext>
              </a:extLst>
            </p:cNvPr>
            <p:cNvSpPr/>
            <p:nvPr/>
          </p:nvSpPr>
          <p:spPr>
            <a:xfrm>
              <a:off x="6809759" y="18557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0" name="Freeform 21689">
              <a:extLst>
                <a:ext uri="{FF2B5EF4-FFF2-40B4-BE49-F238E27FC236}">
                  <a16:creationId xmlns:a16="http://schemas.microsoft.com/office/drawing/2014/main" id="{CA41D8E5-E145-BBFB-B4F4-1FD09EABBE86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1" name="Freeform 21690">
              <a:extLst>
                <a:ext uri="{FF2B5EF4-FFF2-40B4-BE49-F238E27FC236}">
                  <a16:creationId xmlns:a16="http://schemas.microsoft.com/office/drawing/2014/main" id="{EBC826C8-76E2-45CC-4B0B-5D943C5F36BD}"/>
                </a:ext>
              </a:extLst>
            </p:cNvPr>
            <p:cNvSpPr/>
            <p:nvPr/>
          </p:nvSpPr>
          <p:spPr>
            <a:xfrm>
              <a:off x="6824999" y="19409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2" name="Freeform 21691">
              <a:extLst>
                <a:ext uri="{FF2B5EF4-FFF2-40B4-BE49-F238E27FC236}">
                  <a16:creationId xmlns:a16="http://schemas.microsoft.com/office/drawing/2014/main" id="{77705C4F-2F94-D7F1-B9B6-DF853085FAC7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3" name="Freeform 21692">
              <a:extLst>
                <a:ext uri="{FF2B5EF4-FFF2-40B4-BE49-F238E27FC236}">
                  <a16:creationId xmlns:a16="http://schemas.microsoft.com/office/drawing/2014/main" id="{74C3F788-5C63-5165-EBE1-3046F47F6374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4" name="Freeform 21693">
              <a:extLst>
                <a:ext uri="{FF2B5EF4-FFF2-40B4-BE49-F238E27FC236}">
                  <a16:creationId xmlns:a16="http://schemas.microsoft.com/office/drawing/2014/main" id="{7638BAA0-282C-6677-070B-2BBE22FB8CB2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5" name="Freeform 21694">
              <a:extLst>
                <a:ext uri="{FF2B5EF4-FFF2-40B4-BE49-F238E27FC236}">
                  <a16:creationId xmlns:a16="http://schemas.microsoft.com/office/drawing/2014/main" id="{0AD0BB17-A1B9-7750-4ED5-DE4E571B07DD}"/>
                </a:ext>
              </a:extLst>
            </p:cNvPr>
            <p:cNvSpPr/>
            <p:nvPr/>
          </p:nvSpPr>
          <p:spPr>
            <a:xfrm>
              <a:off x="6919487" y="1907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6" name="Freeform 21695">
              <a:extLst>
                <a:ext uri="{FF2B5EF4-FFF2-40B4-BE49-F238E27FC236}">
                  <a16:creationId xmlns:a16="http://schemas.microsoft.com/office/drawing/2014/main" id="{C60C75E5-7C8D-820A-C8CF-27F09D7189CF}"/>
                </a:ext>
              </a:extLst>
            </p:cNvPr>
            <p:cNvSpPr/>
            <p:nvPr/>
          </p:nvSpPr>
          <p:spPr>
            <a:xfrm>
              <a:off x="7071887" y="2059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7" name="Freeform 21696">
              <a:extLst>
                <a:ext uri="{FF2B5EF4-FFF2-40B4-BE49-F238E27FC236}">
                  <a16:creationId xmlns:a16="http://schemas.microsoft.com/office/drawing/2014/main" id="{33943828-4225-D896-7114-F744B4D95C75}"/>
                </a:ext>
              </a:extLst>
            </p:cNvPr>
            <p:cNvSpPr/>
            <p:nvPr/>
          </p:nvSpPr>
          <p:spPr>
            <a:xfrm>
              <a:off x="6977399" y="20933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8" name="Freeform 21697">
              <a:extLst>
                <a:ext uri="{FF2B5EF4-FFF2-40B4-BE49-F238E27FC236}">
                  <a16:creationId xmlns:a16="http://schemas.microsoft.com/office/drawing/2014/main" id="{878C8214-3345-C948-8F59-D0180E77133A}"/>
                </a:ext>
              </a:extLst>
            </p:cNvPr>
            <p:cNvSpPr/>
            <p:nvPr/>
          </p:nvSpPr>
          <p:spPr>
            <a:xfrm>
              <a:off x="7129799" y="22457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99" name="Freeform 21698">
              <a:extLst>
                <a:ext uri="{FF2B5EF4-FFF2-40B4-BE49-F238E27FC236}">
                  <a16:creationId xmlns:a16="http://schemas.microsoft.com/office/drawing/2014/main" id="{1A08152E-B593-12AD-2191-EE082148DB27}"/>
                </a:ext>
              </a:extLst>
            </p:cNvPr>
            <p:cNvSpPr/>
            <p:nvPr/>
          </p:nvSpPr>
          <p:spPr>
            <a:xfrm>
              <a:off x="7282199" y="23981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0" name="Freeform 21699">
              <a:extLst>
                <a:ext uri="{FF2B5EF4-FFF2-40B4-BE49-F238E27FC236}">
                  <a16:creationId xmlns:a16="http://schemas.microsoft.com/office/drawing/2014/main" id="{89D0ADF5-251C-CDFE-31D8-67AEEEA0B77E}"/>
                </a:ext>
              </a:extLst>
            </p:cNvPr>
            <p:cNvSpPr/>
            <p:nvPr/>
          </p:nvSpPr>
          <p:spPr>
            <a:xfrm>
              <a:off x="7224287" y="2212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1" name="Freeform 21700">
              <a:extLst>
                <a:ext uri="{FF2B5EF4-FFF2-40B4-BE49-F238E27FC236}">
                  <a16:creationId xmlns:a16="http://schemas.microsoft.com/office/drawing/2014/main" id="{7B30144D-CF52-9468-3D04-0DC030F9D5D2}"/>
                </a:ext>
              </a:extLst>
            </p:cNvPr>
            <p:cNvSpPr/>
            <p:nvPr/>
          </p:nvSpPr>
          <p:spPr>
            <a:xfrm>
              <a:off x="6636023" y="2081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2" name="Freeform 21701">
              <a:extLst>
                <a:ext uri="{FF2B5EF4-FFF2-40B4-BE49-F238E27FC236}">
                  <a16:creationId xmlns:a16="http://schemas.microsoft.com/office/drawing/2014/main" id="{4A7F0B77-46D8-E159-46DE-FA0187F1C42C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3" name="Freeform 21702">
              <a:extLst>
                <a:ext uri="{FF2B5EF4-FFF2-40B4-BE49-F238E27FC236}">
                  <a16:creationId xmlns:a16="http://schemas.microsoft.com/office/drawing/2014/main" id="{E2DA4CCF-14B5-6B1B-7C46-E4988E43333E}"/>
                </a:ext>
              </a:extLst>
            </p:cNvPr>
            <p:cNvSpPr/>
            <p:nvPr/>
          </p:nvSpPr>
          <p:spPr>
            <a:xfrm>
              <a:off x="6693935" y="22671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4" name="Freeform 21703">
              <a:extLst>
                <a:ext uri="{FF2B5EF4-FFF2-40B4-BE49-F238E27FC236}">
                  <a16:creationId xmlns:a16="http://schemas.microsoft.com/office/drawing/2014/main" id="{B89BBB5C-47DB-B17C-05B5-19266CBD24D2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5" name="Freeform 21704">
              <a:extLst>
                <a:ext uri="{FF2B5EF4-FFF2-40B4-BE49-F238E27FC236}">
                  <a16:creationId xmlns:a16="http://schemas.microsoft.com/office/drawing/2014/main" id="{B4C659E0-4F61-3619-2A1E-ACB05F7AA517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6" name="Freeform 21705">
              <a:extLst>
                <a:ext uri="{FF2B5EF4-FFF2-40B4-BE49-F238E27FC236}">
                  <a16:creationId xmlns:a16="http://schemas.microsoft.com/office/drawing/2014/main" id="{7CC3E667-584E-9AD8-D807-D6C019891D39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7" name="Freeform 21706">
              <a:extLst>
                <a:ext uri="{FF2B5EF4-FFF2-40B4-BE49-F238E27FC236}">
                  <a16:creationId xmlns:a16="http://schemas.microsoft.com/office/drawing/2014/main" id="{70F7D772-940D-619C-BE15-B6195AD678FC}"/>
                </a:ext>
              </a:extLst>
            </p:cNvPr>
            <p:cNvSpPr/>
            <p:nvPr/>
          </p:nvSpPr>
          <p:spPr>
            <a:xfrm>
              <a:off x="6788423" y="2233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8" name="Freeform 21707">
              <a:extLst>
                <a:ext uri="{FF2B5EF4-FFF2-40B4-BE49-F238E27FC236}">
                  <a16:creationId xmlns:a16="http://schemas.microsoft.com/office/drawing/2014/main" id="{995B095E-FBC9-1EDB-9CC7-9867D01D8E87}"/>
                </a:ext>
              </a:extLst>
            </p:cNvPr>
            <p:cNvSpPr/>
            <p:nvPr/>
          </p:nvSpPr>
          <p:spPr>
            <a:xfrm>
              <a:off x="6940823" y="2385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09" name="Freeform 21708">
              <a:extLst>
                <a:ext uri="{FF2B5EF4-FFF2-40B4-BE49-F238E27FC236}">
                  <a16:creationId xmlns:a16="http://schemas.microsoft.com/office/drawing/2014/main" id="{B31EB1B3-AD15-055D-55B0-364E9A024DF9}"/>
                </a:ext>
              </a:extLst>
            </p:cNvPr>
            <p:cNvSpPr/>
            <p:nvPr/>
          </p:nvSpPr>
          <p:spPr>
            <a:xfrm>
              <a:off x="6846335" y="24195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0" name="Freeform 21709">
              <a:extLst>
                <a:ext uri="{FF2B5EF4-FFF2-40B4-BE49-F238E27FC236}">
                  <a16:creationId xmlns:a16="http://schemas.microsoft.com/office/drawing/2014/main" id="{813D264B-097C-FA05-1AAB-683C135223A7}"/>
                </a:ext>
              </a:extLst>
            </p:cNvPr>
            <p:cNvSpPr/>
            <p:nvPr/>
          </p:nvSpPr>
          <p:spPr>
            <a:xfrm>
              <a:off x="6998735" y="25719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1" name="Freeform 21710">
              <a:extLst>
                <a:ext uri="{FF2B5EF4-FFF2-40B4-BE49-F238E27FC236}">
                  <a16:creationId xmlns:a16="http://schemas.microsoft.com/office/drawing/2014/main" id="{EF96323B-8FCF-A9DB-DC9B-B5D203D9903E}"/>
                </a:ext>
              </a:extLst>
            </p:cNvPr>
            <p:cNvSpPr/>
            <p:nvPr/>
          </p:nvSpPr>
          <p:spPr>
            <a:xfrm>
              <a:off x="7151135" y="27243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2" name="Freeform 21711">
              <a:extLst>
                <a:ext uri="{FF2B5EF4-FFF2-40B4-BE49-F238E27FC236}">
                  <a16:creationId xmlns:a16="http://schemas.microsoft.com/office/drawing/2014/main" id="{78B0B19D-0E85-F644-5A15-EB4407176D75}"/>
                </a:ext>
              </a:extLst>
            </p:cNvPr>
            <p:cNvSpPr/>
            <p:nvPr/>
          </p:nvSpPr>
          <p:spPr>
            <a:xfrm>
              <a:off x="7093223" y="25383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3" name="Freeform 21712">
              <a:extLst>
                <a:ext uri="{FF2B5EF4-FFF2-40B4-BE49-F238E27FC236}">
                  <a16:creationId xmlns:a16="http://schemas.microsoft.com/office/drawing/2014/main" id="{B0AADD39-B9B9-CBE2-7C1B-7D13E34402AB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4" name="Freeform 21713">
              <a:extLst>
                <a:ext uri="{FF2B5EF4-FFF2-40B4-BE49-F238E27FC236}">
                  <a16:creationId xmlns:a16="http://schemas.microsoft.com/office/drawing/2014/main" id="{8E2143A8-47DC-7F16-E83D-44F15A242737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5" name="Freeform 21714">
              <a:extLst>
                <a:ext uri="{FF2B5EF4-FFF2-40B4-BE49-F238E27FC236}">
                  <a16:creationId xmlns:a16="http://schemas.microsoft.com/office/drawing/2014/main" id="{8309459C-08C1-0BDE-DEBF-D2EC7F7CEA12}"/>
                </a:ext>
              </a:extLst>
            </p:cNvPr>
            <p:cNvSpPr/>
            <p:nvPr/>
          </p:nvSpPr>
          <p:spPr>
            <a:xfrm>
              <a:off x="6937775" y="2090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6" name="Freeform 21715">
              <a:extLst>
                <a:ext uri="{FF2B5EF4-FFF2-40B4-BE49-F238E27FC236}">
                  <a16:creationId xmlns:a16="http://schemas.microsoft.com/office/drawing/2014/main" id="{76E806E5-C97C-19B8-22B3-47C85A3F318B}"/>
                </a:ext>
              </a:extLst>
            </p:cNvPr>
            <p:cNvSpPr/>
            <p:nvPr/>
          </p:nvSpPr>
          <p:spPr>
            <a:xfrm>
              <a:off x="6995687" y="22762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7" name="Freeform 21716">
              <a:extLst>
                <a:ext uri="{FF2B5EF4-FFF2-40B4-BE49-F238E27FC236}">
                  <a16:creationId xmlns:a16="http://schemas.microsoft.com/office/drawing/2014/main" id="{66D42938-0860-320D-CC29-20DCC560641E}"/>
                </a:ext>
              </a:extLst>
            </p:cNvPr>
            <p:cNvSpPr/>
            <p:nvPr/>
          </p:nvSpPr>
          <p:spPr>
            <a:xfrm>
              <a:off x="7148087" y="2428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8" name="Freeform 21717">
              <a:extLst>
                <a:ext uri="{FF2B5EF4-FFF2-40B4-BE49-F238E27FC236}">
                  <a16:creationId xmlns:a16="http://schemas.microsoft.com/office/drawing/2014/main" id="{F0B374E6-80B1-E356-5ED6-5C1A10A14894}"/>
                </a:ext>
              </a:extLst>
            </p:cNvPr>
            <p:cNvSpPr/>
            <p:nvPr/>
          </p:nvSpPr>
          <p:spPr>
            <a:xfrm>
              <a:off x="7090175" y="2242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19" name="Freeform 21718">
              <a:extLst>
                <a:ext uri="{FF2B5EF4-FFF2-40B4-BE49-F238E27FC236}">
                  <a16:creationId xmlns:a16="http://schemas.microsoft.com/office/drawing/2014/main" id="{C21B1BB7-2B7C-0D04-1A0F-BC2BAA4ACD1E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0" name="Freeform 21719">
              <a:extLst>
                <a:ext uri="{FF2B5EF4-FFF2-40B4-BE49-F238E27FC236}">
                  <a16:creationId xmlns:a16="http://schemas.microsoft.com/office/drawing/2014/main" id="{2ACF137A-E0D5-8C2E-CA38-B1E368911679}"/>
                </a:ext>
              </a:extLst>
            </p:cNvPr>
            <p:cNvSpPr/>
            <p:nvPr/>
          </p:nvSpPr>
          <p:spPr>
            <a:xfrm>
              <a:off x="6628728" y="2322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1" name="Freeform 21720">
              <a:extLst>
                <a:ext uri="{FF2B5EF4-FFF2-40B4-BE49-F238E27FC236}">
                  <a16:creationId xmlns:a16="http://schemas.microsoft.com/office/drawing/2014/main" id="{4B163ACC-56B4-DCD4-EB70-181028FD47DF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2" name="Freeform 21721">
              <a:extLst>
                <a:ext uri="{FF2B5EF4-FFF2-40B4-BE49-F238E27FC236}">
                  <a16:creationId xmlns:a16="http://schemas.microsoft.com/office/drawing/2014/main" id="{FCAA4D94-FACD-F180-23FB-5D1FFB9ED26C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3" name="Freeform 21722">
              <a:extLst>
                <a:ext uri="{FF2B5EF4-FFF2-40B4-BE49-F238E27FC236}">
                  <a16:creationId xmlns:a16="http://schemas.microsoft.com/office/drawing/2014/main" id="{3C205834-B67C-3734-A9EF-14899C3620DE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4" name="Freeform 21723">
              <a:extLst>
                <a:ext uri="{FF2B5EF4-FFF2-40B4-BE49-F238E27FC236}">
                  <a16:creationId xmlns:a16="http://schemas.microsoft.com/office/drawing/2014/main" id="{082AB375-F128-113C-DA61-79A0B7C752BC}"/>
                </a:ext>
              </a:extLst>
            </p:cNvPr>
            <p:cNvSpPr/>
            <p:nvPr/>
          </p:nvSpPr>
          <p:spPr>
            <a:xfrm>
              <a:off x="6723216" y="22888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5" name="Freeform 21724">
              <a:extLst>
                <a:ext uri="{FF2B5EF4-FFF2-40B4-BE49-F238E27FC236}">
                  <a16:creationId xmlns:a16="http://schemas.microsoft.com/office/drawing/2014/main" id="{46912338-44F5-5E6E-EF05-A39B31A8DFCD}"/>
                </a:ext>
              </a:extLst>
            </p:cNvPr>
            <p:cNvSpPr/>
            <p:nvPr/>
          </p:nvSpPr>
          <p:spPr>
            <a:xfrm>
              <a:off x="6875616" y="24412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6" name="Freeform 21725">
              <a:extLst>
                <a:ext uri="{FF2B5EF4-FFF2-40B4-BE49-F238E27FC236}">
                  <a16:creationId xmlns:a16="http://schemas.microsoft.com/office/drawing/2014/main" id="{FEB9DD8B-AE38-9D58-97D5-CE7516C7FDDE}"/>
                </a:ext>
              </a:extLst>
            </p:cNvPr>
            <p:cNvSpPr/>
            <p:nvPr/>
          </p:nvSpPr>
          <p:spPr>
            <a:xfrm>
              <a:off x="6781128" y="2474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7" name="Freeform 21726">
              <a:extLst>
                <a:ext uri="{FF2B5EF4-FFF2-40B4-BE49-F238E27FC236}">
                  <a16:creationId xmlns:a16="http://schemas.microsoft.com/office/drawing/2014/main" id="{DEBC1B42-8CFB-140D-4A32-445B371B8408}"/>
                </a:ext>
              </a:extLst>
            </p:cNvPr>
            <p:cNvSpPr/>
            <p:nvPr/>
          </p:nvSpPr>
          <p:spPr>
            <a:xfrm>
              <a:off x="6933528" y="26271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8" name="Freeform 21727">
              <a:extLst>
                <a:ext uri="{FF2B5EF4-FFF2-40B4-BE49-F238E27FC236}">
                  <a16:creationId xmlns:a16="http://schemas.microsoft.com/office/drawing/2014/main" id="{6AF0811A-18CE-B4A7-816C-1026BFC3164F}"/>
                </a:ext>
              </a:extLst>
            </p:cNvPr>
            <p:cNvSpPr/>
            <p:nvPr/>
          </p:nvSpPr>
          <p:spPr>
            <a:xfrm>
              <a:off x="7085928" y="27795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29" name="Freeform 21728">
              <a:extLst>
                <a:ext uri="{FF2B5EF4-FFF2-40B4-BE49-F238E27FC236}">
                  <a16:creationId xmlns:a16="http://schemas.microsoft.com/office/drawing/2014/main" id="{12E2CAE1-5679-4413-3716-A45F5E5DF8CD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0" name="Freeform 21729">
              <a:extLst>
                <a:ext uri="{FF2B5EF4-FFF2-40B4-BE49-F238E27FC236}">
                  <a16:creationId xmlns:a16="http://schemas.microsoft.com/office/drawing/2014/main" id="{65F922E8-0DBD-6055-8C20-A763C4091838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1" name="Freeform 21730">
              <a:extLst>
                <a:ext uri="{FF2B5EF4-FFF2-40B4-BE49-F238E27FC236}">
                  <a16:creationId xmlns:a16="http://schemas.microsoft.com/office/drawing/2014/main" id="{2A3AB7F6-76E2-807E-583F-1C9EA43623D0}"/>
                </a:ext>
              </a:extLst>
            </p:cNvPr>
            <p:cNvSpPr/>
            <p:nvPr/>
          </p:nvSpPr>
          <p:spPr>
            <a:xfrm>
              <a:off x="6872568" y="21455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2" name="Freeform 21731">
              <a:extLst>
                <a:ext uri="{FF2B5EF4-FFF2-40B4-BE49-F238E27FC236}">
                  <a16:creationId xmlns:a16="http://schemas.microsoft.com/office/drawing/2014/main" id="{FE5C9E5F-3129-90B5-1E5F-DE69C8E5CD21}"/>
                </a:ext>
              </a:extLst>
            </p:cNvPr>
            <p:cNvSpPr/>
            <p:nvPr/>
          </p:nvSpPr>
          <p:spPr>
            <a:xfrm>
              <a:off x="6930480" y="23315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3" name="Freeform 21732">
              <a:extLst>
                <a:ext uri="{FF2B5EF4-FFF2-40B4-BE49-F238E27FC236}">
                  <a16:creationId xmlns:a16="http://schemas.microsoft.com/office/drawing/2014/main" id="{64E61B01-90EC-C09B-EE3A-692F5B3AD752}"/>
                </a:ext>
              </a:extLst>
            </p:cNvPr>
            <p:cNvSpPr/>
            <p:nvPr/>
          </p:nvSpPr>
          <p:spPr>
            <a:xfrm>
              <a:off x="7082880" y="24839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4" name="Freeform 21733">
              <a:extLst>
                <a:ext uri="{FF2B5EF4-FFF2-40B4-BE49-F238E27FC236}">
                  <a16:creationId xmlns:a16="http://schemas.microsoft.com/office/drawing/2014/main" id="{AFFD6687-FE38-8BF1-5AC1-D8D975E565F2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5" name="Freeform 21734">
              <a:extLst>
                <a:ext uri="{FF2B5EF4-FFF2-40B4-BE49-F238E27FC236}">
                  <a16:creationId xmlns:a16="http://schemas.microsoft.com/office/drawing/2014/main" id="{CE78DA71-8BFB-8447-AFB8-4244F8F865FB}"/>
                </a:ext>
              </a:extLst>
            </p:cNvPr>
            <p:cNvSpPr/>
            <p:nvPr/>
          </p:nvSpPr>
          <p:spPr>
            <a:xfrm>
              <a:off x="6497664" y="26485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6" name="Freeform 21735">
              <a:extLst>
                <a:ext uri="{FF2B5EF4-FFF2-40B4-BE49-F238E27FC236}">
                  <a16:creationId xmlns:a16="http://schemas.microsoft.com/office/drawing/2014/main" id="{9A8F60C2-B6DE-1BBA-3648-AF2C7162D70F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7" name="Freeform 21736">
              <a:extLst>
                <a:ext uri="{FF2B5EF4-FFF2-40B4-BE49-F238E27FC236}">
                  <a16:creationId xmlns:a16="http://schemas.microsoft.com/office/drawing/2014/main" id="{B0152216-EC7B-FCE2-B853-5CAA2C1D2425}"/>
                </a:ext>
              </a:extLst>
            </p:cNvPr>
            <p:cNvSpPr/>
            <p:nvPr/>
          </p:nvSpPr>
          <p:spPr>
            <a:xfrm>
              <a:off x="6802464" y="29533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8" name="Freeform 21737">
              <a:extLst>
                <a:ext uri="{FF2B5EF4-FFF2-40B4-BE49-F238E27FC236}">
                  <a16:creationId xmlns:a16="http://schemas.microsoft.com/office/drawing/2014/main" id="{9446DFB5-D30B-DC94-1C61-C3658F4BB22C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39" name="Freeform 21738">
              <a:extLst>
                <a:ext uri="{FF2B5EF4-FFF2-40B4-BE49-F238E27FC236}">
                  <a16:creationId xmlns:a16="http://schemas.microsoft.com/office/drawing/2014/main" id="{DA2BCB8A-C899-03AE-F0B7-481925A5D31C}"/>
                </a:ext>
              </a:extLst>
            </p:cNvPr>
            <p:cNvSpPr/>
            <p:nvPr/>
          </p:nvSpPr>
          <p:spPr>
            <a:xfrm>
              <a:off x="6592152" y="26149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0" name="Freeform 21739">
              <a:extLst>
                <a:ext uri="{FF2B5EF4-FFF2-40B4-BE49-F238E27FC236}">
                  <a16:creationId xmlns:a16="http://schemas.microsoft.com/office/drawing/2014/main" id="{02D4CB66-9520-B8BE-8BE1-0E9456067FCB}"/>
                </a:ext>
              </a:extLst>
            </p:cNvPr>
            <p:cNvSpPr/>
            <p:nvPr/>
          </p:nvSpPr>
          <p:spPr>
            <a:xfrm>
              <a:off x="6744552" y="276738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1" name="Freeform 21740">
              <a:extLst>
                <a:ext uri="{FF2B5EF4-FFF2-40B4-BE49-F238E27FC236}">
                  <a16:creationId xmlns:a16="http://schemas.microsoft.com/office/drawing/2014/main" id="{D600A01E-EECD-7BF5-E41A-9AAD814E3837}"/>
                </a:ext>
              </a:extLst>
            </p:cNvPr>
            <p:cNvSpPr/>
            <p:nvPr/>
          </p:nvSpPr>
          <p:spPr>
            <a:xfrm>
              <a:off x="6650064" y="280091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2" name="Freeform 21741">
              <a:extLst>
                <a:ext uri="{FF2B5EF4-FFF2-40B4-BE49-F238E27FC236}">
                  <a16:creationId xmlns:a16="http://schemas.microsoft.com/office/drawing/2014/main" id="{7514DFCC-AE4E-5B73-5F53-A69C68F708CA}"/>
                </a:ext>
              </a:extLst>
            </p:cNvPr>
            <p:cNvSpPr/>
            <p:nvPr/>
          </p:nvSpPr>
          <p:spPr>
            <a:xfrm>
              <a:off x="6799416" y="26576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3" name="Freeform 21742">
              <a:extLst>
                <a:ext uri="{FF2B5EF4-FFF2-40B4-BE49-F238E27FC236}">
                  <a16:creationId xmlns:a16="http://schemas.microsoft.com/office/drawing/2014/main" id="{DB2D022C-61CD-73C2-5CC9-4D25A18565B9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4" name="Freeform 21743">
              <a:extLst>
                <a:ext uri="{FF2B5EF4-FFF2-40B4-BE49-F238E27FC236}">
                  <a16:creationId xmlns:a16="http://schemas.microsoft.com/office/drawing/2014/main" id="{546254DB-C4AD-3979-2632-5276698FF1F2}"/>
                </a:ext>
              </a:extLst>
            </p:cNvPr>
            <p:cNvSpPr/>
            <p:nvPr/>
          </p:nvSpPr>
          <p:spPr>
            <a:xfrm>
              <a:off x="6741504" y="24717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5" name="Freeform 21744">
              <a:extLst>
                <a:ext uri="{FF2B5EF4-FFF2-40B4-BE49-F238E27FC236}">
                  <a16:creationId xmlns:a16="http://schemas.microsoft.com/office/drawing/2014/main" id="{A24433A0-4403-0F39-B7CB-4A2FE9A5BC71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6" name="Freeform 21745">
              <a:extLst>
                <a:ext uri="{FF2B5EF4-FFF2-40B4-BE49-F238E27FC236}">
                  <a16:creationId xmlns:a16="http://schemas.microsoft.com/office/drawing/2014/main" id="{CC987940-5223-5CBF-DC99-4AA2112CDF23}"/>
                </a:ext>
              </a:extLst>
            </p:cNvPr>
            <p:cNvSpPr/>
            <p:nvPr/>
          </p:nvSpPr>
          <p:spPr>
            <a:xfrm>
              <a:off x="6296621" y="37127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7" name="Freeform 21746">
              <a:extLst>
                <a:ext uri="{FF2B5EF4-FFF2-40B4-BE49-F238E27FC236}">
                  <a16:creationId xmlns:a16="http://schemas.microsoft.com/office/drawing/2014/main" id="{C25F420B-6814-9B91-1AA6-FE3F65F6B3AF}"/>
                </a:ext>
              </a:extLst>
            </p:cNvPr>
            <p:cNvSpPr/>
            <p:nvPr/>
          </p:nvSpPr>
          <p:spPr>
            <a:xfrm>
              <a:off x="6449021" y="386515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8" name="Freeform 21747">
              <a:extLst>
                <a:ext uri="{FF2B5EF4-FFF2-40B4-BE49-F238E27FC236}">
                  <a16:creationId xmlns:a16="http://schemas.microsoft.com/office/drawing/2014/main" id="{9235AFCA-25F5-43CA-9ED7-5DB845E3E0B7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49" name="Freeform 21748">
              <a:extLst>
                <a:ext uri="{FF2B5EF4-FFF2-40B4-BE49-F238E27FC236}">
                  <a16:creationId xmlns:a16="http://schemas.microsoft.com/office/drawing/2014/main" id="{5964326F-5489-2EEF-6813-DFCE00DAC23B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0" name="Freeform 21749">
              <a:extLst>
                <a:ext uri="{FF2B5EF4-FFF2-40B4-BE49-F238E27FC236}">
                  <a16:creationId xmlns:a16="http://schemas.microsoft.com/office/drawing/2014/main" id="{A40E85D5-4516-8873-DB6B-6B5A5192F990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1" name="Freeform 21750">
              <a:extLst>
                <a:ext uri="{FF2B5EF4-FFF2-40B4-BE49-F238E27FC236}">
                  <a16:creationId xmlns:a16="http://schemas.microsoft.com/office/drawing/2014/main" id="{A89D5A31-C627-7612-0EA9-81B5B0464310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2" name="Freeform 21751">
              <a:extLst>
                <a:ext uri="{FF2B5EF4-FFF2-40B4-BE49-F238E27FC236}">
                  <a16:creationId xmlns:a16="http://schemas.microsoft.com/office/drawing/2014/main" id="{E31CE257-A2B6-BA3B-1706-71B144977664}"/>
                </a:ext>
              </a:extLst>
            </p:cNvPr>
            <p:cNvSpPr/>
            <p:nvPr/>
          </p:nvSpPr>
          <p:spPr>
            <a:xfrm>
              <a:off x="5955245" y="37005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3" name="Freeform 21752">
              <a:extLst>
                <a:ext uri="{FF2B5EF4-FFF2-40B4-BE49-F238E27FC236}">
                  <a16:creationId xmlns:a16="http://schemas.microsoft.com/office/drawing/2014/main" id="{F421BC1A-82C1-D4ED-054E-134E4055AB2A}"/>
                </a:ext>
              </a:extLst>
            </p:cNvPr>
            <p:cNvSpPr/>
            <p:nvPr/>
          </p:nvSpPr>
          <p:spPr>
            <a:xfrm>
              <a:off x="6107645" y="38529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4" name="Freeform 21753">
              <a:extLst>
                <a:ext uri="{FF2B5EF4-FFF2-40B4-BE49-F238E27FC236}">
                  <a16:creationId xmlns:a16="http://schemas.microsoft.com/office/drawing/2014/main" id="{5FE60EF5-7BE3-3348-A4E8-1C8D7CD6F44B}"/>
                </a:ext>
              </a:extLst>
            </p:cNvPr>
            <p:cNvSpPr/>
            <p:nvPr/>
          </p:nvSpPr>
          <p:spPr>
            <a:xfrm>
              <a:off x="6013157" y="38864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5" name="Freeform 21754">
              <a:extLst>
                <a:ext uri="{FF2B5EF4-FFF2-40B4-BE49-F238E27FC236}">
                  <a16:creationId xmlns:a16="http://schemas.microsoft.com/office/drawing/2014/main" id="{F659E64C-8EA2-DA4D-E77B-D0AE59AC80FB}"/>
                </a:ext>
              </a:extLst>
            </p:cNvPr>
            <p:cNvSpPr/>
            <p:nvPr/>
          </p:nvSpPr>
          <p:spPr>
            <a:xfrm>
              <a:off x="6165557" y="40388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6" name="Freeform 21755">
              <a:extLst>
                <a:ext uri="{FF2B5EF4-FFF2-40B4-BE49-F238E27FC236}">
                  <a16:creationId xmlns:a16="http://schemas.microsoft.com/office/drawing/2014/main" id="{019C20F6-2715-FECE-6BCA-94CBA80A8D3F}"/>
                </a:ext>
              </a:extLst>
            </p:cNvPr>
            <p:cNvSpPr/>
            <p:nvPr/>
          </p:nvSpPr>
          <p:spPr>
            <a:xfrm>
              <a:off x="6317957" y="419129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7" name="Freeform 21756">
              <a:extLst>
                <a:ext uri="{FF2B5EF4-FFF2-40B4-BE49-F238E27FC236}">
                  <a16:creationId xmlns:a16="http://schemas.microsoft.com/office/drawing/2014/main" id="{8D7DB6D6-DD29-F402-3ED0-B8631BDD4B12}"/>
                </a:ext>
              </a:extLst>
            </p:cNvPr>
            <p:cNvSpPr/>
            <p:nvPr/>
          </p:nvSpPr>
          <p:spPr>
            <a:xfrm>
              <a:off x="6260045" y="400536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8" name="Freeform 21757">
              <a:extLst>
                <a:ext uri="{FF2B5EF4-FFF2-40B4-BE49-F238E27FC236}">
                  <a16:creationId xmlns:a16="http://schemas.microsoft.com/office/drawing/2014/main" id="{1DC8655D-21BD-2EE4-658E-B12A6E06F4A7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59" name="Freeform 21758">
              <a:extLst>
                <a:ext uri="{FF2B5EF4-FFF2-40B4-BE49-F238E27FC236}">
                  <a16:creationId xmlns:a16="http://schemas.microsoft.com/office/drawing/2014/main" id="{B2F307B8-8FAE-5D09-F8A8-DA5FA11CD18C}"/>
                </a:ext>
              </a:extLst>
            </p:cNvPr>
            <p:cNvSpPr/>
            <p:nvPr/>
          </p:nvSpPr>
          <p:spPr>
            <a:xfrm>
              <a:off x="6162509" y="37432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0" name="Freeform 21759">
              <a:extLst>
                <a:ext uri="{FF2B5EF4-FFF2-40B4-BE49-F238E27FC236}">
                  <a16:creationId xmlns:a16="http://schemas.microsoft.com/office/drawing/2014/main" id="{172BFD36-D142-9D1E-65F2-08EA62890F64}"/>
                </a:ext>
              </a:extLst>
            </p:cNvPr>
            <p:cNvSpPr/>
            <p:nvPr/>
          </p:nvSpPr>
          <p:spPr>
            <a:xfrm>
              <a:off x="6314909" y="389563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1" name="Freeform 21760">
              <a:extLst>
                <a:ext uri="{FF2B5EF4-FFF2-40B4-BE49-F238E27FC236}">
                  <a16:creationId xmlns:a16="http://schemas.microsoft.com/office/drawing/2014/main" id="{C7DF99BD-360D-CB0C-26AF-F3A8935DF16D}"/>
                </a:ext>
              </a:extLst>
            </p:cNvPr>
            <p:cNvSpPr/>
            <p:nvPr/>
          </p:nvSpPr>
          <p:spPr>
            <a:xfrm>
              <a:off x="6256997" y="370970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2" name="Freeform 21761">
              <a:extLst>
                <a:ext uri="{FF2B5EF4-FFF2-40B4-BE49-F238E27FC236}">
                  <a16:creationId xmlns:a16="http://schemas.microsoft.com/office/drawing/2014/main" id="{D37783A7-67B9-BCD8-094E-7510DC33B6DB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3" name="Freeform 21762">
              <a:extLst>
                <a:ext uri="{FF2B5EF4-FFF2-40B4-BE49-F238E27FC236}">
                  <a16:creationId xmlns:a16="http://schemas.microsoft.com/office/drawing/2014/main" id="{DFE50906-B559-83B8-4748-40FBEDF1249C}"/>
                </a:ext>
              </a:extLst>
            </p:cNvPr>
            <p:cNvSpPr/>
            <p:nvPr/>
          </p:nvSpPr>
          <p:spPr>
            <a:xfrm>
              <a:off x="6272237" y="37949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4" name="Freeform 21763">
              <a:extLst>
                <a:ext uri="{FF2B5EF4-FFF2-40B4-BE49-F238E27FC236}">
                  <a16:creationId xmlns:a16="http://schemas.microsoft.com/office/drawing/2014/main" id="{3B298245-9FC8-E1C1-10E8-CCAB95356F2B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5" name="Freeform 21764">
              <a:extLst>
                <a:ext uri="{FF2B5EF4-FFF2-40B4-BE49-F238E27FC236}">
                  <a16:creationId xmlns:a16="http://schemas.microsoft.com/office/drawing/2014/main" id="{F4577635-8D3A-E61A-CED3-12AB9DADB3E4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6" name="Freeform 21765">
              <a:extLst>
                <a:ext uri="{FF2B5EF4-FFF2-40B4-BE49-F238E27FC236}">
                  <a16:creationId xmlns:a16="http://schemas.microsoft.com/office/drawing/2014/main" id="{C8123967-8AE9-CC03-872E-1EB69E0086FB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7" name="Freeform 21766">
              <a:extLst>
                <a:ext uri="{FF2B5EF4-FFF2-40B4-BE49-F238E27FC236}">
                  <a16:creationId xmlns:a16="http://schemas.microsoft.com/office/drawing/2014/main" id="{3063CC9A-DEB3-726F-FF5B-B258C71D74D1}"/>
                </a:ext>
              </a:extLst>
            </p:cNvPr>
            <p:cNvSpPr/>
            <p:nvPr/>
          </p:nvSpPr>
          <p:spPr>
            <a:xfrm>
              <a:off x="6366725" y="37613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8" name="Freeform 21767">
              <a:extLst>
                <a:ext uri="{FF2B5EF4-FFF2-40B4-BE49-F238E27FC236}">
                  <a16:creationId xmlns:a16="http://schemas.microsoft.com/office/drawing/2014/main" id="{1BA9F326-D4B9-34D1-DB5C-F62348DFF814}"/>
                </a:ext>
              </a:extLst>
            </p:cNvPr>
            <p:cNvSpPr/>
            <p:nvPr/>
          </p:nvSpPr>
          <p:spPr>
            <a:xfrm>
              <a:off x="6519125" y="39137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69" name="Freeform 21768">
              <a:extLst>
                <a:ext uri="{FF2B5EF4-FFF2-40B4-BE49-F238E27FC236}">
                  <a16:creationId xmlns:a16="http://schemas.microsoft.com/office/drawing/2014/main" id="{157E9C92-C6C0-203D-DC65-6BE241989F3F}"/>
                </a:ext>
              </a:extLst>
            </p:cNvPr>
            <p:cNvSpPr/>
            <p:nvPr/>
          </p:nvSpPr>
          <p:spPr>
            <a:xfrm>
              <a:off x="6424637" y="39473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0" name="Freeform 21769">
              <a:extLst>
                <a:ext uri="{FF2B5EF4-FFF2-40B4-BE49-F238E27FC236}">
                  <a16:creationId xmlns:a16="http://schemas.microsoft.com/office/drawing/2014/main" id="{604810A6-F613-81D5-F8DF-1A0044B8376C}"/>
                </a:ext>
              </a:extLst>
            </p:cNvPr>
            <p:cNvSpPr/>
            <p:nvPr/>
          </p:nvSpPr>
          <p:spPr>
            <a:xfrm>
              <a:off x="6577037" y="40997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1" name="Freeform 21770">
              <a:extLst>
                <a:ext uri="{FF2B5EF4-FFF2-40B4-BE49-F238E27FC236}">
                  <a16:creationId xmlns:a16="http://schemas.microsoft.com/office/drawing/2014/main" id="{69C0A0BC-E4BB-FB58-8995-8065C0637C9C}"/>
                </a:ext>
              </a:extLst>
            </p:cNvPr>
            <p:cNvSpPr/>
            <p:nvPr/>
          </p:nvSpPr>
          <p:spPr>
            <a:xfrm>
              <a:off x="6729437" y="425211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2" name="Freeform 21771">
              <a:extLst>
                <a:ext uri="{FF2B5EF4-FFF2-40B4-BE49-F238E27FC236}">
                  <a16:creationId xmlns:a16="http://schemas.microsoft.com/office/drawing/2014/main" id="{38A9E50F-2E4F-B635-E9E2-DB4DD03938C4}"/>
                </a:ext>
              </a:extLst>
            </p:cNvPr>
            <p:cNvSpPr/>
            <p:nvPr/>
          </p:nvSpPr>
          <p:spPr>
            <a:xfrm>
              <a:off x="6671525" y="406619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3" name="Freeform 21772">
              <a:extLst>
                <a:ext uri="{FF2B5EF4-FFF2-40B4-BE49-F238E27FC236}">
                  <a16:creationId xmlns:a16="http://schemas.microsoft.com/office/drawing/2014/main" id="{870BA8BE-305D-DA0F-5A02-2D9671BE0A35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4" name="Freeform 21773">
              <a:extLst>
                <a:ext uri="{FF2B5EF4-FFF2-40B4-BE49-F238E27FC236}">
                  <a16:creationId xmlns:a16="http://schemas.microsoft.com/office/drawing/2014/main" id="{F41766E7-4AAA-5FF4-85A5-B243E0F93FFC}"/>
                </a:ext>
              </a:extLst>
            </p:cNvPr>
            <p:cNvSpPr/>
            <p:nvPr/>
          </p:nvSpPr>
          <p:spPr>
            <a:xfrm>
              <a:off x="6573989" y="38040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5" name="Freeform 21774">
              <a:extLst>
                <a:ext uri="{FF2B5EF4-FFF2-40B4-BE49-F238E27FC236}">
                  <a16:creationId xmlns:a16="http://schemas.microsoft.com/office/drawing/2014/main" id="{706CEF27-9B65-666B-119A-093949972F1F}"/>
                </a:ext>
              </a:extLst>
            </p:cNvPr>
            <p:cNvSpPr/>
            <p:nvPr/>
          </p:nvSpPr>
          <p:spPr>
            <a:xfrm>
              <a:off x="6726389" y="39564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6" name="Freeform 21775">
              <a:extLst>
                <a:ext uri="{FF2B5EF4-FFF2-40B4-BE49-F238E27FC236}">
                  <a16:creationId xmlns:a16="http://schemas.microsoft.com/office/drawing/2014/main" id="{5013F9E5-E1F8-E2FC-2FEC-BC7645D905EF}"/>
                </a:ext>
              </a:extLst>
            </p:cNvPr>
            <p:cNvSpPr/>
            <p:nvPr/>
          </p:nvSpPr>
          <p:spPr>
            <a:xfrm>
              <a:off x="6668477" y="37705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7" name="Freeform 21776">
              <a:extLst>
                <a:ext uri="{FF2B5EF4-FFF2-40B4-BE49-F238E27FC236}">
                  <a16:creationId xmlns:a16="http://schemas.microsoft.com/office/drawing/2014/main" id="{D1292D55-C3B7-8E07-4FE9-30074A09976B}"/>
                </a:ext>
              </a:extLst>
            </p:cNvPr>
            <p:cNvSpPr/>
            <p:nvPr/>
          </p:nvSpPr>
          <p:spPr>
            <a:xfrm>
              <a:off x="6083261" y="39351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8" name="Freeform 21777">
              <a:extLst>
                <a:ext uri="{FF2B5EF4-FFF2-40B4-BE49-F238E27FC236}">
                  <a16:creationId xmlns:a16="http://schemas.microsoft.com/office/drawing/2014/main" id="{3421F748-BBD6-5E1B-AD7C-6D8EDB628484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79" name="Freeform 21778">
              <a:extLst>
                <a:ext uri="{FF2B5EF4-FFF2-40B4-BE49-F238E27FC236}">
                  <a16:creationId xmlns:a16="http://schemas.microsoft.com/office/drawing/2014/main" id="{AFEAEEBE-E6B7-9FC4-1BA3-6E9AC6FBAD32}"/>
                </a:ext>
              </a:extLst>
            </p:cNvPr>
            <p:cNvSpPr/>
            <p:nvPr/>
          </p:nvSpPr>
          <p:spPr>
            <a:xfrm>
              <a:off x="6141173" y="41210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0" name="Freeform 21779">
              <a:extLst>
                <a:ext uri="{FF2B5EF4-FFF2-40B4-BE49-F238E27FC236}">
                  <a16:creationId xmlns:a16="http://schemas.microsoft.com/office/drawing/2014/main" id="{F2CD0AC5-0365-E735-3256-0532DDD092B0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1" name="Freeform 21780">
              <a:extLst>
                <a:ext uri="{FF2B5EF4-FFF2-40B4-BE49-F238E27FC236}">
                  <a16:creationId xmlns:a16="http://schemas.microsoft.com/office/drawing/2014/main" id="{08DDFF5B-FEBE-3462-D183-9D7A19EFAF77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2" name="Freeform 21781">
              <a:extLst>
                <a:ext uri="{FF2B5EF4-FFF2-40B4-BE49-F238E27FC236}">
                  <a16:creationId xmlns:a16="http://schemas.microsoft.com/office/drawing/2014/main" id="{7B798468-D5E7-C5B3-17FD-8DF7A6EFAB2A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3" name="Freeform 21782">
              <a:extLst>
                <a:ext uri="{FF2B5EF4-FFF2-40B4-BE49-F238E27FC236}">
                  <a16:creationId xmlns:a16="http://schemas.microsoft.com/office/drawing/2014/main" id="{4CAB5C3D-27E5-2117-1AAD-64F1728BF205}"/>
                </a:ext>
              </a:extLst>
            </p:cNvPr>
            <p:cNvSpPr/>
            <p:nvPr/>
          </p:nvSpPr>
          <p:spPr>
            <a:xfrm>
              <a:off x="6235661" y="40875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4" name="Freeform 21783">
              <a:extLst>
                <a:ext uri="{FF2B5EF4-FFF2-40B4-BE49-F238E27FC236}">
                  <a16:creationId xmlns:a16="http://schemas.microsoft.com/office/drawing/2014/main" id="{5F691B06-F552-F469-FD66-2CD4D1FEB663}"/>
                </a:ext>
              </a:extLst>
            </p:cNvPr>
            <p:cNvSpPr/>
            <p:nvPr/>
          </p:nvSpPr>
          <p:spPr>
            <a:xfrm>
              <a:off x="6388061" y="42399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5" name="Freeform 21784">
              <a:extLst>
                <a:ext uri="{FF2B5EF4-FFF2-40B4-BE49-F238E27FC236}">
                  <a16:creationId xmlns:a16="http://schemas.microsoft.com/office/drawing/2014/main" id="{349F251C-1E89-C768-262D-BB5EAE420115}"/>
                </a:ext>
              </a:extLst>
            </p:cNvPr>
            <p:cNvSpPr/>
            <p:nvPr/>
          </p:nvSpPr>
          <p:spPr>
            <a:xfrm>
              <a:off x="6293573" y="42734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6" name="Freeform 21785">
              <a:extLst>
                <a:ext uri="{FF2B5EF4-FFF2-40B4-BE49-F238E27FC236}">
                  <a16:creationId xmlns:a16="http://schemas.microsoft.com/office/drawing/2014/main" id="{8647C46D-5C9E-5411-E47D-B32F69B26B65}"/>
                </a:ext>
              </a:extLst>
            </p:cNvPr>
            <p:cNvSpPr/>
            <p:nvPr/>
          </p:nvSpPr>
          <p:spPr>
            <a:xfrm>
              <a:off x="6445973" y="44258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7" name="Freeform 21786">
              <a:extLst>
                <a:ext uri="{FF2B5EF4-FFF2-40B4-BE49-F238E27FC236}">
                  <a16:creationId xmlns:a16="http://schemas.microsoft.com/office/drawing/2014/main" id="{E5B0E627-839E-0AD2-DCAC-7CD6E6F72BE1}"/>
                </a:ext>
              </a:extLst>
            </p:cNvPr>
            <p:cNvSpPr/>
            <p:nvPr/>
          </p:nvSpPr>
          <p:spPr>
            <a:xfrm>
              <a:off x="6598373" y="457825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8" name="Freeform 21787">
              <a:extLst>
                <a:ext uri="{FF2B5EF4-FFF2-40B4-BE49-F238E27FC236}">
                  <a16:creationId xmlns:a16="http://schemas.microsoft.com/office/drawing/2014/main" id="{3FE1F457-7D17-10ED-43CF-C44657DEEAE0}"/>
                </a:ext>
              </a:extLst>
            </p:cNvPr>
            <p:cNvSpPr/>
            <p:nvPr/>
          </p:nvSpPr>
          <p:spPr>
            <a:xfrm>
              <a:off x="6540461" y="43923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89" name="Freeform 21788">
              <a:extLst>
                <a:ext uri="{FF2B5EF4-FFF2-40B4-BE49-F238E27FC236}">
                  <a16:creationId xmlns:a16="http://schemas.microsoft.com/office/drawing/2014/main" id="{D349958C-DE2C-2E65-ABFE-3B317815D163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0" name="Freeform 21789">
              <a:extLst>
                <a:ext uri="{FF2B5EF4-FFF2-40B4-BE49-F238E27FC236}">
                  <a16:creationId xmlns:a16="http://schemas.microsoft.com/office/drawing/2014/main" id="{625A9664-C98F-A927-74AE-230E72D3F99F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1" name="Freeform 21790">
              <a:extLst>
                <a:ext uri="{FF2B5EF4-FFF2-40B4-BE49-F238E27FC236}">
                  <a16:creationId xmlns:a16="http://schemas.microsoft.com/office/drawing/2014/main" id="{211C44B8-7A9D-EAE3-9F2C-7A7253CEB32E}"/>
                </a:ext>
              </a:extLst>
            </p:cNvPr>
            <p:cNvSpPr/>
            <p:nvPr/>
          </p:nvSpPr>
          <p:spPr>
            <a:xfrm>
              <a:off x="6385013" y="39442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2" name="Freeform 21791">
              <a:extLst>
                <a:ext uri="{FF2B5EF4-FFF2-40B4-BE49-F238E27FC236}">
                  <a16:creationId xmlns:a16="http://schemas.microsoft.com/office/drawing/2014/main" id="{557F960B-54DA-686A-92AD-64C6B36EF6D4}"/>
                </a:ext>
              </a:extLst>
            </p:cNvPr>
            <p:cNvSpPr/>
            <p:nvPr/>
          </p:nvSpPr>
          <p:spPr>
            <a:xfrm>
              <a:off x="6442925" y="41301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3" name="Freeform 21792">
              <a:extLst>
                <a:ext uri="{FF2B5EF4-FFF2-40B4-BE49-F238E27FC236}">
                  <a16:creationId xmlns:a16="http://schemas.microsoft.com/office/drawing/2014/main" id="{B876E4A5-B49A-78DD-8066-9B6FBBDD3F7D}"/>
                </a:ext>
              </a:extLst>
            </p:cNvPr>
            <p:cNvSpPr/>
            <p:nvPr/>
          </p:nvSpPr>
          <p:spPr>
            <a:xfrm>
              <a:off x="6595325" y="428259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4" name="Freeform 21793">
              <a:extLst>
                <a:ext uri="{FF2B5EF4-FFF2-40B4-BE49-F238E27FC236}">
                  <a16:creationId xmlns:a16="http://schemas.microsoft.com/office/drawing/2014/main" id="{6FAAFEA8-5B33-3018-9C1F-7450D7CA4892}"/>
                </a:ext>
              </a:extLst>
            </p:cNvPr>
            <p:cNvSpPr/>
            <p:nvPr/>
          </p:nvSpPr>
          <p:spPr>
            <a:xfrm>
              <a:off x="6537413" y="40966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5" name="Freeform 21794">
              <a:extLst>
                <a:ext uri="{FF2B5EF4-FFF2-40B4-BE49-F238E27FC236}">
                  <a16:creationId xmlns:a16="http://schemas.microsoft.com/office/drawing/2014/main" id="{39BA0A94-E88A-ADBF-A27D-25BB1A4291DB}"/>
                </a:ext>
              </a:extLst>
            </p:cNvPr>
            <p:cNvSpPr/>
            <p:nvPr/>
          </p:nvSpPr>
          <p:spPr>
            <a:xfrm>
              <a:off x="6018054" y="39904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6" name="Freeform 21795">
              <a:extLst>
                <a:ext uri="{FF2B5EF4-FFF2-40B4-BE49-F238E27FC236}">
                  <a16:creationId xmlns:a16="http://schemas.microsoft.com/office/drawing/2014/main" id="{23AAEBC8-9C3A-6868-1D89-17064E0A58A6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7" name="Freeform 21796">
              <a:extLst>
                <a:ext uri="{FF2B5EF4-FFF2-40B4-BE49-F238E27FC236}">
                  <a16:creationId xmlns:a16="http://schemas.microsoft.com/office/drawing/2014/main" id="{1CB59FA8-3B27-7CB7-FCC0-DD8891F2657E}"/>
                </a:ext>
              </a:extLst>
            </p:cNvPr>
            <p:cNvSpPr/>
            <p:nvPr/>
          </p:nvSpPr>
          <p:spPr>
            <a:xfrm>
              <a:off x="6075966" y="4176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8" name="Freeform 21797">
              <a:extLst>
                <a:ext uri="{FF2B5EF4-FFF2-40B4-BE49-F238E27FC236}">
                  <a16:creationId xmlns:a16="http://schemas.microsoft.com/office/drawing/2014/main" id="{67E1CD07-03E3-30D6-4EE5-068BBE2A4AD1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99" name="Freeform 21798">
              <a:extLst>
                <a:ext uri="{FF2B5EF4-FFF2-40B4-BE49-F238E27FC236}">
                  <a16:creationId xmlns:a16="http://schemas.microsoft.com/office/drawing/2014/main" id="{0DE80551-D918-CC96-17AA-ACCFE1B6900E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0" name="Freeform 21799">
              <a:extLst>
                <a:ext uri="{FF2B5EF4-FFF2-40B4-BE49-F238E27FC236}">
                  <a16:creationId xmlns:a16="http://schemas.microsoft.com/office/drawing/2014/main" id="{E29AA0FC-ADD3-67F7-5E54-7B7A8A53FE28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1" name="Freeform 21800">
              <a:extLst>
                <a:ext uri="{FF2B5EF4-FFF2-40B4-BE49-F238E27FC236}">
                  <a16:creationId xmlns:a16="http://schemas.microsoft.com/office/drawing/2014/main" id="{017FA663-A462-C2E4-AE5F-79B511EC7C58}"/>
                </a:ext>
              </a:extLst>
            </p:cNvPr>
            <p:cNvSpPr/>
            <p:nvPr/>
          </p:nvSpPr>
          <p:spPr>
            <a:xfrm>
              <a:off x="6170454" y="41428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2" name="Freeform 21801">
              <a:extLst>
                <a:ext uri="{FF2B5EF4-FFF2-40B4-BE49-F238E27FC236}">
                  <a16:creationId xmlns:a16="http://schemas.microsoft.com/office/drawing/2014/main" id="{95E75DAD-0434-31D1-24E3-86426DDA194D}"/>
                </a:ext>
              </a:extLst>
            </p:cNvPr>
            <p:cNvSpPr/>
            <p:nvPr/>
          </p:nvSpPr>
          <p:spPr>
            <a:xfrm>
              <a:off x="6322854" y="429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3" name="Freeform 21802">
              <a:extLst>
                <a:ext uri="{FF2B5EF4-FFF2-40B4-BE49-F238E27FC236}">
                  <a16:creationId xmlns:a16="http://schemas.microsoft.com/office/drawing/2014/main" id="{FA42DAAD-CF5A-EC84-9167-33FB5B18FAFA}"/>
                </a:ext>
              </a:extLst>
            </p:cNvPr>
            <p:cNvSpPr/>
            <p:nvPr/>
          </p:nvSpPr>
          <p:spPr>
            <a:xfrm>
              <a:off x="6228366" y="43287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4" name="Freeform 21803">
              <a:extLst>
                <a:ext uri="{FF2B5EF4-FFF2-40B4-BE49-F238E27FC236}">
                  <a16:creationId xmlns:a16="http://schemas.microsoft.com/office/drawing/2014/main" id="{FB857770-BAFA-F78E-E901-3E0D5B9D5833}"/>
                </a:ext>
              </a:extLst>
            </p:cNvPr>
            <p:cNvSpPr/>
            <p:nvPr/>
          </p:nvSpPr>
          <p:spPr>
            <a:xfrm>
              <a:off x="6380766" y="44811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5" name="Freeform 21804">
              <a:extLst>
                <a:ext uri="{FF2B5EF4-FFF2-40B4-BE49-F238E27FC236}">
                  <a16:creationId xmlns:a16="http://schemas.microsoft.com/office/drawing/2014/main" id="{7957F293-115E-065F-BF1A-F306D9D6F7CE}"/>
                </a:ext>
              </a:extLst>
            </p:cNvPr>
            <p:cNvSpPr/>
            <p:nvPr/>
          </p:nvSpPr>
          <p:spPr>
            <a:xfrm>
              <a:off x="6533166" y="4633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6" name="Freeform 21805">
              <a:extLst>
                <a:ext uri="{FF2B5EF4-FFF2-40B4-BE49-F238E27FC236}">
                  <a16:creationId xmlns:a16="http://schemas.microsoft.com/office/drawing/2014/main" id="{AD09D796-C745-51B5-630E-8A29241E3726}"/>
                </a:ext>
              </a:extLst>
            </p:cNvPr>
            <p:cNvSpPr/>
            <p:nvPr/>
          </p:nvSpPr>
          <p:spPr>
            <a:xfrm>
              <a:off x="6475254" y="4447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7" name="Freeform 21806">
              <a:extLst>
                <a:ext uri="{FF2B5EF4-FFF2-40B4-BE49-F238E27FC236}">
                  <a16:creationId xmlns:a16="http://schemas.microsoft.com/office/drawing/2014/main" id="{54B9BB95-530B-7A69-725B-F9B9A6BC23EE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8" name="Freeform 21807">
              <a:extLst>
                <a:ext uri="{FF2B5EF4-FFF2-40B4-BE49-F238E27FC236}">
                  <a16:creationId xmlns:a16="http://schemas.microsoft.com/office/drawing/2014/main" id="{80391833-36C7-627D-5F3E-F8FE23B4F766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09" name="Freeform 21808">
              <a:extLst>
                <a:ext uri="{FF2B5EF4-FFF2-40B4-BE49-F238E27FC236}">
                  <a16:creationId xmlns:a16="http://schemas.microsoft.com/office/drawing/2014/main" id="{25511144-8B6D-0A75-A5EB-4EC311654F44}"/>
                </a:ext>
              </a:extLst>
            </p:cNvPr>
            <p:cNvSpPr/>
            <p:nvPr/>
          </p:nvSpPr>
          <p:spPr>
            <a:xfrm>
              <a:off x="6319806" y="39995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0" name="Freeform 21809">
              <a:extLst>
                <a:ext uri="{FF2B5EF4-FFF2-40B4-BE49-F238E27FC236}">
                  <a16:creationId xmlns:a16="http://schemas.microsoft.com/office/drawing/2014/main" id="{ABAEDD27-835D-A137-CE08-87C608DD701F}"/>
                </a:ext>
              </a:extLst>
            </p:cNvPr>
            <p:cNvSpPr/>
            <p:nvPr/>
          </p:nvSpPr>
          <p:spPr>
            <a:xfrm>
              <a:off x="6377718" y="41854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1" name="Freeform 21810">
              <a:extLst>
                <a:ext uri="{FF2B5EF4-FFF2-40B4-BE49-F238E27FC236}">
                  <a16:creationId xmlns:a16="http://schemas.microsoft.com/office/drawing/2014/main" id="{AD9F27A9-7FA4-42D4-9ED2-7A430A944B62}"/>
                </a:ext>
              </a:extLst>
            </p:cNvPr>
            <p:cNvSpPr/>
            <p:nvPr/>
          </p:nvSpPr>
          <p:spPr>
            <a:xfrm>
              <a:off x="6530118" y="4337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2" name="Freeform 21811">
              <a:extLst>
                <a:ext uri="{FF2B5EF4-FFF2-40B4-BE49-F238E27FC236}">
                  <a16:creationId xmlns:a16="http://schemas.microsoft.com/office/drawing/2014/main" id="{008A8661-B72E-F0E1-6ECA-F68EEF4EE458}"/>
                </a:ext>
              </a:extLst>
            </p:cNvPr>
            <p:cNvSpPr/>
            <p:nvPr/>
          </p:nvSpPr>
          <p:spPr>
            <a:xfrm>
              <a:off x="6472206" y="41519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3" name="Freeform 21812">
              <a:extLst>
                <a:ext uri="{FF2B5EF4-FFF2-40B4-BE49-F238E27FC236}">
                  <a16:creationId xmlns:a16="http://schemas.microsoft.com/office/drawing/2014/main" id="{7B8EB6F2-FA36-8BF0-C38B-E6EF4FC4A8DF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4" name="Freeform 21813">
              <a:extLst>
                <a:ext uri="{FF2B5EF4-FFF2-40B4-BE49-F238E27FC236}">
                  <a16:creationId xmlns:a16="http://schemas.microsoft.com/office/drawing/2014/main" id="{184C069E-9EB5-F69C-76F7-9947C6A98CF7}"/>
                </a:ext>
              </a:extLst>
            </p:cNvPr>
            <p:cNvSpPr/>
            <p:nvPr/>
          </p:nvSpPr>
          <p:spPr>
            <a:xfrm>
              <a:off x="5944902" y="4502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5" name="Freeform 21814">
              <a:extLst>
                <a:ext uri="{FF2B5EF4-FFF2-40B4-BE49-F238E27FC236}">
                  <a16:creationId xmlns:a16="http://schemas.microsoft.com/office/drawing/2014/main" id="{81FD90A1-11CC-31F6-F490-A5D88713BF71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6" name="Freeform 21815">
              <a:extLst>
                <a:ext uri="{FF2B5EF4-FFF2-40B4-BE49-F238E27FC236}">
                  <a16:creationId xmlns:a16="http://schemas.microsoft.com/office/drawing/2014/main" id="{404FC0A5-AD86-A6AE-9029-2EAA1C9CA2DD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7" name="Freeform 21816">
              <a:extLst>
                <a:ext uri="{FF2B5EF4-FFF2-40B4-BE49-F238E27FC236}">
                  <a16:creationId xmlns:a16="http://schemas.microsoft.com/office/drawing/2014/main" id="{547ED039-5C3C-2FC8-453C-F7692443F37F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8" name="Freeform 21817">
              <a:extLst>
                <a:ext uri="{FF2B5EF4-FFF2-40B4-BE49-F238E27FC236}">
                  <a16:creationId xmlns:a16="http://schemas.microsoft.com/office/drawing/2014/main" id="{DCDAA59A-35F9-EED1-11BE-6F52BE4340F2}"/>
                </a:ext>
              </a:extLst>
            </p:cNvPr>
            <p:cNvSpPr/>
            <p:nvPr/>
          </p:nvSpPr>
          <p:spPr>
            <a:xfrm>
              <a:off x="6039390" y="44689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9" name="Freeform 21818">
              <a:extLst>
                <a:ext uri="{FF2B5EF4-FFF2-40B4-BE49-F238E27FC236}">
                  <a16:creationId xmlns:a16="http://schemas.microsoft.com/office/drawing/2014/main" id="{D9C4F1C3-7293-B0FD-7FF6-B35030E27C40}"/>
                </a:ext>
              </a:extLst>
            </p:cNvPr>
            <p:cNvSpPr/>
            <p:nvPr/>
          </p:nvSpPr>
          <p:spPr>
            <a:xfrm>
              <a:off x="6191790" y="4621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0" name="Freeform 21819">
              <a:extLst>
                <a:ext uri="{FF2B5EF4-FFF2-40B4-BE49-F238E27FC236}">
                  <a16:creationId xmlns:a16="http://schemas.microsoft.com/office/drawing/2014/main" id="{EC70B6C3-27E4-374F-9052-D417A8DFCCC4}"/>
                </a:ext>
              </a:extLst>
            </p:cNvPr>
            <p:cNvSpPr/>
            <p:nvPr/>
          </p:nvSpPr>
          <p:spPr>
            <a:xfrm>
              <a:off x="6097302" y="46548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1" name="Freeform 21820">
              <a:extLst>
                <a:ext uri="{FF2B5EF4-FFF2-40B4-BE49-F238E27FC236}">
                  <a16:creationId xmlns:a16="http://schemas.microsoft.com/office/drawing/2014/main" id="{CB5FACE4-F426-1BAD-1EC7-6F9D055ADEE3}"/>
                </a:ext>
              </a:extLst>
            </p:cNvPr>
            <p:cNvSpPr/>
            <p:nvPr/>
          </p:nvSpPr>
          <p:spPr>
            <a:xfrm>
              <a:off x="6249702" y="4807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2" name="Freeform 21821">
              <a:extLst>
                <a:ext uri="{FF2B5EF4-FFF2-40B4-BE49-F238E27FC236}">
                  <a16:creationId xmlns:a16="http://schemas.microsoft.com/office/drawing/2014/main" id="{27F46438-D115-057C-D6A4-A22643348F38}"/>
                </a:ext>
              </a:extLst>
            </p:cNvPr>
            <p:cNvSpPr/>
            <p:nvPr/>
          </p:nvSpPr>
          <p:spPr>
            <a:xfrm>
              <a:off x="6402102" y="4959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3" name="Freeform 21822">
              <a:extLst>
                <a:ext uri="{FF2B5EF4-FFF2-40B4-BE49-F238E27FC236}">
                  <a16:creationId xmlns:a16="http://schemas.microsoft.com/office/drawing/2014/main" id="{5DB7A114-1995-DCBD-D000-3E0350239403}"/>
                </a:ext>
              </a:extLst>
            </p:cNvPr>
            <p:cNvSpPr/>
            <p:nvPr/>
          </p:nvSpPr>
          <p:spPr>
            <a:xfrm>
              <a:off x="6344190" y="4773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4" name="Freeform 21823">
              <a:extLst>
                <a:ext uri="{FF2B5EF4-FFF2-40B4-BE49-F238E27FC236}">
                  <a16:creationId xmlns:a16="http://schemas.microsoft.com/office/drawing/2014/main" id="{5A214181-F99F-1C16-E2D6-C34A21D9CF81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5" name="Freeform 21824">
              <a:extLst>
                <a:ext uri="{FF2B5EF4-FFF2-40B4-BE49-F238E27FC236}">
                  <a16:creationId xmlns:a16="http://schemas.microsoft.com/office/drawing/2014/main" id="{55E99CC2-3FC3-5A23-3519-8476BE03F46C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6" name="Freeform 21825">
              <a:extLst>
                <a:ext uri="{FF2B5EF4-FFF2-40B4-BE49-F238E27FC236}">
                  <a16:creationId xmlns:a16="http://schemas.microsoft.com/office/drawing/2014/main" id="{F3BEED5A-9CE1-10DD-1970-4C78A8D0A7B2}"/>
                </a:ext>
              </a:extLst>
            </p:cNvPr>
            <p:cNvSpPr/>
            <p:nvPr/>
          </p:nvSpPr>
          <p:spPr>
            <a:xfrm>
              <a:off x="6188742" y="43256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7" name="Freeform 21826">
              <a:extLst>
                <a:ext uri="{FF2B5EF4-FFF2-40B4-BE49-F238E27FC236}">
                  <a16:creationId xmlns:a16="http://schemas.microsoft.com/office/drawing/2014/main" id="{E8F2EBA4-8B95-C313-7075-05CE9F40A249}"/>
                </a:ext>
              </a:extLst>
            </p:cNvPr>
            <p:cNvSpPr/>
            <p:nvPr/>
          </p:nvSpPr>
          <p:spPr>
            <a:xfrm>
              <a:off x="6246654" y="45116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8" name="Freeform 21827">
              <a:extLst>
                <a:ext uri="{FF2B5EF4-FFF2-40B4-BE49-F238E27FC236}">
                  <a16:creationId xmlns:a16="http://schemas.microsoft.com/office/drawing/2014/main" id="{18726103-A5D7-CF32-0B8C-68772C77CC58}"/>
                </a:ext>
              </a:extLst>
            </p:cNvPr>
            <p:cNvSpPr/>
            <p:nvPr/>
          </p:nvSpPr>
          <p:spPr>
            <a:xfrm>
              <a:off x="6399054" y="46640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9" name="Freeform 21828">
              <a:extLst>
                <a:ext uri="{FF2B5EF4-FFF2-40B4-BE49-F238E27FC236}">
                  <a16:creationId xmlns:a16="http://schemas.microsoft.com/office/drawing/2014/main" id="{6E1A1D33-990C-487E-4098-69C52B3FDF4B}"/>
                </a:ext>
              </a:extLst>
            </p:cNvPr>
            <p:cNvSpPr/>
            <p:nvPr/>
          </p:nvSpPr>
          <p:spPr>
            <a:xfrm>
              <a:off x="6341142" y="44780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0" name="Freeform 21829">
              <a:extLst>
                <a:ext uri="{FF2B5EF4-FFF2-40B4-BE49-F238E27FC236}">
                  <a16:creationId xmlns:a16="http://schemas.microsoft.com/office/drawing/2014/main" id="{42CCD5A1-9324-AB01-3E71-53A3867C3DDF}"/>
                </a:ext>
              </a:extLst>
            </p:cNvPr>
            <p:cNvSpPr/>
            <p:nvPr/>
          </p:nvSpPr>
          <p:spPr>
            <a:xfrm>
              <a:off x="7895157" y="479022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1" name="Freeform 21830">
              <a:extLst>
                <a:ext uri="{FF2B5EF4-FFF2-40B4-BE49-F238E27FC236}">
                  <a16:creationId xmlns:a16="http://schemas.microsoft.com/office/drawing/2014/main" id="{CC946717-293F-D611-F960-AAA924741879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2" name="Freeform 21831">
              <a:extLst>
                <a:ext uri="{FF2B5EF4-FFF2-40B4-BE49-F238E27FC236}">
                  <a16:creationId xmlns:a16="http://schemas.microsoft.com/office/drawing/2014/main" id="{04DCA656-F886-8F9E-07AB-C38D393B9E17}"/>
                </a:ext>
              </a:extLst>
            </p:cNvPr>
            <p:cNvSpPr/>
            <p:nvPr/>
          </p:nvSpPr>
          <p:spPr>
            <a:xfrm>
              <a:off x="7379117" y="47630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3" name="Freeform 21832">
              <a:extLst>
                <a:ext uri="{FF2B5EF4-FFF2-40B4-BE49-F238E27FC236}">
                  <a16:creationId xmlns:a16="http://schemas.microsoft.com/office/drawing/2014/main" id="{58C20B22-D48E-44D4-B2DF-A8558814A1EF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4" name="Freeform 21833">
              <a:extLst>
                <a:ext uri="{FF2B5EF4-FFF2-40B4-BE49-F238E27FC236}">
                  <a16:creationId xmlns:a16="http://schemas.microsoft.com/office/drawing/2014/main" id="{1CDFE17D-E07D-9641-DDD4-F6E98E571FDD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5" name="Freeform 21834">
              <a:extLst>
                <a:ext uri="{FF2B5EF4-FFF2-40B4-BE49-F238E27FC236}">
                  <a16:creationId xmlns:a16="http://schemas.microsoft.com/office/drawing/2014/main" id="{6AC1B9D9-3BA5-337B-42F6-D8CC1146C406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6" name="Freeform 21835">
              <a:extLst>
                <a:ext uri="{FF2B5EF4-FFF2-40B4-BE49-F238E27FC236}">
                  <a16:creationId xmlns:a16="http://schemas.microsoft.com/office/drawing/2014/main" id="{F645B8D6-F33D-0D29-9994-89B3F0D428F7}"/>
                </a:ext>
              </a:extLst>
            </p:cNvPr>
            <p:cNvSpPr/>
            <p:nvPr/>
          </p:nvSpPr>
          <p:spPr>
            <a:xfrm>
              <a:off x="7473605" y="4729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7" name="Freeform 21836">
              <a:extLst>
                <a:ext uri="{FF2B5EF4-FFF2-40B4-BE49-F238E27FC236}">
                  <a16:creationId xmlns:a16="http://schemas.microsoft.com/office/drawing/2014/main" id="{3AEB95CB-4BA0-B776-6511-A624F506A192}"/>
                </a:ext>
              </a:extLst>
            </p:cNvPr>
            <p:cNvSpPr/>
            <p:nvPr/>
          </p:nvSpPr>
          <p:spPr>
            <a:xfrm>
              <a:off x="7626005" y="4881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8" name="Freeform 21837">
              <a:extLst>
                <a:ext uri="{FF2B5EF4-FFF2-40B4-BE49-F238E27FC236}">
                  <a16:creationId xmlns:a16="http://schemas.microsoft.com/office/drawing/2014/main" id="{DBF5B881-6F48-1BB1-BE54-274D75B15C49}"/>
                </a:ext>
              </a:extLst>
            </p:cNvPr>
            <p:cNvSpPr/>
            <p:nvPr/>
          </p:nvSpPr>
          <p:spPr>
            <a:xfrm>
              <a:off x="7531517" y="4915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39" name="Freeform 21838">
              <a:extLst>
                <a:ext uri="{FF2B5EF4-FFF2-40B4-BE49-F238E27FC236}">
                  <a16:creationId xmlns:a16="http://schemas.microsoft.com/office/drawing/2014/main" id="{0D0E1200-9733-3B4D-D0A2-5A945A682F12}"/>
                </a:ext>
              </a:extLst>
            </p:cNvPr>
            <p:cNvSpPr/>
            <p:nvPr/>
          </p:nvSpPr>
          <p:spPr>
            <a:xfrm>
              <a:off x="7683917" y="5067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0" name="Freeform 21839">
              <a:extLst>
                <a:ext uri="{FF2B5EF4-FFF2-40B4-BE49-F238E27FC236}">
                  <a16:creationId xmlns:a16="http://schemas.microsoft.com/office/drawing/2014/main" id="{04040FD0-F816-A047-9BE5-AD2763F0339C}"/>
                </a:ext>
              </a:extLst>
            </p:cNvPr>
            <p:cNvSpPr/>
            <p:nvPr/>
          </p:nvSpPr>
          <p:spPr>
            <a:xfrm>
              <a:off x="7836317" y="52202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1" name="Freeform 21840">
              <a:extLst>
                <a:ext uri="{FF2B5EF4-FFF2-40B4-BE49-F238E27FC236}">
                  <a16:creationId xmlns:a16="http://schemas.microsoft.com/office/drawing/2014/main" id="{39B862B6-6281-89DC-765C-3E2556EB3CAC}"/>
                </a:ext>
              </a:extLst>
            </p:cNvPr>
            <p:cNvSpPr/>
            <p:nvPr/>
          </p:nvSpPr>
          <p:spPr>
            <a:xfrm>
              <a:off x="7778405" y="50343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2" name="Freeform 21841">
              <a:extLst>
                <a:ext uri="{FF2B5EF4-FFF2-40B4-BE49-F238E27FC236}">
                  <a16:creationId xmlns:a16="http://schemas.microsoft.com/office/drawing/2014/main" id="{8E3DB52D-3A15-96B3-DB15-AA3A0CE75CE5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3" name="Freeform 21842">
              <a:extLst>
                <a:ext uri="{FF2B5EF4-FFF2-40B4-BE49-F238E27FC236}">
                  <a16:creationId xmlns:a16="http://schemas.microsoft.com/office/drawing/2014/main" id="{5288579C-B631-5144-FA88-5120E05C928A}"/>
                </a:ext>
              </a:extLst>
            </p:cNvPr>
            <p:cNvSpPr/>
            <p:nvPr/>
          </p:nvSpPr>
          <p:spPr>
            <a:xfrm>
              <a:off x="7680869" y="4772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4" name="Freeform 21843">
              <a:extLst>
                <a:ext uri="{FF2B5EF4-FFF2-40B4-BE49-F238E27FC236}">
                  <a16:creationId xmlns:a16="http://schemas.microsoft.com/office/drawing/2014/main" id="{5E2A3AB4-71A5-7DF6-850C-37945CD55741}"/>
                </a:ext>
              </a:extLst>
            </p:cNvPr>
            <p:cNvSpPr/>
            <p:nvPr/>
          </p:nvSpPr>
          <p:spPr>
            <a:xfrm>
              <a:off x="7833269" y="49246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5" name="Freeform 21844">
              <a:extLst>
                <a:ext uri="{FF2B5EF4-FFF2-40B4-BE49-F238E27FC236}">
                  <a16:creationId xmlns:a16="http://schemas.microsoft.com/office/drawing/2014/main" id="{A6BD147D-D416-0287-A24F-D1E3FDCF9E3B}"/>
                </a:ext>
              </a:extLst>
            </p:cNvPr>
            <p:cNvSpPr/>
            <p:nvPr/>
          </p:nvSpPr>
          <p:spPr>
            <a:xfrm>
              <a:off x="7775357" y="47386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6" name="Freeform 21845">
              <a:extLst>
                <a:ext uri="{FF2B5EF4-FFF2-40B4-BE49-F238E27FC236}">
                  <a16:creationId xmlns:a16="http://schemas.microsoft.com/office/drawing/2014/main" id="{24B39149-5E94-DFEE-9141-C63D66D1B4A4}"/>
                </a:ext>
              </a:extLst>
            </p:cNvPr>
            <p:cNvSpPr/>
            <p:nvPr/>
          </p:nvSpPr>
          <p:spPr>
            <a:xfrm>
              <a:off x="7190141" y="49032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7" name="Freeform 21846">
              <a:extLst>
                <a:ext uri="{FF2B5EF4-FFF2-40B4-BE49-F238E27FC236}">
                  <a16:creationId xmlns:a16="http://schemas.microsoft.com/office/drawing/2014/main" id="{0C5B314D-C017-BD39-D7AE-40E1F03C15CD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8" name="Freeform 21847">
              <a:extLst>
                <a:ext uri="{FF2B5EF4-FFF2-40B4-BE49-F238E27FC236}">
                  <a16:creationId xmlns:a16="http://schemas.microsoft.com/office/drawing/2014/main" id="{0C4AEDCB-E54F-2DAC-9D00-906DFD524F52}"/>
                </a:ext>
              </a:extLst>
            </p:cNvPr>
            <p:cNvSpPr/>
            <p:nvPr/>
          </p:nvSpPr>
          <p:spPr>
            <a:xfrm>
              <a:off x="7248053" y="50891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49" name="Freeform 21848">
              <a:extLst>
                <a:ext uri="{FF2B5EF4-FFF2-40B4-BE49-F238E27FC236}">
                  <a16:creationId xmlns:a16="http://schemas.microsoft.com/office/drawing/2014/main" id="{4F15D28F-DD51-D6D2-A59D-96E9A9597E3D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0" name="Freeform 21849">
              <a:extLst>
                <a:ext uri="{FF2B5EF4-FFF2-40B4-BE49-F238E27FC236}">
                  <a16:creationId xmlns:a16="http://schemas.microsoft.com/office/drawing/2014/main" id="{679526AD-D28B-B1A4-D6CC-4E1377DD249A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1" name="Freeform 21850">
              <a:extLst>
                <a:ext uri="{FF2B5EF4-FFF2-40B4-BE49-F238E27FC236}">
                  <a16:creationId xmlns:a16="http://schemas.microsoft.com/office/drawing/2014/main" id="{BA8CC497-779D-878A-469D-E13E83DE0D01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2" name="Freeform 21851">
              <a:extLst>
                <a:ext uri="{FF2B5EF4-FFF2-40B4-BE49-F238E27FC236}">
                  <a16:creationId xmlns:a16="http://schemas.microsoft.com/office/drawing/2014/main" id="{691D517E-4ACA-F205-98BE-5EAC033A9229}"/>
                </a:ext>
              </a:extLst>
            </p:cNvPr>
            <p:cNvSpPr/>
            <p:nvPr/>
          </p:nvSpPr>
          <p:spPr>
            <a:xfrm>
              <a:off x="7342541" y="50556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3" name="Freeform 21852">
              <a:extLst>
                <a:ext uri="{FF2B5EF4-FFF2-40B4-BE49-F238E27FC236}">
                  <a16:creationId xmlns:a16="http://schemas.microsoft.com/office/drawing/2014/main" id="{6C76BC00-5E6E-922A-52EC-19149F3579F7}"/>
                </a:ext>
              </a:extLst>
            </p:cNvPr>
            <p:cNvSpPr/>
            <p:nvPr/>
          </p:nvSpPr>
          <p:spPr>
            <a:xfrm>
              <a:off x="7494941" y="52080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4" name="Freeform 21853">
              <a:extLst>
                <a:ext uri="{FF2B5EF4-FFF2-40B4-BE49-F238E27FC236}">
                  <a16:creationId xmlns:a16="http://schemas.microsoft.com/office/drawing/2014/main" id="{310DAAC2-9500-0AA1-A912-D6B274059072}"/>
                </a:ext>
              </a:extLst>
            </p:cNvPr>
            <p:cNvSpPr/>
            <p:nvPr/>
          </p:nvSpPr>
          <p:spPr>
            <a:xfrm>
              <a:off x="7400453" y="524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5" name="Freeform 21854">
              <a:extLst>
                <a:ext uri="{FF2B5EF4-FFF2-40B4-BE49-F238E27FC236}">
                  <a16:creationId xmlns:a16="http://schemas.microsoft.com/office/drawing/2014/main" id="{8F59A5B3-B817-1D0B-45C5-D66508C18E4A}"/>
                </a:ext>
              </a:extLst>
            </p:cNvPr>
            <p:cNvSpPr/>
            <p:nvPr/>
          </p:nvSpPr>
          <p:spPr>
            <a:xfrm>
              <a:off x="7552853" y="53939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6" name="Freeform 21855">
              <a:extLst>
                <a:ext uri="{FF2B5EF4-FFF2-40B4-BE49-F238E27FC236}">
                  <a16:creationId xmlns:a16="http://schemas.microsoft.com/office/drawing/2014/main" id="{836CA18B-83C5-5E44-274F-A7F858D7F929}"/>
                </a:ext>
              </a:extLst>
            </p:cNvPr>
            <p:cNvSpPr/>
            <p:nvPr/>
          </p:nvSpPr>
          <p:spPr>
            <a:xfrm>
              <a:off x="7705253" y="55463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7" name="Freeform 21856">
              <a:extLst>
                <a:ext uri="{FF2B5EF4-FFF2-40B4-BE49-F238E27FC236}">
                  <a16:creationId xmlns:a16="http://schemas.microsoft.com/office/drawing/2014/main" id="{171A2A92-0508-23F3-26D0-A3D5BDA8C218}"/>
                </a:ext>
              </a:extLst>
            </p:cNvPr>
            <p:cNvSpPr/>
            <p:nvPr/>
          </p:nvSpPr>
          <p:spPr>
            <a:xfrm>
              <a:off x="7647341" y="53604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8" name="Freeform 21857">
              <a:extLst>
                <a:ext uri="{FF2B5EF4-FFF2-40B4-BE49-F238E27FC236}">
                  <a16:creationId xmlns:a16="http://schemas.microsoft.com/office/drawing/2014/main" id="{189994DF-B1FB-D69F-948F-1D87B56BEFEA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59" name="Freeform 21858">
              <a:extLst>
                <a:ext uri="{FF2B5EF4-FFF2-40B4-BE49-F238E27FC236}">
                  <a16:creationId xmlns:a16="http://schemas.microsoft.com/office/drawing/2014/main" id="{5984724A-C834-F14E-DB65-CA74DA66D4EC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0" name="Freeform 21859">
              <a:extLst>
                <a:ext uri="{FF2B5EF4-FFF2-40B4-BE49-F238E27FC236}">
                  <a16:creationId xmlns:a16="http://schemas.microsoft.com/office/drawing/2014/main" id="{D3CF5018-DC81-375E-72F6-C5903909BE87}"/>
                </a:ext>
              </a:extLst>
            </p:cNvPr>
            <p:cNvSpPr/>
            <p:nvPr/>
          </p:nvSpPr>
          <p:spPr>
            <a:xfrm>
              <a:off x="7491893" y="49124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1" name="Freeform 21860">
              <a:extLst>
                <a:ext uri="{FF2B5EF4-FFF2-40B4-BE49-F238E27FC236}">
                  <a16:creationId xmlns:a16="http://schemas.microsoft.com/office/drawing/2014/main" id="{5E500433-DE5E-0903-2FC4-36D8423C4943}"/>
                </a:ext>
              </a:extLst>
            </p:cNvPr>
            <p:cNvSpPr/>
            <p:nvPr/>
          </p:nvSpPr>
          <p:spPr>
            <a:xfrm>
              <a:off x="7549805" y="50983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2" name="Freeform 21861">
              <a:extLst>
                <a:ext uri="{FF2B5EF4-FFF2-40B4-BE49-F238E27FC236}">
                  <a16:creationId xmlns:a16="http://schemas.microsoft.com/office/drawing/2014/main" id="{A85547EF-08A7-6795-7D9F-0F6F686021F4}"/>
                </a:ext>
              </a:extLst>
            </p:cNvPr>
            <p:cNvSpPr/>
            <p:nvPr/>
          </p:nvSpPr>
          <p:spPr>
            <a:xfrm>
              <a:off x="7702205" y="52507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3" name="Freeform 21862">
              <a:extLst>
                <a:ext uri="{FF2B5EF4-FFF2-40B4-BE49-F238E27FC236}">
                  <a16:creationId xmlns:a16="http://schemas.microsoft.com/office/drawing/2014/main" id="{BE83649E-1EEC-C99E-9A97-508ABF91BDB1}"/>
                </a:ext>
              </a:extLst>
            </p:cNvPr>
            <p:cNvSpPr/>
            <p:nvPr/>
          </p:nvSpPr>
          <p:spPr>
            <a:xfrm>
              <a:off x="7644293" y="506481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4" name="Freeform 21863">
              <a:extLst>
                <a:ext uri="{FF2B5EF4-FFF2-40B4-BE49-F238E27FC236}">
                  <a16:creationId xmlns:a16="http://schemas.microsoft.com/office/drawing/2014/main" id="{C24E2112-E0DC-9FA1-D36E-545C668FF48D}"/>
                </a:ext>
              </a:extLst>
            </p:cNvPr>
            <p:cNvSpPr/>
            <p:nvPr/>
          </p:nvSpPr>
          <p:spPr>
            <a:xfrm>
              <a:off x="7438520" y="577747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5" name="Freeform 21864">
              <a:extLst>
                <a:ext uri="{FF2B5EF4-FFF2-40B4-BE49-F238E27FC236}">
                  <a16:creationId xmlns:a16="http://schemas.microsoft.com/office/drawing/2014/main" id="{5FB0F679-8195-AF7D-4064-FDD7754F0FFB}"/>
                </a:ext>
              </a:extLst>
            </p:cNvPr>
            <p:cNvSpPr/>
            <p:nvPr/>
          </p:nvSpPr>
          <p:spPr>
            <a:xfrm>
              <a:off x="7932567" y="517260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6" name="Freeform 21865">
              <a:extLst>
                <a:ext uri="{FF2B5EF4-FFF2-40B4-BE49-F238E27FC236}">
                  <a16:creationId xmlns:a16="http://schemas.microsoft.com/office/drawing/2014/main" id="{EA6C13E8-19FE-72C2-1A96-E407B339A2F6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7" name="Freeform 21866">
              <a:extLst>
                <a:ext uri="{FF2B5EF4-FFF2-40B4-BE49-F238E27FC236}">
                  <a16:creationId xmlns:a16="http://schemas.microsoft.com/office/drawing/2014/main" id="{E65E9DC7-B519-27A2-79B1-A3ED19FB66A8}"/>
                </a:ext>
              </a:extLst>
            </p:cNvPr>
            <p:cNvSpPr/>
            <p:nvPr/>
          </p:nvSpPr>
          <p:spPr>
            <a:xfrm>
              <a:off x="7416527" y="51454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8" name="Freeform 21867">
              <a:extLst>
                <a:ext uri="{FF2B5EF4-FFF2-40B4-BE49-F238E27FC236}">
                  <a16:creationId xmlns:a16="http://schemas.microsoft.com/office/drawing/2014/main" id="{657EAB3D-535E-205C-2206-250B76F5D906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69" name="Freeform 21868">
              <a:extLst>
                <a:ext uri="{FF2B5EF4-FFF2-40B4-BE49-F238E27FC236}">
                  <a16:creationId xmlns:a16="http://schemas.microsoft.com/office/drawing/2014/main" id="{F6377F25-3BFB-6DBB-E9E4-6DB16F2845B0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0" name="Freeform 21869">
              <a:extLst>
                <a:ext uri="{FF2B5EF4-FFF2-40B4-BE49-F238E27FC236}">
                  <a16:creationId xmlns:a16="http://schemas.microsoft.com/office/drawing/2014/main" id="{F5505EC2-0265-7D44-82E8-413C11382A1C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1" name="Freeform 21870">
              <a:extLst>
                <a:ext uri="{FF2B5EF4-FFF2-40B4-BE49-F238E27FC236}">
                  <a16:creationId xmlns:a16="http://schemas.microsoft.com/office/drawing/2014/main" id="{29AE41C3-ECBF-9816-25B0-A13F0374510B}"/>
                </a:ext>
              </a:extLst>
            </p:cNvPr>
            <p:cNvSpPr/>
            <p:nvPr/>
          </p:nvSpPr>
          <p:spPr>
            <a:xfrm>
              <a:off x="7511015" y="51119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2" name="Freeform 21871">
              <a:extLst>
                <a:ext uri="{FF2B5EF4-FFF2-40B4-BE49-F238E27FC236}">
                  <a16:creationId xmlns:a16="http://schemas.microsoft.com/office/drawing/2014/main" id="{2E824B58-E4FC-B084-A87D-7FE3BADFD5DE}"/>
                </a:ext>
              </a:extLst>
            </p:cNvPr>
            <p:cNvSpPr/>
            <p:nvPr/>
          </p:nvSpPr>
          <p:spPr>
            <a:xfrm>
              <a:off x="7663415" y="52643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3" name="Freeform 21872">
              <a:extLst>
                <a:ext uri="{FF2B5EF4-FFF2-40B4-BE49-F238E27FC236}">
                  <a16:creationId xmlns:a16="http://schemas.microsoft.com/office/drawing/2014/main" id="{617C4715-80A3-6A5F-6C24-06E53EDCE7C4}"/>
                </a:ext>
              </a:extLst>
            </p:cNvPr>
            <p:cNvSpPr/>
            <p:nvPr/>
          </p:nvSpPr>
          <p:spPr>
            <a:xfrm>
              <a:off x="7568927" y="52978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4" name="Freeform 21873">
              <a:extLst>
                <a:ext uri="{FF2B5EF4-FFF2-40B4-BE49-F238E27FC236}">
                  <a16:creationId xmlns:a16="http://schemas.microsoft.com/office/drawing/2014/main" id="{F5D62184-BC67-B574-A7A8-D4928378B390}"/>
                </a:ext>
              </a:extLst>
            </p:cNvPr>
            <p:cNvSpPr/>
            <p:nvPr/>
          </p:nvSpPr>
          <p:spPr>
            <a:xfrm>
              <a:off x="7721327" y="54502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5" name="Freeform 21874">
              <a:extLst>
                <a:ext uri="{FF2B5EF4-FFF2-40B4-BE49-F238E27FC236}">
                  <a16:creationId xmlns:a16="http://schemas.microsoft.com/office/drawing/2014/main" id="{659A76D2-9008-8A66-484F-B8FCA61089D7}"/>
                </a:ext>
              </a:extLst>
            </p:cNvPr>
            <p:cNvSpPr/>
            <p:nvPr/>
          </p:nvSpPr>
          <p:spPr>
            <a:xfrm>
              <a:off x="7873727" y="560264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6" name="Freeform 21875">
              <a:extLst>
                <a:ext uri="{FF2B5EF4-FFF2-40B4-BE49-F238E27FC236}">
                  <a16:creationId xmlns:a16="http://schemas.microsoft.com/office/drawing/2014/main" id="{37416254-44C2-6EC3-BF9F-BB07A3C4C183}"/>
                </a:ext>
              </a:extLst>
            </p:cNvPr>
            <p:cNvSpPr/>
            <p:nvPr/>
          </p:nvSpPr>
          <p:spPr>
            <a:xfrm>
              <a:off x="7815815" y="54167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7" name="Freeform 21876">
              <a:extLst>
                <a:ext uri="{FF2B5EF4-FFF2-40B4-BE49-F238E27FC236}">
                  <a16:creationId xmlns:a16="http://schemas.microsoft.com/office/drawing/2014/main" id="{A246E531-6167-C11A-E47F-A01043F05213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8" name="Freeform 21877">
              <a:extLst>
                <a:ext uri="{FF2B5EF4-FFF2-40B4-BE49-F238E27FC236}">
                  <a16:creationId xmlns:a16="http://schemas.microsoft.com/office/drawing/2014/main" id="{DAD96AA6-7FCB-6826-B87E-1B7BB5B73E78}"/>
                </a:ext>
              </a:extLst>
            </p:cNvPr>
            <p:cNvSpPr/>
            <p:nvPr/>
          </p:nvSpPr>
          <p:spPr>
            <a:xfrm>
              <a:off x="7718279" y="51545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79" name="Freeform 21878">
              <a:extLst>
                <a:ext uri="{FF2B5EF4-FFF2-40B4-BE49-F238E27FC236}">
                  <a16:creationId xmlns:a16="http://schemas.microsoft.com/office/drawing/2014/main" id="{C4C39CE1-08C2-DE15-9FDB-DA31CAEF5C61}"/>
                </a:ext>
              </a:extLst>
            </p:cNvPr>
            <p:cNvSpPr/>
            <p:nvPr/>
          </p:nvSpPr>
          <p:spPr>
            <a:xfrm>
              <a:off x="7870679" y="53069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0" name="Freeform 21879">
              <a:extLst>
                <a:ext uri="{FF2B5EF4-FFF2-40B4-BE49-F238E27FC236}">
                  <a16:creationId xmlns:a16="http://schemas.microsoft.com/office/drawing/2014/main" id="{CDD2148F-8CA1-4D2E-B20B-9235D4026A0C}"/>
                </a:ext>
              </a:extLst>
            </p:cNvPr>
            <p:cNvSpPr/>
            <p:nvPr/>
          </p:nvSpPr>
          <p:spPr>
            <a:xfrm>
              <a:off x="7812767" y="512105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1" name="Freeform 21880">
              <a:extLst>
                <a:ext uri="{FF2B5EF4-FFF2-40B4-BE49-F238E27FC236}">
                  <a16:creationId xmlns:a16="http://schemas.microsoft.com/office/drawing/2014/main" id="{F4E1B70C-C187-4B68-C4AE-50092CD986E1}"/>
                </a:ext>
              </a:extLst>
            </p:cNvPr>
            <p:cNvSpPr/>
            <p:nvPr/>
          </p:nvSpPr>
          <p:spPr>
            <a:xfrm>
              <a:off x="7227551" y="52856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2" name="Freeform 21881">
              <a:extLst>
                <a:ext uri="{FF2B5EF4-FFF2-40B4-BE49-F238E27FC236}">
                  <a16:creationId xmlns:a16="http://schemas.microsoft.com/office/drawing/2014/main" id="{1B04E4AE-FD55-689B-B48F-E4781D435FBD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3" name="Freeform 21882">
              <a:extLst>
                <a:ext uri="{FF2B5EF4-FFF2-40B4-BE49-F238E27FC236}">
                  <a16:creationId xmlns:a16="http://schemas.microsoft.com/office/drawing/2014/main" id="{452A1EA9-BFA5-4428-7ACC-EE187DD23F82}"/>
                </a:ext>
              </a:extLst>
            </p:cNvPr>
            <p:cNvSpPr/>
            <p:nvPr/>
          </p:nvSpPr>
          <p:spPr>
            <a:xfrm>
              <a:off x="7285463" y="54715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4" name="Freeform 21883">
              <a:extLst>
                <a:ext uri="{FF2B5EF4-FFF2-40B4-BE49-F238E27FC236}">
                  <a16:creationId xmlns:a16="http://schemas.microsoft.com/office/drawing/2014/main" id="{CF6F5283-E689-8DD6-2309-DEE6B48ABA50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5" name="Freeform 21884">
              <a:extLst>
                <a:ext uri="{FF2B5EF4-FFF2-40B4-BE49-F238E27FC236}">
                  <a16:creationId xmlns:a16="http://schemas.microsoft.com/office/drawing/2014/main" id="{C3A03A67-A4FB-0824-0EE9-5610C0B85635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6" name="Freeform 21885">
              <a:extLst>
                <a:ext uri="{FF2B5EF4-FFF2-40B4-BE49-F238E27FC236}">
                  <a16:creationId xmlns:a16="http://schemas.microsoft.com/office/drawing/2014/main" id="{BF0C780D-1C35-45FD-C00F-EE5EB6A38BC3}"/>
                </a:ext>
              </a:extLst>
            </p:cNvPr>
            <p:cNvSpPr/>
            <p:nvPr/>
          </p:nvSpPr>
          <p:spPr>
            <a:xfrm>
              <a:off x="7379951" y="54380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7" name="Freeform 21886">
              <a:extLst>
                <a:ext uri="{FF2B5EF4-FFF2-40B4-BE49-F238E27FC236}">
                  <a16:creationId xmlns:a16="http://schemas.microsoft.com/office/drawing/2014/main" id="{DDB3138F-F298-CC0E-3D15-83E58807B811}"/>
                </a:ext>
              </a:extLst>
            </p:cNvPr>
            <p:cNvSpPr/>
            <p:nvPr/>
          </p:nvSpPr>
          <p:spPr>
            <a:xfrm>
              <a:off x="7532351" y="559044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8" name="Freeform 21887">
              <a:extLst>
                <a:ext uri="{FF2B5EF4-FFF2-40B4-BE49-F238E27FC236}">
                  <a16:creationId xmlns:a16="http://schemas.microsoft.com/office/drawing/2014/main" id="{D9136E08-476E-A17F-85B4-977B8BD2ECB9}"/>
                </a:ext>
              </a:extLst>
            </p:cNvPr>
            <p:cNvSpPr/>
            <p:nvPr/>
          </p:nvSpPr>
          <p:spPr>
            <a:xfrm>
              <a:off x="7437863" y="562397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89" name="Freeform 21888">
              <a:extLst>
                <a:ext uri="{FF2B5EF4-FFF2-40B4-BE49-F238E27FC236}">
                  <a16:creationId xmlns:a16="http://schemas.microsoft.com/office/drawing/2014/main" id="{A813DB9D-9E59-E0FC-977E-5F978B20FF9C}"/>
                </a:ext>
              </a:extLst>
            </p:cNvPr>
            <p:cNvSpPr/>
            <p:nvPr/>
          </p:nvSpPr>
          <p:spPr>
            <a:xfrm>
              <a:off x="7590263" y="5712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0" name="Freeform 21889">
              <a:extLst>
                <a:ext uri="{FF2B5EF4-FFF2-40B4-BE49-F238E27FC236}">
                  <a16:creationId xmlns:a16="http://schemas.microsoft.com/office/drawing/2014/main" id="{05B39333-E03A-A512-3107-40981BB4DD01}"/>
                </a:ext>
              </a:extLst>
            </p:cNvPr>
            <p:cNvSpPr/>
            <p:nvPr/>
          </p:nvSpPr>
          <p:spPr>
            <a:xfrm>
              <a:off x="7684751" y="567944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1" name="Freeform 21890">
              <a:extLst>
                <a:ext uri="{FF2B5EF4-FFF2-40B4-BE49-F238E27FC236}">
                  <a16:creationId xmlns:a16="http://schemas.microsoft.com/office/drawing/2014/main" id="{A8AE99D0-997A-7F8C-444C-E8DC6F69DDA5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2" name="Freeform 21891">
              <a:extLst>
                <a:ext uri="{FF2B5EF4-FFF2-40B4-BE49-F238E27FC236}">
                  <a16:creationId xmlns:a16="http://schemas.microsoft.com/office/drawing/2014/main" id="{5F48520A-CDF7-A315-5453-96A5D5D89275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3" name="Freeform 21892">
              <a:extLst>
                <a:ext uri="{FF2B5EF4-FFF2-40B4-BE49-F238E27FC236}">
                  <a16:creationId xmlns:a16="http://schemas.microsoft.com/office/drawing/2014/main" id="{24E3475C-F6AD-2D9F-5BC6-3728FB1B074E}"/>
                </a:ext>
              </a:extLst>
            </p:cNvPr>
            <p:cNvSpPr/>
            <p:nvPr/>
          </p:nvSpPr>
          <p:spPr>
            <a:xfrm>
              <a:off x="7529303" y="5294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4" name="Freeform 21893">
              <a:extLst>
                <a:ext uri="{FF2B5EF4-FFF2-40B4-BE49-F238E27FC236}">
                  <a16:creationId xmlns:a16="http://schemas.microsoft.com/office/drawing/2014/main" id="{1A29D0F2-4BE4-60A6-7CBF-8705F7333ED6}"/>
                </a:ext>
              </a:extLst>
            </p:cNvPr>
            <p:cNvSpPr/>
            <p:nvPr/>
          </p:nvSpPr>
          <p:spPr>
            <a:xfrm>
              <a:off x="7587215" y="54807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5" name="Freeform 21894">
              <a:extLst>
                <a:ext uri="{FF2B5EF4-FFF2-40B4-BE49-F238E27FC236}">
                  <a16:creationId xmlns:a16="http://schemas.microsoft.com/office/drawing/2014/main" id="{67CDAFDD-BE86-2E84-AF78-DB1A50A4E210}"/>
                </a:ext>
              </a:extLst>
            </p:cNvPr>
            <p:cNvSpPr/>
            <p:nvPr/>
          </p:nvSpPr>
          <p:spPr>
            <a:xfrm>
              <a:off x="7739615" y="56331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6" name="Freeform 21895">
              <a:extLst>
                <a:ext uri="{FF2B5EF4-FFF2-40B4-BE49-F238E27FC236}">
                  <a16:creationId xmlns:a16="http://schemas.microsoft.com/office/drawing/2014/main" id="{0F4482A6-09FA-9901-EA6A-DF92BA98E50B}"/>
                </a:ext>
              </a:extLst>
            </p:cNvPr>
            <p:cNvSpPr/>
            <p:nvPr/>
          </p:nvSpPr>
          <p:spPr>
            <a:xfrm>
              <a:off x="7681703" y="54471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7" name="Freeform 21896">
              <a:extLst>
                <a:ext uri="{FF2B5EF4-FFF2-40B4-BE49-F238E27FC236}">
                  <a16:creationId xmlns:a16="http://schemas.microsoft.com/office/drawing/2014/main" id="{8D6B37C8-8C09-7782-F42F-554088911E3E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8" name="Freeform 21897">
              <a:extLst>
                <a:ext uri="{FF2B5EF4-FFF2-40B4-BE49-F238E27FC236}">
                  <a16:creationId xmlns:a16="http://schemas.microsoft.com/office/drawing/2014/main" id="{CE671E29-FAED-85B2-8C15-EDD12758EAB3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99" name="Freeform 21898">
              <a:extLst>
                <a:ext uri="{FF2B5EF4-FFF2-40B4-BE49-F238E27FC236}">
                  <a16:creationId xmlns:a16="http://schemas.microsoft.com/office/drawing/2014/main" id="{8405711C-EC67-B957-A5D2-4CBE8896848A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0" name="Freeform 21899">
              <a:extLst>
                <a:ext uri="{FF2B5EF4-FFF2-40B4-BE49-F238E27FC236}">
                  <a16:creationId xmlns:a16="http://schemas.microsoft.com/office/drawing/2014/main" id="{4CE2B2D4-DAE0-A0CC-71C5-F57DBD28FBD0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1" name="Freeform 21900">
              <a:extLst>
                <a:ext uri="{FF2B5EF4-FFF2-40B4-BE49-F238E27FC236}">
                  <a16:creationId xmlns:a16="http://schemas.microsoft.com/office/drawing/2014/main" id="{16C447F4-D9E6-C080-944D-1D60893817C6}"/>
                </a:ext>
              </a:extLst>
            </p:cNvPr>
            <p:cNvSpPr/>
            <p:nvPr/>
          </p:nvSpPr>
          <p:spPr>
            <a:xfrm>
              <a:off x="6938404" y="515530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2" name="Freeform 21901">
              <a:extLst>
                <a:ext uri="{FF2B5EF4-FFF2-40B4-BE49-F238E27FC236}">
                  <a16:creationId xmlns:a16="http://schemas.microsoft.com/office/drawing/2014/main" id="{548049AB-D381-1389-D8D1-C7EE6682C5B2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3" name="Freeform 21902">
              <a:extLst>
                <a:ext uri="{FF2B5EF4-FFF2-40B4-BE49-F238E27FC236}">
                  <a16:creationId xmlns:a16="http://schemas.microsoft.com/office/drawing/2014/main" id="{A250CE03-C2D5-86DC-EFB2-FD16D968667A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4" name="Freeform 21903">
              <a:extLst>
                <a:ext uri="{FF2B5EF4-FFF2-40B4-BE49-F238E27FC236}">
                  <a16:creationId xmlns:a16="http://schemas.microsoft.com/office/drawing/2014/main" id="{DFF3B46E-A4B5-F55E-099D-27FC0F11AF28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5" name="Freeform 21904">
              <a:extLst>
                <a:ext uri="{FF2B5EF4-FFF2-40B4-BE49-F238E27FC236}">
                  <a16:creationId xmlns:a16="http://schemas.microsoft.com/office/drawing/2014/main" id="{EE8FA577-8F24-D5E4-DB0C-CD11CACC8E6F}"/>
                </a:ext>
              </a:extLst>
            </p:cNvPr>
            <p:cNvSpPr/>
            <p:nvPr/>
          </p:nvSpPr>
          <p:spPr>
            <a:xfrm>
              <a:off x="6665933" y="5167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6" name="Freeform 21905">
              <a:extLst>
                <a:ext uri="{FF2B5EF4-FFF2-40B4-BE49-F238E27FC236}">
                  <a16:creationId xmlns:a16="http://schemas.microsoft.com/office/drawing/2014/main" id="{9E28D9E5-7A6D-9101-435E-4D10608562CF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7" name="Freeform 21906">
              <a:extLst>
                <a:ext uri="{FF2B5EF4-FFF2-40B4-BE49-F238E27FC236}">
                  <a16:creationId xmlns:a16="http://schemas.microsoft.com/office/drawing/2014/main" id="{77E92255-0D32-59D2-D22C-74BA474638C1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8" name="Freeform 21907">
              <a:extLst>
                <a:ext uri="{FF2B5EF4-FFF2-40B4-BE49-F238E27FC236}">
                  <a16:creationId xmlns:a16="http://schemas.microsoft.com/office/drawing/2014/main" id="{6C639672-D05D-CFBD-894D-6143BC4C740A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09" name="Freeform 21908">
              <a:extLst>
                <a:ext uri="{FF2B5EF4-FFF2-40B4-BE49-F238E27FC236}">
                  <a16:creationId xmlns:a16="http://schemas.microsoft.com/office/drawing/2014/main" id="{25F06DD0-1064-3869-8BDB-BD7CA7AB09DE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0" name="Freeform 21909">
              <a:extLst>
                <a:ext uri="{FF2B5EF4-FFF2-40B4-BE49-F238E27FC236}">
                  <a16:creationId xmlns:a16="http://schemas.microsoft.com/office/drawing/2014/main" id="{6946C7EA-C160-8AE2-16A7-9A1835AB5C8A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1" name="Freeform 21910">
              <a:extLst>
                <a:ext uri="{FF2B5EF4-FFF2-40B4-BE49-F238E27FC236}">
                  <a16:creationId xmlns:a16="http://schemas.microsoft.com/office/drawing/2014/main" id="{177FC6CE-896F-2A0A-D33E-AF2348A14A36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2" name="Freeform 21911">
              <a:extLst>
                <a:ext uri="{FF2B5EF4-FFF2-40B4-BE49-F238E27FC236}">
                  <a16:creationId xmlns:a16="http://schemas.microsoft.com/office/drawing/2014/main" id="{E48811C2-1E39-46D4-8D0B-51F45B28BD6F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3" name="Freeform 21912">
              <a:extLst>
                <a:ext uri="{FF2B5EF4-FFF2-40B4-BE49-F238E27FC236}">
                  <a16:creationId xmlns:a16="http://schemas.microsoft.com/office/drawing/2014/main" id="{B86FC4DD-752B-8BBC-B936-F2991D3203EC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4" name="Freeform 21913">
              <a:extLst>
                <a:ext uri="{FF2B5EF4-FFF2-40B4-BE49-F238E27FC236}">
                  <a16:creationId xmlns:a16="http://schemas.microsoft.com/office/drawing/2014/main" id="{BB9C8A7B-516B-B443-AB7D-8E0D3FB594BA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5" name="Freeform 21914">
              <a:extLst>
                <a:ext uri="{FF2B5EF4-FFF2-40B4-BE49-F238E27FC236}">
                  <a16:creationId xmlns:a16="http://schemas.microsoft.com/office/drawing/2014/main" id="{1B195A25-0D23-E449-EF00-FD2FF385F5E7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6" name="Freeform 21915">
              <a:extLst>
                <a:ext uri="{FF2B5EF4-FFF2-40B4-BE49-F238E27FC236}">
                  <a16:creationId xmlns:a16="http://schemas.microsoft.com/office/drawing/2014/main" id="{FC6DDED9-E41C-9283-7E7C-888CFB4BAE0F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7" name="Freeform 21916">
              <a:extLst>
                <a:ext uri="{FF2B5EF4-FFF2-40B4-BE49-F238E27FC236}">
                  <a16:creationId xmlns:a16="http://schemas.microsoft.com/office/drawing/2014/main" id="{3991C0DA-F903-45DD-D3CA-9228F117A009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8" name="Freeform 21917">
              <a:extLst>
                <a:ext uri="{FF2B5EF4-FFF2-40B4-BE49-F238E27FC236}">
                  <a16:creationId xmlns:a16="http://schemas.microsoft.com/office/drawing/2014/main" id="{A52CC404-FE25-25A4-12D7-43DAFC50693C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19" name="Freeform 21918">
              <a:extLst>
                <a:ext uri="{FF2B5EF4-FFF2-40B4-BE49-F238E27FC236}">
                  <a16:creationId xmlns:a16="http://schemas.microsoft.com/office/drawing/2014/main" id="{AD7B5B7A-B42D-6D21-B8CE-35F70263BDAF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0" name="Freeform 21919">
              <a:extLst>
                <a:ext uri="{FF2B5EF4-FFF2-40B4-BE49-F238E27FC236}">
                  <a16:creationId xmlns:a16="http://schemas.microsoft.com/office/drawing/2014/main" id="{5959460F-027E-D388-5B36-E1F050DA8891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1" name="Freeform 21920">
              <a:extLst>
                <a:ext uri="{FF2B5EF4-FFF2-40B4-BE49-F238E27FC236}">
                  <a16:creationId xmlns:a16="http://schemas.microsoft.com/office/drawing/2014/main" id="{E7E8B758-33C6-0899-E11C-0C4A83C2637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2" name="Freeform 21921">
              <a:extLst>
                <a:ext uri="{FF2B5EF4-FFF2-40B4-BE49-F238E27FC236}">
                  <a16:creationId xmlns:a16="http://schemas.microsoft.com/office/drawing/2014/main" id="{E8C1B8BB-7A0E-5415-FD3C-467D90EDE036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3" name="Freeform 21922">
              <a:extLst>
                <a:ext uri="{FF2B5EF4-FFF2-40B4-BE49-F238E27FC236}">
                  <a16:creationId xmlns:a16="http://schemas.microsoft.com/office/drawing/2014/main" id="{1D5F8A11-F793-DBCB-91D0-91CF0F3D68D9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4" name="Freeform 21923">
              <a:extLst>
                <a:ext uri="{FF2B5EF4-FFF2-40B4-BE49-F238E27FC236}">
                  <a16:creationId xmlns:a16="http://schemas.microsoft.com/office/drawing/2014/main" id="{BB8BAC57-C194-F673-561E-8B5768C1997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5" name="Freeform 21924">
              <a:extLst>
                <a:ext uri="{FF2B5EF4-FFF2-40B4-BE49-F238E27FC236}">
                  <a16:creationId xmlns:a16="http://schemas.microsoft.com/office/drawing/2014/main" id="{C700515B-D9A6-5BAA-E210-1BDBCEA6DB71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6" name="Freeform 21925">
              <a:extLst>
                <a:ext uri="{FF2B5EF4-FFF2-40B4-BE49-F238E27FC236}">
                  <a16:creationId xmlns:a16="http://schemas.microsoft.com/office/drawing/2014/main" id="{3E866343-D1F0-49DA-5CD5-A2E66C8AB70C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7" name="Freeform 21926">
              <a:extLst>
                <a:ext uri="{FF2B5EF4-FFF2-40B4-BE49-F238E27FC236}">
                  <a16:creationId xmlns:a16="http://schemas.microsoft.com/office/drawing/2014/main" id="{0BFC2943-C9D7-F566-D998-B8CD5A23C9D5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8" name="Freeform 21927">
              <a:extLst>
                <a:ext uri="{FF2B5EF4-FFF2-40B4-BE49-F238E27FC236}">
                  <a16:creationId xmlns:a16="http://schemas.microsoft.com/office/drawing/2014/main" id="{6C1BA545-1D63-27E4-EEED-1BE7310CB65E}"/>
                </a:ext>
              </a:extLst>
            </p:cNvPr>
            <p:cNvSpPr/>
            <p:nvPr/>
          </p:nvSpPr>
          <p:spPr>
            <a:xfrm>
              <a:off x="6789052" y="52985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29" name="Freeform 21928">
              <a:extLst>
                <a:ext uri="{FF2B5EF4-FFF2-40B4-BE49-F238E27FC236}">
                  <a16:creationId xmlns:a16="http://schemas.microsoft.com/office/drawing/2014/main" id="{5574C11E-027D-81A3-B9A3-453A2E343B46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0" name="Freeform 21929">
              <a:extLst>
                <a:ext uri="{FF2B5EF4-FFF2-40B4-BE49-F238E27FC236}">
                  <a16:creationId xmlns:a16="http://schemas.microsoft.com/office/drawing/2014/main" id="{571E5707-9846-4158-5ECC-372998980F9B}"/>
                </a:ext>
              </a:extLst>
            </p:cNvPr>
            <p:cNvSpPr/>
            <p:nvPr/>
          </p:nvSpPr>
          <p:spPr>
            <a:xfrm>
              <a:off x="6883540" y="52650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1" name="Freeform 21930">
              <a:extLst>
                <a:ext uri="{FF2B5EF4-FFF2-40B4-BE49-F238E27FC236}">
                  <a16:creationId xmlns:a16="http://schemas.microsoft.com/office/drawing/2014/main" id="{40D2C3F9-5559-38C9-294E-06059AF66C68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2" name="Freeform 21931">
              <a:extLst>
                <a:ext uri="{FF2B5EF4-FFF2-40B4-BE49-F238E27FC236}">
                  <a16:creationId xmlns:a16="http://schemas.microsoft.com/office/drawing/2014/main" id="{1FECBFB8-A069-ED21-4E1B-01A1A50C9C85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3" name="Freeform 21932">
              <a:extLst>
                <a:ext uri="{FF2B5EF4-FFF2-40B4-BE49-F238E27FC236}">
                  <a16:creationId xmlns:a16="http://schemas.microsoft.com/office/drawing/2014/main" id="{2B4A1C7F-2AC2-1ED7-22FA-7A5C19183921}"/>
                </a:ext>
              </a:extLst>
            </p:cNvPr>
            <p:cNvSpPr/>
            <p:nvPr/>
          </p:nvSpPr>
          <p:spPr>
            <a:xfrm>
              <a:off x="6571445" y="52014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4" name="Freeform 21933">
              <a:extLst>
                <a:ext uri="{FF2B5EF4-FFF2-40B4-BE49-F238E27FC236}">
                  <a16:creationId xmlns:a16="http://schemas.microsoft.com/office/drawing/2014/main" id="{A15A730F-ACE6-C4E6-BF4B-C37B13CFF128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5" name="Freeform 21934">
              <a:extLst>
                <a:ext uri="{FF2B5EF4-FFF2-40B4-BE49-F238E27FC236}">
                  <a16:creationId xmlns:a16="http://schemas.microsoft.com/office/drawing/2014/main" id="{C0DDC743-2EB7-F13A-24B1-D2672F15511A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6" name="Freeform 21935">
              <a:extLst>
                <a:ext uri="{FF2B5EF4-FFF2-40B4-BE49-F238E27FC236}">
                  <a16:creationId xmlns:a16="http://schemas.microsoft.com/office/drawing/2014/main" id="{93EE73F8-91DC-DAAE-24E2-9B8EDE1E684C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7" name="Freeform 21936">
              <a:extLst>
                <a:ext uri="{FF2B5EF4-FFF2-40B4-BE49-F238E27FC236}">
                  <a16:creationId xmlns:a16="http://schemas.microsoft.com/office/drawing/2014/main" id="{FA1E65E4-C167-D8B6-F337-EF87AA95B0C2}"/>
                </a:ext>
              </a:extLst>
            </p:cNvPr>
            <p:cNvSpPr/>
            <p:nvPr/>
          </p:nvSpPr>
          <p:spPr>
            <a:xfrm>
              <a:off x="6873197" y="521058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8" name="Freeform 21937">
              <a:extLst>
                <a:ext uri="{FF2B5EF4-FFF2-40B4-BE49-F238E27FC236}">
                  <a16:creationId xmlns:a16="http://schemas.microsoft.com/office/drawing/2014/main" id="{6F848C98-619A-A056-535F-F6F25AB83737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39" name="Freeform 21938">
              <a:extLst>
                <a:ext uri="{FF2B5EF4-FFF2-40B4-BE49-F238E27FC236}">
                  <a16:creationId xmlns:a16="http://schemas.microsoft.com/office/drawing/2014/main" id="{2F8439E4-64B1-EFC2-F9B9-8A4944B0C453}"/>
                </a:ext>
              </a:extLst>
            </p:cNvPr>
            <p:cNvSpPr/>
            <p:nvPr/>
          </p:nvSpPr>
          <p:spPr>
            <a:xfrm>
              <a:off x="6287981" y="53751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0" name="Freeform 21939">
              <a:extLst>
                <a:ext uri="{FF2B5EF4-FFF2-40B4-BE49-F238E27FC236}">
                  <a16:creationId xmlns:a16="http://schemas.microsoft.com/office/drawing/2014/main" id="{0967F39E-E981-CD12-294E-CFE77CC81779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1" name="Freeform 21940">
              <a:extLst>
                <a:ext uri="{FF2B5EF4-FFF2-40B4-BE49-F238E27FC236}">
                  <a16:creationId xmlns:a16="http://schemas.microsoft.com/office/drawing/2014/main" id="{1F97F950-3723-8274-6052-4A854C35E12D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2" name="Freeform 21941">
              <a:extLst>
                <a:ext uri="{FF2B5EF4-FFF2-40B4-BE49-F238E27FC236}">
                  <a16:creationId xmlns:a16="http://schemas.microsoft.com/office/drawing/2014/main" id="{A46A84A9-8FF0-90AF-2C44-4D42B11BC0CC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3" name="Freeform 21942">
              <a:extLst>
                <a:ext uri="{FF2B5EF4-FFF2-40B4-BE49-F238E27FC236}">
                  <a16:creationId xmlns:a16="http://schemas.microsoft.com/office/drawing/2014/main" id="{AFCEB342-F840-0C47-7401-CCA3CD2D1F6B}"/>
                </a:ext>
              </a:extLst>
            </p:cNvPr>
            <p:cNvSpPr/>
            <p:nvPr/>
          </p:nvSpPr>
          <p:spPr>
            <a:xfrm>
              <a:off x="6382469" y="53416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4" name="Freeform 21943">
              <a:extLst>
                <a:ext uri="{FF2B5EF4-FFF2-40B4-BE49-F238E27FC236}">
                  <a16:creationId xmlns:a16="http://schemas.microsoft.com/office/drawing/2014/main" id="{0A6CD97B-C2F8-EC9B-B8DE-1DE56106CC5B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5" name="Freeform 21944">
              <a:extLst>
                <a:ext uri="{FF2B5EF4-FFF2-40B4-BE49-F238E27FC236}">
                  <a16:creationId xmlns:a16="http://schemas.microsoft.com/office/drawing/2014/main" id="{DD0D538F-B8EA-1B92-B6B3-6C54CEF28BC7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6" name="Freeform 21945">
              <a:extLst>
                <a:ext uri="{FF2B5EF4-FFF2-40B4-BE49-F238E27FC236}">
                  <a16:creationId xmlns:a16="http://schemas.microsoft.com/office/drawing/2014/main" id="{1B758C39-FC19-B1C1-7A36-DE2CFA69E3CD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7" name="Freeform 21946">
              <a:extLst>
                <a:ext uri="{FF2B5EF4-FFF2-40B4-BE49-F238E27FC236}">
                  <a16:creationId xmlns:a16="http://schemas.microsoft.com/office/drawing/2014/main" id="{5BB42DB2-4BD5-152E-DCB3-F53B2A433907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8" name="Freeform 21947">
              <a:extLst>
                <a:ext uri="{FF2B5EF4-FFF2-40B4-BE49-F238E27FC236}">
                  <a16:creationId xmlns:a16="http://schemas.microsoft.com/office/drawing/2014/main" id="{B4BB3C6E-68AD-DCA7-204A-41C50599F643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49" name="Freeform 21948">
              <a:extLst>
                <a:ext uri="{FF2B5EF4-FFF2-40B4-BE49-F238E27FC236}">
                  <a16:creationId xmlns:a16="http://schemas.microsoft.com/office/drawing/2014/main" id="{E289D20E-2D2E-A3C2-751F-11053DC6D845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0" name="Freeform 21949">
              <a:extLst>
                <a:ext uri="{FF2B5EF4-FFF2-40B4-BE49-F238E27FC236}">
                  <a16:creationId xmlns:a16="http://schemas.microsoft.com/office/drawing/2014/main" id="{D1B3C3EE-6D69-FD12-E610-7BDD8B6B851B}"/>
                </a:ext>
              </a:extLst>
            </p:cNvPr>
            <p:cNvSpPr/>
            <p:nvPr/>
          </p:nvSpPr>
          <p:spPr>
            <a:xfrm>
              <a:off x="6531821" y="5198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1" name="Freeform 21950">
              <a:extLst>
                <a:ext uri="{FF2B5EF4-FFF2-40B4-BE49-F238E27FC236}">
                  <a16:creationId xmlns:a16="http://schemas.microsoft.com/office/drawing/2014/main" id="{307DC1E6-64C2-4DAF-40D6-69D981709252}"/>
                </a:ext>
              </a:extLst>
            </p:cNvPr>
            <p:cNvSpPr/>
            <p:nvPr/>
          </p:nvSpPr>
          <p:spPr>
            <a:xfrm>
              <a:off x="6589733" y="53843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2" name="Freeform 21951">
              <a:extLst>
                <a:ext uri="{FF2B5EF4-FFF2-40B4-BE49-F238E27FC236}">
                  <a16:creationId xmlns:a16="http://schemas.microsoft.com/office/drawing/2014/main" id="{146C1524-9276-34D1-3AD7-DC757A8C66F5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3" name="Freeform 21952">
              <a:extLst>
                <a:ext uri="{FF2B5EF4-FFF2-40B4-BE49-F238E27FC236}">
                  <a16:creationId xmlns:a16="http://schemas.microsoft.com/office/drawing/2014/main" id="{98AE4FA0-E2B3-97BE-9651-4DFFAB223323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4" name="Freeform 21953">
              <a:extLst>
                <a:ext uri="{FF2B5EF4-FFF2-40B4-BE49-F238E27FC236}">
                  <a16:creationId xmlns:a16="http://schemas.microsoft.com/office/drawing/2014/main" id="{9B5A8CFD-284B-13AF-9548-01B19EFE42F2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5" name="Freeform 21954">
              <a:extLst>
                <a:ext uri="{FF2B5EF4-FFF2-40B4-BE49-F238E27FC236}">
                  <a16:creationId xmlns:a16="http://schemas.microsoft.com/office/drawing/2014/main" id="{2E328844-987C-9789-981D-FAE59F09CCD6}"/>
                </a:ext>
              </a:extLst>
            </p:cNvPr>
            <p:cNvSpPr/>
            <p:nvPr/>
          </p:nvSpPr>
          <p:spPr>
            <a:xfrm>
              <a:off x="6941452" y="545096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6" name="Freeform 21955">
              <a:extLst>
                <a:ext uri="{FF2B5EF4-FFF2-40B4-BE49-F238E27FC236}">
                  <a16:creationId xmlns:a16="http://schemas.microsoft.com/office/drawing/2014/main" id="{8B79F396-870A-D899-89D7-4777AFFBD34A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7" name="Freeform 21956">
              <a:extLst>
                <a:ext uri="{FF2B5EF4-FFF2-40B4-BE49-F238E27FC236}">
                  <a16:creationId xmlns:a16="http://schemas.microsoft.com/office/drawing/2014/main" id="{9BDACBC6-2473-6630-FDB5-2DA46AFAC675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8" name="Freeform 21957">
              <a:extLst>
                <a:ext uri="{FF2B5EF4-FFF2-40B4-BE49-F238E27FC236}">
                  <a16:creationId xmlns:a16="http://schemas.microsoft.com/office/drawing/2014/main" id="{A85875DA-7B59-CB1A-375A-8842C434B873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59" name="Freeform 21958">
              <a:extLst>
                <a:ext uri="{FF2B5EF4-FFF2-40B4-BE49-F238E27FC236}">
                  <a16:creationId xmlns:a16="http://schemas.microsoft.com/office/drawing/2014/main" id="{B9B56A9A-8561-537B-5937-27AA023FF8B6}"/>
                </a:ext>
              </a:extLst>
            </p:cNvPr>
            <p:cNvSpPr/>
            <p:nvPr/>
          </p:nvSpPr>
          <p:spPr>
            <a:xfrm>
              <a:off x="6818333" y="53203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0" name="Freeform 21959">
              <a:extLst>
                <a:ext uri="{FF2B5EF4-FFF2-40B4-BE49-F238E27FC236}">
                  <a16:creationId xmlns:a16="http://schemas.microsoft.com/office/drawing/2014/main" id="{65B9EEB2-E33D-70DF-BB9B-727001048961}"/>
                </a:ext>
              </a:extLst>
            </p:cNvPr>
            <p:cNvSpPr/>
            <p:nvPr/>
          </p:nvSpPr>
          <p:spPr>
            <a:xfrm>
              <a:off x="6723845" y="53538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1" name="Freeform 21960">
              <a:extLst>
                <a:ext uri="{FF2B5EF4-FFF2-40B4-BE49-F238E27FC236}">
                  <a16:creationId xmlns:a16="http://schemas.microsoft.com/office/drawing/2014/main" id="{B2652C0C-4EA8-70CB-5FF9-039C24B5188E}"/>
                </a:ext>
              </a:extLst>
            </p:cNvPr>
            <p:cNvSpPr/>
            <p:nvPr/>
          </p:nvSpPr>
          <p:spPr>
            <a:xfrm>
              <a:off x="6876245" y="550623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2" name="Freeform 21961">
              <a:extLst>
                <a:ext uri="{FF2B5EF4-FFF2-40B4-BE49-F238E27FC236}">
                  <a16:creationId xmlns:a16="http://schemas.microsoft.com/office/drawing/2014/main" id="{CA4BACB9-61D0-EF68-3923-E3E4A8536910}"/>
                </a:ext>
              </a:extLst>
            </p:cNvPr>
            <p:cNvSpPr/>
            <p:nvPr/>
          </p:nvSpPr>
          <p:spPr>
            <a:xfrm>
              <a:off x="6970733" y="54727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3" name="Freeform 21962">
              <a:extLst>
                <a:ext uri="{FF2B5EF4-FFF2-40B4-BE49-F238E27FC236}">
                  <a16:creationId xmlns:a16="http://schemas.microsoft.com/office/drawing/2014/main" id="{4CE63B00-DB6B-29F1-81C4-D9B176A2F4CD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4" name="Freeform 21963">
              <a:extLst>
                <a:ext uri="{FF2B5EF4-FFF2-40B4-BE49-F238E27FC236}">
                  <a16:creationId xmlns:a16="http://schemas.microsoft.com/office/drawing/2014/main" id="{594AD4AF-AA62-F2AF-F6BA-8D88176D881B}"/>
                </a:ext>
              </a:extLst>
            </p:cNvPr>
            <p:cNvSpPr/>
            <p:nvPr/>
          </p:nvSpPr>
          <p:spPr>
            <a:xfrm>
              <a:off x="6440381" y="55275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5" name="Freeform 21964">
              <a:extLst>
                <a:ext uri="{FF2B5EF4-FFF2-40B4-BE49-F238E27FC236}">
                  <a16:creationId xmlns:a16="http://schemas.microsoft.com/office/drawing/2014/main" id="{BCC6DE9A-24B0-D408-64A8-9E1C42321571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6" name="Freeform 21965">
              <a:extLst>
                <a:ext uri="{FF2B5EF4-FFF2-40B4-BE49-F238E27FC236}">
                  <a16:creationId xmlns:a16="http://schemas.microsoft.com/office/drawing/2014/main" id="{961E7486-F27F-221F-60E6-63FA51FFC2E6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7" name="Freeform 21966">
              <a:extLst>
                <a:ext uri="{FF2B5EF4-FFF2-40B4-BE49-F238E27FC236}">
                  <a16:creationId xmlns:a16="http://schemas.microsoft.com/office/drawing/2014/main" id="{014A61BE-7F57-4806-3FE6-05A0ADBB18E7}"/>
                </a:ext>
              </a:extLst>
            </p:cNvPr>
            <p:cNvSpPr/>
            <p:nvPr/>
          </p:nvSpPr>
          <p:spPr>
            <a:xfrm>
              <a:off x="6534869" y="5494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8" name="Freeform 21967">
              <a:extLst>
                <a:ext uri="{FF2B5EF4-FFF2-40B4-BE49-F238E27FC236}">
                  <a16:creationId xmlns:a16="http://schemas.microsoft.com/office/drawing/2014/main" id="{197547EC-C683-951A-D418-565E872AB747}"/>
                </a:ext>
              </a:extLst>
            </p:cNvPr>
            <p:cNvSpPr/>
            <p:nvPr/>
          </p:nvSpPr>
          <p:spPr>
            <a:xfrm>
              <a:off x="6687269" y="56464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69" name="Freeform 21968">
              <a:extLst>
                <a:ext uri="{FF2B5EF4-FFF2-40B4-BE49-F238E27FC236}">
                  <a16:creationId xmlns:a16="http://schemas.microsoft.com/office/drawing/2014/main" id="{44EBB3EC-201B-0840-87E4-5A164A8D8228}"/>
                </a:ext>
              </a:extLst>
            </p:cNvPr>
            <p:cNvSpPr/>
            <p:nvPr/>
          </p:nvSpPr>
          <p:spPr>
            <a:xfrm>
              <a:off x="6592781" y="56799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0" name="Freeform 21969">
              <a:extLst>
                <a:ext uri="{FF2B5EF4-FFF2-40B4-BE49-F238E27FC236}">
                  <a16:creationId xmlns:a16="http://schemas.microsoft.com/office/drawing/2014/main" id="{4D739559-2400-B508-394A-D400266831B7}"/>
                </a:ext>
              </a:extLst>
            </p:cNvPr>
            <p:cNvSpPr/>
            <p:nvPr/>
          </p:nvSpPr>
          <p:spPr>
            <a:xfrm>
              <a:off x="6745181" y="576896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1" name="Freeform 21970">
              <a:extLst>
                <a:ext uri="{FF2B5EF4-FFF2-40B4-BE49-F238E27FC236}">
                  <a16:creationId xmlns:a16="http://schemas.microsoft.com/office/drawing/2014/main" id="{3978CF35-10C8-6EF0-90CD-8653964C3C78}"/>
                </a:ext>
              </a:extLst>
            </p:cNvPr>
            <p:cNvSpPr/>
            <p:nvPr/>
          </p:nvSpPr>
          <p:spPr>
            <a:xfrm>
              <a:off x="6839669" y="573543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2" name="Freeform 21971">
              <a:extLst>
                <a:ext uri="{FF2B5EF4-FFF2-40B4-BE49-F238E27FC236}">
                  <a16:creationId xmlns:a16="http://schemas.microsoft.com/office/drawing/2014/main" id="{042BE4DD-D28E-A18D-54ED-374AF15811A8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3" name="Freeform 21972">
              <a:extLst>
                <a:ext uri="{FF2B5EF4-FFF2-40B4-BE49-F238E27FC236}">
                  <a16:creationId xmlns:a16="http://schemas.microsoft.com/office/drawing/2014/main" id="{335F9980-0BB4-CF24-3900-A35CE0E7F47F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4" name="Freeform 21973">
              <a:extLst>
                <a:ext uri="{FF2B5EF4-FFF2-40B4-BE49-F238E27FC236}">
                  <a16:creationId xmlns:a16="http://schemas.microsoft.com/office/drawing/2014/main" id="{2C32CE3A-AC3B-3671-66ED-BDDC0772D19B}"/>
                </a:ext>
              </a:extLst>
            </p:cNvPr>
            <p:cNvSpPr/>
            <p:nvPr/>
          </p:nvSpPr>
          <p:spPr>
            <a:xfrm>
              <a:off x="6684221" y="53507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5" name="Freeform 21974">
              <a:extLst>
                <a:ext uri="{FF2B5EF4-FFF2-40B4-BE49-F238E27FC236}">
                  <a16:creationId xmlns:a16="http://schemas.microsoft.com/office/drawing/2014/main" id="{02890B20-6E32-72F8-AF43-4DA81AAB9425}"/>
                </a:ext>
              </a:extLst>
            </p:cNvPr>
            <p:cNvSpPr/>
            <p:nvPr/>
          </p:nvSpPr>
          <p:spPr>
            <a:xfrm>
              <a:off x="6742133" y="55367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6" name="Freeform 21975">
              <a:extLst>
                <a:ext uri="{FF2B5EF4-FFF2-40B4-BE49-F238E27FC236}">
                  <a16:creationId xmlns:a16="http://schemas.microsoft.com/office/drawing/2014/main" id="{8100C75E-22F0-9461-5617-0E7E7059C7CE}"/>
                </a:ext>
              </a:extLst>
            </p:cNvPr>
            <p:cNvSpPr/>
            <p:nvPr/>
          </p:nvSpPr>
          <p:spPr>
            <a:xfrm>
              <a:off x="6894533" y="5689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7" name="Freeform 21976">
              <a:extLst>
                <a:ext uri="{FF2B5EF4-FFF2-40B4-BE49-F238E27FC236}">
                  <a16:creationId xmlns:a16="http://schemas.microsoft.com/office/drawing/2014/main" id="{E4CFB3D7-CB9E-778F-1D71-C7555C119019}"/>
                </a:ext>
              </a:extLst>
            </p:cNvPr>
            <p:cNvSpPr/>
            <p:nvPr/>
          </p:nvSpPr>
          <p:spPr>
            <a:xfrm>
              <a:off x="6836621" y="55031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8" name="Freeform 21977">
              <a:extLst>
                <a:ext uri="{FF2B5EF4-FFF2-40B4-BE49-F238E27FC236}">
                  <a16:creationId xmlns:a16="http://schemas.microsoft.com/office/drawing/2014/main" id="{0DB599F8-6F32-3E7B-1C22-D15C456D68A5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79" name="Freeform 21978">
              <a:extLst>
                <a:ext uri="{FF2B5EF4-FFF2-40B4-BE49-F238E27FC236}">
                  <a16:creationId xmlns:a16="http://schemas.microsoft.com/office/drawing/2014/main" id="{50D6AD74-3821-15B2-54A1-CADB17F43365}"/>
                </a:ext>
              </a:extLst>
            </p:cNvPr>
            <p:cNvSpPr/>
            <p:nvPr/>
          </p:nvSpPr>
          <p:spPr>
            <a:xfrm>
              <a:off x="7168375" y="43729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0" name="Freeform 21979">
              <a:extLst>
                <a:ext uri="{FF2B5EF4-FFF2-40B4-BE49-F238E27FC236}">
                  <a16:creationId xmlns:a16="http://schemas.microsoft.com/office/drawing/2014/main" id="{F0BF30CF-48AA-5229-E620-703763147CCB}"/>
                </a:ext>
              </a:extLst>
            </p:cNvPr>
            <p:cNvSpPr/>
            <p:nvPr/>
          </p:nvSpPr>
          <p:spPr>
            <a:xfrm>
              <a:off x="7320775" y="452530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1" name="Freeform 21980">
              <a:extLst>
                <a:ext uri="{FF2B5EF4-FFF2-40B4-BE49-F238E27FC236}">
                  <a16:creationId xmlns:a16="http://schemas.microsoft.com/office/drawing/2014/main" id="{3E5F0D9C-9413-9CE6-8DE8-3FB4859807EC}"/>
                </a:ext>
              </a:extLst>
            </p:cNvPr>
            <p:cNvSpPr/>
            <p:nvPr/>
          </p:nvSpPr>
          <p:spPr>
            <a:xfrm>
              <a:off x="7262863" y="433937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2" name="Freeform 21981">
              <a:extLst>
                <a:ext uri="{FF2B5EF4-FFF2-40B4-BE49-F238E27FC236}">
                  <a16:creationId xmlns:a16="http://schemas.microsoft.com/office/drawing/2014/main" id="{581536E7-2315-B252-80A6-1FEE97509AF7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3" name="Freeform 21982">
              <a:extLst>
                <a:ext uri="{FF2B5EF4-FFF2-40B4-BE49-F238E27FC236}">
                  <a16:creationId xmlns:a16="http://schemas.microsoft.com/office/drawing/2014/main" id="{C8BAF0D2-C921-7121-F190-E6A2181BA8DB}"/>
                </a:ext>
              </a:extLst>
            </p:cNvPr>
            <p:cNvSpPr/>
            <p:nvPr/>
          </p:nvSpPr>
          <p:spPr>
            <a:xfrm>
              <a:off x="7332416" y="41096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4" name="Freeform 21983">
              <a:extLst>
                <a:ext uri="{FF2B5EF4-FFF2-40B4-BE49-F238E27FC236}">
                  <a16:creationId xmlns:a16="http://schemas.microsoft.com/office/drawing/2014/main" id="{EA90B1A4-22DF-4212-B6FD-3D7AB0BFB3BD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5" name="Freeform 21984">
              <a:extLst>
                <a:ext uri="{FF2B5EF4-FFF2-40B4-BE49-F238E27FC236}">
                  <a16:creationId xmlns:a16="http://schemas.microsoft.com/office/drawing/2014/main" id="{B31C42EB-F7BE-DE05-3336-6E48B6399AC9}"/>
                </a:ext>
              </a:extLst>
            </p:cNvPr>
            <p:cNvSpPr/>
            <p:nvPr/>
          </p:nvSpPr>
          <p:spPr>
            <a:xfrm>
              <a:off x="7426904" y="40760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6" name="Freeform 21985">
              <a:extLst>
                <a:ext uri="{FF2B5EF4-FFF2-40B4-BE49-F238E27FC236}">
                  <a16:creationId xmlns:a16="http://schemas.microsoft.com/office/drawing/2014/main" id="{2B8A0A3F-B710-3064-88B9-0043FB8E6920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7" name="Freeform 21986">
              <a:extLst>
                <a:ext uri="{FF2B5EF4-FFF2-40B4-BE49-F238E27FC236}">
                  <a16:creationId xmlns:a16="http://schemas.microsoft.com/office/drawing/2014/main" id="{C84DD0BC-287A-E1AE-86F8-E70D307938D0}"/>
                </a:ext>
              </a:extLst>
            </p:cNvPr>
            <p:cNvSpPr/>
            <p:nvPr/>
          </p:nvSpPr>
          <p:spPr>
            <a:xfrm>
              <a:off x="7196062" y="38884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8" name="Freeform 21987">
              <a:extLst>
                <a:ext uri="{FF2B5EF4-FFF2-40B4-BE49-F238E27FC236}">
                  <a16:creationId xmlns:a16="http://schemas.microsoft.com/office/drawing/2014/main" id="{0712E800-56BC-6970-F55E-D958F2A03DC0}"/>
                </a:ext>
              </a:extLst>
            </p:cNvPr>
            <p:cNvSpPr/>
            <p:nvPr/>
          </p:nvSpPr>
          <p:spPr>
            <a:xfrm>
              <a:off x="7348462" y="404085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89" name="Freeform 21988">
              <a:extLst>
                <a:ext uri="{FF2B5EF4-FFF2-40B4-BE49-F238E27FC236}">
                  <a16:creationId xmlns:a16="http://schemas.microsoft.com/office/drawing/2014/main" id="{449181A8-C5C6-531C-6C73-EBC391B53673}"/>
                </a:ext>
              </a:extLst>
            </p:cNvPr>
            <p:cNvSpPr/>
            <p:nvPr/>
          </p:nvSpPr>
          <p:spPr>
            <a:xfrm>
              <a:off x="7290550" y="385493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0" name="Freeform 21989">
              <a:extLst>
                <a:ext uri="{FF2B5EF4-FFF2-40B4-BE49-F238E27FC236}">
                  <a16:creationId xmlns:a16="http://schemas.microsoft.com/office/drawing/2014/main" id="{35C11660-FAC4-6EBC-C2E7-825A5B889BC9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1" name="Freeform 21990">
              <a:extLst>
                <a:ext uri="{FF2B5EF4-FFF2-40B4-BE49-F238E27FC236}">
                  <a16:creationId xmlns:a16="http://schemas.microsoft.com/office/drawing/2014/main" id="{352D0C90-2883-B725-D933-9D1E4162E914}"/>
                </a:ext>
              </a:extLst>
            </p:cNvPr>
            <p:cNvSpPr/>
            <p:nvPr/>
          </p:nvSpPr>
          <p:spPr>
            <a:xfrm>
              <a:off x="7189400" y="40595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2" name="Freeform 21991">
              <a:extLst>
                <a:ext uri="{FF2B5EF4-FFF2-40B4-BE49-F238E27FC236}">
                  <a16:creationId xmlns:a16="http://schemas.microsoft.com/office/drawing/2014/main" id="{2CC9976A-A73C-9E8A-8631-5749E7308479}"/>
                </a:ext>
              </a:extLst>
            </p:cNvPr>
            <p:cNvSpPr/>
            <p:nvPr/>
          </p:nvSpPr>
          <p:spPr>
            <a:xfrm>
              <a:off x="7341800" y="42119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3" name="Freeform 21992">
              <a:extLst>
                <a:ext uri="{FF2B5EF4-FFF2-40B4-BE49-F238E27FC236}">
                  <a16:creationId xmlns:a16="http://schemas.microsoft.com/office/drawing/2014/main" id="{C246B179-F856-735D-D7EA-D081689F4756}"/>
                </a:ext>
              </a:extLst>
            </p:cNvPr>
            <p:cNvSpPr/>
            <p:nvPr/>
          </p:nvSpPr>
          <p:spPr>
            <a:xfrm>
              <a:off x="7283888" y="40260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4" name="Freeform 21993">
              <a:extLst>
                <a:ext uri="{FF2B5EF4-FFF2-40B4-BE49-F238E27FC236}">
                  <a16:creationId xmlns:a16="http://schemas.microsoft.com/office/drawing/2014/main" id="{2BE9FB44-E219-6728-33AA-06293006F6C6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5" name="Freeform 21994">
              <a:extLst>
                <a:ext uri="{FF2B5EF4-FFF2-40B4-BE49-F238E27FC236}">
                  <a16:creationId xmlns:a16="http://schemas.microsoft.com/office/drawing/2014/main" id="{8729C331-C8BC-4387-ECBC-4546E0C2D42E}"/>
                </a:ext>
              </a:extLst>
            </p:cNvPr>
            <p:cNvSpPr/>
            <p:nvPr/>
          </p:nvSpPr>
          <p:spPr>
            <a:xfrm>
              <a:off x="7484816" y="42620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6" name="Freeform 21995">
              <a:extLst>
                <a:ext uri="{FF2B5EF4-FFF2-40B4-BE49-F238E27FC236}">
                  <a16:creationId xmlns:a16="http://schemas.microsoft.com/office/drawing/2014/main" id="{F446D15B-47C1-E60B-4AF2-EFDE863DC4CC}"/>
                </a:ext>
              </a:extLst>
            </p:cNvPr>
            <p:cNvSpPr/>
            <p:nvPr/>
          </p:nvSpPr>
          <p:spPr>
            <a:xfrm>
              <a:off x="7637216" y="441441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7" name="Freeform 21996">
              <a:extLst>
                <a:ext uri="{FF2B5EF4-FFF2-40B4-BE49-F238E27FC236}">
                  <a16:creationId xmlns:a16="http://schemas.microsoft.com/office/drawing/2014/main" id="{DDE494A7-105D-7D82-659F-D366534600E5}"/>
                </a:ext>
              </a:extLst>
            </p:cNvPr>
            <p:cNvSpPr/>
            <p:nvPr/>
          </p:nvSpPr>
          <p:spPr>
            <a:xfrm>
              <a:off x="7579304" y="422848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8" name="Freeform 21997">
              <a:extLst>
                <a:ext uri="{FF2B5EF4-FFF2-40B4-BE49-F238E27FC236}">
                  <a16:creationId xmlns:a16="http://schemas.microsoft.com/office/drawing/2014/main" id="{C8911E12-9FED-B94F-772B-6361CEDDC214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99" name="Freeform 21998">
              <a:extLst>
                <a:ext uri="{FF2B5EF4-FFF2-40B4-BE49-F238E27FC236}">
                  <a16:creationId xmlns:a16="http://schemas.microsoft.com/office/drawing/2014/main" id="{89B78525-DABC-3611-B2A6-EBE90F096D24}"/>
                </a:ext>
              </a:extLst>
            </p:cNvPr>
            <p:cNvSpPr/>
            <p:nvPr/>
          </p:nvSpPr>
          <p:spPr>
            <a:xfrm>
              <a:off x="7111586" y="290726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0" name="Freeform 21999">
              <a:extLst>
                <a:ext uri="{FF2B5EF4-FFF2-40B4-BE49-F238E27FC236}">
                  <a16:creationId xmlns:a16="http://schemas.microsoft.com/office/drawing/2014/main" id="{D3C73E12-1141-0F3B-85A2-82C408176B97}"/>
                </a:ext>
              </a:extLst>
            </p:cNvPr>
            <p:cNvSpPr/>
            <p:nvPr/>
          </p:nvSpPr>
          <p:spPr>
            <a:xfrm>
              <a:off x="7206074" y="287373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1" name="Freeform 22000">
              <a:extLst>
                <a:ext uri="{FF2B5EF4-FFF2-40B4-BE49-F238E27FC236}">
                  <a16:creationId xmlns:a16="http://schemas.microsoft.com/office/drawing/2014/main" id="{61B3878D-DE39-77E0-5253-4E973E6D8CA9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2" name="Freeform 22001">
              <a:extLst>
                <a:ext uri="{FF2B5EF4-FFF2-40B4-BE49-F238E27FC236}">
                  <a16:creationId xmlns:a16="http://schemas.microsoft.com/office/drawing/2014/main" id="{AA9207BF-A4BB-AB29-DB84-AB89324800A7}"/>
                </a:ext>
              </a:extLst>
            </p:cNvPr>
            <p:cNvSpPr/>
            <p:nvPr/>
          </p:nvSpPr>
          <p:spPr>
            <a:xfrm>
              <a:off x="7091868" y="310142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3" name="Freeform 22002">
              <a:extLst>
                <a:ext uri="{FF2B5EF4-FFF2-40B4-BE49-F238E27FC236}">
                  <a16:creationId xmlns:a16="http://schemas.microsoft.com/office/drawing/2014/main" id="{E51910BD-4D20-4FBE-47FE-1E86B0EFEA4E}"/>
                </a:ext>
              </a:extLst>
            </p:cNvPr>
            <p:cNvSpPr/>
            <p:nvPr/>
          </p:nvSpPr>
          <p:spPr>
            <a:xfrm>
              <a:off x="7186356" y="30678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4" name="Freeform 22003">
              <a:extLst>
                <a:ext uri="{FF2B5EF4-FFF2-40B4-BE49-F238E27FC236}">
                  <a16:creationId xmlns:a16="http://schemas.microsoft.com/office/drawing/2014/main" id="{518C9608-3A94-AA01-1D07-AFE7AFB1ECFC}"/>
                </a:ext>
              </a:extLst>
            </p:cNvPr>
            <p:cNvSpPr/>
            <p:nvPr/>
          </p:nvSpPr>
          <p:spPr>
            <a:xfrm>
              <a:off x="7097967" y="5875399"/>
              <a:ext cx="252597" cy="479934"/>
            </a:xfrm>
            <a:custGeom>
              <a:avLst/>
              <a:gdLst>
                <a:gd name="connsiteX0" fmla="*/ 0 w 252597"/>
                <a:gd name="connsiteY0" fmla="*/ 0 h 479934"/>
                <a:gd name="connsiteX1" fmla="*/ 25260 w 252597"/>
                <a:gd name="connsiteY1" fmla="*/ 5052 h 479934"/>
                <a:gd name="connsiteX2" fmla="*/ 30311 w 252597"/>
                <a:gd name="connsiteY2" fmla="*/ 20208 h 479934"/>
                <a:gd name="connsiteX3" fmla="*/ 25260 w 252597"/>
                <a:gd name="connsiteY3" fmla="*/ 131350 h 479934"/>
                <a:gd name="connsiteX4" fmla="*/ 15156 w 252597"/>
                <a:gd name="connsiteY4" fmla="*/ 161662 h 479934"/>
                <a:gd name="connsiteX5" fmla="*/ 20208 w 252597"/>
                <a:gd name="connsiteY5" fmla="*/ 232389 h 479934"/>
                <a:gd name="connsiteX6" fmla="*/ 25260 w 252597"/>
                <a:gd name="connsiteY6" fmla="*/ 247545 h 479934"/>
                <a:gd name="connsiteX7" fmla="*/ 40415 w 252597"/>
                <a:gd name="connsiteY7" fmla="*/ 257649 h 479934"/>
                <a:gd name="connsiteX8" fmla="*/ 106090 w 252597"/>
                <a:gd name="connsiteY8" fmla="*/ 267752 h 479934"/>
                <a:gd name="connsiteX9" fmla="*/ 131350 w 252597"/>
                <a:gd name="connsiteY9" fmla="*/ 272804 h 479934"/>
                <a:gd name="connsiteX10" fmla="*/ 146506 w 252597"/>
                <a:gd name="connsiteY10" fmla="*/ 282908 h 479934"/>
                <a:gd name="connsiteX11" fmla="*/ 151558 w 252597"/>
                <a:gd name="connsiteY11" fmla="*/ 298064 h 479934"/>
                <a:gd name="connsiteX12" fmla="*/ 166714 w 252597"/>
                <a:gd name="connsiteY12" fmla="*/ 333428 h 479934"/>
                <a:gd name="connsiteX13" fmla="*/ 181869 w 252597"/>
                <a:gd name="connsiteY13" fmla="*/ 404155 h 479934"/>
                <a:gd name="connsiteX14" fmla="*/ 186921 w 252597"/>
                <a:gd name="connsiteY14" fmla="*/ 419310 h 479934"/>
                <a:gd name="connsiteX15" fmla="*/ 222285 w 252597"/>
                <a:gd name="connsiteY15" fmla="*/ 444570 h 479934"/>
                <a:gd name="connsiteX16" fmla="*/ 237441 w 252597"/>
                <a:gd name="connsiteY16" fmla="*/ 454674 h 479934"/>
                <a:gd name="connsiteX17" fmla="*/ 252597 w 252597"/>
                <a:gd name="connsiteY17" fmla="*/ 479934 h 4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2597" h="479934">
                  <a:moveTo>
                    <a:pt x="0" y="0"/>
                  </a:moveTo>
                  <a:cubicBezTo>
                    <a:pt x="8420" y="1684"/>
                    <a:pt x="18115" y="289"/>
                    <a:pt x="25260" y="5052"/>
                  </a:cubicBezTo>
                  <a:cubicBezTo>
                    <a:pt x="29691" y="8006"/>
                    <a:pt x="30311" y="14883"/>
                    <a:pt x="30311" y="20208"/>
                  </a:cubicBezTo>
                  <a:cubicBezTo>
                    <a:pt x="30311" y="57294"/>
                    <a:pt x="29211" y="94475"/>
                    <a:pt x="25260" y="131350"/>
                  </a:cubicBezTo>
                  <a:cubicBezTo>
                    <a:pt x="24125" y="141940"/>
                    <a:pt x="15156" y="161662"/>
                    <a:pt x="15156" y="161662"/>
                  </a:cubicBezTo>
                  <a:cubicBezTo>
                    <a:pt x="16840" y="185238"/>
                    <a:pt x="17446" y="208915"/>
                    <a:pt x="20208" y="232389"/>
                  </a:cubicBezTo>
                  <a:cubicBezTo>
                    <a:pt x="20830" y="237678"/>
                    <a:pt x="21933" y="243387"/>
                    <a:pt x="25260" y="247545"/>
                  </a:cubicBezTo>
                  <a:cubicBezTo>
                    <a:pt x="29053" y="252286"/>
                    <a:pt x="34984" y="254934"/>
                    <a:pt x="40415" y="257649"/>
                  </a:cubicBezTo>
                  <a:cubicBezTo>
                    <a:pt x="59031" y="266957"/>
                    <a:pt x="90300" y="265647"/>
                    <a:pt x="106090" y="267752"/>
                  </a:cubicBezTo>
                  <a:cubicBezTo>
                    <a:pt x="114601" y="268887"/>
                    <a:pt x="122930" y="271120"/>
                    <a:pt x="131350" y="272804"/>
                  </a:cubicBezTo>
                  <a:cubicBezTo>
                    <a:pt x="136402" y="276172"/>
                    <a:pt x="142713" y="278167"/>
                    <a:pt x="146506" y="282908"/>
                  </a:cubicBezTo>
                  <a:cubicBezTo>
                    <a:pt x="149833" y="287066"/>
                    <a:pt x="149460" y="293169"/>
                    <a:pt x="151558" y="298064"/>
                  </a:cubicBezTo>
                  <a:cubicBezTo>
                    <a:pt x="158687" y="314698"/>
                    <a:pt x="163068" y="317023"/>
                    <a:pt x="166714" y="333428"/>
                  </a:cubicBezTo>
                  <a:cubicBezTo>
                    <a:pt x="175190" y="371570"/>
                    <a:pt x="167735" y="361756"/>
                    <a:pt x="181869" y="404155"/>
                  </a:cubicBezTo>
                  <a:cubicBezTo>
                    <a:pt x="183553" y="409207"/>
                    <a:pt x="183967" y="414879"/>
                    <a:pt x="186921" y="419310"/>
                  </a:cubicBezTo>
                  <a:cubicBezTo>
                    <a:pt x="198316" y="436401"/>
                    <a:pt x="205265" y="434844"/>
                    <a:pt x="222285" y="444570"/>
                  </a:cubicBezTo>
                  <a:cubicBezTo>
                    <a:pt x="227557" y="447582"/>
                    <a:pt x="232389" y="451306"/>
                    <a:pt x="237441" y="454674"/>
                  </a:cubicBezTo>
                  <a:cubicBezTo>
                    <a:pt x="249634" y="472963"/>
                    <a:pt x="244830" y="464399"/>
                    <a:pt x="252597" y="479934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5" name="Freeform 22004">
              <a:extLst>
                <a:ext uri="{FF2B5EF4-FFF2-40B4-BE49-F238E27FC236}">
                  <a16:creationId xmlns:a16="http://schemas.microsoft.com/office/drawing/2014/main" id="{21576107-F7A9-D8B8-F9F5-94C1D0B82328}"/>
                </a:ext>
              </a:extLst>
            </p:cNvPr>
            <p:cNvSpPr/>
            <p:nvPr/>
          </p:nvSpPr>
          <p:spPr>
            <a:xfrm>
              <a:off x="7173746" y="5880451"/>
              <a:ext cx="247545" cy="485143"/>
            </a:xfrm>
            <a:custGeom>
              <a:avLst/>
              <a:gdLst>
                <a:gd name="connsiteX0" fmla="*/ 0 w 247545"/>
                <a:gd name="connsiteY0" fmla="*/ 0 h 485143"/>
                <a:gd name="connsiteX1" fmla="*/ 45467 w 247545"/>
                <a:gd name="connsiteY1" fmla="*/ 40415 h 485143"/>
                <a:gd name="connsiteX2" fmla="*/ 50519 w 247545"/>
                <a:gd name="connsiteY2" fmla="*/ 55571 h 485143"/>
                <a:gd name="connsiteX3" fmla="*/ 45467 w 247545"/>
                <a:gd name="connsiteY3" fmla="*/ 126298 h 485143"/>
                <a:gd name="connsiteX4" fmla="*/ 50519 w 247545"/>
                <a:gd name="connsiteY4" fmla="*/ 176818 h 485143"/>
                <a:gd name="connsiteX5" fmla="*/ 65675 w 247545"/>
                <a:gd name="connsiteY5" fmla="*/ 191973 h 485143"/>
                <a:gd name="connsiteX6" fmla="*/ 75779 w 247545"/>
                <a:gd name="connsiteY6" fmla="*/ 207129 h 485143"/>
                <a:gd name="connsiteX7" fmla="*/ 90935 w 247545"/>
                <a:gd name="connsiteY7" fmla="*/ 212181 h 485143"/>
                <a:gd name="connsiteX8" fmla="*/ 131350 w 247545"/>
                <a:gd name="connsiteY8" fmla="*/ 232389 h 485143"/>
                <a:gd name="connsiteX9" fmla="*/ 166714 w 247545"/>
                <a:gd name="connsiteY9" fmla="*/ 262700 h 485143"/>
                <a:gd name="connsiteX10" fmla="*/ 176818 w 247545"/>
                <a:gd name="connsiteY10" fmla="*/ 293012 h 485143"/>
                <a:gd name="connsiteX11" fmla="*/ 166714 w 247545"/>
                <a:gd name="connsiteY11" fmla="*/ 378895 h 485143"/>
                <a:gd name="connsiteX12" fmla="*/ 171766 w 247545"/>
                <a:gd name="connsiteY12" fmla="*/ 414258 h 485143"/>
                <a:gd name="connsiteX13" fmla="*/ 202077 w 247545"/>
                <a:gd name="connsiteY13" fmla="*/ 439518 h 485143"/>
                <a:gd name="connsiteX14" fmla="*/ 227337 w 247545"/>
                <a:gd name="connsiteY14" fmla="*/ 469830 h 485143"/>
                <a:gd name="connsiteX15" fmla="*/ 247545 w 247545"/>
                <a:gd name="connsiteY15" fmla="*/ 484985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545" h="485143">
                  <a:moveTo>
                    <a:pt x="0" y="0"/>
                  </a:moveTo>
                  <a:cubicBezTo>
                    <a:pt x="15156" y="13472"/>
                    <a:pt x="31827" y="25411"/>
                    <a:pt x="45467" y="40415"/>
                  </a:cubicBezTo>
                  <a:cubicBezTo>
                    <a:pt x="49049" y="44355"/>
                    <a:pt x="50519" y="50246"/>
                    <a:pt x="50519" y="55571"/>
                  </a:cubicBezTo>
                  <a:cubicBezTo>
                    <a:pt x="50519" y="79207"/>
                    <a:pt x="47151" y="102722"/>
                    <a:pt x="45467" y="126298"/>
                  </a:cubicBezTo>
                  <a:cubicBezTo>
                    <a:pt x="47151" y="143138"/>
                    <a:pt x="45542" y="160642"/>
                    <a:pt x="50519" y="176818"/>
                  </a:cubicBezTo>
                  <a:cubicBezTo>
                    <a:pt x="52620" y="183646"/>
                    <a:pt x="61101" y="186485"/>
                    <a:pt x="65675" y="191973"/>
                  </a:cubicBezTo>
                  <a:cubicBezTo>
                    <a:pt x="69562" y="196637"/>
                    <a:pt x="71038" y="203336"/>
                    <a:pt x="75779" y="207129"/>
                  </a:cubicBezTo>
                  <a:cubicBezTo>
                    <a:pt x="79937" y="210456"/>
                    <a:pt x="86087" y="209977"/>
                    <a:pt x="90935" y="212181"/>
                  </a:cubicBezTo>
                  <a:cubicBezTo>
                    <a:pt x="104647" y="218414"/>
                    <a:pt x="119301" y="223352"/>
                    <a:pt x="131350" y="232389"/>
                  </a:cubicBezTo>
                  <a:cubicBezTo>
                    <a:pt x="157273" y="251832"/>
                    <a:pt x="145604" y="241591"/>
                    <a:pt x="166714" y="262700"/>
                  </a:cubicBezTo>
                  <a:cubicBezTo>
                    <a:pt x="170082" y="272804"/>
                    <a:pt x="177782" y="282405"/>
                    <a:pt x="176818" y="293012"/>
                  </a:cubicBezTo>
                  <a:cubicBezTo>
                    <a:pt x="170839" y="358784"/>
                    <a:pt x="174824" y="330236"/>
                    <a:pt x="166714" y="378895"/>
                  </a:cubicBezTo>
                  <a:cubicBezTo>
                    <a:pt x="168398" y="390683"/>
                    <a:pt x="167344" y="403202"/>
                    <a:pt x="171766" y="414258"/>
                  </a:cubicBezTo>
                  <a:cubicBezTo>
                    <a:pt x="175303" y="423100"/>
                    <a:pt x="194499" y="434466"/>
                    <a:pt x="202077" y="439518"/>
                  </a:cubicBezTo>
                  <a:cubicBezTo>
                    <a:pt x="227160" y="477142"/>
                    <a:pt x="194926" y="430938"/>
                    <a:pt x="227337" y="469830"/>
                  </a:cubicBezTo>
                  <a:cubicBezTo>
                    <a:pt x="242302" y="487787"/>
                    <a:pt x="229709" y="484985"/>
                    <a:pt x="247545" y="48498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6" name="Freeform 22005">
              <a:extLst>
                <a:ext uri="{FF2B5EF4-FFF2-40B4-BE49-F238E27FC236}">
                  <a16:creationId xmlns:a16="http://schemas.microsoft.com/office/drawing/2014/main" id="{37272A9C-CF8E-A4EB-F8EB-9E95F95C1CBB}"/>
                </a:ext>
              </a:extLst>
            </p:cNvPr>
            <p:cNvSpPr/>
            <p:nvPr/>
          </p:nvSpPr>
          <p:spPr>
            <a:xfrm>
              <a:off x="7214161" y="5855191"/>
              <a:ext cx="237441" cy="280572"/>
            </a:xfrm>
            <a:custGeom>
              <a:avLst/>
              <a:gdLst>
                <a:gd name="connsiteX0" fmla="*/ 0 w 237441"/>
                <a:gd name="connsiteY0" fmla="*/ 0 h 280572"/>
                <a:gd name="connsiteX1" fmla="*/ 50520 w 237441"/>
                <a:gd name="connsiteY1" fmla="*/ 25260 h 280572"/>
                <a:gd name="connsiteX2" fmla="*/ 65675 w 237441"/>
                <a:gd name="connsiteY2" fmla="*/ 35364 h 280572"/>
                <a:gd name="connsiteX3" fmla="*/ 75779 w 237441"/>
                <a:gd name="connsiteY3" fmla="*/ 50519 h 280572"/>
                <a:gd name="connsiteX4" fmla="*/ 85883 w 237441"/>
                <a:gd name="connsiteY4" fmla="*/ 146506 h 280572"/>
                <a:gd name="connsiteX5" fmla="*/ 90935 w 237441"/>
                <a:gd name="connsiteY5" fmla="*/ 166714 h 280572"/>
                <a:gd name="connsiteX6" fmla="*/ 106091 w 237441"/>
                <a:gd name="connsiteY6" fmla="*/ 197026 h 280572"/>
                <a:gd name="connsiteX7" fmla="*/ 126299 w 237441"/>
                <a:gd name="connsiteY7" fmla="*/ 212181 h 280572"/>
                <a:gd name="connsiteX8" fmla="*/ 151558 w 237441"/>
                <a:gd name="connsiteY8" fmla="*/ 242493 h 280572"/>
                <a:gd name="connsiteX9" fmla="*/ 166714 w 237441"/>
                <a:gd name="connsiteY9" fmla="*/ 252597 h 280572"/>
                <a:gd name="connsiteX10" fmla="*/ 181870 w 237441"/>
                <a:gd name="connsiteY10" fmla="*/ 267753 h 280572"/>
                <a:gd name="connsiteX11" fmla="*/ 197026 w 237441"/>
                <a:gd name="connsiteY11" fmla="*/ 272805 h 280572"/>
                <a:gd name="connsiteX12" fmla="*/ 237441 w 237441"/>
                <a:gd name="connsiteY12" fmla="*/ 272805 h 28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441" h="280572">
                  <a:moveTo>
                    <a:pt x="0" y="0"/>
                  </a:moveTo>
                  <a:cubicBezTo>
                    <a:pt x="16840" y="8420"/>
                    <a:pt x="33943" y="16334"/>
                    <a:pt x="50520" y="25260"/>
                  </a:cubicBezTo>
                  <a:cubicBezTo>
                    <a:pt x="55866" y="28139"/>
                    <a:pt x="61382" y="31071"/>
                    <a:pt x="65675" y="35364"/>
                  </a:cubicBezTo>
                  <a:cubicBezTo>
                    <a:pt x="69968" y="39657"/>
                    <a:pt x="72411" y="45467"/>
                    <a:pt x="75779" y="50519"/>
                  </a:cubicBezTo>
                  <a:cubicBezTo>
                    <a:pt x="88483" y="101336"/>
                    <a:pt x="74855" y="41744"/>
                    <a:pt x="85883" y="146506"/>
                  </a:cubicBezTo>
                  <a:cubicBezTo>
                    <a:pt x="86610" y="153411"/>
                    <a:pt x="89028" y="160038"/>
                    <a:pt x="90935" y="166714"/>
                  </a:cubicBezTo>
                  <a:cubicBezTo>
                    <a:pt x="94222" y="178219"/>
                    <a:pt x="97235" y="188170"/>
                    <a:pt x="106091" y="197026"/>
                  </a:cubicBezTo>
                  <a:cubicBezTo>
                    <a:pt x="112045" y="202980"/>
                    <a:pt x="119906" y="206701"/>
                    <a:pt x="126299" y="212181"/>
                  </a:cubicBezTo>
                  <a:cubicBezTo>
                    <a:pt x="184220" y="261828"/>
                    <a:pt x="104794" y="195729"/>
                    <a:pt x="151558" y="242493"/>
                  </a:cubicBezTo>
                  <a:cubicBezTo>
                    <a:pt x="155851" y="246786"/>
                    <a:pt x="162050" y="248710"/>
                    <a:pt x="166714" y="252597"/>
                  </a:cubicBezTo>
                  <a:cubicBezTo>
                    <a:pt x="172203" y="257171"/>
                    <a:pt x="175925" y="263790"/>
                    <a:pt x="181870" y="267753"/>
                  </a:cubicBezTo>
                  <a:cubicBezTo>
                    <a:pt x="186301" y="270707"/>
                    <a:pt x="191804" y="271761"/>
                    <a:pt x="197026" y="272805"/>
                  </a:cubicBezTo>
                  <a:cubicBezTo>
                    <a:pt x="232950" y="279990"/>
                    <a:pt x="224328" y="285918"/>
                    <a:pt x="237441" y="27280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7" name="Freeform 22006">
              <a:extLst>
                <a:ext uri="{FF2B5EF4-FFF2-40B4-BE49-F238E27FC236}">
                  <a16:creationId xmlns:a16="http://schemas.microsoft.com/office/drawing/2014/main" id="{9F927368-489C-739E-C116-0C5909CB9833}"/>
                </a:ext>
              </a:extLst>
            </p:cNvPr>
            <p:cNvSpPr/>
            <p:nvPr/>
          </p:nvSpPr>
          <p:spPr>
            <a:xfrm>
              <a:off x="7234369" y="5824880"/>
              <a:ext cx="257649" cy="217233"/>
            </a:xfrm>
            <a:custGeom>
              <a:avLst/>
              <a:gdLst>
                <a:gd name="connsiteX0" fmla="*/ 0 w 257649"/>
                <a:gd name="connsiteY0" fmla="*/ 0 h 217233"/>
                <a:gd name="connsiteX1" fmla="*/ 40416 w 257649"/>
                <a:gd name="connsiteY1" fmla="*/ 40415 h 217233"/>
                <a:gd name="connsiteX2" fmla="*/ 60623 w 257649"/>
                <a:gd name="connsiteY2" fmla="*/ 50519 h 217233"/>
                <a:gd name="connsiteX3" fmla="*/ 80831 w 257649"/>
                <a:gd name="connsiteY3" fmla="*/ 65675 h 217233"/>
                <a:gd name="connsiteX4" fmla="*/ 116195 w 257649"/>
                <a:gd name="connsiteY4" fmla="*/ 95986 h 217233"/>
                <a:gd name="connsiteX5" fmla="*/ 181870 w 257649"/>
                <a:gd name="connsiteY5" fmla="*/ 106090 h 217233"/>
                <a:gd name="connsiteX6" fmla="*/ 191974 w 257649"/>
                <a:gd name="connsiteY6" fmla="*/ 121246 h 217233"/>
                <a:gd name="connsiteX7" fmla="*/ 207129 w 257649"/>
                <a:gd name="connsiteY7" fmla="*/ 156610 h 217233"/>
                <a:gd name="connsiteX8" fmla="*/ 227337 w 257649"/>
                <a:gd name="connsiteY8" fmla="*/ 186921 h 217233"/>
                <a:gd name="connsiteX9" fmla="*/ 232389 w 257649"/>
                <a:gd name="connsiteY9" fmla="*/ 202077 h 217233"/>
                <a:gd name="connsiteX10" fmla="*/ 257649 w 257649"/>
                <a:gd name="connsiteY10" fmla="*/ 217233 h 21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49" h="217233">
                  <a:moveTo>
                    <a:pt x="0" y="0"/>
                  </a:moveTo>
                  <a:cubicBezTo>
                    <a:pt x="13472" y="13472"/>
                    <a:pt x="25780" y="28218"/>
                    <a:pt x="40416" y="40415"/>
                  </a:cubicBezTo>
                  <a:cubicBezTo>
                    <a:pt x="46201" y="45236"/>
                    <a:pt x="54237" y="46528"/>
                    <a:pt x="60623" y="50519"/>
                  </a:cubicBezTo>
                  <a:cubicBezTo>
                    <a:pt x="67763" y="54982"/>
                    <a:pt x="74494" y="60130"/>
                    <a:pt x="80831" y="65675"/>
                  </a:cubicBezTo>
                  <a:cubicBezTo>
                    <a:pt x="97404" y="80176"/>
                    <a:pt x="98167" y="86971"/>
                    <a:pt x="116195" y="95986"/>
                  </a:cubicBezTo>
                  <a:cubicBezTo>
                    <a:pt x="134402" y="105090"/>
                    <a:pt x="167379" y="104641"/>
                    <a:pt x="181870" y="106090"/>
                  </a:cubicBezTo>
                  <a:cubicBezTo>
                    <a:pt x="185238" y="111142"/>
                    <a:pt x="189259" y="115815"/>
                    <a:pt x="191974" y="121246"/>
                  </a:cubicBezTo>
                  <a:cubicBezTo>
                    <a:pt x="212877" y="163054"/>
                    <a:pt x="175593" y="104051"/>
                    <a:pt x="207129" y="156610"/>
                  </a:cubicBezTo>
                  <a:cubicBezTo>
                    <a:pt x="213377" y="167023"/>
                    <a:pt x="223497" y="175401"/>
                    <a:pt x="227337" y="186921"/>
                  </a:cubicBezTo>
                  <a:cubicBezTo>
                    <a:pt x="229021" y="191973"/>
                    <a:pt x="229062" y="197919"/>
                    <a:pt x="232389" y="202077"/>
                  </a:cubicBezTo>
                  <a:cubicBezTo>
                    <a:pt x="236453" y="207157"/>
                    <a:pt x="250936" y="213877"/>
                    <a:pt x="257649" y="217233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8" name="Freeform 22007">
              <a:extLst>
                <a:ext uri="{FF2B5EF4-FFF2-40B4-BE49-F238E27FC236}">
                  <a16:creationId xmlns:a16="http://schemas.microsoft.com/office/drawing/2014/main" id="{C97562BD-E71E-9B64-2475-9C068226B0C4}"/>
                </a:ext>
              </a:extLst>
            </p:cNvPr>
            <p:cNvSpPr/>
            <p:nvPr/>
          </p:nvSpPr>
          <p:spPr>
            <a:xfrm>
              <a:off x="7133330" y="5850139"/>
              <a:ext cx="262701" cy="505194"/>
            </a:xfrm>
            <a:custGeom>
              <a:avLst/>
              <a:gdLst>
                <a:gd name="connsiteX0" fmla="*/ 0 w 262701"/>
                <a:gd name="connsiteY0" fmla="*/ 0 h 505194"/>
                <a:gd name="connsiteX1" fmla="*/ 106091 w 262701"/>
                <a:gd name="connsiteY1" fmla="*/ 161662 h 505194"/>
                <a:gd name="connsiteX2" fmla="*/ 116195 w 262701"/>
                <a:gd name="connsiteY2" fmla="*/ 181870 h 505194"/>
                <a:gd name="connsiteX3" fmla="*/ 121247 w 262701"/>
                <a:gd name="connsiteY3" fmla="*/ 197026 h 505194"/>
                <a:gd name="connsiteX4" fmla="*/ 111143 w 262701"/>
                <a:gd name="connsiteY4" fmla="*/ 232389 h 505194"/>
                <a:gd name="connsiteX5" fmla="*/ 101039 w 262701"/>
                <a:gd name="connsiteY5" fmla="*/ 247545 h 505194"/>
                <a:gd name="connsiteX6" fmla="*/ 95987 w 262701"/>
                <a:gd name="connsiteY6" fmla="*/ 267753 h 505194"/>
                <a:gd name="connsiteX7" fmla="*/ 85883 w 262701"/>
                <a:gd name="connsiteY7" fmla="*/ 298064 h 505194"/>
                <a:gd name="connsiteX8" fmla="*/ 90935 w 262701"/>
                <a:gd name="connsiteY8" fmla="*/ 323324 h 505194"/>
                <a:gd name="connsiteX9" fmla="*/ 126299 w 262701"/>
                <a:gd name="connsiteY9" fmla="*/ 358688 h 505194"/>
                <a:gd name="connsiteX10" fmla="*/ 141455 w 262701"/>
                <a:gd name="connsiteY10" fmla="*/ 368791 h 505194"/>
                <a:gd name="connsiteX11" fmla="*/ 171766 w 262701"/>
                <a:gd name="connsiteY11" fmla="*/ 414259 h 505194"/>
                <a:gd name="connsiteX12" fmla="*/ 181870 w 262701"/>
                <a:gd name="connsiteY12" fmla="*/ 429415 h 505194"/>
                <a:gd name="connsiteX13" fmla="*/ 202078 w 262701"/>
                <a:gd name="connsiteY13" fmla="*/ 464778 h 505194"/>
                <a:gd name="connsiteX14" fmla="*/ 247545 w 262701"/>
                <a:gd name="connsiteY14" fmla="*/ 505194 h 505194"/>
                <a:gd name="connsiteX15" fmla="*/ 262701 w 262701"/>
                <a:gd name="connsiteY15" fmla="*/ 495090 h 50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2701" h="505194">
                  <a:moveTo>
                    <a:pt x="0" y="0"/>
                  </a:moveTo>
                  <a:cubicBezTo>
                    <a:pt x="35364" y="53887"/>
                    <a:pt x="71389" y="107346"/>
                    <a:pt x="106091" y="161662"/>
                  </a:cubicBezTo>
                  <a:cubicBezTo>
                    <a:pt x="110146" y="168008"/>
                    <a:pt x="113228" y="174948"/>
                    <a:pt x="116195" y="181870"/>
                  </a:cubicBezTo>
                  <a:cubicBezTo>
                    <a:pt x="118293" y="186765"/>
                    <a:pt x="119563" y="191974"/>
                    <a:pt x="121247" y="197026"/>
                  </a:cubicBezTo>
                  <a:cubicBezTo>
                    <a:pt x="119628" y="203500"/>
                    <a:pt x="114766" y="225142"/>
                    <a:pt x="111143" y="232389"/>
                  </a:cubicBezTo>
                  <a:cubicBezTo>
                    <a:pt x="108428" y="237820"/>
                    <a:pt x="104407" y="242493"/>
                    <a:pt x="101039" y="247545"/>
                  </a:cubicBezTo>
                  <a:cubicBezTo>
                    <a:pt x="99355" y="254281"/>
                    <a:pt x="97982" y="261103"/>
                    <a:pt x="95987" y="267753"/>
                  </a:cubicBezTo>
                  <a:cubicBezTo>
                    <a:pt x="92927" y="277954"/>
                    <a:pt x="85883" y="298064"/>
                    <a:pt x="85883" y="298064"/>
                  </a:cubicBezTo>
                  <a:cubicBezTo>
                    <a:pt x="87567" y="306484"/>
                    <a:pt x="87448" y="315477"/>
                    <a:pt x="90935" y="323324"/>
                  </a:cubicBezTo>
                  <a:cubicBezTo>
                    <a:pt x="98454" y="340242"/>
                    <a:pt x="112044" y="348506"/>
                    <a:pt x="126299" y="358688"/>
                  </a:cubicBezTo>
                  <a:cubicBezTo>
                    <a:pt x="131240" y="362217"/>
                    <a:pt x="136403" y="365423"/>
                    <a:pt x="141455" y="368791"/>
                  </a:cubicBezTo>
                  <a:lnTo>
                    <a:pt x="171766" y="414259"/>
                  </a:lnTo>
                  <a:cubicBezTo>
                    <a:pt x="175134" y="419311"/>
                    <a:pt x="179155" y="423984"/>
                    <a:pt x="181870" y="429415"/>
                  </a:cubicBezTo>
                  <a:cubicBezTo>
                    <a:pt x="187098" y="439870"/>
                    <a:pt x="193918" y="455597"/>
                    <a:pt x="202078" y="464778"/>
                  </a:cubicBezTo>
                  <a:cubicBezTo>
                    <a:pt x="227246" y="493092"/>
                    <a:pt x="224510" y="489837"/>
                    <a:pt x="247545" y="505194"/>
                  </a:cubicBezTo>
                  <a:lnTo>
                    <a:pt x="262701" y="495090"/>
                  </a:ln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09" name="Freeform 22008">
              <a:extLst>
                <a:ext uri="{FF2B5EF4-FFF2-40B4-BE49-F238E27FC236}">
                  <a16:creationId xmlns:a16="http://schemas.microsoft.com/office/drawing/2014/main" id="{8124DD64-C93A-9F80-9D15-1A41C7F5F25A}"/>
                </a:ext>
              </a:extLst>
            </p:cNvPr>
            <p:cNvSpPr/>
            <p:nvPr/>
          </p:nvSpPr>
          <p:spPr>
            <a:xfrm>
              <a:off x="7057551" y="5850139"/>
              <a:ext cx="308168" cy="444570"/>
            </a:xfrm>
            <a:custGeom>
              <a:avLst/>
              <a:gdLst>
                <a:gd name="connsiteX0" fmla="*/ 35364 w 308168"/>
                <a:gd name="connsiteY0" fmla="*/ 0 h 444570"/>
                <a:gd name="connsiteX1" fmla="*/ 50520 w 308168"/>
                <a:gd name="connsiteY1" fmla="*/ 60623 h 444570"/>
                <a:gd name="connsiteX2" fmla="*/ 45468 w 308168"/>
                <a:gd name="connsiteY2" fmla="*/ 80831 h 444570"/>
                <a:gd name="connsiteX3" fmla="*/ 35364 w 308168"/>
                <a:gd name="connsiteY3" fmla="*/ 111143 h 444570"/>
                <a:gd name="connsiteX4" fmla="*/ 15156 w 308168"/>
                <a:gd name="connsiteY4" fmla="*/ 151558 h 444570"/>
                <a:gd name="connsiteX5" fmla="*/ 0 w 308168"/>
                <a:gd name="connsiteY5" fmla="*/ 181870 h 444570"/>
                <a:gd name="connsiteX6" fmla="*/ 5052 w 308168"/>
                <a:gd name="connsiteY6" fmla="*/ 202078 h 444570"/>
                <a:gd name="connsiteX7" fmla="*/ 15156 w 308168"/>
                <a:gd name="connsiteY7" fmla="*/ 282909 h 444570"/>
                <a:gd name="connsiteX8" fmla="*/ 25260 w 308168"/>
                <a:gd name="connsiteY8" fmla="*/ 298064 h 444570"/>
                <a:gd name="connsiteX9" fmla="*/ 40416 w 308168"/>
                <a:gd name="connsiteY9" fmla="*/ 313220 h 444570"/>
                <a:gd name="connsiteX10" fmla="*/ 55572 w 308168"/>
                <a:gd name="connsiteY10" fmla="*/ 318272 h 444570"/>
                <a:gd name="connsiteX11" fmla="*/ 90935 w 308168"/>
                <a:gd name="connsiteY11" fmla="*/ 343532 h 444570"/>
                <a:gd name="connsiteX12" fmla="*/ 121247 w 308168"/>
                <a:gd name="connsiteY12" fmla="*/ 353636 h 444570"/>
                <a:gd name="connsiteX13" fmla="*/ 186922 w 308168"/>
                <a:gd name="connsiteY13" fmla="*/ 353636 h 444570"/>
                <a:gd name="connsiteX14" fmla="*/ 217234 w 308168"/>
                <a:gd name="connsiteY14" fmla="*/ 363739 h 444570"/>
                <a:gd name="connsiteX15" fmla="*/ 252597 w 308168"/>
                <a:gd name="connsiteY15" fmla="*/ 404155 h 444570"/>
                <a:gd name="connsiteX16" fmla="*/ 282909 w 308168"/>
                <a:gd name="connsiteY16" fmla="*/ 429415 h 444570"/>
                <a:gd name="connsiteX17" fmla="*/ 293013 w 308168"/>
                <a:gd name="connsiteY17" fmla="*/ 444570 h 444570"/>
                <a:gd name="connsiteX18" fmla="*/ 308168 w 308168"/>
                <a:gd name="connsiteY18" fmla="*/ 429415 h 44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8168" h="444570">
                  <a:moveTo>
                    <a:pt x="35364" y="0"/>
                  </a:moveTo>
                  <a:cubicBezTo>
                    <a:pt x="40416" y="20208"/>
                    <a:pt x="47936" y="39954"/>
                    <a:pt x="50520" y="60623"/>
                  </a:cubicBezTo>
                  <a:cubicBezTo>
                    <a:pt x="51381" y="67513"/>
                    <a:pt x="47463" y="74181"/>
                    <a:pt x="45468" y="80831"/>
                  </a:cubicBezTo>
                  <a:cubicBezTo>
                    <a:pt x="42408" y="91032"/>
                    <a:pt x="40127" y="101617"/>
                    <a:pt x="35364" y="111143"/>
                  </a:cubicBezTo>
                  <a:cubicBezTo>
                    <a:pt x="28628" y="124615"/>
                    <a:pt x="19919" y="137269"/>
                    <a:pt x="15156" y="151558"/>
                  </a:cubicBezTo>
                  <a:cubicBezTo>
                    <a:pt x="8184" y="172474"/>
                    <a:pt x="13058" y="162283"/>
                    <a:pt x="0" y="181870"/>
                  </a:cubicBezTo>
                  <a:cubicBezTo>
                    <a:pt x="1684" y="188606"/>
                    <a:pt x="4241" y="195182"/>
                    <a:pt x="5052" y="202078"/>
                  </a:cubicBezTo>
                  <a:cubicBezTo>
                    <a:pt x="6683" y="215945"/>
                    <a:pt x="4089" y="260777"/>
                    <a:pt x="15156" y="282909"/>
                  </a:cubicBezTo>
                  <a:cubicBezTo>
                    <a:pt x="17871" y="288339"/>
                    <a:pt x="21373" y="293400"/>
                    <a:pt x="25260" y="298064"/>
                  </a:cubicBezTo>
                  <a:cubicBezTo>
                    <a:pt x="29834" y="303553"/>
                    <a:pt x="34471" y="309257"/>
                    <a:pt x="40416" y="313220"/>
                  </a:cubicBezTo>
                  <a:cubicBezTo>
                    <a:pt x="44847" y="316174"/>
                    <a:pt x="50520" y="316588"/>
                    <a:pt x="55572" y="318272"/>
                  </a:cubicBezTo>
                  <a:cubicBezTo>
                    <a:pt x="71847" y="334548"/>
                    <a:pt x="68769" y="334666"/>
                    <a:pt x="90935" y="343532"/>
                  </a:cubicBezTo>
                  <a:cubicBezTo>
                    <a:pt x="100824" y="347488"/>
                    <a:pt x="121247" y="353636"/>
                    <a:pt x="121247" y="353636"/>
                  </a:cubicBezTo>
                  <a:cubicBezTo>
                    <a:pt x="159033" y="348913"/>
                    <a:pt x="155401" y="345040"/>
                    <a:pt x="186922" y="353636"/>
                  </a:cubicBezTo>
                  <a:cubicBezTo>
                    <a:pt x="197197" y="356438"/>
                    <a:pt x="217234" y="363739"/>
                    <a:pt x="217234" y="363739"/>
                  </a:cubicBezTo>
                  <a:cubicBezTo>
                    <a:pt x="260176" y="392369"/>
                    <a:pt x="193653" y="345211"/>
                    <a:pt x="252597" y="404155"/>
                  </a:cubicBezTo>
                  <a:cubicBezTo>
                    <a:pt x="272046" y="423604"/>
                    <a:pt x="261808" y="415348"/>
                    <a:pt x="282909" y="429415"/>
                  </a:cubicBezTo>
                  <a:cubicBezTo>
                    <a:pt x="286277" y="434467"/>
                    <a:pt x="286942" y="444570"/>
                    <a:pt x="293013" y="444570"/>
                  </a:cubicBezTo>
                  <a:cubicBezTo>
                    <a:pt x="300157" y="444570"/>
                    <a:pt x="308168" y="429415"/>
                    <a:pt x="308168" y="429415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0" name="Freeform 22009">
              <a:extLst>
                <a:ext uri="{FF2B5EF4-FFF2-40B4-BE49-F238E27FC236}">
                  <a16:creationId xmlns:a16="http://schemas.microsoft.com/office/drawing/2014/main" id="{3A2F40A4-DCDA-32A2-1A8B-F4D55AB2669B}"/>
                </a:ext>
              </a:extLst>
            </p:cNvPr>
            <p:cNvSpPr/>
            <p:nvPr/>
          </p:nvSpPr>
          <p:spPr>
            <a:xfrm>
              <a:off x="7542147" y="23299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1" name="Freeform 22010">
              <a:extLst>
                <a:ext uri="{FF2B5EF4-FFF2-40B4-BE49-F238E27FC236}">
                  <a16:creationId xmlns:a16="http://schemas.microsoft.com/office/drawing/2014/main" id="{C1E96831-C513-494F-1B08-551E01EE41B6}"/>
                </a:ext>
              </a:extLst>
            </p:cNvPr>
            <p:cNvSpPr/>
            <p:nvPr/>
          </p:nvSpPr>
          <p:spPr>
            <a:xfrm>
              <a:off x="7581993" y="24528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2" name="Freeform 22011">
              <a:extLst>
                <a:ext uri="{FF2B5EF4-FFF2-40B4-BE49-F238E27FC236}">
                  <a16:creationId xmlns:a16="http://schemas.microsoft.com/office/drawing/2014/main" id="{7CAFFB3E-9D84-0937-93F5-A0EB5B39B611}"/>
                </a:ext>
              </a:extLst>
            </p:cNvPr>
            <p:cNvSpPr/>
            <p:nvPr/>
          </p:nvSpPr>
          <p:spPr>
            <a:xfrm>
              <a:off x="6751151" y="311956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3" name="Freeform 22012">
              <a:extLst>
                <a:ext uri="{FF2B5EF4-FFF2-40B4-BE49-F238E27FC236}">
                  <a16:creationId xmlns:a16="http://schemas.microsoft.com/office/drawing/2014/main" id="{1E97C563-7129-D792-F967-95585E7FE519}"/>
                </a:ext>
              </a:extLst>
            </p:cNvPr>
            <p:cNvSpPr/>
            <p:nvPr/>
          </p:nvSpPr>
          <p:spPr>
            <a:xfrm>
              <a:off x="7992970" y="30474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4" name="Freeform 22013">
              <a:extLst>
                <a:ext uri="{FF2B5EF4-FFF2-40B4-BE49-F238E27FC236}">
                  <a16:creationId xmlns:a16="http://schemas.microsoft.com/office/drawing/2014/main" id="{E1F396F0-EC0E-C0C5-0346-BC7E3876D2F6}"/>
                </a:ext>
              </a:extLst>
            </p:cNvPr>
            <p:cNvSpPr/>
            <p:nvPr/>
          </p:nvSpPr>
          <p:spPr>
            <a:xfrm>
              <a:off x="7881465" y="32551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5" name="Freeform 22014">
              <a:extLst>
                <a:ext uri="{FF2B5EF4-FFF2-40B4-BE49-F238E27FC236}">
                  <a16:creationId xmlns:a16="http://schemas.microsoft.com/office/drawing/2014/main" id="{C5078F39-0D01-712B-CF45-0548FDB0F663}"/>
                </a:ext>
              </a:extLst>
            </p:cNvPr>
            <p:cNvSpPr/>
            <p:nvPr/>
          </p:nvSpPr>
          <p:spPr>
            <a:xfrm>
              <a:off x="7975151" y="32734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6" name="Freeform 22015">
              <a:extLst>
                <a:ext uri="{FF2B5EF4-FFF2-40B4-BE49-F238E27FC236}">
                  <a16:creationId xmlns:a16="http://schemas.microsoft.com/office/drawing/2014/main" id="{4A7FB7B0-A2BE-DDA2-8C02-F9DD332F7C39}"/>
                </a:ext>
              </a:extLst>
            </p:cNvPr>
            <p:cNvSpPr/>
            <p:nvPr/>
          </p:nvSpPr>
          <p:spPr>
            <a:xfrm>
              <a:off x="7951987" y="343178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7" name="Freeform 22016">
              <a:extLst>
                <a:ext uri="{FF2B5EF4-FFF2-40B4-BE49-F238E27FC236}">
                  <a16:creationId xmlns:a16="http://schemas.microsoft.com/office/drawing/2014/main" id="{FE002438-88EF-2C71-F7FF-68EC1C2CF2BB}"/>
                </a:ext>
              </a:extLst>
            </p:cNvPr>
            <p:cNvSpPr/>
            <p:nvPr/>
          </p:nvSpPr>
          <p:spPr>
            <a:xfrm>
              <a:off x="7922866" y="352988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8" name="Freeform 22017">
              <a:extLst>
                <a:ext uri="{FF2B5EF4-FFF2-40B4-BE49-F238E27FC236}">
                  <a16:creationId xmlns:a16="http://schemas.microsoft.com/office/drawing/2014/main" id="{BEADD336-3823-9912-783B-7F7C8EADB920}"/>
                </a:ext>
              </a:extLst>
            </p:cNvPr>
            <p:cNvSpPr/>
            <p:nvPr/>
          </p:nvSpPr>
          <p:spPr>
            <a:xfrm>
              <a:off x="7943274" y="468159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19" name="Freeform 22018">
              <a:extLst>
                <a:ext uri="{FF2B5EF4-FFF2-40B4-BE49-F238E27FC236}">
                  <a16:creationId xmlns:a16="http://schemas.microsoft.com/office/drawing/2014/main" id="{BCB8FF66-833B-196E-7D0E-3C6F2BEF4285}"/>
                </a:ext>
              </a:extLst>
            </p:cNvPr>
            <p:cNvSpPr/>
            <p:nvPr/>
          </p:nvSpPr>
          <p:spPr>
            <a:xfrm>
              <a:off x="7986874" y="44131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0" name="Freeform 22019">
              <a:extLst>
                <a:ext uri="{FF2B5EF4-FFF2-40B4-BE49-F238E27FC236}">
                  <a16:creationId xmlns:a16="http://schemas.microsoft.com/office/drawing/2014/main" id="{170ACD6C-C23A-1C8E-AD10-297FB393A3C0}"/>
                </a:ext>
              </a:extLst>
            </p:cNvPr>
            <p:cNvSpPr/>
            <p:nvPr/>
          </p:nvSpPr>
          <p:spPr>
            <a:xfrm>
              <a:off x="8041738" y="43033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1" name="Freeform 22020">
              <a:extLst>
                <a:ext uri="{FF2B5EF4-FFF2-40B4-BE49-F238E27FC236}">
                  <a16:creationId xmlns:a16="http://schemas.microsoft.com/office/drawing/2014/main" id="{FA2E0F38-E3EE-20AF-B3DB-1AC8E7CBA51F}"/>
                </a:ext>
              </a:extLst>
            </p:cNvPr>
            <p:cNvSpPr/>
            <p:nvPr/>
          </p:nvSpPr>
          <p:spPr>
            <a:xfrm>
              <a:off x="8007839" y="451757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2" name="Freeform 22021">
              <a:extLst>
                <a:ext uri="{FF2B5EF4-FFF2-40B4-BE49-F238E27FC236}">
                  <a16:creationId xmlns:a16="http://schemas.microsoft.com/office/drawing/2014/main" id="{07FE4569-C7DF-D861-5A46-B51791052AE1}"/>
                </a:ext>
              </a:extLst>
            </p:cNvPr>
            <p:cNvSpPr/>
            <p:nvPr/>
          </p:nvSpPr>
          <p:spPr>
            <a:xfrm>
              <a:off x="7818863" y="465777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3" name="Freeform 22022">
              <a:extLst>
                <a:ext uri="{FF2B5EF4-FFF2-40B4-BE49-F238E27FC236}">
                  <a16:creationId xmlns:a16="http://schemas.microsoft.com/office/drawing/2014/main" id="{382B1883-741A-E87F-08C5-AC7C24EC6439}"/>
                </a:ext>
              </a:extLst>
            </p:cNvPr>
            <p:cNvSpPr/>
            <p:nvPr/>
          </p:nvSpPr>
          <p:spPr>
            <a:xfrm>
              <a:off x="7873727" y="454805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4" name="Freeform 22023">
              <a:extLst>
                <a:ext uri="{FF2B5EF4-FFF2-40B4-BE49-F238E27FC236}">
                  <a16:creationId xmlns:a16="http://schemas.microsoft.com/office/drawing/2014/main" id="{31D05F23-C0C6-5F5F-D15F-C18F3C345873}"/>
                </a:ext>
              </a:extLst>
            </p:cNvPr>
            <p:cNvSpPr/>
            <p:nvPr/>
          </p:nvSpPr>
          <p:spPr>
            <a:xfrm>
              <a:off x="8018697" y="48006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5" name="Freeform 22024">
              <a:extLst>
                <a:ext uri="{FF2B5EF4-FFF2-40B4-BE49-F238E27FC236}">
                  <a16:creationId xmlns:a16="http://schemas.microsoft.com/office/drawing/2014/main" id="{6B3699E4-5F58-58C3-0F00-63D0D65BE895}"/>
                </a:ext>
              </a:extLst>
            </p:cNvPr>
            <p:cNvSpPr/>
            <p:nvPr/>
          </p:nvSpPr>
          <p:spPr>
            <a:xfrm>
              <a:off x="7976367" y="496562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6" name="Freeform 22025">
              <a:extLst>
                <a:ext uri="{FF2B5EF4-FFF2-40B4-BE49-F238E27FC236}">
                  <a16:creationId xmlns:a16="http://schemas.microsoft.com/office/drawing/2014/main" id="{17D8B5A3-E6C4-E27D-FDBD-8ABBFA6D9648}"/>
                </a:ext>
              </a:extLst>
            </p:cNvPr>
            <p:cNvSpPr/>
            <p:nvPr/>
          </p:nvSpPr>
          <p:spPr>
            <a:xfrm>
              <a:off x="7948256" y="508215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7" name="Freeform 22026">
              <a:extLst>
                <a:ext uri="{FF2B5EF4-FFF2-40B4-BE49-F238E27FC236}">
                  <a16:creationId xmlns:a16="http://schemas.microsoft.com/office/drawing/2014/main" id="{C7922520-7F56-64F4-4005-988636998CAA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8" name="Freeform 22027">
              <a:extLst>
                <a:ext uri="{FF2B5EF4-FFF2-40B4-BE49-F238E27FC236}">
                  <a16:creationId xmlns:a16="http://schemas.microsoft.com/office/drawing/2014/main" id="{9B6AADE6-CABC-F5A7-9865-4503EC833D33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9" name="Freeform 22028">
              <a:extLst>
                <a:ext uri="{FF2B5EF4-FFF2-40B4-BE49-F238E27FC236}">
                  <a16:creationId xmlns:a16="http://schemas.microsoft.com/office/drawing/2014/main" id="{FFB25CEC-CE8A-45FF-783A-9FECE687B185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0" name="Freeform 22029">
              <a:extLst>
                <a:ext uri="{FF2B5EF4-FFF2-40B4-BE49-F238E27FC236}">
                  <a16:creationId xmlns:a16="http://schemas.microsoft.com/office/drawing/2014/main" id="{5458151D-68F3-A737-2950-7587F6B20FAC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1" name="Freeform 22030">
              <a:extLst>
                <a:ext uri="{FF2B5EF4-FFF2-40B4-BE49-F238E27FC236}">
                  <a16:creationId xmlns:a16="http://schemas.microsoft.com/office/drawing/2014/main" id="{BA806C1D-4365-9B4E-AED7-0D971404EA3B}"/>
                </a:ext>
              </a:extLst>
            </p:cNvPr>
            <p:cNvSpPr/>
            <p:nvPr/>
          </p:nvSpPr>
          <p:spPr>
            <a:xfrm>
              <a:off x="5951664" y="46596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2" name="Freeform 22031">
              <a:extLst>
                <a:ext uri="{FF2B5EF4-FFF2-40B4-BE49-F238E27FC236}">
                  <a16:creationId xmlns:a16="http://schemas.microsoft.com/office/drawing/2014/main" id="{19920A64-DED4-45D2-D76D-F8A4559A3AFF}"/>
                </a:ext>
              </a:extLst>
            </p:cNvPr>
            <p:cNvSpPr/>
            <p:nvPr/>
          </p:nvSpPr>
          <p:spPr>
            <a:xfrm>
              <a:off x="6104064" y="481204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3" name="Freeform 22032">
              <a:extLst>
                <a:ext uri="{FF2B5EF4-FFF2-40B4-BE49-F238E27FC236}">
                  <a16:creationId xmlns:a16="http://schemas.microsoft.com/office/drawing/2014/main" id="{1554ACBC-B4ED-F92F-9E7B-7017B41F57BA}"/>
                </a:ext>
              </a:extLst>
            </p:cNvPr>
            <p:cNvSpPr/>
            <p:nvPr/>
          </p:nvSpPr>
          <p:spPr>
            <a:xfrm>
              <a:off x="6009576" y="48455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4" name="Freeform 22033">
              <a:extLst>
                <a:ext uri="{FF2B5EF4-FFF2-40B4-BE49-F238E27FC236}">
                  <a16:creationId xmlns:a16="http://schemas.microsoft.com/office/drawing/2014/main" id="{882BB74B-ABFA-4EDE-2DF0-2A36DD032B87}"/>
                </a:ext>
              </a:extLst>
            </p:cNvPr>
            <p:cNvSpPr/>
            <p:nvPr/>
          </p:nvSpPr>
          <p:spPr>
            <a:xfrm>
              <a:off x="6161976" y="499797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5" name="Freeform 22034">
              <a:extLst>
                <a:ext uri="{FF2B5EF4-FFF2-40B4-BE49-F238E27FC236}">
                  <a16:creationId xmlns:a16="http://schemas.microsoft.com/office/drawing/2014/main" id="{AAC9D7F9-858D-66AC-C17C-4D85FD0B8E10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6" name="Freeform 22035">
              <a:extLst>
                <a:ext uri="{FF2B5EF4-FFF2-40B4-BE49-F238E27FC236}">
                  <a16:creationId xmlns:a16="http://schemas.microsoft.com/office/drawing/2014/main" id="{349A1755-3435-F0D5-7FF8-0F62C6B34348}"/>
                </a:ext>
              </a:extLst>
            </p:cNvPr>
            <p:cNvSpPr/>
            <p:nvPr/>
          </p:nvSpPr>
          <p:spPr>
            <a:xfrm>
              <a:off x="6158928" y="470231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7" name="Freeform 22036">
              <a:extLst>
                <a:ext uri="{FF2B5EF4-FFF2-40B4-BE49-F238E27FC236}">
                  <a16:creationId xmlns:a16="http://schemas.microsoft.com/office/drawing/2014/main" id="{9A42FEA3-5BF6-18A4-8FD9-CBF4F77CDDC2}"/>
                </a:ext>
              </a:extLst>
            </p:cNvPr>
            <p:cNvSpPr/>
            <p:nvPr/>
          </p:nvSpPr>
          <p:spPr>
            <a:xfrm>
              <a:off x="6079680" y="4894210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8" name="Freeform 22037">
              <a:extLst>
                <a:ext uri="{FF2B5EF4-FFF2-40B4-BE49-F238E27FC236}">
                  <a16:creationId xmlns:a16="http://schemas.microsoft.com/office/drawing/2014/main" id="{B5384D84-5EFB-827F-CF94-E0A40A54BCBA}"/>
                </a:ext>
              </a:extLst>
            </p:cNvPr>
            <p:cNvSpPr/>
            <p:nvPr/>
          </p:nvSpPr>
          <p:spPr>
            <a:xfrm>
              <a:off x="6137592" y="5080138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9" name="Freeform 22038">
              <a:extLst>
                <a:ext uri="{FF2B5EF4-FFF2-40B4-BE49-F238E27FC236}">
                  <a16:creationId xmlns:a16="http://schemas.microsoft.com/office/drawing/2014/main" id="{DF3F8E35-EA05-4DC0-347B-84E0C80EA363}"/>
                </a:ext>
              </a:extLst>
            </p:cNvPr>
            <p:cNvSpPr/>
            <p:nvPr/>
          </p:nvSpPr>
          <p:spPr>
            <a:xfrm>
              <a:off x="6014473" y="49494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0" name="Freeform 22039">
              <a:extLst>
                <a:ext uri="{FF2B5EF4-FFF2-40B4-BE49-F238E27FC236}">
                  <a16:creationId xmlns:a16="http://schemas.microsoft.com/office/drawing/2014/main" id="{DA891799-E01D-B030-AD78-060230A63BA4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1" name="Freeform 22040">
              <a:extLst>
                <a:ext uri="{FF2B5EF4-FFF2-40B4-BE49-F238E27FC236}">
                  <a16:creationId xmlns:a16="http://schemas.microsoft.com/office/drawing/2014/main" id="{3E9409F9-022A-DF36-BE79-EE337A224139}"/>
                </a:ext>
              </a:extLst>
            </p:cNvPr>
            <p:cNvSpPr/>
            <p:nvPr/>
          </p:nvSpPr>
          <p:spPr>
            <a:xfrm>
              <a:off x="6072385" y="513541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2" name="Freeform 22041">
              <a:extLst>
                <a:ext uri="{FF2B5EF4-FFF2-40B4-BE49-F238E27FC236}">
                  <a16:creationId xmlns:a16="http://schemas.microsoft.com/office/drawing/2014/main" id="{802049C9-8CA3-A5AF-7863-F6870A6B6880}"/>
                </a:ext>
              </a:extLst>
            </p:cNvPr>
            <p:cNvSpPr/>
            <p:nvPr/>
          </p:nvSpPr>
          <p:spPr>
            <a:xfrm>
              <a:off x="6166873" y="510188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3" name="Freeform 22042">
              <a:extLst>
                <a:ext uri="{FF2B5EF4-FFF2-40B4-BE49-F238E27FC236}">
                  <a16:creationId xmlns:a16="http://schemas.microsoft.com/office/drawing/2014/main" id="{DC8FAD69-803C-327C-14D6-4F365F864854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4" name="Freeform 22043">
              <a:extLst>
                <a:ext uri="{FF2B5EF4-FFF2-40B4-BE49-F238E27FC236}">
                  <a16:creationId xmlns:a16="http://schemas.microsoft.com/office/drawing/2014/main" id="{9A9A2264-5B84-AABE-D59A-399BF0E433A8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5" name="Freeform 22044">
              <a:extLst>
                <a:ext uri="{FF2B5EF4-FFF2-40B4-BE49-F238E27FC236}">
                  <a16:creationId xmlns:a16="http://schemas.microsoft.com/office/drawing/2014/main" id="{321AF8A0-F05C-3206-A422-102300FE3E8C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6" name="Freeform 22045">
              <a:extLst>
                <a:ext uri="{FF2B5EF4-FFF2-40B4-BE49-F238E27FC236}">
                  <a16:creationId xmlns:a16="http://schemas.microsoft.com/office/drawing/2014/main" id="{F88C2123-06E1-DA27-8052-0096F3A05E1C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7" name="Freeform 22046">
              <a:extLst>
                <a:ext uri="{FF2B5EF4-FFF2-40B4-BE49-F238E27FC236}">
                  <a16:creationId xmlns:a16="http://schemas.microsoft.com/office/drawing/2014/main" id="{9832E245-40F0-A4A2-34EB-86065C49F46E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8" name="Freeform 22047">
              <a:extLst>
                <a:ext uri="{FF2B5EF4-FFF2-40B4-BE49-F238E27FC236}">
                  <a16:creationId xmlns:a16="http://schemas.microsoft.com/office/drawing/2014/main" id="{AD46F66E-66FF-1F6E-392D-FE7A8BF7A671}"/>
                </a:ext>
              </a:extLst>
            </p:cNvPr>
            <p:cNvSpPr/>
            <p:nvPr/>
          </p:nvSpPr>
          <p:spPr>
            <a:xfrm>
              <a:off x="6186506" y="471990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49" name="Freeform 22048">
              <a:extLst>
                <a:ext uri="{FF2B5EF4-FFF2-40B4-BE49-F238E27FC236}">
                  <a16:creationId xmlns:a16="http://schemas.microsoft.com/office/drawing/2014/main" id="{7EBF1F6E-E74F-9042-7525-39018E66E03E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0" name="Freeform 22049">
              <a:extLst>
                <a:ext uri="{FF2B5EF4-FFF2-40B4-BE49-F238E27FC236}">
                  <a16:creationId xmlns:a16="http://schemas.microsoft.com/office/drawing/2014/main" id="{89A6B4EF-D01D-1D94-23EB-0F2303A7D398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1" name="Freeform 22050">
              <a:extLst>
                <a:ext uri="{FF2B5EF4-FFF2-40B4-BE49-F238E27FC236}">
                  <a16:creationId xmlns:a16="http://schemas.microsoft.com/office/drawing/2014/main" id="{9697A348-C650-890C-E1F4-5645A58FA1FA}"/>
                </a:ext>
              </a:extLst>
            </p:cNvPr>
            <p:cNvSpPr/>
            <p:nvPr/>
          </p:nvSpPr>
          <p:spPr>
            <a:xfrm>
              <a:off x="5997530" y="48601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2" name="Freeform 22051">
              <a:extLst>
                <a:ext uri="{FF2B5EF4-FFF2-40B4-BE49-F238E27FC236}">
                  <a16:creationId xmlns:a16="http://schemas.microsoft.com/office/drawing/2014/main" id="{ACC8C9A8-0323-ED8D-5357-155579A936CC}"/>
                </a:ext>
              </a:extLst>
            </p:cNvPr>
            <p:cNvSpPr/>
            <p:nvPr/>
          </p:nvSpPr>
          <p:spPr>
            <a:xfrm>
              <a:off x="5962184" y="508640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3" name="Freeform 22052">
              <a:extLst>
                <a:ext uri="{FF2B5EF4-FFF2-40B4-BE49-F238E27FC236}">
                  <a16:creationId xmlns:a16="http://schemas.microsoft.com/office/drawing/2014/main" id="{3F50D356-B74A-A850-4073-74F3265834D9}"/>
                </a:ext>
              </a:extLst>
            </p:cNvPr>
            <p:cNvSpPr/>
            <p:nvPr/>
          </p:nvSpPr>
          <p:spPr>
            <a:xfrm>
              <a:off x="6055442" y="50460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4" name="Freeform 22053">
              <a:extLst>
                <a:ext uri="{FF2B5EF4-FFF2-40B4-BE49-F238E27FC236}">
                  <a16:creationId xmlns:a16="http://schemas.microsoft.com/office/drawing/2014/main" id="{BB4F70C7-3787-F373-A39B-43A03C9A7DC6}"/>
                </a:ext>
              </a:extLst>
            </p:cNvPr>
            <p:cNvSpPr/>
            <p:nvPr/>
          </p:nvSpPr>
          <p:spPr>
            <a:xfrm>
              <a:off x="6149930" y="5012517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5" name="Freeform 22054">
              <a:extLst>
                <a:ext uri="{FF2B5EF4-FFF2-40B4-BE49-F238E27FC236}">
                  <a16:creationId xmlns:a16="http://schemas.microsoft.com/office/drawing/2014/main" id="{32995240-8F44-E557-8676-DC252ACE3D0B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6" name="Freeform 22055">
              <a:extLst>
                <a:ext uri="{FF2B5EF4-FFF2-40B4-BE49-F238E27FC236}">
                  <a16:creationId xmlns:a16="http://schemas.microsoft.com/office/drawing/2014/main" id="{2BBC6492-EFF0-3D5A-B7FD-C1513FB7C46B}"/>
                </a:ext>
              </a:extLst>
            </p:cNvPr>
            <p:cNvSpPr/>
            <p:nvPr/>
          </p:nvSpPr>
          <p:spPr>
            <a:xfrm>
              <a:off x="6052394" y="475038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7" name="Freeform 22056">
              <a:extLst>
                <a:ext uri="{FF2B5EF4-FFF2-40B4-BE49-F238E27FC236}">
                  <a16:creationId xmlns:a16="http://schemas.microsoft.com/office/drawing/2014/main" id="{A961ED6A-AAEB-9065-D313-FBA9FF2B7F43}"/>
                </a:ext>
              </a:extLst>
            </p:cNvPr>
            <p:cNvSpPr/>
            <p:nvPr/>
          </p:nvSpPr>
          <p:spPr>
            <a:xfrm>
              <a:off x="6146882" y="471686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8" name="Freeform 22057">
              <a:extLst>
                <a:ext uri="{FF2B5EF4-FFF2-40B4-BE49-F238E27FC236}">
                  <a16:creationId xmlns:a16="http://schemas.microsoft.com/office/drawing/2014/main" id="{0D9BB00B-80F3-838B-B2D0-3D3B91C1A7D0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59" name="Freeform 22058">
              <a:extLst>
                <a:ext uri="{FF2B5EF4-FFF2-40B4-BE49-F238E27FC236}">
                  <a16:creationId xmlns:a16="http://schemas.microsoft.com/office/drawing/2014/main" id="{00A88198-8EFB-BE56-5FAD-A4E418087EB6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0" name="Freeform 22059">
              <a:extLst>
                <a:ext uri="{FF2B5EF4-FFF2-40B4-BE49-F238E27FC236}">
                  <a16:creationId xmlns:a16="http://schemas.microsoft.com/office/drawing/2014/main" id="{D6AAB6BF-B371-9993-D5DE-E1F791453E32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1" name="Freeform 22060">
              <a:extLst>
                <a:ext uri="{FF2B5EF4-FFF2-40B4-BE49-F238E27FC236}">
                  <a16:creationId xmlns:a16="http://schemas.microsoft.com/office/drawing/2014/main" id="{424A363E-A6CF-F814-75E3-C0B1F69A0FA8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2" name="Freeform 22061">
              <a:extLst>
                <a:ext uri="{FF2B5EF4-FFF2-40B4-BE49-F238E27FC236}">
                  <a16:creationId xmlns:a16="http://schemas.microsoft.com/office/drawing/2014/main" id="{18B348B4-5F35-74AE-415F-55CE4F8D6D5E}"/>
                </a:ext>
              </a:extLst>
            </p:cNvPr>
            <p:cNvSpPr/>
            <p:nvPr/>
          </p:nvSpPr>
          <p:spPr>
            <a:xfrm>
              <a:off x="5764185" y="38025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3" name="Freeform 22062">
              <a:extLst>
                <a:ext uri="{FF2B5EF4-FFF2-40B4-BE49-F238E27FC236}">
                  <a16:creationId xmlns:a16="http://schemas.microsoft.com/office/drawing/2014/main" id="{68D4E89D-1E72-A7B7-0594-67DBFC03A32F}"/>
                </a:ext>
              </a:extLst>
            </p:cNvPr>
            <p:cNvSpPr/>
            <p:nvPr/>
          </p:nvSpPr>
          <p:spPr>
            <a:xfrm>
              <a:off x="5916585" y="395493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4" name="Freeform 22063">
              <a:extLst>
                <a:ext uri="{FF2B5EF4-FFF2-40B4-BE49-F238E27FC236}">
                  <a16:creationId xmlns:a16="http://schemas.microsoft.com/office/drawing/2014/main" id="{5259B106-E665-0A1D-C63A-2E4A6554EA51}"/>
                </a:ext>
              </a:extLst>
            </p:cNvPr>
            <p:cNvSpPr/>
            <p:nvPr/>
          </p:nvSpPr>
          <p:spPr>
            <a:xfrm>
              <a:off x="5822097" y="39884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5" name="Freeform 22064">
              <a:extLst>
                <a:ext uri="{FF2B5EF4-FFF2-40B4-BE49-F238E27FC236}">
                  <a16:creationId xmlns:a16="http://schemas.microsoft.com/office/drawing/2014/main" id="{738BDC60-F315-97E0-01DB-C78BADDB1A70}"/>
                </a:ext>
              </a:extLst>
            </p:cNvPr>
            <p:cNvSpPr/>
            <p:nvPr/>
          </p:nvSpPr>
          <p:spPr>
            <a:xfrm>
              <a:off x="5974497" y="414085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6" name="Freeform 22065">
              <a:extLst>
                <a:ext uri="{FF2B5EF4-FFF2-40B4-BE49-F238E27FC236}">
                  <a16:creationId xmlns:a16="http://schemas.microsoft.com/office/drawing/2014/main" id="{EA419332-9F67-3A8F-2977-BDC84D693391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7" name="Freeform 22066">
              <a:extLst>
                <a:ext uri="{FF2B5EF4-FFF2-40B4-BE49-F238E27FC236}">
                  <a16:creationId xmlns:a16="http://schemas.microsoft.com/office/drawing/2014/main" id="{9E562FEE-54D9-86EC-DFB2-30BAC7870F48}"/>
                </a:ext>
              </a:extLst>
            </p:cNvPr>
            <p:cNvSpPr/>
            <p:nvPr/>
          </p:nvSpPr>
          <p:spPr>
            <a:xfrm>
              <a:off x="5971449" y="384520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8" name="Freeform 22067">
              <a:extLst>
                <a:ext uri="{FF2B5EF4-FFF2-40B4-BE49-F238E27FC236}">
                  <a16:creationId xmlns:a16="http://schemas.microsoft.com/office/drawing/2014/main" id="{0C083A82-8080-ED5C-D807-17FB8E88403D}"/>
                </a:ext>
              </a:extLst>
            </p:cNvPr>
            <p:cNvSpPr/>
            <p:nvPr/>
          </p:nvSpPr>
          <p:spPr>
            <a:xfrm>
              <a:off x="5892201" y="4037094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69" name="Freeform 22068">
              <a:extLst>
                <a:ext uri="{FF2B5EF4-FFF2-40B4-BE49-F238E27FC236}">
                  <a16:creationId xmlns:a16="http://schemas.microsoft.com/office/drawing/2014/main" id="{F8066D6A-952E-BE68-8DFC-E7A1EA6A1F96}"/>
                </a:ext>
              </a:extLst>
            </p:cNvPr>
            <p:cNvSpPr/>
            <p:nvPr/>
          </p:nvSpPr>
          <p:spPr>
            <a:xfrm>
              <a:off x="5950113" y="422302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0" name="Freeform 22069">
              <a:extLst>
                <a:ext uri="{FF2B5EF4-FFF2-40B4-BE49-F238E27FC236}">
                  <a16:creationId xmlns:a16="http://schemas.microsoft.com/office/drawing/2014/main" id="{D9C2F9DD-2FAB-A233-F3CB-D62310AADAB4}"/>
                </a:ext>
              </a:extLst>
            </p:cNvPr>
            <p:cNvSpPr/>
            <p:nvPr/>
          </p:nvSpPr>
          <p:spPr>
            <a:xfrm>
              <a:off x="5826994" y="40923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1" name="Freeform 22070">
              <a:extLst>
                <a:ext uri="{FF2B5EF4-FFF2-40B4-BE49-F238E27FC236}">
                  <a16:creationId xmlns:a16="http://schemas.microsoft.com/office/drawing/2014/main" id="{A55A9B8D-21AF-1B56-181C-779150C42880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2" name="Freeform 22071">
              <a:extLst>
                <a:ext uri="{FF2B5EF4-FFF2-40B4-BE49-F238E27FC236}">
                  <a16:creationId xmlns:a16="http://schemas.microsoft.com/office/drawing/2014/main" id="{58E185A0-A1B5-97C7-386F-1801C733B104}"/>
                </a:ext>
              </a:extLst>
            </p:cNvPr>
            <p:cNvSpPr/>
            <p:nvPr/>
          </p:nvSpPr>
          <p:spPr>
            <a:xfrm>
              <a:off x="5884906" y="427829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3" name="Freeform 22072">
              <a:extLst>
                <a:ext uri="{FF2B5EF4-FFF2-40B4-BE49-F238E27FC236}">
                  <a16:creationId xmlns:a16="http://schemas.microsoft.com/office/drawing/2014/main" id="{78769D3F-3F7A-8AD4-3B70-ED07C58983D2}"/>
                </a:ext>
              </a:extLst>
            </p:cNvPr>
            <p:cNvSpPr/>
            <p:nvPr/>
          </p:nvSpPr>
          <p:spPr>
            <a:xfrm>
              <a:off x="5979394" y="424477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4" name="Freeform 22073">
              <a:extLst>
                <a:ext uri="{FF2B5EF4-FFF2-40B4-BE49-F238E27FC236}">
                  <a16:creationId xmlns:a16="http://schemas.microsoft.com/office/drawing/2014/main" id="{86301065-F141-D94D-8E30-6BB44B7CECD5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5" name="Freeform 22074">
              <a:extLst>
                <a:ext uri="{FF2B5EF4-FFF2-40B4-BE49-F238E27FC236}">
                  <a16:creationId xmlns:a16="http://schemas.microsoft.com/office/drawing/2014/main" id="{3383093B-7E25-4AEB-D7F7-48EDCD43109E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6" name="Freeform 22075">
              <a:extLst>
                <a:ext uri="{FF2B5EF4-FFF2-40B4-BE49-F238E27FC236}">
                  <a16:creationId xmlns:a16="http://schemas.microsoft.com/office/drawing/2014/main" id="{BEAA5AEF-2AB6-7B36-DA44-188F939DDFE8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7" name="Freeform 22076">
              <a:extLst>
                <a:ext uri="{FF2B5EF4-FFF2-40B4-BE49-F238E27FC236}">
                  <a16:creationId xmlns:a16="http://schemas.microsoft.com/office/drawing/2014/main" id="{7D87B19E-6CC6-58A7-F5BA-8FCA5B43F3AB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8" name="Freeform 22077">
              <a:extLst>
                <a:ext uri="{FF2B5EF4-FFF2-40B4-BE49-F238E27FC236}">
                  <a16:creationId xmlns:a16="http://schemas.microsoft.com/office/drawing/2014/main" id="{79BFCC1D-E10E-8C42-570F-E0E7AA5D0F27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79" name="Freeform 22078">
              <a:extLst>
                <a:ext uri="{FF2B5EF4-FFF2-40B4-BE49-F238E27FC236}">
                  <a16:creationId xmlns:a16="http://schemas.microsoft.com/office/drawing/2014/main" id="{83F42508-F296-F418-202B-2A18C971CA5A}"/>
                </a:ext>
              </a:extLst>
            </p:cNvPr>
            <p:cNvSpPr/>
            <p:nvPr/>
          </p:nvSpPr>
          <p:spPr>
            <a:xfrm>
              <a:off x="5999027" y="386279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0" name="Freeform 22079">
              <a:extLst>
                <a:ext uri="{FF2B5EF4-FFF2-40B4-BE49-F238E27FC236}">
                  <a16:creationId xmlns:a16="http://schemas.microsoft.com/office/drawing/2014/main" id="{9AEBF505-98DE-25B5-EFC6-691995462A18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1" name="Freeform 22080">
              <a:extLst>
                <a:ext uri="{FF2B5EF4-FFF2-40B4-BE49-F238E27FC236}">
                  <a16:creationId xmlns:a16="http://schemas.microsoft.com/office/drawing/2014/main" id="{A8E6B845-B347-F3E0-9FC8-DFF76CC332A9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2" name="Freeform 22081">
              <a:extLst>
                <a:ext uri="{FF2B5EF4-FFF2-40B4-BE49-F238E27FC236}">
                  <a16:creationId xmlns:a16="http://schemas.microsoft.com/office/drawing/2014/main" id="{55C46C84-D442-E5C6-C4D5-D2FBCA1B2D5D}"/>
                </a:ext>
              </a:extLst>
            </p:cNvPr>
            <p:cNvSpPr/>
            <p:nvPr/>
          </p:nvSpPr>
          <p:spPr>
            <a:xfrm>
              <a:off x="5810051" y="40030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3" name="Freeform 22082">
              <a:extLst>
                <a:ext uri="{FF2B5EF4-FFF2-40B4-BE49-F238E27FC236}">
                  <a16:creationId xmlns:a16="http://schemas.microsoft.com/office/drawing/2014/main" id="{2BC41595-7D01-0E75-3EF0-2ADD1F2B104F}"/>
                </a:ext>
              </a:extLst>
            </p:cNvPr>
            <p:cNvSpPr/>
            <p:nvPr/>
          </p:nvSpPr>
          <p:spPr>
            <a:xfrm>
              <a:off x="5867963" y="4188929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4" name="Freeform 22083">
              <a:extLst>
                <a:ext uri="{FF2B5EF4-FFF2-40B4-BE49-F238E27FC236}">
                  <a16:creationId xmlns:a16="http://schemas.microsoft.com/office/drawing/2014/main" id="{23803792-7246-4D46-4059-221224E8233C}"/>
                </a:ext>
              </a:extLst>
            </p:cNvPr>
            <p:cNvSpPr/>
            <p:nvPr/>
          </p:nvSpPr>
          <p:spPr>
            <a:xfrm>
              <a:off x="5962451" y="4155401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5" name="Freeform 22084">
              <a:extLst>
                <a:ext uri="{FF2B5EF4-FFF2-40B4-BE49-F238E27FC236}">
                  <a16:creationId xmlns:a16="http://schemas.microsoft.com/office/drawing/2014/main" id="{9167DF09-DE63-8754-C18F-5D33AE41B893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6" name="Freeform 22085">
              <a:extLst>
                <a:ext uri="{FF2B5EF4-FFF2-40B4-BE49-F238E27FC236}">
                  <a16:creationId xmlns:a16="http://schemas.microsoft.com/office/drawing/2014/main" id="{0F56968D-6D2B-179A-BD93-3B51A6FAE0B0}"/>
                </a:ext>
              </a:extLst>
            </p:cNvPr>
            <p:cNvSpPr/>
            <p:nvPr/>
          </p:nvSpPr>
          <p:spPr>
            <a:xfrm>
              <a:off x="5864915" y="3893273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7" name="Freeform 22086">
              <a:extLst>
                <a:ext uri="{FF2B5EF4-FFF2-40B4-BE49-F238E27FC236}">
                  <a16:creationId xmlns:a16="http://schemas.microsoft.com/office/drawing/2014/main" id="{E995AEB9-29E2-DC76-8247-10C4E927E01E}"/>
                </a:ext>
              </a:extLst>
            </p:cNvPr>
            <p:cNvSpPr/>
            <p:nvPr/>
          </p:nvSpPr>
          <p:spPr>
            <a:xfrm>
              <a:off x="5959403" y="3859745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8" name="Freeform 22087">
              <a:extLst>
                <a:ext uri="{FF2B5EF4-FFF2-40B4-BE49-F238E27FC236}">
                  <a16:creationId xmlns:a16="http://schemas.microsoft.com/office/drawing/2014/main" id="{696CDF00-8C25-9409-005E-F87D4AC93EA9}"/>
                </a:ext>
              </a:extLst>
            </p:cNvPr>
            <p:cNvSpPr/>
            <p:nvPr/>
          </p:nvSpPr>
          <p:spPr>
            <a:xfrm>
              <a:off x="7252222" y="5579936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89" name="Freeform 22088">
              <a:extLst>
                <a:ext uri="{FF2B5EF4-FFF2-40B4-BE49-F238E27FC236}">
                  <a16:creationId xmlns:a16="http://schemas.microsoft.com/office/drawing/2014/main" id="{A2968CE5-997C-363A-B5C1-B8AFDC116A2E}"/>
                </a:ext>
              </a:extLst>
            </p:cNvPr>
            <p:cNvSpPr/>
            <p:nvPr/>
          </p:nvSpPr>
          <p:spPr>
            <a:xfrm>
              <a:off x="7348824" y="5676432"/>
              <a:ext cx="55870" cy="73152"/>
            </a:xfrm>
            <a:custGeom>
              <a:avLst/>
              <a:gdLst>
                <a:gd name="connsiteX0" fmla="*/ 0 w 55870"/>
                <a:gd name="connsiteY0" fmla="*/ 0 h 73152"/>
                <a:gd name="connsiteX1" fmla="*/ 18288 w 55870"/>
                <a:gd name="connsiteY1" fmla="*/ 45720 h 73152"/>
                <a:gd name="connsiteX2" fmla="*/ 36576 w 55870"/>
                <a:gd name="connsiteY2" fmla="*/ 73152 h 73152"/>
                <a:gd name="connsiteX3" fmla="*/ 54864 w 55870"/>
                <a:gd name="connsiteY3" fmla="*/ 45720 h 73152"/>
                <a:gd name="connsiteX4" fmla="*/ 54864 w 55870"/>
                <a:gd name="connsiteY4" fmla="*/ 27432 h 7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70" h="73152">
                  <a:moveTo>
                    <a:pt x="0" y="0"/>
                  </a:moveTo>
                  <a:cubicBezTo>
                    <a:pt x="6096" y="15240"/>
                    <a:pt x="10947" y="31039"/>
                    <a:pt x="18288" y="45720"/>
                  </a:cubicBezTo>
                  <a:cubicBezTo>
                    <a:pt x="23203" y="55550"/>
                    <a:pt x="25586" y="73152"/>
                    <a:pt x="36576" y="73152"/>
                  </a:cubicBezTo>
                  <a:cubicBezTo>
                    <a:pt x="47566" y="73152"/>
                    <a:pt x="50783" y="55924"/>
                    <a:pt x="54864" y="45720"/>
                  </a:cubicBezTo>
                  <a:cubicBezTo>
                    <a:pt x="57128" y="40060"/>
                    <a:pt x="54864" y="33528"/>
                    <a:pt x="54864" y="27432"/>
                  </a:cubicBezTo>
                </a:path>
              </a:pathLst>
            </a:custGeom>
            <a:noFill/>
            <a:ln w="31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2090" name="TextBox 22089">
            <a:extLst>
              <a:ext uri="{FF2B5EF4-FFF2-40B4-BE49-F238E27FC236}">
                <a16:creationId xmlns:a16="http://schemas.microsoft.com/office/drawing/2014/main" id="{A54FBB63-367C-AC4F-C806-C08C0FE9F442}"/>
              </a:ext>
            </a:extLst>
          </p:cNvPr>
          <p:cNvSpPr txBox="1"/>
          <p:nvPr/>
        </p:nvSpPr>
        <p:spPr>
          <a:xfrm>
            <a:off x="11032233" y="7309716"/>
            <a:ext cx="187470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Arial" panose="020B0604020202020204" pitchFamily="34" charset="0"/>
                <a:cs typeface="Arial" panose="020B0604020202020204" pitchFamily="34" charset="0"/>
              </a:rPr>
              <a:t>Macroalgae</a:t>
            </a:r>
          </a:p>
        </p:txBody>
      </p:sp>
      <p:sp>
        <p:nvSpPr>
          <p:cNvPr id="22091" name="TextBox 22090">
            <a:extLst>
              <a:ext uri="{FF2B5EF4-FFF2-40B4-BE49-F238E27FC236}">
                <a16:creationId xmlns:a16="http://schemas.microsoft.com/office/drawing/2014/main" id="{23A95AFB-E280-D929-98ED-3C09395BFAD8}"/>
              </a:ext>
            </a:extLst>
          </p:cNvPr>
          <p:cNvSpPr txBox="1"/>
          <p:nvPr/>
        </p:nvSpPr>
        <p:spPr>
          <a:xfrm>
            <a:off x="11235134" y="7596397"/>
            <a:ext cx="138905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Fringed sieve kelp</a:t>
            </a:r>
          </a:p>
        </p:txBody>
      </p:sp>
      <p:sp>
        <p:nvSpPr>
          <p:cNvPr id="22092" name="TextBox 22091">
            <a:extLst>
              <a:ext uri="{FF2B5EF4-FFF2-40B4-BE49-F238E27FC236}">
                <a16:creationId xmlns:a16="http://schemas.microsoft.com/office/drawing/2014/main" id="{B585BB94-BF47-79AD-FD7F-5615DA9B3562}"/>
              </a:ext>
            </a:extLst>
          </p:cNvPr>
          <p:cNvSpPr txBox="1"/>
          <p:nvPr/>
        </p:nvSpPr>
        <p:spPr>
          <a:xfrm>
            <a:off x="9856274" y="8329843"/>
            <a:ext cx="180121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Golden kombu</a:t>
            </a:r>
          </a:p>
        </p:txBody>
      </p:sp>
      <p:sp>
        <p:nvSpPr>
          <p:cNvPr id="22165" name="TextBox 22164">
            <a:extLst>
              <a:ext uri="{FF2B5EF4-FFF2-40B4-BE49-F238E27FC236}">
                <a16:creationId xmlns:a16="http://schemas.microsoft.com/office/drawing/2014/main" id="{21CF293E-446C-B03A-C4DB-D4FD0CF627A5}"/>
              </a:ext>
            </a:extLst>
          </p:cNvPr>
          <p:cNvSpPr txBox="1"/>
          <p:nvPr/>
        </p:nvSpPr>
        <p:spPr>
          <a:xfrm>
            <a:off x="12689807" y="7186024"/>
            <a:ext cx="88509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Giant kelp</a:t>
            </a:r>
          </a:p>
        </p:txBody>
      </p:sp>
      <p:sp>
        <p:nvSpPr>
          <p:cNvPr id="22171" name="TextBox 22170">
            <a:extLst>
              <a:ext uri="{FF2B5EF4-FFF2-40B4-BE49-F238E27FC236}">
                <a16:creationId xmlns:a16="http://schemas.microsoft.com/office/drawing/2014/main" id="{F25DDC2E-E94A-2253-C0C5-3CA988B81A33}"/>
              </a:ext>
            </a:extLst>
          </p:cNvPr>
          <p:cNvSpPr txBox="1"/>
          <p:nvPr/>
        </p:nvSpPr>
        <p:spPr>
          <a:xfrm>
            <a:off x="11273914" y="8446574"/>
            <a:ext cx="127947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Sargassum</a:t>
            </a:r>
          </a:p>
        </p:txBody>
      </p:sp>
      <p:grpSp>
        <p:nvGrpSpPr>
          <p:cNvPr id="22172" name="Group 22171">
            <a:extLst>
              <a:ext uri="{FF2B5EF4-FFF2-40B4-BE49-F238E27FC236}">
                <a16:creationId xmlns:a16="http://schemas.microsoft.com/office/drawing/2014/main" id="{52FF603F-6636-BAEE-F57B-CCA727608A8C}"/>
              </a:ext>
            </a:extLst>
          </p:cNvPr>
          <p:cNvGrpSpPr/>
          <p:nvPr/>
        </p:nvGrpSpPr>
        <p:grpSpPr>
          <a:xfrm>
            <a:off x="12453347" y="8769724"/>
            <a:ext cx="861355" cy="606996"/>
            <a:chOff x="5470054" y="2950674"/>
            <a:chExt cx="3474435" cy="2518619"/>
          </a:xfrm>
        </p:grpSpPr>
        <p:sp>
          <p:nvSpPr>
            <p:cNvPr id="22173" name="Freeform 22172">
              <a:extLst>
                <a:ext uri="{FF2B5EF4-FFF2-40B4-BE49-F238E27FC236}">
                  <a16:creationId xmlns:a16="http://schemas.microsoft.com/office/drawing/2014/main" id="{FE6A07EC-3006-9332-68F6-BEE84627D18C}"/>
                </a:ext>
              </a:extLst>
            </p:cNvPr>
            <p:cNvSpPr/>
            <p:nvPr/>
          </p:nvSpPr>
          <p:spPr>
            <a:xfrm>
              <a:off x="6635931" y="3048000"/>
              <a:ext cx="1567543" cy="2421293"/>
            </a:xfrm>
            <a:custGeom>
              <a:avLst/>
              <a:gdLst>
                <a:gd name="connsiteX0" fmla="*/ 879566 w 1567543"/>
                <a:gd name="connsiteY0" fmla="*/ 2246811 h 2421293"/>
                <a:gd name="connsiteX1" fmla="*/ 879566 w 1567543"/>
                <a:gd name="connsiteY1" fmla="*/ 1018903 h 2421293"/>
                <a:gd name="connsiteX2" fmla="*/ 870858 w 1567543"/>
                <a:gd name="connsiteY2" fmla="*/ 966651 h 2421293"/>
                <a:gd name="connsiteX3" fmla="*/ 853440 w 1567543"/>
                <a:gd name="connsiteY3" fmla="*/ 896983 h 2421293"/>
                <a:gd name="connsiteX4" fmla="*/ 836023 w 1567543"/>
                <a:gd name="connsiteY4" fmla="*/ 836023 h 2421293"/>
                <a:gd name="connsiteX5" fmla="*/ 818606 w 1567543"/>
                <a:gd name="connsiteY5" fmla="*/ 801189 h 2421293"/>
                <a:gd name="connsiteX6" fmla="*/ 792480 w 1567543"/>
                <a:gd name="connsiteY6" fmla="*/ 757646 h 2421293"/>
                <a:gd name="connsiteX7" fmla="*/ 775063 w 1567543"/>
                <a:gd name="connsiteY7" fmla="*/ 722811 h 2421293"/>
                <a:gd name="connsiteX8" fmla="*/ 722812 w 1567543"/>
                <a:gd name="connsiteY8" fmla="*/ 661851 h 2421293"/>
                <a:gd name="connsiteX9" fmla="*/ 705395 w 1567543"/>
                <a:gd name="connsiteY9" fmla="*/ 627017 h 2421293"/>
                <a:gd name="connsiteX10" fmla="*/ 653143 w 1567543"/>
                <a:gd name="connsiteY10" fmla="*/ 574766 h 2421293"/>
                <a:gd name="connsiteX11" fmla="*/ 635726 w 1567543"/>
                <a:gd name="connsiteY11" fmla="*/ 548640 h 2421293"/>
                <a:gd name="connsiteX12" fmla="*/ 583475 w 1567543"/>
                <a:gd name="connsiteY12" fmla="*/ 513806 h 2421293"/>
                <a:gd name="connsiteX13" fmla="*/ 496389 w 1567543"/>
                <a:gd name="connsiteY13" fmla="*/ 444137 h 2421293"/>
                <a:gd name="connsiteX14" fmla="*/ 461555 w 1567543"/>
                <a:gd name="connsiteY14" fmla="*/ 418011 h 2421293"/>
                <a:gd name="connsiteX15" fmla="*/ 409303 w 1567543"/>
                <a:gd name="connsiteY15" fmla="*/ 400594 h 2421293"/>
                <a:gd name="connsiteX16" fmla="*/ 339635 w 1567543"/>
                <a:gd name="connsiteY16" fmla="*/ 365760 h 2421293"/>
                <a:gd name="connsiteX17" fmla="*/ 235132 w 1567543"/>
                <a:gd name="connsiteY17" fmla="*/ 330926 h 2421293"/>
                <a:gd name="connsiteX18" fmla="*/ 200298 w 1567543"/>
                <a:gd name="connsiteY18" fmla="*/ 322217 h 2421293"/>
                <a:gd name="connsiteX19" fmla="*/ 174172 w 1567543"/>
                <a:gd name="connsiteY19" fmla="*/ 304800 h 2421293"/>
                <a:gd name="connsiteX20" fmla="*/ 104503 w 1567543"/>
                <a:gd name="connsiteY20" fmla="*/ 330926 h 2421293"/>
                <a:gd name="connsiteX21" fmla="*/ 78378 w 1567543"/>
                <a:gd name="connsiteY21" fmla="*/ 339634 h 2421293"/>
                <a:gd name="connsiteX22" fmla="*/ 52252 w 1567543"/>
                <a:gd name="connsiteY22" fmla="*/ 330926 h 2421293"/>
                <a:gd name="connsiteX23" fmla="*/ 17418 w 1567543"/>
                <a:gd name="connsiteY23" fmla="*/ 322217 h 2421293"/>
                <a:gd name="connsiteX24" fmla="*/ 0 w 1567543"/>
                <a:gd name="connsiteY24" fmla="*/ 287383 h 2421293"/>
                <a:gd name="connsiteX25" fmla="*/ 8709 w 1567543"/>
                <a:gd name="connsiteY25" fmla="*/ 252549 h 2421293"/>
                <a:gd name="connsiteX26" fmla="*/ 26126 w 1567543"/>
                <a:gd name="connsiteY26" fmla="*/ 139337 h 2421293"/>
                <a:gd name="connsiteX27" fmla="*/ 34835 w 1567543"/>
                <a:gd name="connsiteY27" fmla="*/ 113211 h 2421293"/>
                <a:gd name="connsiteX28" fmla="*/ 69669 w 1567543"/>
                <a:gd name="connsiteY28" fmla="*/ 60960 h 2421293"/>
                <a:gd name="connsiteX29" fmla="*/ 95795 w 1567543"/>
                <a:gd name="connsiteY29" fmla="*/ 34834 h 2421293"/>
                <a:gd name="connsiteX30" fmla="*/ 130629 w 1567543"/>
                <a:gd name="connsiteY30" fmla="*/ 26126 h 2421293"/>
                <a:gd name="connsiteX31" fmla="*/ 156755 w 1567543"/>
                <a:gd name="connsiteY31" fmla="*/ 17417 h 2421293"/>
                <a:gd name="connsiteX32" fmla="*/ 235132 w 1567543"/>
                <a:gd name="connsiteY32" fmla="*/ 26126 h 2421293"/>
                <a:gd name="connsiteX33" fmla="*/ 217715 w 1567543"/>
                <a:gd name="connsiteY33" fmla="*/ 78377 h 2421293"/>
                <a:gd name="connsiteX34" fmla="*/ 200298 w 1567543"/>
                <a:gd name="connsiteY34" fmla="*/ 139337 h 2421293"/>
                <a:gd name="connsiteX35" fmla="*/ 209006 w 1567543"/>
                <a:gd name="connsiteY35" fmla="*/ 165463 h 2421293"/>
                <a:gd name="connsiteX36" fmla="*/ 269966 w 1567543"/>
                <a:gd name="connsiteY36" fmla="*/ 182880 h 2421293"/>
                <a:gd name="connsiteX37" fmla="*/ 348343 w 1567543"/>
                <a:gd name="connsiteY37" fmla="*/ 191589 h 2421293"/>
                <a:gd name="connsiteX38" fmla="*/ 444138 w 1567543"/>
                <a:gd name="connsiteY38" fmla="*/ 209006 h 2421293"/>
                <a:gd name="connsiteX39" fmla="*/ 513806 w 1567543"/>
                <a:gd name="connsiteY39" fmla="*/ 243840 h 2421293"/>
                <a:gd name="connsiteX40" fmla="*/ 539932 w 1567543"/>
                <a:gd name="connsiteY40" fmla="*/ 252549 h 2421293"/>
                <a:gd name="connsiteX41" fmla="*/ 609600 w 1567543"/>
                <a:gd name="connsiteY41" fmla="*/ 296091 h 2421293"/>
                <a:gd name="connsiteX42" fmla="*/ 627018 w 1567543"/>
                <a:gd name="connsiteY42" fmla="*/ 313509 h 2421293"/>
                <a:gd name="connsiteX43" fmla="*/ 740229 w 1567543"/>
                <a:gd name="connsiteY43" fmla="*/ 409303 h 2421293"/>
                <a:gd name="connsiteX44" fmla="*/ 766355 w 1567543"/>
                <a:gd name="connsiteY44" fmla="*/ 435429 h 2421293"/>
                <a:gd name="connsiteX45" fmla="*/ 801189 w 1567543"/>
                <a:gd name="connsiteY45" fmla="*/ 487680 h 2421293"/>
                <a:gd name="connsiteX46" fmla="*/ 809898 w 1567543"/>
                <a:gd name="connsiteY46" fmla="*/ 513806 h 2421293"/>
                <a:gd name="connsiteX47" fmla="*/ 836023 w 1567543"/>
                <a:gd name="connsiteY47" fmla="*/ 548640 h 2421293"/>
                <a:gd name="connsiteX48" fmla="*/ 870858 w 1567543"/>
                <a:gd name="connsiteY48" fmla="*/ 600891 h 2421293"/>
                <a:gd name="connsiteX49" fmla="*/ 905692 w 1567543"/>
                <a:gd name="connsiteY49" fmla="*/ 653143 h 2421293"/>
                <a:gd name="connsiteX50" fmla="*/ 931818 w 1567543"/>
                <a:gd name="connsiteY50" fmla="*/ 696686 h 2421293"/>
                <a:gd name="connsiteX51" fmla="*/ 940526 w 1567543"/>
                <a:gd name="connsiteY51" fmla="*/ 722811 h 2421293"/>
                <a:gd name="connsiteX52" fmla="*/ 957943 w 1567543"/>
                <a:gd name="connsiteY52" fmla="*/ 740229 h 2421293"/>
                <a:gd name="connsiteX53" fmla="*/ 1010195 w 1567543"/>
                <a:gd name="connsiteY53" fmla="*/ 714103 h 2421293"/>
                <a:gd name="connsiteX54" fmla="*/ 1045029 w 1567543"/>
                <a:gd name="connsiteY54" fmla="*/ 661851 h 2421293"/>
                <a:gd name="connsiteX55" fmla="*/ 1071155 w 1567543"/>
                <a:gd name="connsiteY55" fmla="*/ 583474 h 2421293"/>
                <a:gd name="connsiteX56" fmla="*/ 1079863 w 1567543"/>
                <a:gd name="connsiteY56" fmla="*/ 557349 h 2421293"/>
                <a:gd name="connsiteX57" fmla="*/ 1088572 w 1567543"/>
                <a:gd name="connsiteY57" fmla="*/ 531223 h 2421293"/>
                <a:gd name="connsiteX58" fmla="*/ 1097280 w 1567543"/>
                <a:gd name="connsiteY58" fmla="*/ 487680 h 2421293"/>
                <a:gd name="connsiteX59" fmla="*/ 1114698 w 1567543"/>
                <a:gd name="connsiteY59" fmla="*/ 418011 h 2421293"/>
                <a:gd name="connsiteX60" fmla="*/ 1123406 w 1567543"/>
                <a:gd name="connsiteY60" fmla="*/ 374469 h 2421293"/>
                <a:gd name="connsiteX61" fmla="*/ 1140823 w 1567543"/>
                <a:gd name="connsiteY61" fmla="*/ 304800 h 2421293"/>
                <a:gd name="connsiteX62" fmla="*/ 1158240 w 1567543"/>
                <a:gd name="connsiteY62" fmla="*/ 278674 h 2421293"/>
                <a:gd name="connsiteX63" fmla="*/ 1166949 w 1567543"/>
                <a:gd name="connsiteY63" fmla="*/ 252549 h 2421293"/>
                <a:gd name="connsiteX64" fmla="*/ 1184366 w 1567543"/>
                <a:gd name="connsiteY64" fmla="*/ 226423 h 2421293"/>
                <a:gd name="connsiteX65" fmla="*/ 1288869 w 1567543"/>
                <a:gd name="connsiteY65" fmla="*/ 139337 h 2421293"/>
                <a:gd name="connsiteX66" fmla="*/ 1349829 w 1567543"/>
                <a:gd name="connsiteY66" fmla="*/ 121920 h 2421293"/>
                <a:gd name="connsiteX67" fmla="*/ 1367246 w 1567543"/>
                <a:gd name="connsiteY67" fmla="*/ 95794 h 2421293"/>
                <a:gd name="connsiteX68" fmla="*/ 1367246 w 1567543"/>
                <a:gd name="connsiteY68" fmla="*/ 17417 h 2421293"/>
                <a:gd name="connsiteX69" fmla="*/ 1393372 w 1567543"/>
                <a:gd name="connsiteY69" fmla="*/ 0 h 2421293"/>
                <a:gd name="connsiteX70" fmla="*/ 1445623 w 1567543"/>
                <a:gd name="connsiteY70" fmla="*/ 43543 h 2421293"/>
                <a:gd name="connsiteX71" fmla="*/ 1471749 w 1567543"/>
                <a:gd name="connsiteY71" fmla="*/ 104503 h 2421293"/>
                <a:gd name="connsiteX72" fmla="*/ 1489166 w 1567543"/>
                <a:gd name="connsiteY72" fmla="*/ 139337 h 2421293"/>
                <a:gd name="connsiteX73" fmla="*/ 1524000 w 1567543"/>
                <a:gd name="connsiteY73" fmla="*/ 200297 h 2421293"/>
                <a:gd name="connsiteX74" fmla="*/ 1550126 w 1567543"/>
                <a:gd name="connsiteY74" fmla="*/ 287383 h 2421293"/>
                <a:gd name="connsiteX75" fmla="*/ 1567543 w 1567543"/>
                <a:gd name="connsiteY75" fmla="*/ 339634 h 2421293"/>
                <a:gd name="connsiteX76" fmla="*/ 1558835 w 1567543"/>
                <a:gd name="connsiteY76" fmla="*/ 374469 h 2421293"/>
                <a:gd name="connsiteX77" fmla="*/ 1489166 w 1567543"/>
                <a:gd name="connsiteY77" fmla="*/ 357051 h 2421293"/>
                <a:gd name="connsiteX78" fmla="*/ 1436915 w 1567543"/>
                <a:gd name="connsiteY78" fmla="*/ 322217 h 2421293"/>
                <a:gd name="connsiteX79" fmla="*/ 1419498 w 1567543"/>
                <a:gd name="connsiteY79" fmla="*/ 296091 h 2421293"/>
                <a:gd name="connsiteX80" fmla="*/ 1341120 w 1567543"/>
                <a:gd name="connsiteY80" fmla="*/ 330926 h 2421293"/>
                <a:gd name="connsiteX81" fmla="*/ 1323703 w 1567543"/>
                <a:gd name="connsiteY81" fmla="*/ 383177 h 2421293"/>
                <a:gd name="connsiteX82" fmla="*/ 1297578 w 1567543"/>
                <a:gd name="connsiteY82" fmla="*/ 566057 h 2421293"/>
                <a:gd name="connsiteX83" fmla="*/ 1280160 w 1567543"/>
                <a:gd name="connsiteY83" fmla="*/ 653143 h 2421293"/>
                <a:gd name="connsiteX84" fmla="*/ 1254035 w 1567543"/>
                <a:gd name="connsiteY84" fmla="*/ 740229 h 2421293"/>
                <a:gd name="connsiteX85" fmla="*/ 1193075 w 1567543"/>
                <a:gd name="connsiteY85" fmla="*/ 818606 h 2421293"/>
                <a:gd name="connsiteX86" fmla="*/ 1140823 w 1567543"/>
                <a:gd name="connsiteY86" fmla="*/ 853440 h 2421293"/>
                <a:gd name="connsiteX87" fmla="*/ 1114698 w 1567543"/>
                <a:gd name="connsiteY87" fmla="*/ 870857 h 2421293"/>
                <a:gd name="connsiteX88" fmla="*/ 1088572 w 1567543"/>
                <a:gd name="connsiteY88" fmla="*/ 888274 h 2421293"/>
                <a:gd name="connsiteX89" fmla="*/ 1053738 w 1567543"/>
                <a:gd name="connsiteY89" fmla="*/ 966651 h 2421293"/>
                <a:gd name="connsiteX90" fmla="*/ 1045029 w 1567543"/>
                <a:gd name="connsiteY90" fmla="*/ 992777 h 2421293"/>
                <a:gd name="connsiteX91" fmla="*/ 1027612 w 1567543"/>
                <a:gd name="connsiteY91" fmla="*/ 1053737 h 2421293"/>
                <a:gd name="connsiteX92" fmla="*/ 1010195 w 1567543"/>
                <a:gd name="connsiteY92" fmla="*/ 1201783 h 2421293"/>
                <a:gd name="connsiteX93" fmla="*/ 1018903 w 1567543"/>
                <a:gd name="connsiteY93" fmla="*/ 1602377 h 2421293"/>
                <a:gd name="connsiteX94" fmla="*/ 1027612 w 1567543"/>
                <a:gd name="connsiteY94" fmla="*/ 1750423 h 2421293"/>
                <a:gd name="connsiteX95" fmla="*/ 1036320 w 1567543"/>
                <a:gd name="connsiteY95" fmla="*/ 2046514 h 2421293"/>
                <a:gd name="connsiteX96" fmla="*/ 1045029 w 1567543"/>
                <a:gd name="connsiteY96" fmla="*/ 2220686 h 2421293"/>
                <a:gd name="connsiteX97" fmla="*/ 1053738 w 1567543"/>
                <a:gd name="connsiteY97" fmla="*/ 2272937 h 2421293"/>
                <a:gd name="connsiteX98" fmla="*/ 1071155 w 1567543"/>
                <a:gd name="connsiteY98" fmla="*/ 2299063 h 2421293"/>
                <a:gd name="connsiteX99" fmla="*/ 1123406 w 1567543"/>
                <a:gd name="connsiteY99" fmla="*/ 2316480 h 2421293"/>
                <a:gd name="connsiteX100" fmla="*/ 1149532 w 1567543"/>
                <a:gd name="connsiteY100" fmla="*/ 2342606 h 2421293"/>
                <a:gd name="connsiteX101" fmla="*/ 1166949 w 1567543"/>
                <a:gd name="connsiteY101" fmla="*/ 2368731 h 2421293"/>
                <a:gd name="connsiteX102" fmla="*/ 1132115 w 1567543"/>
                <a:gd name="connsiteY102" fmla="*/ 2360023 h 2421293"/>
                <a:gd name="connsiteX103" fmla="*/ 1062446 w 1567543"/>
                <a:gd name="connsiteY103" fmla="*/ 2325189 h 2421293"/>
                <a:gd name="connsiteX104" fmla="*/ 1027612 w 1567543"/>
                <a:gd name="connsiteY104" fmla="*/ 2307771 h 2421293"/>
                <a:gd name="connsiteX105" fmla="*/ 1001486 w 1567543"/>
                <a:gd name="connsiteY105" fmla="*/ 2299063 h 2421293"/>
                <a:gd name="connsiteX106" fmla="*/ 966652 w 1567543"/>
                <a:gd name="connsiteY106" fmla="*/ 2307771 h 2421293"/>
                <a:gd name="connsiteX107" fmla="*/ 966652 w 1567543"/>
                <a:gd name="connsiteY107" fmla="*/ 2377440 h 2421293"/>
                <a:gd name="connsiteX108" fmla="*/ 957943 w 1567543"/>
                <a:gd name="connsiteY108" fmla="*/ 2403566 h 2421293"/>
                <a:gd name="connsiteX109" fmla="*/ 949235 w 1567543"/>
                <a:gd name="connsiteY109" fmla="*/ 2377440 h 2421293"/>
                <a:gd name="connsiteX110" fmla="*/ 940526 w 1567543"/>
                <a:gd name="connsiteY110" fmla="*/ 2316480 h 2421293"/>
                <a:gd name="connsiteX111" fmla="*/ 896983 w 1567543"/>
                <a:gd name="connsiteY111" fmla="*/ 2325189 h 2421293"/>
                <a:gd name="connsiteX112" fmla="*/ 862149 w 1567543"/>
                <a:gd name="connsiteY112" fmla="*/ 2377440 h 2421293"/>
                <a:gd name="connsiteX113" fmla="*/ 844732 w 1567543"/>
                <a:gd name="connsiteY113" fmla="*/ 2403566 h 2421293"/>
                <a:gd name="connsiteX114" fmla="*/ 818606 w 1567543"/>
                <a:gd name="connsiteY114" fmla="*/ 2420983 h 2421293"/>
                <a:gd name="connsiteX115" fmla="*/ 827315 w 1567543"/>
                <a:gd name="connsiteY115" fmla="*/ 2368731 h 2421293"/>
                <a:gd name="connsiteX116" fmla="*/ 844732 w 1567543"/>
                <a:gd name="connsiteY116" fmla="*/ 2342606 h 2421293"/>
                <a:gd name="connsiteX117" fmla="*/ 853440 w 1567543"/>
                <a:gd name="connsiteY117" fmla="*/ 2316480 h 2421293"/>
                <a:gd name="connsiteX118" fmla="*/ 809898 w 1567543"/>
                <a:gd name="connsiteY118" fmla="*/ 2325189 h 2421293"/>
                <a:gd name="connsiteX119" fmla="*/ 792480 w 1567543"/>
                <a:gd name="connsiteY119" fmla="*/ 2342606 h 2421293"/>
                <a:gd name="connsiteX120" fmla="*/ 731520 w 1567543"/>
                <a:gd name="connsiteY120" fmla="*/ 2412274 h 2421293"/>
                <a:gd name="connsiteX121" fmla="*/ 705395 w 1567543"/>
                <a:gd name="connsiteY121" fmla="*/ 2420983 h 2421293"/>
                <a:gd name="connsiteX122" fmla="*/ 653143 w 1567543"/>
                <a:gd name="connsiteY122" fmla="*/ 2412274 h 2421293"/>
                <a:gd name="connsiteX123" fmla="*/ 687978 w 1567543"/>
                <a:gd name="connsiteY123" fmla="*/ 2342606 h 2421293"/>
                <a:gd name="connsiteX124" fmla="*/ 740229 w 1567543"/>
                <a:gd name="connsiteY124" fmla="*/ 2307771 h 2421293"/>
                <a:gd name="connsiteX125" fmla="*/ 766355 w 1567543"/>
                <a:gd name="connsiteY125" fmla="*/ 2290354 h 2421293"/>
                <a:gd name="connsiteX126" fmla="*/ 879566 w 1567543"/>
                <a:gd name="connsiteY126" fmla="*/ 2264229 h 2421293"/>
                <a:gd name="connsiteX127" fmla="*/ 879566 w 1567543"/>
                <a:gd name="connsiteY127" fmla="*/ 2246811 h 2421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567543" h="2421293">
                  <a:moveTo>
                    <a:pt x="879566" y="2246811"/>
                  </a:moveTo>
                  <a:cubicBezTo>
                    <a:pt x="879566" y="2039257"/>
                    <a:pt x="895381" y="2070639"/>
                    <a:pt x="879566" y="1018903"/>
                  </a:cubicBezTo>
                  <a:cubicBezTo>
                    <a:pt x="879301" y="1001247"/>
                    <a:pt x="874558" y="983917"/>
                    <a:pt x="870858" y="966651"/>
                  </a:cubicBezTo>
                  <a:cubicBezTo>
                    <a:pt x="865842" y="943245"/>
                    <a:pt x="859246" y="920206"/>
                    <a:pt x="853440" y="896983"/>
                  </a:cubicBezTo>
                  <a:cubicBezTo>
                    <a:pt x="849019" y="879299"/>
                    <a:pt x="843521" y="853519"/>
                    <a:pt x="836023" y="836023"/>
                  </a:cubicBezTo>
                  <a:cubicBezTo>
                    <a:pt x="830909" y="824091"/>
                    <a:pt x="823720" y="813121"/>
                    <a:pt x="818606" y="801189"/>
                  </a:cubicBezTo>
                  <a:cubicBezTo>
                    <a:pt x="801649" y="761621"/>
                    <a:pt x="821446" y="786610"/>
                    <a:pt x="792480" y="757646"/>
                  </a:cubicBezTo>
                  <a:cubicBezTo>
                    <a:pt x="786674" y="746034"/>
                    <a:pt x="782609" y="733375"/>
                    <a:pt x="775063" y="722811"/>
                  </a:cubicBezTo>
                  <a:cubicBezTo>
                    <a:pt x="703804" y="623047"/>
                    <a:pt x="797424" y="781231"/>
                    <a:pt x="722812" y="661851"/>
                  </a:cubicBezTo>
                  <a:cubicBezTo>
                    <a:pt x="715932" y="650842"/>
                    <a:pt x="713505" y="637154"/>
                    <a:pt x="705395" y="627017"/>
                  </a:cubicBezTo>
                  <a:cubicBezTo>
                    <a:pt x="690008" y="607783"/>
                    <a:pt x="666806" y="595261"/>
                    <a:pt x="653143" y="574766"/>
                  </a:cubicBezTo>
                  <a:cubicBezTo>
                    <a:pt x="647337" y="566057"/>
                    <a:pt x="643603" y="555532"/>
                    <a:pt x="635726" y="548640"/>
                  </a:cubicBezTo>
                  <a:cubicBezTo>
                    <a:pt x="619973" y="534856"/>
                    <a:pt x="583475" y="513806"/>
                    <a:pt x="583475" y="513806"/>
                  </a:cubicBezTo>
                  <a:cubicBezTo>
                    <a:pt x="545864" y="457388"/>
                    <a:pt x="588026" y="512866"/>
                    <a:pt x="496389" y="444137"/>
                  </a:cubicBezTo>
                  <a:cubicBezTo>
                    <a:pt x="484778" y="435428"/>
                    <a:pt x="474537" y="424502"/>
                    <a:pt x="461555" y="418011"/>
                  </a:cubicBezTo>
                  <a:cubicBezTo>
                    <a:pt x="445134" y="409800"/>
                    <a:pt x="425724" y="408805"/>
                    <a:pt x="409303" y="400594"/>
                  </a:cubicBezTo>
                  <a:lnTo>
                    <a:pt x="339635" y="365760"/>
                  </a:lnTo>
                  <a:cubicBezTo>
                    <a:pt x="283391" y="337638"/>
                    <a:pt x="317392" y="351491"/>
                    <a:pt x="235132" y="330926"/>
                  </a:cubicBezTo>
                  <a:lnTo>
                    <a:pt x="200298" y="322217"/>
                  </a:lnTo>
                  <a:cubicBezTo>
                    <a:pt x="191589" y="316411"/>
                    <a:pt x="184558" y="306098"/>
                    <a:pt x="174172" y="304800"/>
                  </a:cubicBezTo>
                  <a:cubicBezTo>
                    <a:pt x="133848" y="299760"/>
                    <a:pt x="133411" y="316472"/>
                    <a:pt x="104503" y="330926"/>
                  </a:cubicBezTo>
                  <a:cubicBezTo>
                    <a:pt x="96293" y="335031"/>
                    <a:pt x="87086" y="336731"/>
                    <a:pt x="78378" y="339634"/>
                  </a:cubicBezTo>
                  <a:cubicBezTo>
                    <a:pt x="69669" y="336731"/>
                    <a:pt x="61078" y="333448"/>
                    <a:pt x="52252" y="330926"/>
                  </a:cubicBezTo>
                  <a:cubicBezTo>
                    <a:pt x="40744" y="327638"/>
                    <a:pt x="26613" y="329879"/>
                    <a:pt x="17418" y="322217"/>
                  </a:cubicBezTo>
                  <a:cubicBezTo>
                    <a:pt x="7445" y="313906"/>
                    <a:pt x="5806" y="298994"/>
                    <a:pt x="0" y="287383"/>
                  </a:cubicBezTo>
                  <a:cubicBezTo>
                    <a:pt x="2903" y="275772"/>
                    <a:pt x="6741" y="264355"/>
                    <a:pt x="8709" y="252549"/>
                  </a:cubicBezTo>
                  <a:cubicBezTo>
                    <a:pt x="19283" y="189108"/>
                    <a:pt x="12810" y="192601"/>
                    <a:pt x="26126" y="139337"/>
                  </a:cubicBezTo>
                  <a:cubicBezTo>
                    <a:pt x="28352" y="130431"/>
                    <a:pt x="30377" y="121236"/>
                    <a:pt x="34835" y="113211"/>
                  </a:cubicBezTo>
                  <a:cubicBezTo>
                    <a:pt x="45001" y="94913"/>
                    <a:pt x="54867" y="75762"/>
                    <a:pt x="69669" y="60960"/>
                  </a:cubicBezTo>
                  <a:cubicBezTo>
                    <a:pt x="78378" y="52251"/>
                    <a:pt x="85102" y="40944"/>
                    <a:pt x="95795" y="34834"/>
                  </a:cubicBezTo>
                  <a:cubicBezTo>
                    <a:pt x="106187" y="28896"/>
                    <a:pt x="119121" y="29414"/>
                    <a:pt x="130629" y="26126"/>
                  </a:cubicBezTo>
                  <a:cubicBezTo>
                    <a:pt x="139456" y="23604"/>
                    <a:pt x="148046" y="20320"/>
                    <a:pt x="156755" y="17417"/>
                  </a:cubicBezTo>
                  <a:cubicBezTo>
                    <a:pt x="182881" y="20320"/>
                    <a:pt x="216545" y="7539"/>
                    <a:pt x="235132" y="26126"/>
                  </a:cubicBezTo>
                  <a:cubicBezTo>
                    <a:pt x="248114" y="39108"/>
                    <a:pt x="223521" y="60960"/>
                    <a:pt x="217715" y="78377"/>
                  </a:cubicBezTo>
                  <a:cubicBezTo>
                    <a:pt x="205220" y="115861"/>
                    <a:pt x="211234" y="95592"/>
                    <a:pt x="200298" y="139337"/>
                  </a:cubicBezTo>
                  <a:cubicBezTo>
                    <a:pt x="203201" y="148046"/>
                    <a:pt x="202515" y="158972"/>
                    <a:pt x="209006" y="165463"/>
                  </a:cubicBezTo>
                  <a:cubicBezTo>
                    <a:pt x="213143" y="169600"/>
                    <a:pt x="269701" y="182839"/>
                    <a:pt x="269966" y="182880"/>
                  </a:cubicBezTo>
                  <a:cubicBezTo>
                    <a:pt x="295947" y="186877"/>
                    <a:pt x="322287" y="188115"/>
                    <a:pt x="348343" y="191589"/>
                  </a:cubicBezTo>
                  <a:cubicBezTo>
                    <a:pt x="381786" y="196048"/>
                    <a:pt x="411287" y="202435"/>
                    <a:pt x="444138" y="209006"/>
                  </a:cubicBezTo>
                  <a:cubicBezTo>
                    <a:pt x="467361" y="220617"/>
                    <a:pt x="489175" y="235629"/>
                    <a:pt x="513806" y="243840"/>
                  </a:cubicBezTo>
                  <a:cubicBezTo>
                    <a:pt x="522515" y="246743"/>
                    <a:pt x="531873" y="248153"/>
                    <a:pt x="539932" y="252549"/>
                  </a:cubicBezTo>
                  <a:cubicBezTo>
                    <a:pt x="563973" y="265662"/>
                    <a:pt x="590236" y="276727"/>
                    <a:pt x="609600" y="296091"/>
                  </a:cubicBezTo>
                  <a:cubicBezTo>
                    <a:pt x="615406" y="301897"/>
                    <a:pt x="620449" y="308582"/>
                    <a:pt x="627018" y="313509"/>
                  </a:cubicBezTo>
                  <a:cubicBezTo>
                    <a:pt x="728568" y="389672"/>
                    <a:pt x="629613" y="298687"/>
                    <a:pt x="740229" y="409303"/>
                  </a:cubicBezTo>
                  <a:cubicBezTo>
                    <a:pt x="748938" y="418012"/>
                    <a:pt x="759523" y="425182"/>
                    <a:pt x="766355" y="435429"/>
                  </a:cubicBezTo>
                  <a:cubicBezTo>
                    <a:pt x="777966" y="452846"/>
                    <a:pt x="794569" y="467822"/>
                    <a:pt x="801189" y="487680"/>
                  </a:cubicBezTo>
                  <a:cubicBezTo>
                    <a:pt x="804092" y="496389"/>
                    <a:pt x="805344" y="505836"/>
                    <a:pt x="809898" y="513806"/>
                  </a:cubicBezTo>
                  <a:cubicBezTo>
                    <a:pt x="817099" y="526408"/>
                    <a:pt x="827700" y="536750"/>
                    <a:pt x="836023" y="548640"/>
                  </a:cubicBezTo>
                  <a:cubicBezTo>
                    <a:pt x="848027" y="565789"/>
                    <a:pt x="870858" y="600891"/>
                    <a:pt x="870858" y="600891"/>
                  </a:cubicBezTo>
                  <a:cubicBezTo>
                    <a:pt x="891563" y="663012"/>
                    <a:pt x="862203" y="587909"/>
                    <a:pt x="905692" y="653143"/>
                  </a:cubicBezTo>
                  <a:cubicBezTo>
                    <a:pt x="950908" y="720968"/>
                    <a:pt x="877577" y="642448"/>
                    <a:pt x="931818" y="696686"/>
                  </a:cubicBezTo>
                  <a:cubicBezTo>
                    <a:pt x="934721" y="705394"/>
                    <a:pt x="935803" y="714940"/>
                    <a:pt x="940526" y="722811"/>
                  </a:cubicBezTo>
                  <a:cubicBezTo>
                    <a:pt x="944750" y="729852"/>
                    <a:pt x="949892" y="738619"/>
                    <a:pt x="957943" y="740229"/>
                  </a:cubicBezTo>
                  <a:cubicBezTo>
                    <a:pt x="971809" y="743002"/>
                    <a:pt x="1001730" y="719746"/>
                    <a:pt x="1010195" y="714103"/>
                  </a:cubicBezTo>
                  <a:cubicBezTo>
                    <a:pt x="1021806" y="696686"/>
                    <a:pt x="1038409" y="681710"/>
                    <a:pt x="1045029" y="661851"/>
                  </a:cubicBezTo>
                  <a:lnTo>
                    <a:pt x="1071155" y="583474"/>
                  </a:lnTo>
                  <a:lnTo>
                    <a:pt x="1079863" y="557349"/>
                  </a:lnTo>
                  <a:cubicBezTo>
                    <a:pt x="1082766" y="548640"/>
                    <a:pt x="1086772" y="540225"/>
                    <a:pt x="1088572" y="531223"/>
                  </a:cubicBezTo>
                  <a:cubicBezTo>
                    <a:pt x="1091475" y="516709"/>
                    <a:pt x="1093952" y="502103"/>
                    <a:pt x="1097280" y="487680"/>
                  </a:cubicBezTo>
                  <a:cubicBezTo>
                    <a:pt x="1102663" y="464355"/>
                    <a:pt x="1110004" y="441484"/>
                    <a:pt x="1114698" y="418011"/>
                  </a:cubicBezTo>
                  <a:cubicBezTo>
                    <a:pt x="1117601" y="403497"/>
                    <a:pt x="1120078" y="388891"/>
                    <a:pt x="1123406" y="374469"/>
                  </a:cubicBezTo>
                  <a:cubicBezTo>
                    <a:pt x="1128788" y="351144"/>
                    <a:pt x="1127545" y="324717"/>
                    <a:pt x="1140823" y="304800"/>
                  </a:cubicBezTo>
                  <a:cubicBezTo>
                    <a:pt x="1146629" y="296091"/>
                    <a:pt x="1153559" y="288035"/>
                    <a:pt x="1158240" y="278674"/>
                  </a:cubicBezTo>
                  <a:cubicBezTo>
                    <a:pt x="1162345" y="270464"/>
                    <a:pt x="1162844" y="260759"/>
                    <a:pt x="1166949" y="252549"/>
                  </a:cubicBezTo>
                  <a:cubicBezTo>
                    <a:pt x="1171630" y="243188"/>
                    <a:pt x="1177412" y="234246"/>
                    <a:pt x="1184366" y="226423"/>
                  </a:cubicBezTo>
                  <a:cubicBezTo>
                    <a:pt x="1204788" y="203448"/>
                    <a:pt x="1255752" y="150375"/>
                    <a:pt x="1288869" y="139337"/>
                  </a:cubicBezTo>
                  <a:cubicBezTo>
                    <a:pt x="1326350" y="126844"/>
                    <a:pt x="1306089" y="132856"/>
                    <a:pt x="1349829" y="121920"/>
                  </a:cubicBezTo>
                  <a:cubicBezTo>
                    <a:pt x="1355635" y="113211"/>
                    <a:pt x="1365766" y="106155"/>
                    <a:pt x="1367246" y="95794"/>
                  </a:cubicBezTo>
                  <a:cubicBezTo>
                    <a:pt x="1375182" y="40246"/>
                    <a:pt x="1331168" y="80554"/>
                    <a:pt x="1367246" y="17417"/>
                  </a:cubicBezTo>
                  <a:cubicBezTo>
                    <a:pt x="1372439" y="8330"/>
                    <a:pt x="1384663" y="5806"/>
                    <a:pt x="1393372" y="0"/>
                  </a:cubicBezTo>
                  <a:cubicBezTo>
                    <a:pt x="1414206" y="13889"/>
                    <a:pt x="1430383" y="22206"/>
                    <a:pt x="1445623" y="43543"/>
                  </a:cubicBezTo>
                  <a:cubicBezTo>
                    <a:pt x="1466253" y="72425"/>
                    <a:pt x="1459566" y="76076"/>
                    <a:pt x="1471749" y="104503"/>
                  </a:cubicBezTo>
                  <a:cubicBezTo>
                    <a:pt x="1476863" y="116435"/>
                    <a:pt x="1482725" y="128066"/>
                    <a:pt x="1489166" y="139337"/>
                  </a:cubicBezTo>
                  <a:cubicBezTo>
                    <a:pt x="1510113" y="175994"/>
                    <a:pt x="1506456" y="156437"/>
                    <a:pt x="1524000" y="200297"/>
                  </a:cubicBezTo>
                  <a:cubicBezTo>
                    <a:pt x="1548637" y="261888"/>
                    <a:pt x="1534727" y="236051"/>
                    <a:pt x="1550126" y="287383"/>
                  </a:cubicBezTo>
                  <a:cubicBezTo>
                    <a:pt x="1555401" y="304968"/>
                    <a:pt x="1567543" y="339634"/>
                    <a:pt x="1567543" y="339634"/>
                  </a:cubicBezTo>
                  <a:cubicBezTo>
                    <a:pt x="1564640" y="351246"/>
                    <a:pt x="1569540" y="369116"/>
                    <a:pt x="1558835" y="374469"/>
                  </a:cubicBezTo>
                  <a:cubicBezTo>
                    <a:pt x="1554771" y="376501"/>
                    <a:pt x="1499268" y="362663"/>
                    <a:pt x="1489166" y="357051"/>
                  </a:cubicBezTo>
                  <a:cubicBezTo>
                    <a:pt x="1470868" y="346885"/>
                    <a:pt x="1436915" y="322217"/>
                    <a:pt x="1436915" y="322217"/>
                  </a:cubicBezTo>
                  <a:cubicBezTo>
                    <a:pt x="1431109" y="313508"/>
                    <a:pt x="1429884" y="297389"/>
                    <a:pt x="1419498" y="296091"/>
                  </a:cubicBezTo>
                  <a:cubicBezTo>
                    <a:pt x="1393318" y="292819"/>
                    <a:pt x="1361999" y="317007"/>
                    <a:pt x="1341120" y="330926"/>
                  </a:cubicBezTo>
                  <a:cubicBezTo>
                    <a:pt x="1335314" y="348343"/>
                    <a:pt x="1325980" y="364960"/>
                    <a:pt x="1323703" y="383177"/>
                  </a:cubicBezTo>
                  <a:cubicBezTo>
                    <a:pt x="1316069" y="444253"/>
                    <a:pt x="1308929" y="505520"/>
                    <a:pt x="1297578" y="566057"/>
                  </a:cubicBezTo>
                  <a:cubicBezTo>
                    <a:pt x="1292122" y="595154"/>
                    <a:pt x="1287340" y="624423"/>
                    <a:pt x="1280160" y="653143"/>
                  </a:cubicBezTo>
                  <a:cubicBezTo>
                    <a:pt x="1275292" y="672616"/>
                    <a:pt x="1262516" y="727508"/>
                    <a:pt x="1254035" y="740229"/>
                  </a:cubicBezTo>
                  <a:cubicBezTo>
                    <a:pt x="1233777" y="770615"/>
                    <a:pt x="1221406" y="796571"/>
                    <a:pt x="1193075" y="818606"/>
                  </a:cubicBezTo>
                  <a:cubicBezTo>
                    <a:pt x="1176552" y="831458"/>
                    <a:pt x="1158240" y="841829"/>
                    <a:pt x="1140823" y="853440"/>
                  </a:cubicBezTo>
                  <a:lnTo>
                    <a:pt x="1114698" y="870857"/>
                  </a:lnTo>
                  <a:lnTo>
                    <a:pt x="1088572" y="888274"/>
                  </a:lnTo>
                  <a:cubicBezTo>
                    <a:pt x="1060971" y="929676"/>
                    <a:pt x="1074465" y="904470"/>
                    <a:pt x="1053738" y="966651"/>
                  </a:cubicBezTo>
                  <a:lnTo>
                    <a:pt x="1045029" y="992777"/>
                  </a:lnTo>
                  <a:cubicBezTo>
                    <a:pt x="1037566" y="1015165"/>
                    <a:pt x="1031987" y="1029675"/>
                    <a:pt x="1027612" y="1053737"/>
                  </a:cubicBezTo>
                  <a:cubicBezTo>
                    <a:pt x="1019054" y="1100808"/>
                    <a:pt x="1014867" y="1155059"/>
                    <a:pt x="1010195" y="1201783"/>
                  </a:cubicBezTo>
                  <a:cubicBezTo>
                    <a:pt x="1013098" y="1335314"/>
                    <a:pt x="1014665" y="1468881"/>
                    <a:pt x="1018903" y="1602377"/>
                  </a:cubicBezTo>
                  <a:cubicBezTo>
                    <a:pt x="1020472" y="1651786"/>
                    <a:pt x="1025675" y="1701027"/>
                    <a:pt x="1027612" y="1750423"/>
                  </a:cubicBezTo>
                  <a:cubicBezTo>
                    <a:pt x="1031481" y="1849087"/>
                    <a:pt x="1032666" y="1947842"/>
                    <a:pt x="1036320" y="2046514"/>
                  </a:cubicBezTo>
                  <a:cubicBezTo>
                    <a:pt x="1038471" y="2104604"/>
                    <a:pt x="1040570" y="2162727"/>
                    <a:pt x="1045029" y="2220686"/>
                  </a:cubicBezTo>
                  <a:cubicBezTo>
                    <a:pt x="1046383" y="2238291"/>
                    <a:pt x="1048154" y="2256186"/>
                    <a:pt x="1053738" y="2272937"/>
                  </a:cubicBezTo>
                  <a:cubicBezTo>
                    <a:pt x="1057048" y="2282866"/>
                    <a:pt x="1062279" y="2293516"/>
                    <a:pt x="1071155" y="2299063"/>
                  </a:cubicBezTo>
                  <a:cubicBezTo>
                    <a:pt x="1086723" y="2308793"/>
                    <a:pt x="1123406" y="2316480"/>
                    <a:pt x="1123406" y="2316480"/>
                  </a:cubicBezTo>
                  <a:cubicBezTo>
                    <a:pt x="1132115" y="2325189"/>
                    <a:pt x="1141647" y="2333145"/>
                    <a:pt x="1149532" y="2342606"/>
                  </a:cubicBezTo>
                  <a:cubicBezTo>
                    <a:pt x="1156232" y="2350646"/>
                    <a:pt x="1174350" y="2361330"/>
                    <a:pt x="1166949" y="2368731"/>
                  </a:cubicBezTo>
                  <a:cubicBezTo>
                    <a:pt x="1158486" y="2377194"/>
                    <a:pt x="1143726" y="2362926"/>
                    <a:pt x="1132115" y="2360023"/>
                  </a:cubicBezTo>
                  <a:lnTo>
                    <a:pt x="1062446" y="2325189"/>
                  </a:lnTo>
                  <a:cubicBezTo>
                    <a:pt x="1050835" y="2319383"/>
                    <a:pt x="1039928" y="2311876"/>
                    <a:pt x="1027612" y="2307771"/>
                  </a:cubicBezTo>
                  <a:lnTo>
                    <a:pt x="1001486" y="2299063"/>
                  </a:lnTo>
                  <a:cubicBezTo>
                    <a:pt x="989875" y="2301966"/>
                    <a:pt x="975998" y="2300294"/>
                    <a:pt x="966652" y="2307771"/>
                  </a:cubicBezTo>
                  <a:cubicBezTo>
                    <a:pt x="948183" y="2322546"/>
                    <a:pt x="964332" y="2365841"/>
                    <a:pt x="966652" y="2377440"/>
                  </a:cubicBezTo>
                  <a:cubicBezTo>
                    <a:pt x="963749" y="2386149"/>
                    <a:pt x="967123" y="2403566"/>
                    <a:pt x="957943" y="2403566"/>
                  </a:cubicBezTo>
                  <a:cubicBezTo>
                    <a:pt x="948763" y="2403566"/>
                    <a:pt x="951035" y="2386441"/>
                    <a:pt x="949235" y="2377440"/>
                  </a:cubicBezTo>
                  <a:cubicBezTo>
                    <a:pt x="945210" y="2357312"/>
                    <a:pt x="943429" y="2336800"/>
                    <a:pt x="940526" y="2316480"/>
                  </a:cubicBezTo>
                  <a:cubicBezTo>
                    <a:pt x="926012" y="2319383"/>
                    <a:pt x="908667" y="2316102"/>
                    <a:pt x="896983" y="2325189"/>
                  </a:cubicBezTo>
                  <a:cubicBezTo>
                    <a:pt x="880460" y="2338040"/>
                    <a:pt x="873760" y="2360023"/>
                    <a:pt x="862149" y="2377440"/>
                  </a:cubicBezTo>
                  <a:cubicBezTo>
                    <a:pt x="856343" y="2386149"/>
                    <a:pt x="853441" y="2397760"/>
                    <a:pt x="844732" y="2403566"/>
                  </a:cubicBezTo>
                  <a:lnTo>
                    <a:pt x="818606" y="2420983"/>
                  </a:lnTo>
                  <a:cubicBezTo>
                    <a:pt x="821509" y="2403566"/>
                    <a:pt x="821731" y="2385482"/>
                    <a:pt x="827315" y="2368731"/>
                  </a:cubicBezTo>
                  <a:cubicBezTo>
                    <a:pt x="830625" y="2358802"/>
                    <a:pt x="840051" y="2351967"/>
                    <a:pt x="844732" y="2342606"/>
                  </a:cubicBezTo>
                  <a:cubicBezTo>
                    <a:pt x="848837" y="2334395"/>
                    <a:pt x="861651" y="2320585"/>
                    <a:pt x="853440" y="2316480"/>
                  </a:cubicBezTo>
                  <a:cubicBezTo>
                    <a:pt x="840201" y="2309861"/>
                    <a:pt x="824412" y="2322286"/>
                    <a:pt x="809898" y="2325189"/>
                  </a:cubicBezTo>
                  <a:cubicBezTo>
                    <a:pt x="804092" y="2330995"/>
                    <a:pt x="797609" y="2336195"/>
                    <a:pt x="792480" y="2342606"/>
                  </a:cubicBezTo>
                  <a:cubicBezTo>
                    <a:pt x="774712" y="2364815"/>
                    <a:pt x="760821" y="2402506"/>
                    <a:pt x="731520" y="2412274"/>
                  </a:cubicBezTo>
                  <a:lnTo>
                    <a:pt x="705395" y="2420983"/>
                  </a:lnTo>
                  <a:cubicBezTo>
                    <a:pt x="687978" y="2418080"/>
                    <a:pt x="661904" y="2427605"/>
                    <a:pt x="653143" y="2412274"/>
                  </a:cubicBezTo>
                  <a:cubicBezTo>
                    <a:pt x="641927" y="2392646"/>
                    <a:pt x="671545" y="2354931"/>
                    <a:pt x="687978" y="2342606"/>
                  </a:cubicBezTo>
                  <a:cubicBezTo>
                    <a:pt x="704724" y="2330046"/>
                    <a:pt x="722812" y="2319383"/>
                    <a:pt x="740229" y="2307771"/>
                  </a:cubicBezTo>
                  <a:cubicBezTo>
                    <a:pt x="748938" y="2301965"/>
                    <a:pt x="756426" y="2293664"/>
                    <a:pt x="766355" y="2290354"/>
                  </a:cubicBezTo>
                  <a:cubicBezTo>
                    <a:pt x="832013" y="2268468"/>
                    <a:pt x="807214" y="2273272"/>
                    <a:pt x="879566" y="2264229"/>
                  </a:cubicBezTo>
                  <a:cubicBezTo>
                    <a:pt x="882447" y="2263869"/>
                    <a:pt x="879566" y="2454365"/>
                    <a:pt x="879566" y="2246811"/>
                  </a:cubicBezTo>
                  <a:close/>
                </a:path>
              </a:pathLst>
            </a:custGeom>
            <a:solidFill>
              <a:srgbClr val="7F6E4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4" name="Freeform 22173">
              <a:extLst>
                <a:ext uri="{FF2B5EF4-FFF2-40B4-BE49-F238E27FC236}">
                  <a16:creationId xmlns:a16="http://schemas.microsoft.com/office/drawing/2014/main" id="{7EDB6A48-1A0D-3154-FA7F-328875B69AA5}"/>
                </a:ext>
              </a:extLst>
            </p:cNvPr>
            <p:cNvSpPr/>
            <p:nvPr/>
          </p:nvSpPr>
          <p:spPr>
            <a:xfrm>
              <a:off x="8157860" y="3257006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5" name="Freeform 22174">
              <a:extLst>
                <a:ext uri="{FF2B5EF4-FFF2-40B4-BE49-F238E27FC236}">
                  <a16:creationId xmlns:a16="http://schemas.microsoft.com/office/drawing/2014/main" id="{8C9FF9B0-6006-AF06-8FDD-C9C71C52B4AB}"/>
                </a:ext>
              </a:extLst>
            </p:cNvPr>
            <p:cNvSpPr/>
            <p:nvPr/>
          </p:nvSpPr>
          <p:spPr>
            <a:xfrm>
              <a:off x="8139963" y="3149442"/>
              <a:ext cx="698757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6" name="Freeform 22175">
              <a:extLst>
                <a:ext uri="{FF2B5EF4-FFF2-40B4-BE49-F238E27FC236}">
                  <a16:creationId xmlns:a16="http://schemas.microsoft.com/office/drawing/2014/main" id="{CE976A96-B8EE-08D8-8AA3-D0EB56F52EFE}"/>
                </a:ext>
              </a:extLst>
            </p:cNvPr>
            <p:cNvSpPr/>
            <p:nvPr/>
          </p:nvSpPr>
          <p:spPr>
            <a:xfrm rot="20728946">
              <a:off x="8245732" y="2950674"/>
              <a:ext cx="698757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7" name="Freeform 22176">
              <a:extLst>
                <a:ext uri="{FF2B5EF4-FFF2-40B4-BE49-F238E27FC236}">
                  <a16:creationId xmlns:a16="http://schemas.microsoft.com/office/drawing/2014/main" id="{B4E575D2-F08F-A5D9-019A-B968B0F5F4A2}"/>
                </a:ext>
              </a:extLst>
            </p:cNvPr>
            <p:cNvSpPr/>
            <p:nvPr/>
          </p:nvSpPr>
          <p:spPr>
            <a:xfrm rot="740081" flipH="1">
              <a:off x="5470054" y="3164927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8" name="Freeform 22177">
              <a:extLst>
                <a:ext uri="{FF2B5EF4-FFF2-40B4-BE49-F238E27FC236}">
                  <a16:creationId xmlns:a16="http://schemas.microsoft.com/office/drawing/2014/main" id="{01DC389C-0C42-D84F-41F5-C22D57156EAA}"/>
                </a:ext>
              </a:extLst>
            </p:cNvPr>
            <p:cNvSpPr/>
            <p:nvPr/>
          </p:nvSpPr>
          <p:spPr>
            <a:xfrm rot="740081" flipH="1">
              <a:off x="5539122" y="3059809"/>
              <a:ext cx="1031458" cy="1170009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79" name="Freeform 22178">
              <a:extLst>
                <a:ext uri="{FF2B5EF4-FFF2-40B4-BE49-F238E27FC236}">
                  <a16:creationId xmlns:a16="http://schemas.microsoft.com/office/drawing/2014/main" id="{CC9FDE43-E692-6CBC-BC9E-1D089DF9A365}"/>
                </a:ext>
              </a:extLst>
            </p:cNvPr>
            <p:cNvSpPr/>
            <p:nvPr/>
          </p:nvSpPr>
          <p:spPr>
            <a:xfrm rot="21469027" flipH="1">
              <a:off x="5752580" y="3091923"/>
              <a:ext cx="1031458" cy="1567543"/>
            </a:xfrm>
            <a:custGeom>
              <a:avLst/>
              <a:gdLst>
                <a:gd name="connsiteX0" fmla="*/ 10780 w 698757"/>
                <a:gd name="connsiteY0" fmla="*/ 34834 h 1567543"/>
                <a:gd name="connsiteX1" fmla="*/ 245911 w 698757"/>
                <a:gd name="connsiteY1" fmla="*/ 60960 h 1567543"/>
                <a:gd name="connsiteX2" fmla="*/ 280746 w 698757"/>
                <a:gd name="connsiteY2" fmla="*/ 78377 h 1567543"/>
                <a:gd name="connsiteX3" fmla="*/ 306871 w 698757"/>
                <a:gd name="connsiteY3" fmla="*/ 87085 h 1567543"/>
                <a:gd name="connsiteX4" fmla="*/ 359123 w 698757"/>
                <a:gd name="connsiteY4" fmla="*/ 121920 h 1567543"/>
                <a:gd name="connsiteX5" fmla="*/ 420083 w 698757"/>
                <a:gd name="connsiteY5" fmla="*/ 191588 h 1567543"/>
                <a:gd name="connsiteX6" fmla="*/ 446209 w 698757"/>
                <a:gd name="connsiteY6" fmla="*/ 252548 h 1567543"/>
                <a:gd name="connsiteX7" fmla="*/ 446209 w 698757"/>
                <a:gd name="connsiteY7" fmla="*/ 557348 h 1567543"/>
                <a:gd name="connsiteX8" fmla="*/ 463626 w 698757"/>
                <a:gd name="connsiteY8" fmla="*/ 1045028 h 1567543"/>
                <a:gd name="connsiteX9" fmla="*/ 481043 w 698757"/>
                <a:gd name="connsiteY9" fmla="*/ 1149531 h 1567543"/>
                <a:gd name="connsiteX10" fmla="*/ 507169 w 698757"/>
                <a:gd name="connsiteY10" fmla="*/ 1367245 h 1567543"/>
                <a:gd name="connsiteX11" fmla="*/ 524586 w 698757"/>
                <a:gd name="connsiteY11" fmla="*/ 1419497 h 1567543"/>
                <a:gd name="connsiteX12" fmla="*/ 542003 w 698757"/>
                <a:gd name="connsiteY12" fmla="*/ 1480457 h 1567543"/>
                <a:gd name="connsiteX13" fmla="*/ 620380 w 698757"/>
                <a:gd name="connsiteY13" fmla="*/ 1550125 h 1567543"/>
                <a:gd name="connsiteX14" fmla="*/ 672631 w 698757"/>
                <a:gd name="connsiteY14" fmla="*/ 1567543 h 1567543"/>
                <a:gd name="connsiteX15" fmla="*/ 646506 w 698757"/>
                <a:gd name="connsiteY15" fmla="*/ 1506583 h 1567543"/>
                <a:gd name="connsiteX16" fmla="*/ 620380 w 698757"/>
                <a:gd name="connsiteY16" fmla="*/ 1436914 h 1567543"/>
                <a:gd name="connsiteX17" fmla="*/ 646506 w 698757"/>
                <a:gd name="connsiteY17" fmla="*/ 1219200 h 1567543"/>
                <a:gd name="connsiteX18" fmla="*/ 655214 w 698757"/>
                <a:gd name="connsiteY18" fmla="*/ 1184365 h 1567543"/>
                <a:gd name="connsiteX19" fmla="*/ 663923 w 698757"/>
                <a:gd name="connsiteY19" fmla="*/ 1140823 h 1567543"/>
                <a:gd name="connsiteX20" fmla="*/ 681340 w 698757"/>
                <a:gd name="connsiteY20" fmla="*/ 1088571 h 1567543"/>
                <a:gd name="connsiteX21" fmla="*/ 690049 w 698757"/>
                <a:gd name="connsiteY21" fmla="*/ 1010194 h 1567543"/>
                <a:gd name="connsiteX22" fmla="*/ 698757 w 698757"/>
                <a:gd name="connsiteY22" fmla="*/ 957943 h 1567543"/>
                <a:gd name="connsiteX23" fmla="*/ 690049 w 698757"/>
                <a:gd name="connsiteY23" fmla="*/ 818605 h 1567543"/>
                <a:gd name="connsiteX24" fmla="*/ 672631 w 698757"/>
                <a:gd name="connsiteY24" fmla="*/ 679268 h 1567543"/>
                <a:gd name="connsiteX25" fmla="*/ 655214 w 698757"/>
                <a:gd name="connsiteY25" fmla="*/ 635725 h 1567543"/>
                <a:gd name="connsiteX26" fmla="*/ 646506 w 698757"/>
                <a:gd name="connsiteY26" fmla="*/ 600891 h 1567543"/>
                <a:gd name="connsiteX27" fmla="*/ 629089 w 698757"/>
                <a:gd name="connsiteY27" fmla="*/ 548640 h 1567543"/>
                <a:gd name="connsiteX28" fmla="*/ 611671 w 698757"/>
                <a:gd name="connsiteY28" fmla="*/ 470263 h 1567543"/>
                <a:gd name="connsiteX29" fmla="*/ 602963 w 698757"/>
                <a:gd name="connsiteY29" fmla="*/ 418011 h 1567543"/>
                <a:gd name="connsiteX30" fmla="*/ 594254 w 698757"/>
                <a:gd name="connsiteY30" fmla="*/ 374468 h 1567543"/>
                <a:gd name="connsiteX31" fmla="*/ 576837 w 698757"/>
                <a:gd name="connsiteY31" fmla="*/ 235131 h 1567543"/>
                <a:gd name="connsiteX32" fmla="*/ 568129 w 698757"/>
                <a:gd name="connsiteY32" fmla="*/ 182880 h 1567543"/>
                <a:gd name="connsiteX33" fmla="*/ 559420 w 698757"/>
                <a:gd name="connsiteY33" fmla="*/ 104503 h 1567543"/>
                <a:gd name="connsiteX34" fmla="*/ 550711 w 698757"/>
                <a:gd name="connsiteY34" fmla="*/ 69668 h 1567543"/>
                <a:gd name="connsiteX35" fmla="*/ 481043 w 698757"/>
                <a:gd name="connsiteY35" fmla="*/ 26125 h 1567543"/>
                <a:gd name="connsiteX36" fmla="*/ 411374 w 698757"/>
                <a:gd name="connsiteY36" fmla="*/ 0 h 1567543"/>
                <a:gd name="connsiteX37" fmla="*/ 106574 w 698757"/>
                <a:gd name="connsiteY37" fmla="*/ 17417 h 1567543"/>
                <a:gd name="connsiteX38" fmla="*/ 10780 w 698757"/>
                <a:gd name="connsiteY38" fmla="*/ 34834 h 156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98757" h="1567543">
                  <a:moveTo>
                    <a:pt x="10780" y="34834"/>
                  </a:moveTo>
                  <a:cubicBezTo>
                    <a:pt x="34003" y="42091"/>
                    <a:pt x="168058" y="48403"/>
                    <a:pt x="245911" y="60960"/>
                  </a:cubicBezTo>
                  <a:cubicBezTo>
                    <a:pt x="258728" y="63027"/>
                    <a:pt x="268813" y="73263"/>
                    <a:pt x="280746" y="78377"/>
                  </a:cubicBezTo>
                  <a:cubicBezTo>
                    <a:pt x="289183" y="81993"/>
                    <a:pt x="298163" y="84182"/>
                    <a:pt x="306871" y="87085"/>
                  </a:cubicBezTo>
                  <a:cubicBezTo>
                    <a:pt x="324288" y="98697"/>
                    <a:pt x="344321" y="107118"/>
                    <a:pt x="359123" y="121920"/>
                  </a:cubicBezTo>
                  <a:cubicBezTo>
                    <a:pt x="386127" y="148924"/>
                    <a:pt x="400097" y="159610"/>
                    <a:pt x="420083" y="191588"/>
                  </a:cubicBezTo>
                  <a:cubicBezTo>
                    <a:pt x="435454" y="216182"/>
                    <a:pt x="437744" y="227154"/>
                    <a:pt x="446209" y="252548"/>
                  </a:cubicBezTo>
                  <a:cubicBezTo>
                    <a:pt x="466372" y="534850"/>
                    <a:pt x="446209" y="184719"/>
                    <a:pt x="446209" y="557348"/>
                  </a:cubicBezTo>
                  <a:cubicBezTo>
                    <a:pt x="446209" y="608292"/>
                    <a:pt x="448247" y="916870"/>
                    <a:pt x="463626" y="1045028"/>
                  </a:cubicBezTo>
                  <a:cubicBezTo>
                    <a:pt x="467834" y="1080091"/>
                    <a:pt x="477695" y="1114375"/>
                    <a:pt x="481043" y="1149531"/>
                  </a:cubicBezTo>
                  <a:cubicBezTo>
                    <a:pt x="488384" y="1226617"/>
                    <a:pt x="485798" y="1296010"/>
                    <a:pt x="507169" y="1367245"/>
                  </a:cubicBezTo>
                  <a:cubicBezTo>
                    <a:pt x="512445" y="1384830"/>
                    <a:pt x="520133" y="1401686"/>
                    <a:pt x="524586" y="1419497"/>
                  </a:cubicBezTo>
                  <a:cubicBezTo>
                    <a:pt x="525234" y="1422088"/>
                    <a:pt x="537399" y="1474537"/>
                    <a:pt x="542003" y="1480457"/>
                  </a:cubicBezTo>
                  <a:cubicBezTo>
                    <a:pt x="552417" y="1493846"/>
                    <a:pt x="594682" y="1538703"/>
                    <a:pt x="620380" y="1550125"/>
                  </a:cubicBezTo>
                  <a:cubicBezTo>
                    <a:pt x="637157" y="1557582"/>
                    <a:pt x="672631" y="1567543"/>
                    <a:pt x="672631" y="1567543"/>
                  </a:cubicBezTo>
                  <a:cubicBezTo>
                    <a:pt x="614864" y="1452006"/>
                    <a:pt x="684947" y="1596281"/>
                    <a:pt x="646506" y="1506583"/>
                  </a:cubicBezTo>
                  <a:cubicBezTo>
                    <a:pt x="619182" y="1442825"/>
                    <a:pt x="636437" y="1501138"/>
                    <a:pt x="620380" y="1436914"/>
                  </a:cubicBezTo>
                  <a:cubicBezTo>
                    <a:pt x="632053" y="1320185"/>
                    <a:pt x="628185" y="1301648"/>
                    <a:pt x="646506" y="1219200"/>
                  </a:cubicBezTo>
                  <a:cubicBezTo>
                    <a:pt x="649102" y="1207516"/>
                    <a:pt x="652618" y="1196049"/>
                    <a:pt x="655214" y="1184365"/>
                  </a:cubicBezTo>
                  <a:cubicBezTo>
                    <a:pt x="658425" y="1169916"/>
                    <a:pt x="660028" y="1155103"/>
                    <a:pt x="663923" y="1140823"/>
                  </a:cubicBezTo>
                  <a:cubicBezTo>
                    <a:pt x="668754" y="1123110"/>
                    <a:pt x="681340" y="1088571"/>
                    <a:pt x="681340" y="1088571"/>
                  </a:cubicBezTo>
                  <a:cubicBezTo>
                    <a:pt x="684243" y="1062445"/>
                    <a:pt x="686575" y="1036250"/>
                    <a:pt x="690049" y="1010194"/>
                  </a:cubicBezTo>
                  <a:cubicBezTo>
                    <a:pt x="692383" y="992692"/>
                    <a:pt x="698757" y="975600"/>
                    <a:pt x="698757" y="957943"/>
                  </a:cubicBezTo>
                  <a:cubicBezTo>
                    <a:pt x="698757" y="911406"/>
                    <a:pt x="693618" y="865005"/>
                    <a:pt x="690049" y="818605"/>
                  </a:cubicBezTo>
                  <a:cubicBezTo>
                    <a:pt x="688525" y="798797"/>
                    <a:pt x="680724" y="708941"/>
                    <a:pt x="672631" y="679268"/>
                  </a:cubicBezTo>
                  <a:cubicBezTo>
                    <a:pt x="668518" y="664186"/>
                    <a:pt x="660157" y="650555"/>
                    <a:pt x="655214" y="635725"/>
                  </a:cubicBezTo>
                  <a:cubicBezTo>
                    <a:pt x="651429" y="624371"/>
                    <a:pt x="649945" y="612355"/>
                    <a:pt x="646506" y="600891"/>
                  </a:cubicBezTo>
                  <a:cubicBezTo>
                    <a:pt x="641231" y="583306"/>
                    <a:pt x="633542" y="566451"/>
                    <a:pt x="629089" y="548640"/>
                  </a:cubicBezTo>
                  <a:cubicBezTo>
                    <a:pt x="619772" y="511374"/>
                    <a:pt x="619040" y="510790"/>
                    <a:pt x="611671" y="470263"/>
                  </a:cubicBezTo>
                  <a:cubicBezTo>
                    <a:pt x="608512" y="452890"/>
                    <a:pt x="606122" y="435384"/>
                    <a:pt x="602963" y="418011"/>
                  </a:cubicBezTo>
                  <a:cubicBezTo>
                    <a:pt x="600315" y="403448"/>
                    <a:pt x="596347" y="389121"/>
                    <a:pt x="594254" y="374468"/>
                  </a:cubicBezTo>
                  <a:cubicBezTo>
                    <a:pt x="587634" y="328131"/>
                    <a:pt x="584532" y="281301"/>
                    <a:pt x="576837" y="235131"/>
                  </a:cubicBezTo>
                  <a:cubicBezTo>
                    <a:pt x="573934" y="217714"/>
                    <a:pt x="570463" y="200382"/>
                    <a:pt x="568129" y="182880"/>
                  </a:cubicBezTo>
                  <a:cubicBezTo>
                    <a:pt x="564655" y="156824"/>
                    <a:pt x="563417" y="130484"/>
                    <a:pt x="559420" y="104503"/>
                  </a:cubicBezTo>
                  <a:cubicBezTo>
                    <a:pt x="557600" y="92673"/>
                    <a:pt x="556649" y="80060"/>
                    <a:pt x="550711" y="69668"/>
                  </a:cubicBezTo>
                  <a:cubicBezTo>
                    <a:pt x="532375" y="37580"/>
                    <a:pt x="512102" y="41655"/>
                    <a:pt x="481043" y="26125"/>
                  </a:cubicBezTo>
                  <a:cubicBezTo>
                    <a:pt x="421249" y="-3773"/>
                    <a:pt x="495377" y="16799"/>
                    <a:pt x="411374" y="0"/>
                  </a:cubicBezTo>
                  <a:cubicBezTo>
                    <a:pt x="260234" y="7197"/>
                    <a:pt x="241008" y="6662"/>
                    <a:pt x="106574" y="17417"/>
                  </a:cubicBezTo>
                  <a:cubicBezTo>
                    <a:pt x="-5562" y="26388"/>
                    <a:pt x="-12443" y="27577"/>
                    <a:pt x="10780" y="34834"/>
                  </a:cubicBezTo>
                  <a:close/>
                </a:path>
              </a:pathLst>
            </a:custGeom>
            <a:gradFill>
              <a:gsLst>
                <a:gs pos="23000">
                  <a:srgbClr val="CFB64E"/>
                </a:gs>
                <a:gs pos="16000">
                  <a:srgbClr val="AB913D"/>
                </a:gs>
                <a:gs pos="71000">
                  <a:srgbClr val="AB913D"/>
                </a:gs>
                <a:gs pos="0">
                  <a:srgbClr val="FFE66A"/>
                </a:gs>
                <a:gs pos="30000">
                  <a:srgbClr val="F3DA5E"/>
                </a:gs>
                <a:gs pos="93000">
                  <a:srgbClr val="7F6E4E"/>
                </a:gs>
              </a:gsLst>
              <a:lin ang="5400000" scaled="1"/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2180" name="TextBox 22179">
            <a:extLst>
              <a:ext uri="{FF2B5EF4-FFF2-40B4-BE49-F238E27FC236}">
                <a16:creationId xmlns:a16="http://schemas.microsoft.com/office/drawing/2014/main" id="{5A4E839B-3A83-6124-970E-8C76857B0D3A}"/>
              </a:ext>
            </a:extLst>
          </p:cNvPr>
          <p:cNvSpPr txBox="1"/>
          <p:nvPr/>
        </p:nvSpPr>
        <p:spPr>
          <a:xfrm>
            <a:off x="12386269" y="8414080"/>
            <a:ext cx="122270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Southern sea palm</a:t>
            </a:r>
          </a:p>
        </p:txBody>
      </p:sp>
      <p:sp>
        <p:nvSpPr>
          <p:cNvPr id="22181" name="Freeform 22180">
            <a:extLst>
              <a:ext uri="{FF2B5EF4-FFF2-40B4-BE49-F238E27FC236}">
                <a16:creationId xmlns:a16="http://schemas.microsoft.com/office/drawing/2014/main" id="{EF1ACA54-F86D-C5A2-F8C6-F9F145CEF5EB}"/>
              </a:ext>
            </a:extLst>
          </p:cNvPr>
          <p:cNvSpPr/>
          <p:nvPr/>
        </p:nvSpPr>
        <p:spPr>
          <a:xfrm>
            <a:off x="11205668" y="9439700"/>
            <a:ext cx="551804" cy="710775"/>
          </a:xfrm>
          <a:custGeom>
            <a:avLst/>
            <a:gdLst>
              <a:gd name="connsiteX0" fmla="*/ 1493514 w 2809864"/>
              <a:gd name="connsiteY0" fmla="*/ 3230880 h 3619364"/>
              <a:gd name="connsiteX1" fmla="*/ 1484805 w 2809864"/>
              <a:gd name="connsiteY1" fmla="*/ 3021874 h 3619364"/>
              <a:gd name="connsiteX2" fmla="*/ 1476097 w 2809864"/>
              <a:gd name="connsiteY2" fmla="*/ 2995748 h 3619364"/>
              <a:gd name="connsiteX3" fmla="*/ 1458680 w 2809864"/>
              <a:gd name="connsiteY3" fmla="*/ 2908663 h 3619364"/>
              <a:gd name="connsiteX4" fmla="*/ 1449971 w 2809864"/>
              <a:gd name="connsiteY4" fmla="*/ 2830285 h 3619364"/>
              <a:gd name="connsiteX5" fmla="*/ 1432554 w 2809864"/>
              <a:gd name="connsiteY5" fmla="*/ 2629988 h 3619364"/>
              <a:gd name="connsiteX6" fmla="*/ 1415137 w 2809864"/>
              <a:gd name="connsiteY6" fmla="*/ 2281645 h 3619364"/>
              <a:gd name="connsiteX7" fmla="*/ 1389011 w 2809864"/>
              <a:gd name="connsiteY7" fmla="*/ 2072640 h 3619364"/>
              <a:gd name="connsiteX8" fmla="*/ 1380303 w 2809864"/>
              <a:gd name="connsiteY8" fmla="*/ 2002971 h 3619364"/>
              <a:gd name="connsiteX9" fmla="*/ 1371594 w 2809864"/>
              <a:gd name="connsiteY9" fmla="*/ 1802674 h 3619364"/>
              <a:gd name="connsiteX10" fmla="*/ 1380303 w 2809864"/>
              <a:gd name="connsiteY10" fmla="*/ 1828800 h 3619364"/>
              <a:gd name="connsiteX11" fmla="*/ 1406428 w 2809864"/>
              <a:gd name="connsiteY11" fmla="*/ 1837508 h 3619364"/>
              <a:gd name="connsiteX12" fmla="*/ 1476097 w 2809864"/>
              <a:gd name="connsiteY12" fmla="*/ 1820091 h 3619364"/>
              <a:gd name="connsiteX13" fmla="*/ 1502223 w 2809864"/>
              <a:gd name="connsiteY13" fmla="*/ 1793965 h 3619364"/>
              <a:gd name="connsiteX14" fmla="*/ 1537057 w 2809864"/>
              <a:gd name="connsiteY14" fmla="*/ 1776548 h 3619364"/>
              <a:gd name="connsiteX15" fmla="*/ 1563183 w 2809864"/>
              <a:gd name="connsiteY15" fmla="*/ 1741714 h 3619364"/>
              <a:gd name="connsiteX16" fmla="*/ 1589308 w 2809864"/>
              <a:gd name="connsiteY16" fmla="*/ 1724297 h 3619364"/>
              <a:gd name="connsiteX17" fmla="*/ 1624143 w 2809864"/>
              <a:gd name="connsiteY17" fmla="*/ 1672045 h 3619364"/>
              <a:gd name="connsiteX18" fmla="*/ 1650268 w 2809864"/>
              <a:gd name="connsiteY18" fmla="*/ 1619794 h 3619364"/>
              <a:gd name="connsiteX19" fmla="*/ 1676394 w 2809864"/>
              <a:gd name="connsiteY19" fmla="*/ 1532708 h 3619364"/>
              <a:gd name="connsiteX20" fmla="*/ 1667685 w 2809864"/>
              <a:gd name="connsiteY20" fmla="*/ 1288868 h 3619364"/>
              <a:gd name="connsiteX21" fmla="*/ 1685103 w 2809864"/>
              <a:gd name="connsiteY21" fmla="*/ 1210491 h 3619364"/>
              <a:gd name="connsiteX22" fmla="*/ 1711228 w 2809864"/>
              <a:gd name="connsiteY22" fmla="*/ 1158240 h 3619364"/>
              <a:gd name="connsiteX23" fmla="*/ 1772188 w 2809864"/>
              <a:gd name="connsiteY23" fmla="*/ 1132114 h 3619364"/>
              <a:gd name="connsiteX24" fmla="*/ 1841857 w 2809864"/>
              <a:gd name="connsiteY24" fmla="*/ 1105988 h 3619364"/>
              <a:gd name="connsiteX25" fmla="*/ 1867983 w 2809864"/>
              <a:gd name="connsiteY25" fmla="*/ 1088571 h 3619364"/>
              <a:gd name="connsiteX26" fmla="*/ 1928943 w 2809864"/>
              <a:gd name="connsiteY26" fmla="*/ 1071154 h 3619364"/>
              <a:gd name="connsiteX27" fmla="*/ 1981194 w 2809864"/>
              <a:gd name="connsiteY27" fmla="*/ 1053737 h 3619364"/>
              <a:gd name="connsiteX28" fmla="*/ 2007320 w 2809864"/>
              <a:gd name="connsiteY28" fmla="*/ 1045028 h 3619364"/>
              <a:gd name="connsiteX29" fmla="*/ 2059571 w 2809864"/>
              <a:gd name="connsiteY29" fmla="*/ 992777 h 3619364"/>
              <a:gd name="connsiteX30" fmla="*/ 2094405 w 2809864"/>
              <a:gd name="connsiteY30" fmla="*/ 914400 h 3619364"/>
              <a:gd name="connsiteX31" fmla="*/ 2111823 w 2809864"/>
              <a:gd name="connsiteY31" fmla="*/ 879565 h 3619364"/>
              <a:gd name="connsiteX32" fmla="*/ 2120531 w 2809864"/>
              <a:gd name="connsiteY32" fmla="*/ 844731 h 3619364"/>
              <a:gd name="connsiteX33" fmla="*/ 2137948 w 2809864"/>
              <a:gd name="connsiteY33" fmla="*/ 792480 h 3619364"/>
              <a:gd name="connsiteX34" fmla="*/ 2146657 w 2809864"/>
              <a:gd name="connsiteY34" fmla="*/ 757645 h 3619364"/>
              <a:gd name="connsiteX35" fmla="*/ 2190200 w 2809864"/>
              <a:gd name="connsiteY35" fmla="*/ 687977 h 3619364"/>
              <a:gd name="connsiteX36" fmla="*/ 2225034 w 2809864"/>
              <a:gd name="connsiteY36" fmla="*/ 635725 h 3619364"/>
              <a:gd name="connsiteX37" fmla="*/ 2285994 w 2809864"/>
              <a:gd name="connsiteY37" fmla="*/ 566057 h 3619364"/>
              <a:gd name="connsiteX38" fmla="*/ 2312120 w 2809864"/>
              <a:gd name="connsiteY38" fmla="*/ 548640 h 3619364"/>
              <a:gd name="connsiteX39" fmla="*/ 2381788 w 2809864"/>
              <a:gd name="connsiteY39" fmla="*/ 487680 h 3619364"/>
              <a:gd name="connsiteX40" fmla="*/ 2416623 w 2809864"/>
              <a:gd name="connsiteY40" fmla="*/ 478971 h 3619364"/>
              <a:gd name="connsiteX41" fmla="*/ 2468874 w 2809864"/>
              <a:gd name="connsiteY41" fmla="*/ 461554 h 3619364"/>
              <a:gd name="connsiteX42" fmla="*/ 2512417 w 2809864"/>
              <a:gd name="connsiteY42" fmla="*/ 452845 h 3619364"/>
              <a:gd name="connsiteX43" fmla="*/ 2538543 w 2809864"/>
              <a:gd name="connsiteY43" fmla="*/ 444137 h 3619364"/>
              <a:gd name="connsiteX44" fmla="*/ 2573377 w 2809864"/>
              <a:gd name="connsiteY44" fmla="*/ 435428 h 3619364"/>
              <a:gd name="connsiteX45" fmla="*/ 2616920 w 2809864"/>
              <a:gd name="connsiteY45" fmla="*/ 391885 h 3619364"/>
              <a:gd name="connsiteX46" fmla="*/ 2651754 w 2809864"/>
              <a:gd name="connsiteY46" fmla="*/ 339634 h 3619364"/>
              <a:gd name="connsiteX47" fmla="*/ 2669171 w 2809864"/>
              <a:gd name="connsiteY47" fmla="*/ 304800 h 3619364"/>
              <a:gd name="connsiteX48" fmla="*/ 2712714 w 2809864"/>
              <a:gd name="connsiteY48" fmla="*/ 226423 h 3619364"/>
              <a:gd name="connsiteX49" fmla="*/ 2677880 w 2809864"/>
              <a:gd name="connsiteY49" fmla="*/ 182880 h 3619364"/>
              <a:gd name="connsiteX50" fmla="*/ 2721423 w 2809864"/>
              <a:gd name="connsiteY50" fmla="*/ 156754 h 3619364"/>
              <a:gd name="connsiteX51" fmla="*/ 2782383 w 2809864"/>
              <a:gd name="connsiteY51" fmla="*/ 139337 h 3619364"/>
              <a:gd name="connsiteX52" fmla="*/ 2808508 w 2809864"/>
              <a:gd name="connsiteY52" fmla="*/ 121920 h 3619364"/>
              <a:gd name="connsiteX53" fmla="*/ 2773674 w 2809864"/>
              <a:gd name="connsiteY53" fmla="*/ 78377 h 3619364"/>
              <a:gd name="connsiteX54" fmla="*/ 2747548 w 2809864"/>
              <a:gd name="connsiteY54" fmla="*/ 69668 h 3619364"/>
              <a:gd name="connsiteX55" fmla="*/ 2712714 w 2809864"/>
              <a:gd name="connsiteY55" fmla="*/ 52251 h 3619364"/>
              <a:gd name="connsiteX56" fmla="*/ 2651754 w 2809864"/>
              <a:gd name="connsiteY56" fmla="*/ 34834 h 3619364"/>
              <a:gd name="connsiteX57" fmla="*/ 2495000 w 2809864"/>
              <a:gd name="connsiteY57" fmla="*/ 43543 h 3619364"/>
              <a:gd name="connsiteX58" fmla="*/ 2468874 w 2809864"/>
              <a:gd name="connsiteY58" fmla="*/ 52251 h 3619364"/>
              <a:gd name="connsiteX59" fmla="*/ 2460165 w 2809864"/>
              <a:gd name="connsiteY59" fmla="*/ 78377 h 3619364"/>
              <a:gd name="connsiteX60" fmla="*/ 2434040 w 2809864"/>
              <a:gd name="connsiteY60" fmla="*/ 104503 h 3619364"/>
              <a:gd name="connsiteX61" fmla="*/ 2416623 w 2809864"/>
              <a:gd name="connsiteY61" fmla="*/ 139337 h 3619364"/>
              <a:gd name="connsiteX62" fmla="*/ 2373080 w 2809864"/>
              <a:gd name="connsiteY62" fmla="*/ 191588 h 3619364"/>
              <a:gd name="connsiteX63" fmla="*/ 2346954 w 2809864"/>
              <a:gd name="connsiteY63" fmla="*/ 209005 h 3619364"/>
              <a:gd name="connsiteX64" fmla="*/ 2320828 w 2809864"/>
              <a:gd name="connsiteY64" fmla="*/ 217714 h 3619364"/>
              <a:gd name="connsiteX65" fmla="*/ 2285994 w 2809864"/>
              <a:gd name="connsiteY65" fmla="*/ 243840 h 3619364"/>
              <a:gd name="connsiteX66" fmla="*/ 2259868 w 2809864"/>
              <a:gd name="connsiteY66" fmla="*/ 252548 h 3619364"/>
              <a:gd name="connsiteX67" fmla="*/ 2216325 w 2809864"/>
              <a:gd name="connsiteY67" fmla="*/ 269965 h 3619364"/>
              <a:gd name="connsiteX68" fmla="*/ 2120531 w 2809864"/>
              <a:gd name="connsiteY68" fmla="*/ 287383 h 3619364"/>
              <a:gd name="connsiteX69" fmla="*/ 2085697 w 2809864"/>
              <a:gd name="connsiteY69" fmla="*/ 296091 h 3619364"/>
              <a:gd name="connsiteX70" fmla="*/ 2024737 w 2809864"/>
              <a:gd name="connsiteY70" fmla="*/ 348343 h 3619364"/>
              <a:gd name="connsiteX71" fmla="*/ 1972485 w 2809864"/>
              <a:gd name="connsiteY71" fmla="*/ 400594 h 3619364"/>
              <a:gd name="connsiteX72" fmla="*/ 1946360 w 2809864"/>
              <a:gd name="connsiteY72" fmla="*/ 426720 h 3619364"/>
              <a:gd name="connsiteX73" fmla="*/ 1894108 w 2809864"/>
              <a:gd name="connsiteY73" fmla="*/ 496388 h 3619364"/>
              <a:gd name="connsiteX74" fmla="*/ 1841857 w 2809864"/>
              <a:gd name="connsiteY74" fmla="*/ 583474 h 3619364"/>
              <a:gd name="connsiteX75" fmla="*/ 1815731 w 2809864"/>
              <a:gd name="connsiteY75" fmla="*/ 618308 h 3619364"/>
              <a:gd name="connsiteX76" fmla="*/ 1789605 w 2809864"/>
              <a:gd name="connsiteY76" fmla="*/ 696685 h 3619364"/>
              <a:gd name="connsiteX77" fmla="*/ 1780897 w 2809864"/>
              <a:gd name="connsiteY77" fmla="*/ 722811 h 3619364"/>
              <a:gd name="connsiteX78" fmla="*/ 1763480 w 2809864"/>
              <a:gd name="connsiteY78" fmla="*/ 766354 h 3619364"/>
              <a:gd name="connsiteX79" fmla="*/ 1746063 w 2809864"/>
              <a:gd name="connsiteY79" fmla="*/ 801188 h 3619364"/>
              <a:gd name="connsiteX80" fmla="*/ 1737354 w 2809864"/>
              <a:gd name="connsiteY80" fmla="*/ 836023 h 3619364"/>
              <a:gd name="connsiteX81" fmla="*/ 1711228 w 2809864"/>
              <a:gd name="connsiteY81" fmla="*/ 862148 h 3619364"/>
              <a:gd name="connsiteX82" fmla="*/ 1685103 w 2809864"/>
              <a:gd name="connsiteY82" fmla="*/ 896983 h 3619364"/>
              <a:gd name="connsiteX83" fmla="*/ 1632851 w 2809864"/>
              <a:gd name="connsiteY83" fmla="*/ 931817 h 3619364"/>
              <a:gd name="connsiteX84" fmla="*/ 1606725 w 2809864"/>
              <a:gd name="connsiteY84" fmla="*/ 949234 h 3619364"/>
              <a:gd name="connsiteX85" fmla="*/ 1580600 w 2809864"/>
              <a:gd name="connsiteY85" fmla="*/ 966651 h 3619364"/>
              <a:gd name="connsiteX86" fmla="*/ 1510931 w 2809864"/>
              <a:gd name="connsiteY86" fmla="*/ 1001485 h 3619364"/>
              <a:gd name="connsiteX87" fmla="*/ 1449971 w 2809864"/>
              <a:gd name="connsiteY87" fmla="*/ 1045028 h 3619364"/>
              <a:gd name="connsiteX88" fmla="*/ 1432554 w 2809864"/>
              <a:gd name="connsiteY88" fmla="*/ 1071154 h 3619364"/>
              <a:gd name="connsiteX89" fmla="*/ 1423845 w 2809864"/>
              <a:gd name="connsiteY89" fmla="*/ 1105988 h 3619364"/>
              <a:gd name="connsiteX90" fmla="*/ 1406428 w 2809864"/>
              <a:gd name="connsiteY90" fmla="*/ 1280160 h 3619364"/>
              <a:gd name="connsiteX91" fmla="*/ 1397720 w 2809864"/>
              <a:gd name="connsiteY91" fmla="*/ 1341120 h 3619364"/>
              <a:gd name="connsiteX92" fmla="*/ 1380303 w 2809864"/>
              <a:gd name="connsiteY92" fmla="*/ 1393371 h 3619364"/>
              <a:gd name="connsiteX93" fmla="*/ 1362885 w 2809864"/>
              <a:gd name="connsiteY93" fmla="*/ 1445623 h 3619364"/>
              <a:gd name="connsiteX94" fmla="*/ 1354177 w 2809864"/>
              <a:gd name="connsiteY94" fmla="*/ 1471748 h 3619364"/>
              <a:gd name="connsiteX95" fmla="*/ 1336760 w 2809864"/>
              <a:gd name="connsiteY95" fmla="*/ 1576251 h 3619364"/>
              <a:gd name="connsiteX96" fmla="*/ 1336760 w 2809864"/>
              <a:gd name="connsiteY96" fmla="*/ 1672045 h 3619364"/>
              <a:gd name="connsiteX97" fmla="*/ 1328051 w 2809864"/>
              <a:gd name="connsiteY97" fmla="*/ 1715588 h 3619364"/>
              <a:gd name="connsiteX98" fmla="*/ 1397720 w 2809864"/>
              <a:gd name="connsiteY98" fmla="*/ 1698171 h 3619364"/>
              <a:gd name="connsiteX99" fmla="*/ 1423845 w 2809864"/>
              <a:gd name="connsiteY99" fmla="*/ 1680754 h 3619364"/>
              <a:gd name="connsiteX100" fmla="*/ 1449971 w 2809864"/>
              <a:gd name="connsiteY100" fmla="*/ 1654628 h 3619364"/>
              <a:gd name="connsiteX101" fmla="*/ 1502223 w 2809864"/>
              <a:gd name="connsiteY101" fmla="*/ 1619794 h 3619364"/>
              <a:gd name="connsiteX102" fmla="*/ 1537057 w 2809864"/>
              <a:gd name="connsiteY102" fmla="*/ 1567543 h 3619364"/>
              <a:gd name="connsiteX103" fmla="*/ 1554474 w 2809864"/>
              <a:gd name="connsiteY103" fmla="*/ 1471748 h 3619364"/>
              <a:gd name="connsiteX104" fmla="*/ 1571891 w 2809864"/>
              <a:gd name="connsiteY104" fmla="*/ 1436914 h 3619364"/>
              <a:gd name="connsiteX105" fmla="*/ 1589308 w 2809864"/>
              <a:gd name="connsiteY105" fmla="*/ 1367245 h 3619364"/>
              <a:gd name="connsiteX106" fmla="*/ 1606725 w 2809864"/>
              <a:gd name="connsiteY106" fmla="*/ 1306285 h 3619364"/>
              <a:gd name="connsiteX107" fmla="*/ 1615434 w 2809864"/>
              <a:gd name="connsiteY107" fmla="*/ 1280160 h 3619364"/>
              <a:gd name="connsiteX108" fmla="*/ 1589308 w 2809864"/>
              <a:gd name="connsiteY108" fmla="*/ 1341120 h 3619364"/>
              <a:gd name="connsiteX109" fmla="*/ 1571891 w 2809864"/>
              <a:gd name="connsiteY109" fmla="*/ 1375954 h 3619364"/>
              <a:gd name="connsiteX110" fmla="*/ 1554474 w 2809864"/>
              <a:gd name="connsiteY110" fmla="*/ 1428205 h 3619364"/>
              <a:gd name="connsiteX111" fmla="*/ 1537057 w 2809864"/>
              <a:gd name="connsiteY111" fmla="*/ 1471748 h 3619364"/>
              <a:gd name="connsiteX112" fmla="*/ 1528348 w 2809864"/>
              <a:gd name="connsiteY112" fmla="*/ 1497874 h 3619364"/>
              <a:gd name="connsiteX113" fmla="*/ 1510931 w 2809864"/>
              <a:gd name="connsiteY113" fmla="*/ 1532708 h 3619364"/>
              <a:gd name="connsiteX114" fmla="*/ 1493514 w 2809864"/>
              <a:gd name="connsiteY114" fmla="*/ 1619794 h 3619364"/>
              <a:gd name="connsiteX115" fmla="*/ 1484805 w 2809864"/>
              <a:gd name="connsiteY115" fmla="*/ 1645920 h 3619364"/>
              <a:gd name="connsiteX116" fmla="*/ 1458680 w 2809864"/>
              <a:gd name="connsiteY116" fmla="*/ 1672045 h 3619364"/>
              <a:gd name="connsiteX117" fmla="*/ 1432554 w 2809864"/>
              <a:gd name="connsiteY117" fmla="*/ 1680754 h 3619364"/>
              <a:gd name="connsiteX118" fmla="*/ 1371594 w 2809864"/>
              <a:gd name="connsiteY118" fmla="*/ 1698171 h 3619364"/>
              <a:gd name="connsiteX119" fmla="*/ 1362885 w 2809864"/>
              <a:gd name="connsiteY119" fmla="*/ 1663337 h 3619364"/>
              <a:gd name="connsiteX120" fmla="*/ 1345468 w 2809864"/>
              <a:gd name="connsiteY120" fmla="*/ 1584960 h 3619364"/>
              <a:gd name="connsiteX121" fmla="*/ 1328051 w 2809864"/>
              <a:gd name="connsiteY121" fmla="*/ 1532708 h 3619364"/>
              <a:gd name="connsiteX122" fmla="*/ 1319343 w 2809864"/>
              <a:gd name="connsiteY122" fmla="*/ 1506583 h 3619364"/>
              <a:gd name="connsiteX123" fmla="*/ 1267091 w 2809864"/>
              <a:gd name="connsiteY123" fmla="*/ 1471748 h 3619364"/>
              <a:gd name="connsiteX124" fmla="*/ 1258383 w 2809864"/>
              <a:gd name="connsiteY124" fmla="*/ 1445623 h 3619364"/>
              <a:gd name="connsiteX125" fmla="*/ 1240965 w 2809864"/>
              <a:gd name="connsiteY125" fmla="*/ 1410788 h 3619364"/>
              <a:gd name="connsiteX126" fmla="*/ 1232257 w 2809864"/>
              <a:gd name="connsiteY126" fmla="*/ 1367245 h 3619364"/>
              <a:gd name="connsiteX127" fmla="*/ 1249674 w 2809864"/>
              <a:gd name="connsiteY127" fmla="*/ 1297577 h 3619364"/>
              <a:gd name="connsiteX128" fmla="*/ 1301925 w 2809864"/>
              <a:gd name="connsiteY128" fmla="*/ 1245325 h 3619364"/>
              <a:gd name="connsiteX129" fmla="*/ 1319343 w 2809864"/>
              <a:gd name="connsiteY129" fmla="*/ 1227908 h 3619364"/>
              <a:gd name="connsiteX130" fmla="*/ 1336760 w 2809864"/>
              <a:gd name="connsiteY130" fmla="*/ 1201783 h 3619364"/>
              <a:gd name="connsiteX131" fmla="*/ 1328051 w 2809864"/>
              <a:gd name="connsiteY131" fmla="*/ 1123405 h 3619364"/>
              <a:gd name="connsiteX132" fmla="*/ 1319343 w 2809864"/>
              <a:gd name="connsiteY132" fmla="*/ 1097280 h 3619364"/>
              <a:gd name="connsiteX133" fmla="*/ 1293217 w 2809864"/>
              <a:gd name="connsiteY133" fmla="*/ 1088571 h 3619364"/>
              <a:gd name="connsiteX134" fmla="*/ 1284508 w 2809864"/>
              <a:gd name="connsiteY134" fmla="*/ 914400 h 3619364"/>
              <a:gd name="connsiteX135" fmla="*/ 1293217 w 2809864"/>
              <a:gd name="connsiteY135" fmla="*/ 879565 h 3619364"/>
              <a:gd name="connsiteX136" fmla="*/ 1319343 w 2809864"/>
              <a:gd name="connsiteY136" fmla="*/ 827314 h 3619364"/>
              <a:gd name="connsiteX137" fmla="*/ 1328051 w 2809864"/>
              <a:gd name="connsiteY137" fmla="*/ 783771 h 3619364"/>
              <a:gd name="connsiteX138" fmla="*/ 1336760 w 2809864"/>
              <a:gd name="connsiteY138" fmla="*/ 748937 h 3619364"/>
              <a:gd name="connsiteX139" fmla="*/ 1328051 w 2809864"/>
              <a:gd name="connsiteY139" fmla="*/ 661851 h 3619364"/>
              <a:gd name="connsiteX140" fmla="*/ 1275800 w 2809864"/>
              <a:gd name="connsiteY140" fmla="*/ 627017 h 3619364"/>
              <a:gd name="connsiteX141" fmla="*/ 1258383 w 2809864"/>
              <a:gd name="connsiteY141" fmla="*/ 574765 h 3619364"/>
              <a:gd name="connsiteX142" fmla="*/ 1249674 w 2809864"/>
              <a:gd name="connsiteY142" fmla="*/ 548640 h 3619364"/>
              <a:gd name="connsiteX143" fmla="*/ 1171297 w 2809864"/>
              <a:gd name="connsiteY143" fmla="*/ 609600 h 3619364"/>
              <a:gd name="connsiteX144" fmla="*/ 1145171 w 2809864"/>
              <a:gd name="connsiteY144" fmla="*/ 644434 h 3619364"/>
              <a:gd name="connsiteX145" fmla="*/ 1066794 w 2809864"/>
              <a:gd name="connsiteY145" fmla="*/ 705394 h 3619364"/>
              <a:gd name="connsiteX146" fmla="*/ 1031960 w 2809864"/>
              <a:gd name="connsiteY146" fmla="*/ 740228 h 3619364"/>
              <a:gd name="connsiteX147" fmla="*/ 971000 w 2809864"/>
              <a:gd name="connsiteY147" fmla="*/ 775063 h 3619364"/>
              <a:gd name="connsiteX148" fmla="*/ 918748 w 2809864"/>
              <a:gd name="connsiteY148" fmla="*/ 818605 h 3619364"/>
              <a:gd name="connsiteX149" fmla="*/ 892623 w 2809864"/>
              <a:gd name="connsiteY149" fmla="*/ 896983 h 3619364"/>
              <a:gd name="connsiteX150" fmla="*/ 927457 w 2809864"/>
              <a:gd name="connsiteY150" fmla="*/ 1053737 h 3619364"/>
              <a:gd name="connsiteX151" fmla="*/ 962291 w 2809864"/>
              <a:gd name="connsiteY151" fmla="*/ 1097280 h 3619364"/>
              <a:gd name="connsiteX152" fmla="*/ 997125 w 2809864"/>
              <a:gd name="connsiteY152" fmla="*/ 1149531 h 3619364"/>
              <a:gd name="connsiteX153" fmla="*/ 1049377 w 2809864"/>
              <a:gd name="connsiteY153" fmla="*/ 1201783 h 3619364"/>
              <a:gd name="connsiteX154" fmla="*/ 1075503 w 2809864"/>
              <a:gd name="connsiteY154" fmla="*/ 1227908 h 3619364"/>
              <a:gd name="connsiteX155" fmla="*/ 1119045 w 2809864"/>
              <a:gd name="connsiteY155" fmla="*/ 1280160 h 3619364"/>
              <a:gd name="connsiteX156" fmla="*/ 1145171 w 2809864"/>
              <a:gd name="connsiteY156" fmla="*/ 1341120 h 3619364"/>
              <a:gd name="connsiteX157" fmla="*/ 1162588 w 2809864"/>
              <a:gd name="connsiteY157" fmla="*/ 1393371 h 3619364"/>
              <a:gd name="connsiteX158" fmla="*/ 1171297 w 2809864"/>
              <a:gd name="connsiteY158" fmla="*/ 1419497 h 3619364"/>
              <a:gd name="connsiteX159" fmla="*/ 1180005 w 2809864"/>
              <a:gd name="connsiteY159" fmla="*/ 1445623 h 3619364"/>
              <a:gd name="connsiteX160" fmla="*/ 1171297 w 2809864"/>
              <a:gd name="connsiteY160" fmla="*/ 1576251 h 3619364"/>
              <a:gd name="connsiteX161" fmla="*/ 1153880 w 2809864"/>
              <a:gd name="connsiteY161" fmla="*/ 1550125 h 3619364"/>
              <a:gd name="connsiteX162" fmla="*/ 1145171 w 2809864"/>
              <a:gd name="connsiteY162" fmla="*/ 1506583 h 3619364"/>
              <a:gd name="connsiteX163" fmla="*/ 1127754 w 2809864"/>
              <a:gd name="connsiteY163" fmla="*/ 1471748 h 3619364"/>
              <a:gd name="connsiteX164" fmla="*/ 1092920 w 2809864"/>
              <a:gd name="connsiteY164" fmla="*/ 1428205 h 3619364"/>
              <a:gd name="connsiteX165" fmla="*/ 1066794 w 2809864"/>
              <a:gd name="connsiteY165" fmla="*/ 1410788 h 3619364"/>
              <a:gd name="connsiteX166" fmla="*/ 1040668 w 2809864"/>
              <a:gd name="connsiteY166" fmla="*/ 1375954 h 3619364"/>
              <a:gd name="connsiteX167" fmla="*/ 1031960 w 2809864"/>
              <a:gd name="connsiteY167" fmla="*/ 1349828 h 3619364"/>
              <a:gd name="connsiteX168" fmla="*/ 1014543 w 2809864"/>
              <a:gd name="connsiteY168" fmla="*/ 1323703 h 3619364"/>
              <a:gd name="connsiteX169" fmla="*/ 1023251 w 2809864"/>
              <a:gd name="connsiteY169" fmla="*/ 1280160 h 3619364"/>
              <a:gd name="connsiteX170" fmla="*/ 1040668 w 2809864"/>
              <a:gd name="connsiteY170" fmla="*/ 1219200 h 3619364"/>
              <a:gd name="connsiteX171" fmla="*/ 1031960 w 2809864"/>
              <a:gd name="connsiteY171" fmla="*/ 1193074 h 3619364"/>
              <a:gd name="connsiteX172" fmla="*/ 1005834 w 2809864"/>
              <a:gd name="connsiteY172" fmla="*/ 1184365 h 3619364"/>
              <a:gd name="connsiteX173" fmla="*/ 979708 w 2809864"/>
              <a:gd name="connsiteY173" fmla="*/ 1166948 h 3619364"/>
              <a:gd name="connsiteX174" fmla="*/ 936165 w 2809864"/>
              <a:gd name="connsiteY174" fmla="*/ 1123405 h 3619364"/>
              <a:gd name="connsiteX175" fmla="*/ 918748 w 2809864"/>
              <a:gd name="connsiteY175" fmla="*/ 1062445 h 3619364"/>
              <a:gd name="connsiteX176" fmla="*/ 910040 w 2809864"/>
              <a:gd name="connsiteY176" fmla="*/ 1036320 h 3619364"/>
              <a:gd name="connsiteX177" fmla="*/ 918748 w 2809864"/>
              <a:gd name="connsiteY177" fmla="*/ 879565 h 3619364"/>
              <a:gd name="connsiteX178" fmla="*/ 927457 w 2809864"/>
              <a:gd name="connsiteY178" fmla="*/ 853440 h 3619364"/>
              <a:gd name="connsiteX179" fmla="*/ 979708 w 2809864"/>
              <a:gd name="connsiteY179" fmla="*/ 827314 h 3619364"/>
              <a:gd name="connsiteX180" fmla="*/ 997125 w 2809864"/>
              <a:gd name="connsiteY180" fmla="*/ 801188 h 3619364"/>
              <a:gd name="connsiteX181" fmla="*/ 988417 w 2809864"/>
              <a:gd name="connsiteY181" fmla="*/ 775063 h 3619364"/>
              <a:gd name="connsiteX182" fmla="*/ 944874 w 2809864"/>
              <a:gd name="connsiteY182" fmla="*/ 740228 h 3619364"/>
              <a:gd name="connsiteX183" fmla="*/ 910040 w 2809864"/>
              <a:gd name="connsiteY183" fmla="*/ 696685 h 3619364"/>
              <a:gd name="connsiteX184" fmla="*/ 892623 w 2809864"/>
              <a:gd name="connsiteY184" fmla="*/ 670560 h 3619364"/>
              <a:gd name="connsiteX185" fmla="*/ 910040 w 2809864"/>
              <a:gd name="connsiteY185" fmla="*/ 548640 h 3619364"/>
              <a:gd name="connsiteX186" fmla="*/ 944874 w 2809864"/>
              <a:gd name="connsiteY186" fmla="*/ 496388 h 3619364"/>
              <a:gd name="connsiteX187" fmla="*/ 979708 w 2809864"/>
              <a:gd name="connsiteY187" fmla="*/ 435428 h 3619364"/>
              <a:gd name="connsiteX188" fmla="*/ 988417 w 2809864"/>
              <a:gd name="connsiteY188" fmla="*/ 400594 h 3619364"/>
              <a:gd name="connsiteX189" fmla="*/ 971000 w 2809864"/>
              <a:gd name="connsiteY189" fmla="*/ 278674 h 3619364"/>
              <a:gd name="connsiteX190" fmla="*/ 953583 w 2809864"/>
              <a:gd name="connsiteY190" fmla="*/ 209005 h 3619364"/>
              <a:gd name="connsiteX191" fmla="*/ 927457 w 2809864"/>
              <a:gd name="connsiteY191" fmla="*/ 113211 h 3619364"/>
              <a:gd name="connsiteX192" fmla="*/ 901331 w 2809864"/>
              <a:gd name="connsiteY192" fmla="*/ 26125 h 3619364"/>
              <a:gd name="connsiteX193" fmla="*/ 892623 w 2809864"/>
              <a:gd name="connsiteY193" fmla="*/ 0 h 3619364"/>
              <a:gd name="connsiteX194" fmla="*/ 875205 w 2809864"/>
              <a:gd name="connsiteY194" fmla="*/ 95794 h 3619364"/>
              <a:gd name="connsiteX195" fmla="*/ 849080 w 2809864"/>
              <a:gd name="connsiteY195" fmla="*/ 182880 h 3619364"/>
              <a:gd name="connsiteX196" fmla="*/ 831663 w 2809864"/>
              <a:gd name="connsiteY196" fmla="*/ 269965 h 3619364"/>
              <a:gd name="connsiteX197" fmla="*/ 796828 w 2809864"/>
              <a:gd name="connsiteY197" fmla="*/ 330925 h 3619364"/>
              <a:gd name="connsiteX198" fmla="*/ 761994 w 2809864"/>
              <a:gd name="connsiteY198" fmla="*/ 374468 h 3619364"/>
              <a:gd name="connsiteX199" fmla="*/ 753285 w 2809864"/>
              <a:gd name="connsiteY199" fmla="*/ 400594 h 3619364"/>
              <a:gd name="connsiteX200" fmla="*/ 727160 w 2809864"/>
              <a:gd name="connsiteY200" fmla="*/ 435428 h 3619364"/>
              <a:gd name="connsiteX201" fmla="*/ 701034 w 2809864"/>
              <a:gd name="connsiteY201" fmla="*/ 505097 h 3619364"/>
              <a:gd name="connsiteX202" fmla="*/ 701034 w 2809864"/>
              <a:gd name="connsiteY202" fmla="*/ 1027611 h 3619364"/>
              <a:gd name="connsiteX203" fmla="*/ 709743 w 2809864"/>
              <a:gd name="connsiteY203" fmla="*/ 1132114 h 3619364"/>
              <a:gd name="connsiteX204" fmla="*/ 718451 w 2809864"/>
              <a:gd name="connsiteY204" fmla="*/ 1158240 h 3619364"/>
              <a:gd name="connsiteX205" fmla="*/ 788120 w 2809864"/>
              <a:gd name="connsiteY205" fmla="*/ 1227908 h 3619364"/>
              <a:gd name="connsiteX206" fmla="*/ 814245 w 2809864"/>
              <a:gd name="connsiteY206" fmla="*/ 1254034 h 3619364"/>
              <a:gd name="connsiteX207" fmla="*/ 831663 w 2809864"/>
              <a:gd name="connsiteY207" fmla="*/ 1271451 h 3619364"/>
              <a:gd name="connsiteX208" fmla="*/ 910040 w 2809864"/>
              <a:gd name="connsiteY208" fmla="*/ 1323703 h 3619364"/>
              <a:gd name="connsiteX209" fmla="*/ 944874 w 2809864"/>
              <a:gd name="connsiteY209" fmla="*/ 1393371 h 3619364"/>
              <a:gd name="connsiteX210" fmla="*/ 962291 w 2809864"/>
              <a:gd name="connsiteY210" fmla="*/ 1445623 h 3619364"/>
              <a:gd name="connsiteX211" fmla="*/ 953583 w 2809864"/>
              <a:gd name="connsiteY211" fmla="*/ 1471748 h 3619364"/>
              <a:gd name="connsiteX212" fmla="*/ 918748 w 2809864"/>
              <a:gd name="connsiteY212" fmla="*/ 1480457 h 3619364"/>
              <a:gd name="connsiteX213" fmla="*/ 788120 w 2809864"/>
              <a:gd name="connsiteY213" fmla="*/ 1463040 h 3619364"/>
              <a:gd name="connsiteX214" fmla="*/ 735868 w 2809864"/>
              <a:gd name="connsiteY214" fmla="*/ 1436914 h 3619364"/>
              <a:gd name="connsiteX215" fmla="*/ 666200 w 2809864"/>
              <a:gd name="connsiteY215" fmla="*/ 1402080 h 3619364"/>
              <a:gd name="connsiteX216" fmla="*/ 640074 w 2809864"/>
              <a:gd name="connsiteY216" fmla="*/ 1384663 h 3619364"/>
              <a:gd name="connsiteX217" fmla="*/ 622657 w 2809864"/>
              <a:gd name="connsiteY217" fmla="*/ 1367245 h 3619364"/>
              <a:gd name="connsiteX218" fmla="*/ 596531 w 2809864"/>
              <a:gd name="connsiteY218" fmla="*/ 1375954 h 3619364"/>
              <a:gd name="connsiteX219" fmla="*/ 535571 w 2809864"/>
              <a:gd name="connsiteY219" fmla="*/ 1445623 h 3619364"/>
              <a:gd name="connsiteX220" fmla="*/ 518154 w 2809864"/>
              <a:gd name="connsiteY220" fmla="*/ 1480457 h 3619364"/>
              <a:gd name="connsiteX221" fmla="*/ 500737 w 2809864"/>
              <a:gd name="connsiteY221" fmla="*/ 1506583 h 3619364"/>
              <a:gd name="connsiteX222" fmla="*/ 483320 w 2809864"/>
              <a:gd name="connsiteY222" fmla="*/ 1558834 h 3619364"/>
              <a:gd name="connsiteX223" fmla="*/ 474611 w 2809864"/>
              <a:gd name="connsiteY223" fmla="*/ 1584960 h 3619364"/>
              <a:gd name="connsiteX224" fmla="*/ 465903 w 2809864"/>
              <a:gd name="connsiteY224" fmla="*/ 1619794 h 3619364"/>
              <a:gd name="connsiteX225" fmla="*/ 448485 w 2809864"/>
              <a:gd name="connsiteY225" fmla="*/ 1654628 h 3619364"/>
              <a:gd name="connsiteX226" fmla="*/ 413651 w 2809864"/>
              <a:gd name="connsiteY226" fmla="*/ 1733005 h 3619364"/>
              <a:gd name="connsiteX227" fmla="*/ 396234 w 2809864"/>
              <a:gd name="connsiteY227" fmla="*/ 1759131 h 3619364"/>
              <a:gd name="connsiteX228" fmla="*/ 343983 w 2809864"/>
              <a:gd name="connsiteY228" fmla="*/ 1811383 h 3619364"/>
              <a:gd name="connsiteX229" fmla="*/ 291731 w 2809864"/>
              <a:gd name="connsiteY229" fmla="*/ 1863634 h 3619364"/>
              <a:gd name="connsiteX230" fmla="*/ 265605 w 2809864"/>
              <a:gd name="connsiteY230" fmla="*/ 1889760 h 3619364"/>
              <a:gd name="connsiteX231" fmla="*/ 239480 w 2809864"/>
              <a:gd name="connsiteY231" fmla="*/ 1907177 h 3619364"/>
              <a:gd name="connsiteX232" fmla="*/ 187228 w 2809864"/>
              <a:gd name="connsiteY232" fmla="*/ 1959428 h 3619364"/>
              <a:gd name="connsiteX233" fmla="*/ 169811 w 2809864"/>
              <a:gd name="connsiteY233" fmla="*/ 2011680 h 3619364"/>
              <a:gd name="connsiteX234" fmla="*/ 161103 w 2809864"/>
              <a:gd name="connsiteY234" fmla="*/ 2037805 h 3619364"/>
              <a:gd name="connsiteX235" fmla="*/ 152394 w 2809864"/>
              <a:gd name="connsiteY235" fmla="*/ 2142308 h 3619364"/>
              <a:gd name="connsiteX236" fmla="*/ 143685 w 2809864"/>
              <a:gd name="connsiteY236" fmla="*/ 2177143 h 3619364"/>
              <a:gd name="connsiteX237" fmla="*/ 108851 w 2809864"/>
              <a:gd name="connsiteY237" fmla="*/ 2255520 h 3619364"/>
              <a:gd name="connsiteX238" fmla="*/ 91434 w 2809864"/>
              <a:gd name="connsiteY238" fmla="*/ 2281645 h 3619364"/>
              <a:gd name="connsiteX239" fmla="*/ 74017 w 2809864"/>
              <a:gd name="connsiteY239" fmla="*/ 2316480 h 3619364"/>
              <a:gd name="connsiteX240" fmla="*/ 39183 w 2809864"/>
              <a:gd name="connsiteY240" fmla="*/ 2360023 h 3619364"/>
              <a:gd name="connsiteX241" fmla="*/ 4348 w 2809864"/>
              <a:gd name="connsiteY241" fmla="*/ 2412274 h 3619364"/>
              <a:gd name="connsiteX242" fmla="*/ 65308 w 2809864"/>
              <a:gd name="connsiteY242" fmla="*/ 2377440 h 3619364"/>
              <a:gd name="connsiteX243" fmla="*/ 117560 w 2809864"/>
              <a:gd name="connsiteY243" fmla="*/ 2342605 h 3619364"/>
              <a:gd name="connsiteX244" fmla="*/ 143685 w 2809864"/>
              <a:gd name="connsiteY244" fmla="*/ 2325188 h 3619364"/>
              <a:gd name="connsiteX245" fmla="*/ 178520 w 2809864"/>
              <a:gd name="connsiteY245" fmla="*/ 2299063 h 3619364"/>
              <a:gd name="connsiteX246" fmla="*/ 222063 w 2809864"/>
              <a:gd name="connsiteY246" fmla="*/ 2255520 h 3619364"/>
              <a:gd name="connsiteX247" fmla="*/ 239480 w 2809864"/>
              <a:gd name="connsiteY247" fmla="*/ 2220685 h 3619364"/>
              <a:gd name="connsiteX248" fmla="*/ 256897 w 2809864"/>
              <a:gd name="connsiteY248" fmla="*/ 2177143 h 3619364"/>
              <a:gd name="connsiteX249" fmla="*/ 274314 w 2809864"/>
              <a:gd name="connsiteY249" fmla="*/ 2151017 h 3619364"/>
              <a:gd name="connsiteX250" fmla="*/ 291731 w 2809864"/>
              <a:gd name="connsiteY250" fmla="*/ 2116183 h 3619364"/>
              <a:gd name="connsiteX251" fmla="*/ 309148 w 2809864"/>
              <a:gd name="connsiteY251" fmla="*/ 2072640 h 3619364"/>
              <a:gd name="connsiteX252" fmla="*/ 326565 w 2809864"/>
              <a:gd name="connsiteY252" fmla="*/ 2037805 h 3619364"/>
              <a:gd name="connsiteX253" fmla="*/ 335274 w 2809864"/>
              <a:gd name="connsiteY253" fmla="*/ 2011680 h 3619364"/>
              <a:gd name="connsiteX254" fmla="*/ 352691 w 2809864"/>
              <a:gd name="connsiteY254" fmla="*/ 1976845 h 3619364"/>
              <a:gd name="connsiteX255" fmla="*/ 387525 w 2809864"/>
              <a:gd name="connsiteY255" fmla="*/ 1924594 h 3619364"/>
              <a:gd name="connsiteX256" fmla="*/ 396234 w 2809864"/>
              <a:gd name="connsiteY256" fmla="*/ 1898468 h 3619364"/>
              <a:gd name="connsiteX257" fmla="*/ 422360 w 2809864"/>
              <a:gd name="connsiteY257" fmla="*/ 1863634 h 3619364"/>
              <a:gd name="connsiteX258" fmla="*/ 448485 w 2809864"/>
              <a:gd name="connsiteY258" fmla="*/ 1846217 h 3619364"/>
              <a:gd name="connsiteX259" fmla="*/ 526863 w 2809864"/>
              <a:gd name="connsiteY259" fmla="*/ 1811383 h 3619364"/>
              <a:gd name="connsiteX260" fmla="*/ 579114 w 2809864"/>
              <a:gd name="connsiteY260" fmla="*/ 1793965 h 3619364"/>
              <a:gd name="connsiteX261" fmla="*/ 613948 w 2809864"/>
              <a:gd name="connsiteY261" fmla="*/ 1767840 h 3619364"/>
              <a:gd name="connsiteX262" fmla="*/ 657491 w 2809864"/>
              <a:gd name="connsiteY262" fmla="*/ 1733005 h 3619364"/>
              <a:gd name="connsiteX263" fmla="*/ 674908 w 2809864"/>
              <a:gd name="connsiteY263" fmla="*/ 1706880 h 3619364"/>
              <a:gd name="connsiteX264" fmla="*/ 701034 w 2809864"/>
              <a:gd name="connsiteY264" fmla="*/ 1680754 h 3619364"/>
              <a:gd name="connsiteX265" fmla="*/ 718451 w 2809864"/>
              <a:gd name="connsiteY265" fmla="*/ 1654628 h 3619364"/>
              <a:gd name="connsiteX266" fmla="*/ 788120 w 2809864"/>
              <a:gd name="connsiteY266" fmla="*/ 1593668 h 3619364"/>
              <a:gd name="connsiteX267" fmla="*/ 1023251 w 2809864"/>
              <a:gd name="connsiteY267" fmla="*/ 1619794 h 3619364"/>
              <a:gd name="connsiteX268" fmla="*/ 1092920 w 2809864"/>
              <a:gd name="connsiteY268" fmla="*/ 1637211 h 3619364"/>
              <a:gd name="connsiteX269" fmla="*/ 1049377 w 2809864"/>
              <a:gd name="connsiteY269" fmla="*/ 1645920 h 3619364"/>
              <a:gd name="connsiteX270" fmla="*/ 1014543 w 2809864"/>
              <a:gd name="connsiteY270" fmla="*/ 1654628 h 3619364"/>
              <a:gd name="connsiteX271" fmla="*/ 857788 w 2809864"/>
              <a:gd name="connsiteY271" fmla="*/ 1689463 h 3619364"/>
              <a:gd name="connsiteX272" fmla="*/ 805537 w 2809864"/>
              <a:gd name="connsiteY272" fmla="*/ 1706880 h 3619364"/>
              <a:gd name="connsiteX273" fmla="*/ 779411 w 2809864"/>
              <a:gd name="connsiteY273" fmla="*/ 1715588 h 3619364"/>
              <a:gd name="connsiteX274" fmla="*/ 735868 w 2809864"/>
              <a:gd name="connsiteY274" fmla="*/ 1733005 h 3619364"/>
              <a:gd name="connsiteX275" fmla="*/ 718451 w 2809864"/>
              <a:gd name="connsiteY275" fmla="*/ 1750423 h 3619364"/>
              <a:gd name="connsiteX276" fmla="*/ 701034 w 2809864"/>
              <a:gd name="connsiteY276" fmla="*/ 1776548 h 3619364"/>
              <a:gd name="connsiteX277" fmla="*/ 674908 w 2809864"/>
              <a:gd name="connsiteY277" fmla="*/ 1811383 h 3619364"/>
              <a:gd name="connsiteX278" fmla="*/ 657491 w 2809864"/>
              <a:gd name="connsiteY278" fmla="*/ 1889760 h 3619364"/>
              <a:gd name="connsiteX279" fmla="*/ 648783 w 2809864"/>
              <a:gd name="connsiteY279" fmla="*/ 2124891 h 3619364"/>
              <a:gd name="connsiteX280" fmla="*/ 622657 w 2809864"/>
              <a:gd name="connsiteY280" fmla="*/ 2238103 h 3619364"/>
              <a:gd name="connsiteX281" fmla="*/ 605240 w 2809864"/>
              <a:gd name="connsiteY281" fmla="*/ 2281645 h 3619364"/>
              <a:gd name="connsiteX282" fmla="*/ 561697 w 2809864"/>
              <a:gd name="connsiteY282" fmla="*/ 2325188 h 3619364"/>
              <a:gd name="connsiteX283" fmla="*/ 526863 w 2809864"/>
              <a:gd name="connsiteY283" fmla="*/ 2360023 h 3619364"/>
              <a:gd name="connsiteX284" fmla="*/ 474611 w 2809864"/>
              <a:gd name="connsiteY284" fmla="*/ 2403565 h 3619364"/>
              <a:gd name="connsiteX285" fmla="*/ 448485 w 2809864"/>
              <a:gd name="connsiteY285" fmla="*/ 2473234 h 3619364"/>
              <a:gd name="connsiteX286" fmla="*/ 457194 w 2809864"/>
              <a:gd name="connsiteY286" fmla="*/ 2499360 h 3619364"/>
              <a:gd name="connsiteX287" fmla="*/ 561697 w 2809864"/>
              <a:gd name="connsiteY287" fmla="*/ 2542903 h 3619364"/>
              <a:gd name="connsiteX288" fmla="*/ 587823 w 2809864"/>
              <a:gd name="connsiteY288" fmla="*/ 2560320 h 3619364"/>
              <a:gd name="connsiteX289" fmla="*/ 613948 w 2809864"/>
              <a:gd name="connsiteY289" fmla="*/ 2534194 h 3619364"/>
              <a:gd name="connsiteX290" fmla="*/ 657491 w 2809864"/>
              <a:gd name="connsiteY290" fmla="*/ 2481943 h 3619364"/>
              <a:gd name="connsiteX291" fmla="*/ 744577 w 2809864"/>
              <a:gd name="connsiteY291" fmla="*/ 2447108 h 3619364"/>
              <a:gd name="connsiteX292" fmla="*/ 822954 w 2809864"/>
              <a:gd name="connsiteY292" fmla="*/ 2429691 h 3619364"/>
              <a:gd name="connsiteX293" fmla="*/ 857788 w 2809864"/>
              <a:gd name="connsiteY293" fmla="*/ 2420983 h 3619364"/>
              <a:gd name="connsiteX294" fmla="*/ 892623 w 2809864"/>
              <a:gd name="connsiteY294" fmla="*/ 2377440 h 3619364"/>
              <a:gd name="connsiteX295" fmla="*/ 875205 w 2809864"/>
              <a:gd name="connsiteY295" fmla="*/ 2177143 h 3619364"/>
              <a:gd name="connsiteX296" fmla="*/ 883914 w 2809864"/>
              <a:gd name="connsiteY296" fmla="*/ 1872343 h 3619364"/>
              <a:gd name="connsiteX297" fmla="*/ 901331 w 2809864"/>
              <a:gd name="connsiteY297" fmla="*/ 1767840 h 3619364"/>
              <a:gd name="connsiteX298" fmla="*/ 910040 w 2809864"/>
              <a:gd name="connsiteY298" fmla="*/ 1741714 h 3619364"/>
              <a:gd name="connsiteX299" fmla="*/ 936165 w 2809864"/>
              <a:gd name="connsiteY299" fmla="*/ 1715588 h 3619364"/>
              <a:gd name="connsiteX300" fmla="*/ 1092920 w 2809864"/>
              <a:gd name="connsiteY300" fmla="*/ 1724297 h 3619364"/>
              <a:gd name="connsiteX301" fmla="*/ 1180005 w 2809864"/>
              <a:gd name="connsiteY301" fmla="*/ 1741714 h 3619364"/>
              <a:gd name="connsiteX302" fmla="*/ 1206131 w 2809864"/>
              <a:gd name="connsiteY302" fmla="*/ 1750423 h 3619364"/>
              <a:gd name="connsiteX303" fmla="*/ 1214840 w 2809864"/>
              <a:gd name="connsiteY303" fmla="*/ 1776548 h 3619364"/>
              <a:gd name="connsiteX304" fmla="*/ 1197423 w 2809864"/>
              <a:gd name="connsiteY304" fmla="*/ 1854925 h 3619364"/>
              <a:gd name="connsiteX305" fmla="*/ 1180005 w 2809864"/>
              <a:gd name="connsiteY305" fmla="*/ 1942011 h 3619364"/>
              <a:gd name="connsiteX306" fmla="*/ 1197423 w 2809864"/>
              <a:gd name="connsiteY306" fmla="*/ 2272937 h 3619364"/>
              <a:gd name="connsiteX307" fmla="*/ 1206131 w 2809864"/>
              <a:gd name="connsiteY307" fmla="*/ 2325188 h 3619364"/>
              <a:gd name="connsiteX308" fmla="*/ 1214840 w 2809864"/>
              <a:gd name="connsiteY308" fmla="*/ 2386148 h 3619364"/>
              <a:gd name="connsiteX309" fmla="*/ 1223548 w 2809864"/>
              <a:gd name="connsiteY309" fmla="*/ 2438400 h 3619364"/>
              <a:gd name="connsiteX310" fmla="*/ 1232257 w 2809864"/>
              <a:gd name="connsiteY310" fmla="*/ 2499360 h 3619364"/>
              <a:gd name="connsiteX311" fmla="*/ 1249674 w 2809864"/>
              <a:gd name="connsiteY311" fmla="*/ 2603863 h 3619364"/>
              <a:gd name="connsiteX312" fmla="*/ 1258383 w 2809864"/>
              <a:gd name="connsiteY312" fmla="*/ 2656114 h 3619364"/>
              <a:gd name="connsiteX313" fmla="*/ 1267091 w 2809864"/>
              <a:gd name="connsiteY313" fmla="*/ 2717074 h 3619364"/>
              <a:gd name="connsiteX314" fmla="*/ 1284508 w 2809864"/>
              <a:gd name="connsiteY314" fmla="*/ 2812868 h 3619364"/>
              <a:gd name="connsiteX315" fmla="*/ 1301925 w 2809864"/>
              <a:gd name="connsiteY315" fmla="*/ 2969623 h 3619364"/>
              <a:gd name="connsiteX316" fmla="*/ 1319343 w 2809864"/>
              <a:gd name="connsiteY316" fmla="*/ 3143794 h 3619364"/>
              <a:gd name="connsiteX317" fmla="*/ 1284508 w 2809864"/>
              <a:gd name="connsiteY317" fmla="*/ 3257005 h 3619364"/>
              <a:gd name="connsiteX318" fmla="*/ 1232257 w 2809864"/>
              <a:gd name="connsiteY318" fmla="*/ 3291840 h 3619364"/>
              <a:gd name="connsiteX319" fmla="*/ 1180005 w 2809864"/>
              <a:gd name="connsiteY319" fmla="*/ 3309257 h 3619364"/>
              <a:gd name="connsiteX320" fmla="*/ 1153880 w 2809864"/>
              <a:gd name="connsiteY320" fmla="*/ 3335383 h 3619364"/>
              <a:gd name="connsiteX321" fmla="*/ 1127754 w 2809864"/>
              <a:gd name="connsiteY321" fmla="*/ 3352800 h 3619364"/>
              <a:gd name="connsiteX322" fmla="*/ 1119045 w 2809864"/>
              <a:gd name="connsiteY322" fmla="*/ 3378925 h 3619364"/>
              <a:gd name="connsiteX323" fmla="*/ 1110337 w 2809864"/>
              <a:gd name="connsiteY323" fmla="*/ 3431177 h 3619364"/>
              <a:gd name="connsiteX324" fmla="*/ 1101628 w 2809864"/>
              <a:gd name="connsiteY324" fmla="*/ 3466011 h 3619364"/>
              <a:gd name="connsiteX325" fmla="*/ 1162588 w 2809864"/>
              <a:gd name="connsiteY325" fmla="*/ 3405051 h 3619364"/>
              <a:gd name="connsiteX326" fmla="*/ 1197423 w 2809864"/>
              <a:gd name="connsiteY326" fmla="*/ 3378925 h 3619364"/>
              <a:gd name="connsiteX327" fmla="*/ 1240965 w 2809864"/>
              <a:gd name="connsiteY327" fmla="*/ 3352800 h 3619364"/>
              <a:gd name="connsiteX328" fmla="*/ 1258383 w 2809864"/>
              <a:gd name="connsiteY328" fmla="*/ 3335383 h 3619364"/>
              <a:gd name="connsiteX329" fmla="*/ 1293217 w 2809864"/>
              <a:gd name="connsiteY329" fmla="*/ 3326674 h 3619364"/>
              <a:gd name="connsiteX330" fmla="*/ 1319343 w 2809864"/>
              <a:gd name="connsiteY330" fmla="*/ 3309257 h 3619364"/>
              <a:gd name="connsiteX331" fmla="*/ 1336760 w 2809864"/>
              <a:gd name="connsiteY331" fmla="*/ 3326674 h 3619364"/>
              <a:gd name="connsiteX332" fmla="*/ 1275800 w 2809864"/>
              <a:gd name="connsiteY332" fmla="*/ 3378925 h 3619364"/>
              <a:gd name="connsiteX333" fmla="*/ 1240965 w 2809864"/>
              <a:gd name="connsiteY333" fmla="*/ 3439885 h 3619364"/>
              <a:gd name="connsiteX334" fmla="*/ 1223548 w 2809864"/>
              <a:gd name="connsiteY334" fmla="*/ 3500845 h 3619364"/>
              <a:gd name="connsiteX335" fmla="*/ 1214840 w 2809864"/>
              <a:gd name="connsiteY335" fmla="*/ 3526971 h 3619364"/>
              <a:gd name="connsiteX336" fmla="*/ 1240965 w 2809864"/>
              <a:gd name="connsiteY336" fmla="*/ 3509554 h 3619364"/>
              <a:gd name="connsiteX337" fmla="*/ 1258383 w 2809864"/>
              <a:gd name="connsiteY337" fmla="*/ 3483428 h 3619364"/>
              <a:gd name="connsiteX338" fmla="*/ 1284508 w 2809864"/>
              <a:gd name="connsiteY338" fmla="*/ 3448594 h 3619364"/>
              <a:gd name="connsiteX339" fmla="*/ 1362885 w 2809864"/>
              <a:gd name="connsiteY339" fmla="*/ 3326674 h 3619364"/>
              <a:gd name="connsiteX340" fmla="*/ 1380303 w 2809864"/>
              <a:gd name="connsiteY340" fmla="*/ 3309257 h 3619364"/>
              <a:gd name="connsiteX341" fmla="*/ 1389011 w 2809864"/>
              <a:gd name="connsiteY341" fmla="*/ 3283131 h 3619364"/>
              <a:gd name="connsiteX342" fmla="*/ 1406428 w 2809864"/>
              <a:gd name="connsiteY342" fmla="*/ 3326674 h 3619364"/>
              <a:gd name="connsiteX343" fmla="*/ 1415137 w 2809864"/>
              <a:gd name="connsiteY343" fmla="*/ 3378925 h 3619364"/>
              <a:gd name="connsiteX344" fmla="*/ 1432554 w 2809864"/>
              <a:gd name="connsiteY344" fmla="*/ 3492137 h 3619364"/>
              <a:gd name="connsiteX345" fmla="*/ 1449971 w 2809864"/>
              <a:gd name="connsiteY345" fmla="*/ 3544388 h 3619364"/>
              <a:gd name="connsiteX346" fmla="*/ 1458680 w 2809864"/>
              <a:gd name="connsiteY346" fmla="*/ 3492137 h 3619364"/>
              <a:gd name="connsiteX347" fmla="*/ 1476097 w 2809864"/>
              <a:gd name="connsiteY347" fmla="*/ 3274423 h 3619364"/>
              <a:gd name="connsiteX348" fmla="*/ 1502223 w 2809864"/>
              <a:gd name="connsiteY348" fmla="*/ 3291840 h 3619364"/>
              <a:gd name="connsiteX349" fmla="*/ 1528348 w 2809864"/>
              <a:gd name="connsiteY349" fmla="*/ 3335383 h 3619364"/>
              <a:gd name="connsiteX350" fmla="*/ 1563183 w 2809864"/>
              <a:gd name="connsiteY350" fmla="*/ 3448594 h 3619364"/>
              <a:gd name="connsiteX351" fmla="*/ 1571891 w 2809864"/>
              <a:gd name="connsiteY351" fmla="*/ 3483428 h 3619364"/>
              <a:gd name="connsiteX352" fmla="*/ 1580600 w 2809864"/>
              <a:gd name="connsiteY352" fmla="*/ 3509554 h 3619364"/>
              <a:gd name="connsiteX353" fmla="*/ 1589308 w 2809864"/>
              <a:gd name="connsiteY353" fmla="*/ 3570514 h 3619364"/>
              <a:gd name="connsiteX354" fmla="*/ 1571891 w 2809864"/>
              <a:gd name="connsiteY354" fmla="*/ 3509554 h 3619364"/>
              <a:gd name="connsiteX355" fmla="*/ 1563183 w 2809864"/>
              <a:gd name="connsiteY355" fmla="*/ 3448594 h 3619364"/>
              <a:gd name="connsiteX356" fmla="*/ 1545765 w 2809864"/>
              <a:gd name="connsiteY356" fmla="*/ 3361508 h 3619364"/>
              <a:gd name="connsiteX357" fmla="*/ 1537057 w 2809864"/>
              <a:gd name="connsiteY357" fmla="*/ 3283131 h 3619364"/>
              <a:gd name="connsiteX358" fmla="*/ 1519640 w 2809864"/>
              <a:gd name="connsiteY358" fmla="*/ 3230880 h 3619364"/>
              <a:gd name="connsiteX359" fmla="*/ 1528348 w 2809864"/>
              <a:gd name="connsiteY359" fmla="*/ 3196045 h 3619364"/>
              <a:gd name="connsiteX360" fmla="*/ 1563183 w 2809864"/>
              <a:gd name="connsiteY360" fmla="*/ 3230880 h 3619364"/>
              <a:gd name="connsiteX361" fmla="*/ 1606725 w 2809864"/>
              <a:gd name="connsiteY361" fmla="*/ 3274423 h 3619364"/>
              <a:gd name="connsiteX362" fmla="*/ 1658977 w 2809864"/>
              <a:gd name="connsiteY362" fmla="*/ 3361508 h 3619364"/>
              <a:gd name="connsiteX363" fmla="*/ 1685103 w 2809864"/>
              <a:gd name="connsiteY363" fmla="*/ 3448594 h 3619364"/>
              <a:gd name="connsiteX364" fmla="*/ 1702520 w 2809864"/>
              <a:gd name="connsiteY364" fmla="*/ 3500845 h 3619364"/>
              <a:gd name="connsiteX365" fmla="*/ 1711228 w 2809864"/>
              <a:gd name="connsiteY365" fmla="*/ 3535680 h 3619364"/>
              <a:gd name="connsiteX366" fmla="*/ 1719937 w 2809864"/>
              <a:gd name="connsiteY366" fmla="*/ 3614057 h 3619364"/>
              <a:gd name="connsiteX367" fmla="*/ 1702520 w 2809864"/>
              <a:gd name="connsiteY367" fmla="*/ 3466011 h 3619364"/>
              <a:gd name="connsiteX368" fmla="*/ 1685103 w 2809864"/>
              <a:gd name="connsiteY368" fmla="*/ 3344091 h 3619364"/>
              <a:gd name="connsiteX369" fmla="*/ 1658977 w 2809864"/>
              <a:gd name="connsiteY369" fmla="*/ 3291840 h 3619364"/>
              <a:gd name="connsiteX370" fmla="*/ 1615434 w 2809864"/>
              <a:gd name="connsiteY370" fmla="*/ 3257005 h 3619364"/>
              <a:gd name="connsiteX371" fmla="*/ 1598017 w 2809864"/>
              <a:gd name="connsiteY371" fmla="*/ 3230880 h 3619364"/>
              <a:gd name="connsiteX372" fmla="*/ 1571891 w 2809864"/>
              <a:gd name="connsiteY372" fmla="*/ 3222171 h 3619364"/>
              <a:gd name="connsiteX373" fmla="*/ 1493514 w 2809864"/>
              <a:gd name="connsiteY373" fmla="*/ 3230880 h 3619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2809864" h="3619364">
                <a:moveTo>
                  <a:pt x="1493514" y="3230880"/>
                </a:moveTo>
                <a:cubicBezTo>
                  <a:pt x="1479000" y="3197497"/>
                  <a:pt x="1489956" y="3091413"/>
                  <a:pt x="1484805" y="3021874"/>
                </a:cubicBezTo>
                <a:cubicBezTo>
                  <a:pt x="1484127" y="3012719"/>
                  <a:pt x="1478088" y="3004709"/>
                  <a:pt x="1476097" y="2995748"/>
                </a:cubicBezTo>
                <a:cubicBezTo>
                  <a:pt x="1433385" y="2803543"/>
                  <a:pt x="1493385" y="3047490"/>
                  <a:pt x="1458680" y="2908663"/>
                </a:cubicBezTo>
                <a:cubicBezTo>
                  <a:pt x="1455777" y="2882537"/>
                  <a:pt x="1452425" y="2856457"/>
                  <a:pt x="1449971" y="2830285"/>
                </a:cubicBezTo>
                <a:cubicBezTo>
                  <a:pt x="1443715" y="2763560"/>
                  <a:pt x="1432554" y="2629988"/>
                  <a:pt x="1432554" y="2629988"/>
                </a:cubicBezTo>
                <a:cubicBezTo>
                  <a:pt x="1429272" y="2547946"/>
                  <a:pt x="1424367" y="2377024"/>
                  <a:pt x="1415137" y="2281645"/>
                </a:cubicBezTo>
                <a:cubicBezTo>
                  <a:pt x="1415131" y="2281579"/>
                  <a:pt x="1393369" y="2107507"/>
                  <a:pt x="1389011" y="2072640"/>
                </a:cubicBezTo>
                <a:lnTo>
                  <a:pt x="1380303" y="2002971"/>
                </a:lnTo>
                <a:cubicBezTo>
                  <a:pt x="1377400" y="1936205"/>
                  <a:pt x="1371594" y="1869503"/>
                  <a:pt x="1371594" y="1802674"/>
                </a:cubicBezTo>
                <a:cubicBezTo>
                  <a:pt x="1371594" y="1793494"/>
                  <a:pt x="1373812" y="1822309"/>
                  <a:pt x="1380303" y="1828800"/>
                </a:cubicBezTo>
                <a:cubicBezTo>
                  <a:pt x="1386794" y="1835291"/>
                  <a:pt x="1397720" y="1834605"/>
                  <a:pt x="1406428" y="1837508"/>
                </a:cubicBezTo>
                <a:cubicBezTo>
                  <a:pt x="1412712" y="1836251"/>
                  <a:pt x="1464619" y="1827743"/>
                  <a:pt x="1476097" y="1820091"/>
                </a:cubicBezTo>
                <a:cubicBezTo>
                  <a:pt x="1486344" y="1813259"/>
                  <a:pt x="1492201" y="1801123"/>
                  <a:pt x="1502223" y="1793965"/>
                </a:cubicBezTo>
                <a:cubicBezTo>
                  <a:pt x="1512787" y="1786419"/>
                  <a:pt x="1525446" y="1782354"/>
                  <a:pt x="1537057" y="1776548"/>
                </a:cubicBezTo>
                <a:cubicBezTo>
                  <a:pt x="1545766" y="1764937"/>
                  <a:pt x="1552920" y="1751977"/>
                  <a:pt x="1563183" y="1741714"/>
                </a:cubicBezTo>
                <a:cubicBezTo>
                  <a:pt x="1570584" y="1734313"/>
                  <a:pt x="1582416" y="1732174"/>
                  <a:pt x="1589308" y="1724297"/>
                </a:cubicBezTo>
                <a:cubicBezTo>
                  <a:pt x="1603092" y="1708543"/>
                  <a:pt x="1624143" y="1672045"/>
                  <a:pt x="1624143" y="1672045"/>
                </a:cubicBezTo>
                <a:cubicBezTo>
                  <a:pt x="1655898" y="1576775"/>
                  <a:pt x="1605254" y="1721076"/>
                  <a:pt x="1650268" y="1619794"/>
                </a:cubicBezTo>
                <a:cubicBezTo>
                  <a:pt x="1662383" y="1592535"/>
                  <a:pt x="1669156" y="1561658"/>
                  <a:pt x="1676394" y="1532708"/>
                </a:cubicBezTo>
                <a:cubicBezTo>
                  <a:pt x="1673491" y="1451428"/>
                  <a:pt x="1667685" y="1370200"/>
                  <a:pt x="1667685" y="1288868"/>
                </a:cubicBezTo>
                <a:cubicBezTo>
                  <a:pt x="1667685" y="1279888"/>
                  <a:pt x="1681744" y="1222248"/>
                  <a:pt x="1685103" y="1210491"/>
                </a:cubicBezTo>
                <a:cubicBezTo>
                  <a:pt x="1690770" y="1190657"/>
                  <a:pt x="1695960" y="1173508"/>
                  <a:pt x="1711228" y="1158240"/>
                </a:cubicBezTo>
                <a:cubicBezTo>
                  <a:pt x="1735935" y="1133533"/>
                  <a:pt x="1740211" y="1144106"/>
                  <a:pt x="1772188" y="1132114"/>
                </a:cubicBezTo>
                <a:cubicBezTo>
                  <a:pt x="1863267" y="1097959"/>
                  <a:pt x="1752445" y="1128342"/>
                  <a:pt x="1841857" y="1105988"/>
                </a:cubicBezTo>
                <a:cubicBezTo>
                  <a:pt x="1850566" y="1100182"/>
                  <a:pt x="1858621" y="1093252"/>
                  <a:pt x="1867983" y="1088571"/>
                </a:cubicBezTo>
                <a:cubicBezTo>
                  <a:pt x="1882613" y="1081256"/>
                  <a:pt x="1914997" y="1075338"/>
                  <a:pt x="1928943" y="1071154"/>
                </a:cubicBezTo>
                <a:cubicBezTo>
                  <a:pt x="1946528" y="1065879"/>
                  <a:pt x="1963777" y="1059543"/>
                  <a:pt x="1981194" y="1053737"/>
                </a:cubicBezTo>
                <a:lnTo>
                  <a:pt x="2007320" y="1045028"/>
                </a:lnTo>
                <a:cubicBezTo>
                  <a:pt x="2024737" y="1027611"/>
                  <a:pt x="2048556" y="1014808"/>
                  <a:pt x="2059571" y="992777"/>
                </a:cubicBezTo>
                <a:cubicBezTo>
                  <a:pt x="2102452" y="907015"/>
                  <a:pt x="2049922" y="1014486"/>
                  <a:pt x="2094405" y="914400"/>
                </a:cubicBezTo>
                <a:cubicBezTo>
                  <a:pt x="2099678" y="902537"/>
                  <a:pt x="2106017" y="891177"/>
                  <a:pt x="2111823" y="879565"/>
                </a:cubicBezTo>
                <a:cubicBezTo>
                  <a:pt x="2114726" y="867954"/>
                  <a:pt x="2117092" y="856195"/>
                  <a:pt x="2120531" y="844731"/>
                </a:cubicBezTo>
                <a:cubicBezTo>
                  <a:pt x="2125806" y="827146"/>
                  <a:pt x="2133495" y="810291"/>
                  <a:pt x="2137948" y="792480"/>
                </a:cubicBezTo>
                <a:cubicBezTo>
                  <a:pt x="2140851" y="780868"/>
                  <a:pt x="2142454" y="768852"/>
                  <a:pt x="2146657" y="757645"/>
                </a:cubicBezTo>
                <a:cubicBezTo>
                  <a:pt x="2158611" y="725767"/>
                  <a:pt x="2169649" y="715377"/>
                  <a:pt x="2190200" y="687977"/>
                </a:cubicBezTo>
                <a:cubicBezTo>
                  <a:pt x="2205503" y="642064"/>
                  <a:pt x="2188794" y="679213"/>
                  <a:pt x="2225034" y="635725"/>
                </a:cubicBezTo>
                <a:cubicBezTo>
                  <a:pt x="2270433" y="581247"/>
                  <a:pt x="2202503" y="639111"/>
                  <a:pt x="2285994" y="566057"/>
                </a:cubicBezTo>
                <a:cubicBezTo>
                  <a:pt x="2293871" y="559165"/>
                  <a:pt x="2304173" y="555452"/>
                  <a:pt x="2312120" y="548640"/>
                </a:cubicBezTo>
                <a:cubicBezTo>
                  <a:pt x="2337268" y="527084"/>
                  <a:pt x="2351449" y="502849"/>
                  <a:pt x="2381788" y="487680"/>
                </a:cubicBezTo>
                <a:cubicBezTo>
                  <a:pt x="2392493" y="482327"/>
                  <a:pt x="2405159" y="482410"/>
                  <a:pt x="2416623" y="478971"/>
                </a:cubicBezTo>
                <a:cubicBezTo>
                  <a:pt x="2434208" y="473696"/>
                  <a:pt x="2450871" y="465155"/>
                  <a:pt x="2468874" y="461554"/>
                </a:cubicBezTo>
                <a:cubicBezTo>
                  <a:pt x="2483388" y="458651"/>
                  <a:pt x="2498057" y="456435"/>
                  <a:pt x="2512417" y="452845"/>
                </a:cubicBezTo>
                <a:cubicBezTo>
                  <a:pt x="2521323" y="450619"/>
                  <a:pt x="2529717" y="446659"/>
                  <a:pt x="2538543" y="444137"/>
                </a:cubicBezTo>
                <a:cubicBezTo>
                  <a:pt x="2550051" y="440849"/>
                  <a:pt x="2561766" y="438331"/>
                  <a:pt x="2573377" y="435428"/>
                </a:cubicBezTo>
                <a:cubicBezTo>
                  <a:pt x="2587891" y="420914"/>
                  <a:pt x="2605534" y="408964"/>
                  <a:pt x="2616920" y="391885"/>
                </a:cubicBezTo>
                <a:lnTo>
                  <a:pt x="2651754" y="339634"/>
                </a:lnTo>
                <a:cubicBezTo>
                  <a:pt x="2658955" y="328832"/>
                  <a:pt x="2662492" y="315932"/>
                  <a:pt x="2669171" y="304800"/>
                </a:cubicBezTo>
                <a:cubicBezTo>
                  <a:pt x="2714088" y="229937"/>
                  <a:pt x="2695196" y="278972"/>
                  <a:pt x="2712714" y="226423"/>
                </a:cubicBezTo>
                <a:cubicBezTo>
                  <a:pt x="2708005" y="221714"/>
                  <a:pt x="2674219" y="190202"/>
                  <a:pt x="2677880" y="182880"/>
                </a:cubicBezTo>
                <a:cubicBezTo>
                  <a:pt x="2685450" y="167741"/>
                  <a:pt x="2706284" y="164324"/>
                  <a:pt x="2721423" y="156754"/>
                </a:cubicBezTo>
                <a:cubicBezTo>
                  <a:pt x="2733921" y="150505"/>
                  <a:pt x="2771215" y="142129"/>
                  <a:pt x="2782383" y="139337"/>
                </a:cubicBezTo>
                <a:cubicBezTo>
                  <a:pt x="2791091" y="133531"/>
                  <a:pt x="2804621" y="131638"/>
                  <a:pt x="2808508" y="121920"/>
                </a:cubicBezTo>
                <a:cubicBezTo>
                  <a:pt x="2816878" y="100994"/>
                  <a:pt x="2784192" y="83636"/>
                  <a:pt x="2773674" y="78377"/>
                </a:cubicBezTo>
                <a:cubicBezTo>
                  <a:pt x="2765463" y="74272"/>
                  <a:pt x="2755986" y="73284"/>
                  <a:pt x="2747548" y="69668"/>
                </a:cubicBezTo>
                <a:cubicBezTo>
                  <a:pt x="2735616" y="64554"/>
                  <a:pt x="2724646" y="57365"/>
                  <a:pt x="2712714" y="52251"/>
                </a:cubicBezTo>
                <a:cubicBezTo>
                  <a:pt x="2695229" y="44758"/>
                  <a:pt x="2669423" y="39251"/>
                  <a:pt x="2651754" y="34834"/>
                </a:cubicBezTo>
                <a:cubicBezTo>
                  <a:pt x="2599503" y="37737"/>
                  <a:pt x="2547096" y="38581"/>
                  <a:pt x="2495000" y="43543"/>
                </a:cubicBezTo>
                <a:cubicBezTo>
                  <a:pt x="2485862" y="44413"/>
                  <a:pt x="2475365" y="45760"/>
                  <a:pt x="2468874" y="52251"/>
                </a:cubicBezTo>
                <a:cubicBezTo>
                  <a:pt x="2462383" y="58742"/>
                  <a:pt x="2465257" y="70739"/>
                  <a:pt x="2460165" y="78377"/>
                </a:cubicBezTo>
                <a:cubicBezTo>
                  <a:pt x="2453334" y="88624"/>
                  <a:pt x="2441198" y="94481"/>
                  <a:pt x="2434040" y="104503"/>
                </a:cubicBezTo>
                <a:cubicBezTo>
                  <a:pt x="2426495" y="115067"/>
                  <a:pt x="2423064" y="128066"/>
                  <a:pt x="2416623" y="139337"/>
                </a:cubicBezTo>
                <a:cubicBezTo>
                  <a:pt x="2404169" y="161132"/>
                  <a:pt x="2392727" y="175215"/>
                  <a:pt x="2373080" y="191588"/>
                </a:cubicBezTo>
                <a:cubicBezTo>
                  <a:pt x="2365039" y="198288"/>
                  <a:pt x="2356315" y="204324"/>
                  <a:pt x="2346954" y="209005"/>
                </a:cubicBezTo>
                <a:cubicBezTo>
                  <a:pt x="2338743" y="213110"/>
                  <a:pt x="2329537" y="214811"/>
                  <a:pt x="2320828" y="217714"/>
                </a:cubicBezTo>
                <a:cubicBezTo>
                  <a:pt x="2309217" y="226423"/>
                  <a:pt x="2298596" y="236639"/>
                  <a:pt x="2285994" y="243840"/>
                </a:cubicBezTo>
                <a:cubicBezTo>
                  <a:pt x="2278024" y="248394"/>
                  <a:pt x="2268463" y="249325"/>
                  <a:pt x="2259868" y="252548"/>
                </a:cubicBezTo>
                <a:cubicBezTo>
                  <a:pt x="2245231" y="258037"/>
                  <a:pt x="2231298" y="265473"/>
                  <a:pt x="2216325" y="269965"/>
                </a:cubicBezTo>
                <a:cubicBezTo>
                  <a:pt x="2197642" y="275570"/>
                  <a:pt x="2137071" y="284075"/>
                  <a:pt x="2120531" y="287383"/>
                </a:cubicBezTo>
                <a:cubicBezTo>
                  <a:pt x="2108795" y="289730"/>
                  <a:pt x="2097308" y="293188"/>
                  <a:pt x="2085697" y="296091"/>
                </a:cubicBezTo>
                <a:cubicBezTo>
                  <a:pt x="1992440" y="389348"/>
                  <a:pt x="2136442" y="247809"/>
                  <a:pt x="2024737" y="348343"/>
                </a:cubicBezTo>
                <a:cubicBezTo>
                  <a:pt x="2006428" y="364821"/>
                  <a:pt x="1989902" y="383177"/>
                  <a:pt x="1972485" y="400594"/>
                </a:cubicBezTo>
                <a:cubicBezTo>
                  <a:pt x="1963776" y="409303"/>
                  <a:pt x="1953749" y="416868"/>
                  <a:pt x="1946360" y="426720"/>
                </a:cubicBezTo>
                <a:cubicBezTo>
                  <a:pt x="1928943" y="449943"/>
                  <a:pt x="1909043" y="471496"/>
                  <a:pt x="1894108" y="496388"/>
                </a:cubicBezTo>
                <a:cubicBezTo>
                  <a:pt x="1876691" y="525417"/>
                  <a:pt x="1862169" y="556392"/>
                  <a:pt x="1841857" y="583474"/>
                </a:cubicBezTo>
                <a:cubicBezTo>
                  <a:pt x="1833148" y="595085"/>
                  <a:pt x="1822780" y="605620"/>
                  <a:pt x="1815731" y="618308"/>
                </a:cubicBezTo>
                <a:cubicBezTo>
                  <a:pt x="1798072" y="650094"/>
                  <a:pt x="1798888" y="664195"/>
                  <a:pt x="1789605" y="696685"/>
                </a:cubicBezTo>
                <a:cubicBezTo>
                  <a:pt x="1787083" y="705511"/>
                  <a:pt x="1784120" y="714216"/>
                  <a:pt x="1780897" y="722811"/>
                </a:cubicBezTo>
                <a:cubicBezTo>
                  <a:pt x="1775408" y="737448"/>
                  <a:pt x="1769829" y="752069"/>
                  <a:pt x="1763480" y="766354"/>
                </a:cubicBezTo>
                <a:cubicBezTo>
                  <a:pt x="1758208" y="778217"/>
                  <a:pt x="1750621" y="789033"/>
                  <a:pt x="1746063" y="801188"/>
                </a:cubicBezTo>
                <a:cubicBezTo>
                  <a:pt x="1741860" y="812395"/>
                  <a:pt x="1743292" y="825631"/>
                  <a:pt x="1737354" y="836023"/>
                </a:cubicBezTo>
                <a:cubicBezTo>
                  <a:pt x="1731244" y="846716"/>
                  <a:pt x="1719243" y="852797"/>
                  <a:pt x="1711228" y="862148"/>
                </a:cubicBezTo>
                <a:cubicBezTo>
                  <a:pt x="1701782" y="873168"/>
                  <a:pt x="1695951" y="887340"/>
                  <a:pt x="1685103" y="896983"/>
                </a:cubicBezTo>
                <a:cubicBezTo>
                  <a:pt x="1669458" y="910890"/>
                  <a:pt x="1650268" y="920206"/>
                  <a:pt x="1632851" y="931817"/>
                </a:cubicBezTo>
                <a:lnTo>
                  <a:pt x="1606725" y="949234"/>
                </a:lnTo>
                <a:cubicBezTo>
                  <a:pt x="1598017" y="955040"/>
                  <a:pt x="1589961" y="961970"/>
                  <a:pt x="1580600" y="966651"/>
                </a:cubicBezTo>
                <a:cubicBezTo>
                  <a:pt x="1557377" y="978262"/>
                  <a:pt x="1532534" y="987082"/>
                  <a:pt x="1510931" y="1001485"/>
                </a:cubicBezTo>
                <a:cubicBezTo>
                  <a:pt x="1472729" y="1026954"/>
                  <a:pt x="1493178" y="1012623"/>
                  <a:pt x="1449971" y="1045028"/>
                </a:cubicBezTo>
                <a:cubicBezTo>
                  <a:pt x="1444165" y="1053737"/>
                  <a:pt x="1436677" y="1061534"/>
                  <a:pt x="1432554" y="1071154"/>
                </a:cubicBezTo>
                <a:cubicBezTo>
                  <a:pt x="1427839" y="1082155"/>
                  <a:pt x="1425330" y="1094112"/>
                  <a:pt x="1423845" y="1105988"/>
                </a:cubicBezTo>
                <a:cubicBezTo>
                  <a:pt x="1416608" y="1163884"/>
                  <a:pt x="1414679" y="1222399"/>
                  <a:pt x="1406428" y="1280160"/>
                </a:cubicBezTo>
                <a:cubicBezTo>
                  <a:pt x="1403525" y="1300480"/>
                  <a:pt x="1402335" y="1321119"/>
                  <a:pt x="1397720" y="1341120"/>
                </a:cubicBezTo>
                <a:cubicBezTo>
                  <a:pt x="1393592" y="1359009"/>
                  <a:pt x="1386109" y="1375954"/>
                  <a:pt x="1380303" y="1393371"/>
                </a:cubicBezTo>
                <a:lnTo>
                  <a:pt x="1362885" y="1445623"/>
                </a:lnTo>
                <a:cubicBezTo>
                  <a:pt x="1359982" y="1454331"/>
                  <a:pt x="1355977" y="1462747"/>
                  <a:pt x="1354177" y="1471748"/>
                </a:cubicBezTo>
                <a:cubicBezTo>
                  <a:pt x="1341442" y="1535419"/>
                  <a:pt x="1347561" y="1500638"/>
                  <a:pt x="1336760" y="1576251"/>
                </a:cubicBezTo>
                <a:cubicBezTo>
                  <a:pt x="1352258" y="1622749"/>
                  <a:pt x="1348162" y="1597934"/>
                  <a:pt x="1336760" y="1672045"/>
                </a:cubicBezTo>
                <a:cubicBezTo>
                  <a:pt x="1334509" y="1686675"/>
                  <a:pt x="1314446" y="1709757"/>
                  <a:pt x="1328051" y="1715588"/>
                </a:cubicBezTo>
                <a:cubicBezTo>
                  <a:pt x="1350053" y="1725018"/>
                  <a:pt x="1374497" y="1703977"/>
                  <a:pt x="1397720" y="1698171"/>
                </a:cubicBezTo>
                <a:cubicBezTo>
                  <a:pt x="1406428" y="1692365"/>
                  <a:pt x="1415805" y="1687454"/>
                  <a:pt x="1423845" y="1680754"/>
                </a:cubicBezTo>
                <a:cubicBezTo>
                  <a:pt x="1433306" y="1672869"/>
                  <a:pt x="1439949" y="1661786"/>
                  <a:pt x="1449971" y="1654628"/>
                </a:cubicBezTo>
                <a:cubicBezTo>
                  <a:pt x="1484102" y="1630248"/>
                  <a:pt x="1480714" y="1648472"/>
                  <a:pt x="1502223" y="1619794"/>
                </a:cubicBezTo>
                <a:cubicBezTo>
                  <a:pt x="1514783" y="1603048"/>
                  <a:pt x="1537057" y="1567543"/>
                  <a:pt x="1537057" y="1567543"/>
                </a:cubicBezTo>
                <a:cubicBezTo>
                  <a:pt x="1540236" y="1545286"/>
                  <a:pt x="1544997" y="1497019"/>
                  <a:pt x="1554474" y="1471748"/>
                </a:cubicBezTo>
                <a:cubicBezTo>
                  <a:pt x="1559032" y="1459593"/>
                  <a:pt x="1567786" y="1449230"/>
                  <a:pt x="1571891" y="1436914"/>
                </a:cubicBezTo>
                <a:cubicBezTo>
                  <a:pt x="1579461" y="1414205"/>
                  <a:pt x="1581738" y="1389954"/>
                  <a:pt x="1589308" y="1367245"/>
                </a:cubicBezTo>
                <a:cubicBezTo>
                  <a:pt x="1610189" y="1304607"/>
                  <a:pt x="1584855" y="1382829"/>
                  <a:pt x="1606725" y="1306285"/>
                </a:cubicBezTo>
                <a:cubicBezTo>
                  <a:pt x="1609247" y="1297459"/>
                  <a:pt x="1621924" y="1273669"/>
                  <a:pt x="1615434" y="1280160"/>
                </a:cubicBezTo>
                <a:cubicBezTo>
                  <a:pt x="1600993" y="1294603"/>
                  <a:pt x="1597115" y="1322903"/>
                  <a:pt x="1589308" y="1341120"/>
                </a:cubicBezTo>
                <a:cubicBezTo>
                  <a:pt x="1584194" y="1353052"/>
                  <a:pt x="1576712" y="1363901"/>
                  <a:pt x="1571891" y="1375954"/>
                </a:cubicBezTo>
                <a:cubicBezTo>
                  <a:pt x="1565073" y="1393000"/>
                  <a:pt x="1561292" y="1411159"/>
                  <a:pt x="1554474" y="1428205"/>
                </a:cubicBezTo>
                <a:cubicBezTo>
                  <a:pt x="1548668" y="1442719"/>
                  <a:pt x="1542546" y="1457111"/>
                  <a:pt x="1537057" y="1471748"/>
                </a:cubicBezTo>
                <a:cubicBezTo>
                  <a:pt x="1533834" y="1480343"/>
                  <a:pt x="1531964" y="1489436"/>
                  <a:pt x="1528348" y="1497874"/>
                </a:cubicBezTo>
                <a:cubicBezTo>
                  <a:pt x="1523234" y="1509806"/>
                  <a:pt x="1516737" y="1521097"/>
                  <a:pt x="1510931" y="1532708"/>
                </a:cubicBezTo>
                <a:cubicBezTo>
                  <a:pt x="1504087" y="1573772"/>
                  <a:pt x="1503908" y="1583415"/>
                  <a:pt x="1493514" y="1619794"/>
                </a:cubicBezTo>
                <a:cubicBezTo>
                  <a:pt x="1490992" y="1628621"/>
                  <a:pt x="1489897" y="1638282"/>
                  <a:pt x="1484805" y="1645920"/>
                </a:cubicBezTo>
                <a:cubicBezTo>
                  <a:pt x="1477974" y="1656167"/>
                  <a:pt x="1468927" y="1665214"/>
                  <a:pt x="1458680" y="1672045"/>
                </a:cubicBezTo>
                <a:cubicBezTo>
                  <a:pt x="1451042" y="1677137"/>
                  <a:pt x="1441381" y="1678232"/>
                  <a:pt x="1432554" y="1680754"/>
                </a:cubicBezTo>
                <a:cubicBezTo>
                  <a:pt x="1355983" y="1702633"/>
                  <a:pt x="1434256" y="1677285"/>
                  <a:pt x="1371594" y="1698171"/>
                </a:cubicBezTo>
                <a:cubicBezTo>
                  <a:pt x="1368691" y="1686560"/>
                  <a:pt x="1365481" y="1675021"/>
                  <a:pt x="1362885" y="1663337"/>
                </a:cubicBezTo>
                <a:cubicBezTo>
                  <a:pt x="1355778" y="1631354"/>
                  <a:pt x="1354575" y="1615316"/>
                  <a:pt x="1345468" y="1584960"/>
                </a:cubicBezTo>
                <a:cubicBezTo>
                  <a:pt x="1340192" y="1567375"/>
                  <a:pt x="1333857" y="1550125"/>
                  <a:pt x="1328051" y="1532708"/>
                </a:cubicBezTo>
                <a:cubicBezTo>
                  <a:pt x="1325148" y="1524000"/>
                  <a:pt x="1326981" y="1511675"/>
                  <a:pt x="1319343" y="1506583"/>
                </a:cubicBezTo>
                <a:lnTo>
                  <a:pt x="1267091" y="1471748"/>
                </a:lnTo>
                <a:cubicBezTo>
                  <a:pt x="1264188" y="1463040"/>
                  <a:pt x="1261999" y="1454060"/>
                  <a:pt x="1258383" y="1445623"/>
                </a:cubicBezTo>
                <a:cubicBezTo>
                  <a:pt x="1253269" y="1433690"/>
                  <a:pt x="1245070" y="1423104"/>
                  <a:pt x="1240965" y="1410788"/>
                </a:cubicBezTo>
                <a:cubicBezTo>
                  <a:pt x="1236284" y="1396746"/>
                  <a:pt x="1235160" y="1381759"/>
                  <a:pt x="1232257" y="1367245"/>
                </a:cubicBezTo>
                <a:cubicBezTo>
                  <a:pt x="1232802" y="1364519"/>
                  <a:pt x="1242463" y="1306848"/>
                  <a:pt x="1249674" y="1297577"/>
                </a:cubicBezTo>
                <a:cubicBezTo>
                  <a:pt x="1264796" y="1278134"/>
                  <a:pt x="1284508" y="1262742"/>
                  <a:pt x="1301925" y="1245325"/>
                </a:cubicBezTo>
                <a:cubicBezTo>
                  <a:pt x="1307731" y="1239519"/>
                  <a:pt x="1314788" y="1234740"/>
                  <a:pt x="1319343" y="1227908"/>
                </a:cubicBezTo>
                <a:lnTo>
                  <a:pt x="1336760" y="1201783"/>
                </a:lnTo>
                <a:cubicBezTo>
                  <a:pt x="1333857" y="1175657"/>
                  <a:pt x="1332372" y="1149334"/>
                  <a:pt x="1328051" y="1123405"/>
                </a:cubicBezTo>
                <a:cubicBezTo>
                  <a:pt x="1326542" y="1114351"/>
                  <a:pt x="1325834" y="1103771"/>
                  <a:pt x="1319343" y="1097280"/>
                </a:cubicBezTo>
                <a:cubicBezTo>
                  <a:pt x="1312852" y="1090789"/>
                  <a:pt x="1301926" y="1091474"/>
                  <a:pt x="1293217" y="1088571"/>
                </a:cubicBezTo>
                <a:cubicBezTo>
                  <a:pt x="1249449" y="1022917"/>
                  <a:pt x="1270135" y="1065318"/>
                  <a:pt x="1284508" y="914400"/>
                </a:cubicBezTo>
                <a:cubicBezTo>
                  <a:pt x="1285643" y="902485"/>
                  <a:pt x="1288502" y="890566"/>
                  <a:pt x="1293217" y="879565"/>
                </a:cubicBezTo>
                <a:cubicBezTo>
                  <a:pt x="1318757" y="819972"/>
                  <a:pt x="1304666" y="886025"/>
                  <a:pt x="1319343" y="827314"/>
                </a:cubicBezTo>
                <a:cubicBezTo>
                  <a:pt x="1322933" y="812954"/>
                  <a:pt x="1324840" y="798220"/>
                  <a:pt x="1328051" y="783771"/>
                </a:cubicBezTo>
                <a:cubicBezTo>
                  <a:pt x="1330647" y="772087"/>
                  <a:pt x="1333857" y="760548"/>
                  <a:pt x="1336760" y="748937"/>
                </a:cubicBezTo>
                <a:cubicBezTo>
                  <a:pt x="1333857" y="719908"/>
                  <a:pt x="1341098" y="687945"/>
                  <a:pt x="1328051" y="661851"/>
                </a:cubicBezTo>
                <a:cubicBezTo>
                  <a:pt x="1318690" y="643128"/>
                  <a:pt x="1275800" y="627017"/>
                  <a:pt x="1275800" y="627017"/>
                </a:cubicBezTo>
                <a:lnTo>
                  <a:pt x="1258383" y="574765"/>
                </a:lnTo>
                <a:lnTo>
                  <a:pt x="1249674" y="548640"/>
                </a:lnTo>
                <a:cubicBezTo>
                  <a:pt x="1223548" y="568960"/>
                  <a:pt x="1191156" y="583122"/>
                  <a:pt x="1171297" y="609600"/>
                </a:cubicBezTo>
                <a:cubicBezTo>
                  <a:pt x="1162588" y="621211"/>
                  <a:pt x="1155870" y="634626"/>
                  <a:pt x="1145171" y="644434"/>
                </a:cubicBezTo>
                <a:cubicBezTo>
                  <a:pt x="1120773" y="666799"/>
                  <a:pt x="1090198" y="681990"/>
                  <a:pt x="1066794" y="705394"/>
                </a:cubicBezTo>
                <a:cubicBezTo>
                  <a:pt x="1055183" y="717005"/>
                  <a:pt x="1044428" y="729541"/>
                  <a:pt x="1031960" y="740228"/>
                </a:cubicBezTo>
                <a:cubicBezTo>
                  <a:pt x="1010747" y="758411"/>
                  <a:pt x="995704" y="760946"/>
                  <a:pt x="971000" y="775063"/>
                </a:cubicBezTo>
                <a:cubicBezTo>
                  <a:pt x="942709" y="791230"/>
                  <a:pt x="942765" y="794589"/>
                  <a:pt x="918748" y="818605"/>
                </a:cubicBezTo>
                <a:cubicBezTo>
                  <a:pt x="904582" y="846938"/>
                  <a:pt x="892623" y="863218"/>
                  <a:pt x="892623" y="896983"/>
                </a:cubicBezTo>
                <a:cubicBezTo>
                  <a:pt x="892623" y="930519"/>
                  <a:pt x="905327" y="1026074"/>
                  <a:pt x="927457" y="1053737"/>
                </a:cubicBezTo>
                <a:cubicBezTo>
                  <a:pt x="939068" y="1068251"/>
                  <a:pt x="951358" y="1082248"/>
                  <a:pt x="962291" y="1097280"/>
                </a:cubicBezTo>
                <a:cubicBezTo>
                  <a:pt x="974603" y="1114209"/>
                  <a:pt x="983724" y="1133450"/>
                  <a:pt x="997125" y="1149531"/>
                </a:cubicBezTo>
                <a:cubicBezTo>
                  <a:pt x="1012894" y="1168454"/>
                  <a:pt x="1031960" y="1184366"/>
                  <a:pt x="1049377" y="1201783"/>
                </a:cubicBezTo>
                <a:cubicBezTo>
                  <a:pt x="1058086" y="1210491"/>
                  <a:pt x="1068672" y="1217661"/>
                  <a:pt x="1075503" y="1227908"/>
                </a:cubicBezTo>
                <a:cubicBezTo>
                  <a:pt x="1099751" y="1264281"/>
                  <a:pt x="1085519" y="1246633"/>
                  <a:pt x="1119045" y="1280160"/>
                </a:cubicBezTo>
                <a:cubicBezTo>
                  <a:pt x="1147084" y="1364272"/>
                  <a:pt x="1102117" y="1233484"/>
                  <a:pt x="1145171" y="1341120"/>
                </a:cubicBezTo>
                <a:cubicBezTo>
                  <a:pt x="1151989" y="1358166"/>
                  <a:pt x="1156782" y="1375954"/>
                  <a:pt x="1162588" y="1393371"/>
                </a:cubicBezTo>
                <a:lnTo>
                  <a:pt x="1171297" y="1419497"/>
                </a:lnTo>
                <a:lnTo>
                  <a:pt x="1180005" y="1445623"/>
                </a:lnTo>
                <a:cubicBezTo>
                  <a:pt x="1177102" y="1489166"/>
                  <a:pt x="1181881" y="1533915"/>
                  <a:pt x="1171297" y="1576251"/>
                </a:cubicBezTo>
                <a:cubicBezTo>
                  <a:pt x="1168759" y="1586405"/>
                  <a:pt x="1157555" y="1559925"/>
                  <a:pt x="1153880" y="1550125"/>
                </a:cubicBezTo>
                <a:cubicBezTo>
                  <a:pt x="1148683" y="1536266"/>
                  <a:pt x="1149852" y="1520625"/>
                  <a:pt x="1145171" y="1506583"/>
                </a:cubicBezTo>
                <a:cubicBezTo>
                  <a:pt x="1141066" y="1494267"/>
                  <a:pt x="1134195" y="1483020"/>
                  <a:pt x="1127754" y="1471748"/>
                </a:cubicBezTo>
                <a:cubicBezTo>
                  <a:pt x="1118227" y="1455075"/>
                  <a:pt x="1107975" y="1440249"/>
                  <a:pt x="1092920" y="1428205"/>
                </a:cubicBezTo>
                <a:cubicBezTo>
                  <a:pt x="1084747" y="1421667"/>
                  <a:pt x="1074195" y="1418189"/>
                  <a:pt x="1066794" y="1410788"/>
                </a:cubicBezTo>
                <a:cubicBezTo>
                  <a:pt x="1056531" y="1400525"/>
                  <a:pt x="1049377" y="1387565"/>
                  <a:pt x="1040668" y="1375954"/>
                </a:cubicBezTo>
                <a:cubicBezTo>
                  <a:pt x="1037765" y="1367245"/>
                  <a:pt x="1036065" y="1358039"/>
                  <a:pt x="1031960" y="1349828"/>
                </a:cubicBezTo>
                <a:cubicBezTo>
                  <a:pt x="1027279" y="1340467"/>
                  <a:pt x="1015841" y="1334088"/>
                  <a:pt x="1014543" y="1323703"/>
                </a:cubicBezTo>
                <a:cubicBezTo>
                  <a:pt x="1012707" y="1309016"/>
                  <a:pt x="1020040" y="1294609"/>
                  <a:pt x="1023251" y="1280160"/>
                </a:cubicBezTo>
                <a:cubicBezTo>
                  <a:pt x="1030540" y="1247360"/>
                  <a:pt x="1030972" y="1248289"/>
                  <a:pt x="1040668" y="1219200"/>
                </a:cubicBezTo>
                <a:cubicBezTo>
                  <a:pt x="1037765" y="1210491"/>
                  <a:pt x="1038451" y="1199565"/>
                  <a:pt x="1031960" y="1193074"/>
                </a:cubicBezTo>
                <a:cubicBezTo>
                  <a:pt x="1025469" y="1186583"/>
                  <a:pt x="1014045" y="1188470"/>
                  <a:pt x="1005834" y="1184365"/>
                </a:cubicBezTo>
                <a:cubicBezTo>
                  <a:pt x="996473" y="1179684"/>
                  <a:pt x="987585" y="1173840"/>
                  <a:pt x="979708" y="1166948"/>
                </a:cubicBezTo>
                <a:cubicBezTo>
                  <a:pt x="964260" y="1153431"/>
                  <a:pt x="936165" y="1123405"/>
                  <a:pt x="936165" y="1123405"/>
                </a:cubicBezTo>
                <a:cubicBezTo>
                  <a:pt x="915287" y="1060767"/>
                  <a:pt x="940618" y="1138989"/>
                  <a:pt x="918748" y="1062445"/>
                </a:cubicBezTo>
                <a:cubicBezTo>
                  <a:pt x="916226" y="1053619"/>
                  <a:pt x="912943" y="1045028"/>
                  <a:pt x="910040" y="1036320"/>
                </a:cubicBezTo>
                <a:cubicBezTo>
                  <a:pt x="912943" y="984068"/>
                  <a:pt x="913786" y="931662"/>
                  <a:pt x="918748" y="879565"/>
                </a:cubicBezTo>
                <a:cubicBezTo>
                  <a:pt x="919618" y="870427"/>
                  <a:pt x="921722" y="860608"/>
                  <a:pt x="927457" y="853440"/>
                </a:cubicBezTo>
                <a:cubicBezTo>
                  <a:pt x="939734" y="838094"/>
                  <a:pt x="962498" y="833051"/>
                  <a:pt x="979708" y="827314"/>
                </a:cubicBezTo>
                <a:cubicBezTo>
                  <a:pt x="985514" y="818605"/>
                  <a:pt x="995404" y="811512"/>
                  <a:pt x="997125" y="801188"/>
                </a:cubicBezTo>
                <a:cubicBezTo>
                  <a:pt x="998634" y="792134"/>
                  <a:pt x="993140" y="782934"/>
                  <a:pt x="988417" y="775063"/>
                </a:cubicBezTo>
                <a:cubicBezTo>
                  <a:pt x="980143" y="761273"/>
                  <a:pt x="956743" y="748140"/>
                  <a:pt x="944874" y="740228"/>
                </a:cubicBezTo>
                <a:cubicBezTo>
                  <a:pt x="891268" y="659820"/>
                  <a:pt x="959675" y="758729"/>
                  <a:pt x="910040" y="696685"/>
                </a:cubicBezTo>
                <a:cubicBezTo>
                  <a:pt x="903502" y="688512"/>
                  <a:pt x="898429" y="679268"/>
                  <a:pt x="892623" y="670560"/>
                </a:cubicBezTo>
                <a:cubicBezTo>
                  <a:pt x="892824" y="668953"/>
                  <a:pt x="905554" y="559407"/>
                  <a:pt x="910040" y="548640"/>
                </a:cubicBezTo>
                <a:cubicBezTo>
                  <a:pt x="918091" y="529317"/>
                  <a:pt x="935513" y="515111"/>
                  <a:pt x="944874" y="496388"/>
                </a:cubicBezTo>
                <a:cubicBezTo>
                  <a:pt x="966972" y="452193"/>
                  <a:pt x="955090" y="472356"/>
                  <a:pt x="979708" y="435428"/>
                </a:cubicBezTo>
                <a:cubicBezTo>
                  <a:pt x="982611" y="423817"/>
                  <a:pt x="988417" y="412563"/>
                  <a:pt x="988417" y="400594"/>
                </a:cubicBezTo>
                <a:cubicBezTo>
                  <a:pt x="988417" y="286761"/>
                  <a:pt x="987115" y="337765"/>
                  <a:pt x="971000" y="278674"/>
                </a:cubicBezTo>
                <a:cubicBezTo>
                  <a:pt x="964702" y="255580"/>
                  <a:pt x="961153" y="231714"/>
                  <a:pt x="953583" y="209005"/>
                </a:cubicBezTo>
                <a:cubicBezTo>
                  <a:pt x="937303" y="160169"/>
                  <a:pt x="947102" y="191791"/>
                  <a:pt x="927457" y="113211"/>
                </a:cubicBezTo>
                <a:cubicBezTo>
                  <a:pt x="914297" y="60572"/>
                  <a:pt x="922529" y="89722"/>
                  <a:pt x="901331" y="26125"/>
                </a:cubicBezTo>
                <a:lnTo>
                  <a:pt x="892623" y="0"/>
                </a:lnTo>
                <a:cubicBezTo>
                  <a:pt x="886489" y="42939"/>
                  <a:pt x="886404" y="58463"/>
                  <a:pt x="875205" y="95794"/>
                </a:cubicBezTo>
                <a:cubicBezTo>
                  <a:pt x="858793" y="150500"/>
                  <a:pt x="859118" y="136036"/>
                  <a:pt x="849080" y="182880"/>
                </a:cubicBezTo>
                <a:cubicBezTo>
                  <a:pt x="842877" y="211826"/>
                  <a:pt x="844902" y="243487"/>
                  <a:pt x="831663" y="269965"/>
                </a:cubicBezTo>
                <a:cubicBezTo>
                  <a:pt x="819742" y="293805"/>
                  <a:pt x="813241" y="310409"/>
                  <a:pt x="796828" y="330925"/>
                </a:cubicBezTo>
                <a:cubicBezTo>
                  <a:pt x="775231" y="357922"/>
                  <a:pt x="779861" y="338735"/>
                  <a:pt x="761994" y="374468"/>
                </a:cubicBezTo>
                <a:cubicBezTo>
                  <a:pt x="757889" y="382679"/>
                  <a:pt x="757839" y="392624"/>
                  <a:pt x="753285" y="400594"/>
                </a:cubicBezTo>
                <a:cubicBezTo>
                  <a:pt x="746084" y="413196"/>
                  <a:pt x="734852" y="423120"/>
                  <a:pt x="727160" y="435428"/>
                </a:cubicBezTo>
                <a:cubicBezTo>
                  <a:pt x="708186" y="465787"/>
                  <a:pt x="709393" y="471664"/>
                  <a:pt x="701034" y="505097"/>
                </a:cubicBezTo>
                <a:cubicBezTo>
                  <a:pt x="720950" y="963148"/>
                  <a:pt x="701034" y="396766"/>
                  <a:pt x="701034" y="1027611"/>
                </a:cubicBezTo>
                <a:cubicBezTo>
                  <a:pt x="701034" y="1062566"/>
                  <a:pt x="705123" y="1097466"/>
                  <a:pt x="709743" y="1132114"/>
                </a:cubicBezTo>
                <a:cubicBezTo>
                  <a:pt x="710956" y="1141213"/>
                  <a:pt x="712943" y="1150896"/>
                  <a:pt x="718451" y="1158240"/>
                </a:cubicBezTo>
                <a:cubicBezTo>
                  <a:pt x="718459" y="1158250"/>
                  <a:pt x="778825" y="1218613"/>
                  <a:pt x="788120" y="1227908"/>
                </a:cubicBezTo>
                <a:lnTo>
                  <a:pt x="814245" y="1254034"/>
                </a:lnTo>
                <a:cubicBezTo>
                  <a:pt x="820051" y="1259840"/>
                  <a:pt x="824319" y="1267779"/>
                  <a:pt x="831663" y="1271451"/>
                </a:cubicBezTo>
                <a:cubicBezTo>
                  <a:pt x="859882" y="1285561"/>
                  <a:pt x="889734" y="1298321"/>
                  <a:pt x="910040" y="1323703"/>
                </a:cubicBezTo>
                <a:cubicBezTo>
                  <a:pt x="929404" y="1347908"/>
                  <a:pt x="933614" y="1362405"/>
                  <a:pt x="944874" y="1393371"/>
                </a:cubicBezTo>
                <a:cubicBezTo>
                  <a:pt x="951148" y="1410625"/>
                  <a:pt x="962291" y="1445623"/>
                  <a:pt x="962291" y="1445623"/>
                </a:cubicBezTo>
                <a:cubicBezTo>
                  <a:pt x="959388" y="1454331"/>
                  <a:pt x="960751" y="1466014"/>
                  <a:pt x="953583" y="1471748"/>
                </a:cubicBezTo>
                <a:cubicBezTo>
                  <a:pt x="944237" y="1479225"/>
                  <a:pt x="930717" y="1480457"/>
                  <a:pt x="918748" y="1480457"/>
                </a:cubicBezTo>
                <a:cubicBezTo>
                  <a:pt x="867848" y="1480457"/>
                  <a:pt x="834438" y="1472303"/>
                  <a:pt x="788120" y="1463040"/>
                </a:cubicBezTo>
                <a:cubicBezTo>
                  <a:pt x="770703" y="1454331"/>
                  <a:pt x="752963" y="1446239"/>
                  <a:pt x="735868" y="1436914"/>
                </a:cubicBezTo>
                <a:cubicBezTo>
                  <a:pt x="671233" y="1401659"/>
                  <a:pt x="715553" y="1418530"/>
                  <a:pt x="666200" y="1402080"/>
                </a:cubicBezTo>
                <a:cubicBezTo>
                  <a:pt x="657491" y="1396274"/>
                  <a:pt x="648247" y="1391201"/>
                  <a:pt x="640074" y="1384663"/>
                </a:cubicBezTo>
                <a:cubicBezTo>
                  <a:pt x="633663" y="1379534"/>
                  <a:pt x="630708" y="1368855"/>
                  <a:pt x="622657" y="1367245"/>
                </a:cubicBezTo>
                <a:cubicBezTo>
                  <a:pt x="613656" y="1365445"/>
                  <a:pt x="605240" y="1373051"/>
                  <a:pt x="596531" y="1375954"/>
                </a:cubicBezTo>
                <a:cubicBezTo>
                  <a:pt x="571351" y="1401134"/>
                  <a:pt x="556836" y="1413726"/>
                  <a:pt x="535571" y="1445623"/>
                </a:cubicBezTo>
                <a:cubicBezTo>
                  <a:pt x="528370" y="1456425"/>
                  <a:pt x="524595" y="1469186"/>
                  <a:pt x="518154" y="1480457"/>
                </a:cubicBezTo>
                <a:cubicBezTo>
                  <a:pt x="512961" y="1489544"/>
                  <a:pt x="504988" y="1497019"/>
                  <a:pt x="500737" y="1506583"/>
                </a:cubicBezTo>
                <a:cubicBezTo>
                  <a:pt x="493281" y="1523360"/>
                  <a:pt x="489126" y="1541417"/>
                  <a:pt x="483320" y="1558834"/>
                </a:cubicBezTo>
                <a:cubicBezTo>
                  <a:pt x="480417" y="1567543"/>
                  <a:pt x="476837" y="1576054"/>
                  <a:pt x="474611" y="1584960"/>
                </a:cubicBezTo>
                <a:cubicBezTo>
                  <a:pt x="471708" y="1596571"/>
                  <a:pt x="470106" y="1608587"/>
                  <a:pt x="465903" y="1619794"/>
                </a:cubicBezTo>
                <a:cubicBezTo>
                  <a:pt x="461345" y="1631949"/>
                  <a:pt x="453758" y="1642765"/>
                  <a:pt x="448485" y="1654628"/>
                </a:cubicBezTo>
                <a:cubicBezTo>
                  <a:pt x="429819" y="1696625"/>
                  <a:pt x="435092" y="1695483"/>
                  <a:pt x="413651" y="1733005"/>
                </a:cubicBezTo>
                <a:cubicBezTo>
                  <a:pt x="408458" y="1742092"/>
                  <a:pt x="403187" y="1751308"/>
                  <a:pt x="396234" y="1759131"/>
                </a:cubicBezTo>
                <a:cubicBezTo>
                  <a:pt x="379870" y="1777541"/>
                  <a:pt x="361400" y="1793966"/>
                  <a:pt x="343983" y="1811383"/>
                </a:cubicBezTo>
                <a:lnTo>
                  <a:pt x="291731" y="1863634"/>
                </a:lnTo>
                <a:cubicBezTo>
                  <a:pt x="283022" y="1872343"/>
                  <a:pt x="275852" y="1882928"/>
                  <a:pt x="265605" y="1889760"/>
                </a:cubicBezTo>
                <a:cubicBezTo>
                  <a:pt x="256897" y="1895566"/>
                  <a:pt x="247303" y="1900224"/>
                  <a:pt x="239480" y="1907177"/>
                </a:cubicBezTo>
                <a:cubicBezTo>
                  <a:pt x="221070" y="1923541"/>
                  <a:pt x="187228" y="1959428"/>
                  <a:pt x="187228" y="1959428"/>
                </a:cubicBezTo>
                <a:lnTo>
                  <a:pt x="169811" y="2011680"/>
                </a:lnTo>
                <a:lnTo>
                  <a:pt x="161103" y="2037805"/>
                </a:lnTo>
                <a:cubicBezTo>
                  <a:pt x="158200" y="2072639"/>
                  <a:pt x="156730" y="2107623"/>
                  <a:pt x="152394" y="2142308"/>
                </a:cubicBezTo>
                <a:cubicBezTo>
                  <a:pt x="150909" y="2154185"/>
                  <a:pt x="147470" y="2165788"/>
                  <a:pt x="143685" y="2177143"/>
                </a:cubicBezTo>
                <a:cubicBezTo>
                  <a:pt x="136221" y="2199534"/>
                  <a:pt x="120988" y="2234279"/>
                  <a:pt x="108851" y="2255520"/>
                </a:cubicBezTo>
                <a:cubicBezTo>
                  <a:pt x="103658" y="2264607"/>
                  <a:pt x="96627" y="2272558"/>
                  <a:pt x="91434" y="2281645"/>
                </a:cubicBezTo>
                <a:cubicBezTo>
                  <a:pt x="84993" y="2292917"/>
                  <a:pt x="80458" y="2305208"/>
                  <a:pt x="74017" y="2316480"/>
                </a:cubicBezTo>
                <a:cubicBezTo>
                  <a:pt x="39928" y="2376136"/>
                  <a:pt x="73506" y="2314259"/>
                  <a:pt x="39183" y="2360023"/>
                </a:cubicBezTo>
                <a:cubicBezTo>
                  <a:pt x="26623" y="2376769"/>
                  <a:pt x="-13069" y="2423885"/>
                  <a:pt x="4348" y="2412274"/>
                </a:cubicBezTo>
                <a:cubicBezTo>
                  <a:pt x="94740" y="2352014"/>
                  <a:pt x="-45201" y="2443746"/>
                  <a:pt x="65308" y="2377440"/>
                </a:cubicBezTo>
                <a:cubicBezTo>
                  <a:pt x="83258" y="2366670"/>
                  <a:pt x="100143" y="2354217"/>
                  <a:pt x="117560" y="2342605"/>
                </a:cubicBezTo>
                <a:cubicBezTo>
                  <a:pt x="126268" y="2336799"/>
                  <a:pt x="135312" y="2331468"/>
                  <a:pt x="143685" y="2325188"/>
                </a:cubicBezTo>
                <a:cubicBezTo>
                  <a:pt x="155297" y="2316480"/>
                  <a:pt x="167672" y="2308706"/>
                  <a:pt x="178520" y="2299063"/>
                </a:cubicBezTo>
                <a:cubicBezTo>
                  <a:pt x="193862" y="2285426"/>
                  <a:pt x="222063" y="2255520"/>
                  <a:pt x="222063" y="2255520"/>
                </a:cubicBezTo>
                <a:cubicBezTo>
                  <a:pt x="227869" y="2243908"/>
                  <a:pt x="234207" y="2232548"/>
                  <a:pt x="239480" y="2220685"/>
                </a:cubicBezTo>
                <a:cubicBezTo>
                  <a:pt x="245829" y="2206400"/>
                  <a:pt x="249906" y="2191125"/>
                  <a:pt x="256897" y="2177143"/>
                </a:cubicBezTo>
                <a:cubicBezTo>
                  <a:pt x="261578" y="2167782"/>
                  <a:pt x="269121" y="2160104"/>
                  <a:pt x="274314" y="2151017"/>
                </a:cubicBezTo>
                <a:cubicBezTo>
                  <a:pt x="280755" y="2139746"/>
                  <a:pt x="286459" y="2128046"/>
                  <a:pt x="291731" y="2116183"/>
                </a:cubicBezTo>
                <a:cubicBezTo>
                  <a:pt x="298080" y="2101898"/>
                  <a:pt x="302799" y="2086925"/>
                  <a:pt x="309148" y="2072640"/>
                </a:cubicBezTo>
                <a:cubicBezTo>
                  <a:pt x="314420" y="2060777"/>
                  <a:pt x="321451" y="2049737"/>
                  <a:pt x="326565" y="2037805"/>
                </a:cubicBezTo>
                <a:cubicBezTo>
                  <a:pt x="330181" y="2029368"/>
                  <a:pt x="331658" y="2020117"/>
                  <a:pt x="335274" y="2011680"/>
                </a:cubicBezTo>
                <a:cubicBezTo>
                  <a:pt x="340388" y="1999748"/>
                  <a:pt x="346012" y="1987977"/>
                  <a:pt x="352691" y="1976845"/>
                </a:cubicBezTo>
                <a:cubicBezTo>
                  <a:pt x="363461" y="1958895"/>
                  <a:pt x="380905" y="1944452"/>
                  <a:pt x="387525" y="1924594"/>
                </a:cubicBezTo>
                <a:cubicBezTo>
                  <a:pt x="390428" y="1915885"/>
                  <a:pt x="391679" y="1906438"/>
                  <a:pt x="396234" y="1898468"/>
                </a:cubicBezTo>
                <a:cubicBezTo>
                  <a:pt x="403435" y="1885866"/>
                  <a:pt x="412097" y="1873897"/>
                  <a:pt x="422360" y="1863634"/>
                </a:cubicBezTo>
                <a:cubicBezTo>
                  <a:pt x="429761" y="1856233"/>
                  <a:pt x="439398" y="1851410"/>
                  <a:pt x="448485" y="1846217"/>
                </a:cubicBezTo>
                <a:cubicBezTo>
                  <a:pt x="472440" y="1832528"/>
                  <a:pt x="501203" y="1820714"/>
                  <a:pt x="526863" y="1811383"/>
                </a:cubicBezTo>
                <a:cubicBezTo>
                  <a:pt x="544117" y="1805109"/>
                  <a:pt x="579114" y="1793965"/>
                  <a:pt x="579114" y="1793965"/>
                </a:cubicBezTo>
                <a:cubicBezTo>
                  <a:pt x="590725" y="1785257"/>
                  <a:pt x="602137" y="1776276"/>
                  <a:pt x="613948" y="1767840"/>
                </a:cubicBezTo>
                <a:cubicBezTo>
                  <a:pt x="635075" y="1752750"/>
                  <a:pt x="641954" y="1752426"/>
                  <a:pt x="657491" y="1733005"/>
                </a:cubicBezTo>
                <a:cubicBezTo>
                  <a:pt x="664029" y="1724832"/>
                  <a:pt x="668208" y="1714920"/>
                  <a:pt x="674908" y="1706880"/>
                </a:cubicBezTo>
                <a:cubicBezTo>
                  <a:pt x="682793" y="1697419"/>
                  <a:pt x="693150" y="1690215"/>
                  <a:pt x="701034" y="1680754"/>
                </a:cubicBezTo>
                <a:cubicBezTo>
                  <a:pt x="707734" y="1672713"/>
                  <a:pt x="711559" y="1662505"/>
                  <a:pt x="718451" y="1654628"/>
                </a:cubicBezTo>
                <a:cubicBezTo>
                  <a:pt x="754112" y="1613873"/>
                  <a:pt x="752708" y="1617276"/>
                  <a:pt x="788120" y="1593668"/>
                </a:cubicBezTo>
                <a:cubicBezTo>
                  <a:pt x="906514" y="1600633"/>
                  <a:pt x="923146" y="1594768"/>
                  <a:pt x="1023251" y="1619794"/>
                </a:cubicBezTo>
                <a:lnTo>
                  <a:pt x="1092920" y="1637211"/>
                </a:lnTo>
                <a:cubicBezTo>
                  <a:pt x="1078406" y="1640114"/>
                  <a:pt x="1063826" y="1642709"/>
                  <a:pt x="1049377" y="1645920"/>
                </a:cubicBezTo>
                <a:cubicBezTo>
                  <a:pt x="1037693" y="1648516"/>
                  <a:pt x="1026246" y="1652120"/>
                  <a:pt x="1014543" y="1654628"/>
                </a:cubicBezTo>
                <a:cubicBezTo>
                  <a:pt x="975879" y="1662913"/>
                  <a:pt x="898042" y="1676045"/>
                  <a:pt x="857788" y="1689463"/>
                </a:cubicBezTo>
                <a:lnTo>
                  <a:pt x="805537" y="1706880"/>
                </a:lnTo>
                <a:cubicBezTo>
                  <a:pt x="796828" y="1709783"/>
                  <a:pt x="787934" y="1712179"/>
                  <a:pt x="779411" y="1715588"/>
                </a:cubicBezTo>
                <a:lnTo>
                  <a:pt x="735868" y="1733005"/>
                </a:lnTo>
                <a:cubicBezTo>
                  <a:pt x="730062" y="1738811"/>
                  <a:pt x="723580" y="1744012"/>
                  <a:pt x="718451" y="1750423"/>
                </a:cubicBezTo>
                <a:cubicBezTo>
                  <a:pt x="711913" y="1758596"/>
                  <a:pt x="707117" y="1768031"/>
                  <a:pt x="701034" y="1776548"/>
                </a:cubicBezTo>
                <a:cubicBezTo>
                  <a:pt x="692598" y="1788359"/>
                  <a:pt x="683617" y="1799771"/>
                  <a:pt x="674908" y="1811383"/>
                </a:cubicBezTo>
                <a:cubicBezTo>
                  <a:pt x="670806" y="1827793"/>
                  <a:pt x="658412" y="1875025"/>
                  <a:pt x="657491" y="1889760"/>
                </a:cubicBezTo>
                <a:cubicBezTo>
                  <a:pt x="652599" y="1968038"/>
                  <a:pt x="653134" y="2046581"/>
                  <a:pt x="648783" y="2124891"/>
                </a:cubicBezTo>
                <a:cubicBezTo>
                  <a:pt x="643499" y="2220003"/>
                  <a:pt x="649430" y="2177864"/>
                  <a:pt x="622657" y="2238103"/>
                </a:cubicBezTo>
                <a:cubicBezTo>
                  <a:pt x="616308" y="2252388"/>
                  <a:pt x="614204" y="2268839"/>
                  <a:pt x="605240" y="2281645"/>
                </a:cubicBezTo>
                <a:cubicBezTo>
                  <a:pt x="593469" y="2298461"/>
                  <a:pt x="576211" y="2310674"/>
                  <a:pt x="561697" y="2325188"/>
                </a:cubicBezTo>
                <a:cubicBezTo>
                  <a:pt x="550086" y="2336800"/>
                  <a:pt x="540526" y="2350914"/>
                  <a:pt x="526863" y="2360023"/>
                </a:cubicBezTo>
                <a:cubicBezTo>
                  <a:pt x="490490" y="2384271"/>
                  <a:pt x="508138" y="2370039"/>
                  <a:pt x="474611" y="2403565"/>
                </a:cubicBezTo>
                <a:cubicBezTo>
                  <a:pt x="464703" y="2423381"/>
                  <a:pt x="448485" y="2449522"/>
                  <a:pt x="448485" y="2473234"/>
                </a:cubicBezTo>
                <a:cubicBezTo>
                  <a:pt x="448485" y="2482414"/>
                  <a:pt x="449948" y="2493724"/>
                  <a:pt x="457194" y="2499360"/>
                </a:cubicBezTo>
                <a:cubicBezTo>
                  <a:pt x="495264" y="2528970"/>
                  <a:pt x="521175" y="2532772"/>
                  <a:pt x="561697" y="2542903"/>
                </a:cubicBezTo>
                <a:cubicBezTo>
                  <a:pt x="570406" y="2548709"/>
                  <a:pt x="577499" y="2562041"/>
                  <a:pt x="587823" y="2560320"/>
                </a:cubicBezTo>
                <a:cubicBezTo>
                  <a:pt x="599971" y="2558295"/>
                  <a:pt x="606064" y="2543655"/>
                  <a:pt x="613948" y="2534194"/>
                </a:cubicBezTo>
                <a:cubicBezTo>
                  <a:pt x="629316" y="2515752"/>
                  <a:pt x="634414" y="2494369"/>
                  <a:pt x="657491" y="2481943"/>
                </a:cubicBezTo>
                <a:cubicBezTo>
                  <a:pt x="685019" y="2467120"/>
                  <a:pt x="714245" y="2454690"/>
                  <a:pt x="744577" y="2447108"/>
                </a:cubicBezTo>
                <a:cubicBezTo>
                  <a:pt x="829529" y="2425871"/>
                  <a:pt x="723452" y="2451802"/>
                  <a:pt x="822954" y="2429691"/>
                </a:cubicBezTo>
                <a:cubicBezTo>
                  <a:pt x="834638" y="2427095"/>
                  <a:pt x="846177" y="2423886"/>
                  <a:pt x="857788" y="2420983"/>
                </a:cubicBezTo>
                <a:cubicBezTo>
                  <a:pt x="865799" y="2412971"/>
                  <a:pt x="892074" y="2388972"/>
                  <a:pt x="892623" y="2377440"/>
                </a:cubicBezTo>
                <a:cubicBezTo>
                  <a:pt x="897388" y="2277377"/>
                  <a:pt x="890135" y="2251786"/>
                  <a:pt x="875205" y="2177143"/>
                </a:cubicBezTo>
                <a:cubicBezTo>
                  <a:pt x="878108" y="2075543"/>
                  <a:pt x="879191" y="1973875"/>
                  <a:pt x="883914" y="1872343"/>
                </a:cubicBezTo>
                <a:cubicBezTo>
                  <a:pt x="885681" y="1834361"/>
                  <a:pt x="891257" y="1803101"/>
                  <a:pt x="901331" y="1767840"/>
                </a:cubicBezTo>
                <a:cubicBezTo>
                  <a:pt x="903853" y="1759013"/>
                  <a:pt x="904948" y="1749352"/>
                  <a:pt x="910040" y="1741714"/>
                </a:cubicBezTo>
                <a:cubicBezTo>
                  <a:pt x="916871" y="1731467"/>
                  <a:pt x="927457" y="1724297"/>
                  <a:pt x="936165" y="1715588"/>
                </a:cubicBezTo>
                <a:cubicBezTo>
                  <a:pt x="988417" y="1718491"/>
                  <a:pt x="1040769" y="1719951"/>
                  <a:pt x="1092920" y="1724297"/>
                </a:cubicBezTo>
                <a:cubicBezTo>
                  <a:pt x="1117078" y="1726310"/>
                  <a:pt x="1155086" y="1734594"/>
                  <a:pt x="1180005" y="1741714"/>
                </a:cubicBezTo>
                <a:cubicBezTo>
                  <a:pt x="1188832" y="1744236"/>
                  <a:pt x="1197422" y="1747520"/>
                  <a:pt x="1206131" y="1750423"/>
                </a:cubicBezTo>
                <a:cubicBezTo>
                  <a:pt x="1209034" y="1759131"/>
                  <a:pt x="1214840" y="1767369"/>
                  <a:pt x="1214840" y="1776548"/>
                </a:cubicBezTo>
                <a:cubicBezTo>
                  <a:pt x="1214840" y="1790366"/>
                  <a:pt x="1200781" y="1839256"/>
                  <a:pt x="1197423" y="1854925"/>
                </a:cubicBezTo>
                <a:cubicBezTo>
                  <a:pt x="1191220" y="1883871"/>
                  <a:pt x="1180005" y="1942011"/>
                  <a:pt x="1180005" y="1942011"/>
                </a:cubicBezTo>
                <a:cubicBezTo>
                  <a:pt x="1184346" y="2054859"/>
                  <a:pt x="1185085" y="2161892"/>
                  <a:pt x="1197423" y="2272937"/>
                </a:cubicBezTo>
                <a:cubicBezTo>
                  <a:pt x="1199373" y="2290486"/>
                  <a:pt x="1203446" y="2307736"/>
                  <a:pt x="1206131" y="2325188"/>
                </a:cubicBezTo>
                <a:cubicBezTo>
                  <a:pt x="1209252" y="2345476"/>
                  <a:pt x="1211719" y="2365860"/>
                  <a:pt x="1214840" y="2386148"/>
                </a:cubicBezTo>
                <a:cubicBezTo>
                  <a:pt x="1217525" y="2403600"/>
                  <a:pt x="1220863" y="2420948"/>
                  <a:pt x="1223548" y="2438400"/>
                </a:cubicBezTo>
                <a:cubicBezTo>
                  <a:pt x="1226669" y="2458688"/>
                  <a:pt x="1229056" y="2479085"/>
                  <a:pt x="1232257" y="2499360"/>
                </a:cubicBezTo>
                <a:cubicBezTo>
                  <a:pt x="1237765" y="2534243"/>
                  <a:pt x="1243868" y="2569029"/>
                  <a:pt x="1249674" y="2603863"/>
                </a:cubicBezTo>
                <a:cubicBezTo>
                  <a:pt x="1252577" y="2621280"/>
                  <a:pt x="1255886" y="2638634"/>
                  <a:pt x="1258383" y="2656114"/>
                </a:cubicBezTo>
                <a:cubicBezTo>
                  <a:pt x="1261286" y="2676434"/>
                  <a:pt x="1263717" y="2696827"/>
                  <a:pt x="1267091" y="2717074"/>
                </a:cubicBezTo>
                <a:cubicBezTo>
                  <a:pt x="1276012" y="2770601"/>
                  <a:pt x="1277245" y="2754761"/>
                  <a:pt x="1284508" y="2812868"/>
                </a:cubicBezTo>
                <a:cubicBezTo>
                  <a:pt x="1291029" y="2865035"/>
                  <a:pt x="1295404" y="2917456"/>
                  <a:pt x="1301925" y="2969623"/>
                </a:cubicBezTo>
                <a:cubicBezTo>
                  <a:pt x="1314970" y="3073976"/>
                  <a:pt x="1308690" y="3015968"/>
                  <a:pt x="1319343" y="3143794"/>
                </a:cubicBezTo>
                <a:cubicBezTo>
                  <a:pt x="1313189" y="3199178"/>
                  <a:pt x="1324110" y="3221803"/>
                  <a:pt x="1284508" y="3257005"/>
                </a:cubicBezTo>
                <a:cubicBezTo>
                  <a:pt x="1268863" y="3270912"/>
                  <a:pt x="1252116" y="3285221"/>
                  <a:pt x="1232257" y="3291840"/>
                </a:cubicBezTo>
                <a:lnTo>
                  <a:pt x="1180005" y="3309257"/>
                </a:lnTo>
                <a:cubicBezTo>
                  <a:pt x="1171297" y="3317966"/>
                  <a:pt x="1163341" y="3327499"/>
                  <a:pt x="1153880" y="3335383"/>
                </a:cubicBezTo>
                <a:cubicBezTo>
                  <a:pt x="1145839" y="3342084"/>
                  <a:pt x="1134293" y="3344627"/>
                  <a:pt x="1127754" y="3352800"/>
                </a:cubicBezTo>
                <a:cubicBezTo>
                  <a:pt x="1122019" y="3359968"/>
                  <a:pt x="1121948" y="3370217"/>
                  <a:pt x="1119045" y="3378925"/>
                </a:cubicBezTo>
                <a:cubicBezTo>
                  <a:pt x="1116142" y="3396342"/>
                  <a:pt x="1113800" y="3413862"/>
                  <a:pt x="1110337" y="3431177"/>
                </a:cubicBezTo>
                <a:cubicBezTo>
                  <a:pt x="1107990" y="3442913"/>
                  <a:pt x="1090923" y="3471364"/>
                  <a:pt x="1101628" y="3466011"/>
                </a:cubicBezTo>
                <a:cubicBezTo>
                  <a:pt x="1127331" y="3453159"/>
                  <a:pt x="1139598" y="3422293"/>
                  <a:pt x="1162588" y="3405051"/>
                </a:cubicBezTo>
                <a:cubicBezTo>
                  <a:pt x="1174200" y="3396342"/>
                  <a:pt x="1185346" y="3386976"/>
                  <a:pt x="1197423" y="3378925"/>
                </a:cubicBezTo>
                <a:cubicBezTo>
                  <a:pt x="1211506" y="3369536"/>
                  <a:pt x="1227192" y="3362638"/>
                  <a:pt x="1240965" y="3352800"/>
                </a:cubicBezTo>
                <a:cubicBezTo>
                  <a:pt x="1247646" y="3348028"/>
                  <a:pt x="1251039" y="3339055"/>
                  <a:pt x="1258383" y="3335383"/>
                </a:cubicBezTo>
                <a:cubicBezTo>
                  <a:pt x="1269088" y="3330030"/>
                  <a:pt x="1281606" y="3329577"/>
                  <a:pt x="1293217" y="3326674"/>
                </a:cubicBezTo>
                <a:cubicBezTo>
                  <a:pt x="1301926" y="3320868"/>
                  <a:pt x="1309982" y="3313938"/>
                  <a:pt x="1319343" y="3309257"/>
                </a:cubicBezTo>
                <a:cubicBezTo>
                  <a:pt x="1339983" y="3298937"/>
                  <a:pt x="1362565" y="3290548"/>
                  <a:pt x="1336760" y="3326674"/>
                </a:cubicBezTo>
                <a:cubicBezTo>
                  <a:pt x="1317564" y="3353549"/>
                  <a:pt x="1300904" y="3362189"/>
                  <a:pt x="1275800" y="3378925"/>
                </a:cubicBezTo>
                <a:cubicBezTo>
                  <a:pt x="1258311" y="3405159"/>
                  <a:pt x="1254221" y="3408954"/>
                  <a:pt x="1240965" y="3439885"/>
                </a:cubicBezTo>
                <a:cubicBezTo>
                  <a:pt x="1232021" y="3460754"/>
                  <a:pt x="1229857" y="3478764"/>
                  <a:pt x="1223548" y="3500845"/>
                </a:cubicBezTo>
                <a:cubicBezTo>
                  <a:pt x="1221026" y="3509671"/>
                  <a:pt x="1206630" y="3522866"/>
                  <a:pt x="1214840" y="3526971"/>
                </a:cubicBezTo>
                <a:cubicBezTo>
                  <a:pt x="1224201" y="3531652"/>
                  <a:pt x="1232257" y="3515360"/>
                  <a:pt x="1240965" y="3509554"/>
                </a:cubicBezTo>
                <a:cubicBezTo>
                  <a:pt x="1246771" y="3500845"/>
                  <a:pt x="1252299" y="3491945"/>
                  <a:pt x="1258383" y="3483428"/>
                </a:cubicBezTo>
                <a:cubicBezTo>
                  <a:pt x="1266819" y="3471617"/>
                  <a:pt x="1276659" y="3460803"/>
                  <a:pt x="1284508" y="3448594"/>
                </a:cubicBezTo>
                <a:cubicBezTo>
                  <a:pt x="1322260" y="3389869"/>
                  <a:pt x="1325867" y="3371095"/>
                  <a:pt x="1362885" y="3326674"/>
                </a:cubicBezTo>
                <a:cubicBezTo>
                  <a:pt x="1368141" y="3320366"/>
                  <a:pt x="1374497" y="3315063"/>
                  <a:pt x="1380303" y="3309257"/>
                </a:cubicBezTo>
                <a:cubicBezTo>
                  <a:pt x="1383206" y="3300548"/>
                  <a:pt x="1381373" y="3278039"/>
                  <a:pt x="1389011" y="3283131"/>
                </a:cubicBezTo>
                <a:cubicBezTo>
                  <a:pt x="1402018" y="3291802"/>
                  <a:pt x="1402315" y="3311592"/>
                  <a:pt x="1406428" y="3326674"/>
                </a:cubicBezTo>
                <a:cubicBezTo>
                  <a:pt x="1411074" y="3343709"/>
                  <a:pt x="1412452" y="3361473"/>
                  <a:pt x="1415137" y="3378925"/>
                </a:cubicBezTo>
                <a:cubicBezTo>
                  <a:pt x="1417349" y="3393302"/>
                  <a:pt x="1428207" y="3474748"/>
                  <a:pt x="1432554" y="3492137"/>
                </a:cubicBezTo>
                <a:cubicBezTo>
                  <a:pt x="1437007" y="3509948"/>
                  <a:pt x="1449971" y="3544388"/>
                  <a:pt x="1449971" y="3544388"/>
                </a:cubicBezTo>
                <a:cubicBezTo>
                  <a:pt x="1452874" y="3526971"/>
                  <a:pt x="1456979" y="3509712"/>
                  <a:pt x="1458680" y="3492137"/>
                </a:cubicBezTo>
                <a:cubicBezTo>
                  <a:pt x="1465693" y="3419672"/>
                  <a:pt x="1476097" y="3274423"/>
                  <a:pt x="1476097" y="3274423"/>
                </a:cubicBezTo>
                <a:cubicBezTo>
                  <a:pt x="1484806" y="3280229"/>
                  <a:pt x="1495412" y="3283893"/>
                  <a:pt x="1502223" y="3291840"/>
                </a:cubicBezTo>
                <a:cubicBezTo>
                  <a:pt x="1513238" y="3304691"/>
                  <a:pt x="1520778" y="3320244"/>
                  <a:pt x="1528348" y="3335383"/>
                </a:cubicBezTo>
                <a:cubicBezTo>
                  <a:pt x="1548078" y="3374844"/>
                  <a:pt x="1552045" y="3404044"/>
                  <a:pt x="1563183" y="3448594"/>
                </a:cubicBezTo>
                <a:cubicBezTo>
                  <a:pt x="1566086" y="3460205"/>
                  <a:pt x="1568106" y="3472074"/>
                  <a:pt x="1571891" y="3483428"/>
                </a:cubicBezTo>
                <a:lnTo>
                  <a:pt x="1580600" y="3509554"/>
                </a:lnTo>
                <a:cubicBezTo>
                  <a:pt x="1583503" y="3529874"/>
                  <a:pt x="1609834" y="3570514"/>
                  <a:pt x="1589308" y="3570514"/>
                </a:cubicBezTo>
                <a:cubicBezTo>
                  <a:pt x="1568175" y="3570514"/>
                  <a:pt x="1576319" y="3530218"/>
                  <a:pt x="1571891" y="3509554"/>
                </a:cubicBezTo>
                <a:cubicBezTo>
                  <a:pt x="1567590" y="3489483"/>
                  <a:pt x="1566750" y="3468808"/>
                  <a:pt x="1563183" y="3448594"/>
                </a:cubicBezTo>
                <a:cubicBezTo>
                  <a:pt x="1558038" y="3419441"/>
                  <a:pt x="1550382" y="3390749"/>
                  <a:pt x="1545765" y="3361508"/>
                </a:cubicBezTo>
                <a:cubicBezTo>
                  <a:pt x="1541665" y="3335543"/>
                  <a:pt x="1542212" y="3308907"/>
                  <a:pt x="1537057" y="3283131"/>
                </a:cubicBezTo>
                <a:cubicBezTo>
                  <a:pt x="1533457" y="3265128"/>
                  <a:pt x="1525446" y="3248297"/>
                  <a:pt x="1519640" y="3230880"/>
                </a:cubicBezTo>
                <a:cubicBezTo>
                  <a:pt x="1522543" y="3219268"/>
                  <a:pt x="1516379" y="3196045"/>
                  <a:pt x="1528348" y="3196045"/>
                </a:cubicBezTo>
                <a:cubicBezTo>
                  <a:pt x="1544769" y="3196045"/>
                  <a:pt x="1551571" y="3219268"/>
                  <a:pt x="1563183" y="3230880"/>
                </a:cubicBezTo>
                <a:cubicBezTo>
                  <a:pt x="1577697" y="3245394"/>
                  <a:pt x="1595339" y="3257344"/>
                  <a:pt x="1606725" y="3274423"/>
                </a:cubicBezTo>
                <a:cubicBezTo>
                  <a:pt x="1634368" y="3315887"/>
                  <a:pt x="1641125" y="3321340"/>
                  <a:pt x="1658977" y="3361508"/>
                </a:cubicBezTo>
                <a:cubicBezTo>
                  <a:pt x="1689550" y="3430298"/>
                  <a:pt x="1666076" y="3378829"/>
                  <a:pt x="1685103" y="3448594"/>
                </a:cubicBezTo>
                <a:cubicBezTo>
                  <a:pt x="1689934" y="3466306"/>
                  <a:pt x="1698068" y="3483034"/>
                  <a:pt x="1702520" y="3500845"/>
                </a:cubicBezTo>
                <a:lnTo>
                  <a:pt x="1711228" y="3535680"/>
                </a:lnTo>
                <a:cubicBezTo>
                  <a:pt x="1714131" y="3561806"/>
                  <a:pt x="1719937" y="3640343"/>
                  <a:pt x="1719937" y="3614057"/>
                </a:cubicBezTo>
                <a:cubicBezTo>
                  <a:pt x="1719937" y="3532384"/>
                  <a:pt x="1710822" y="3532429"/>
                  <a:pt x="1702520" y="3466011"/>
                </a:cubicBezTo>
                <a:cubicBezTo>
                  <a:pt x="1692498" y="3385831"/>
                  <a:pt x="1700936" y="3399508"/>
                  <a:pt x="1685103" y="3344091"/>
                </a:cubicBezTo>
                <a:cubicBezTo>
                  <a:pt x="1679437" y="3324260"/>
                  <a:pt x="1674243" y="3307106"/>
                  <a:pt x="1658977" y="3291840"/>
                </a:cubicBezTo>
                <a:cubicBezTo>
                  <a:pt x="1613709" y="3246573"/>
                  <a:pt x="1649909" y="3300099"/>
                  <a:pt x="1615434" y="3257005"/>
                </a:cubicBezTo>
                <a:cubicBezTo>
                  <a:pt x="1608896" y="3248832"/>
                  <a:pt x="1606190" y="3237418"/>
                  <a:pt x="1598017" y="3230880"/>
                </a:cubicBezTo>
                <a:cubicBezTo>
                  <a:pt x="1590849" y="3225145"/>
                  <a:pt x="1580946" y="3223680"/>
                  <a:pt x="1571891" y="3222171"/>
                </a:cubicBezTo>
                <a:cubicBezTo>
                  <a:pt x="1510026" y="3211860"/>
                  <a:pt x="1508028" y="3264263"/>
                  <a:pt x="1493514" y="3230880"/>
                </a:cubicBezTo>
                <a:close/>
              </a:path>
            </a:pathLst>
          </a:custGeom>
          <a:gradFill flip="none" rotWithShape="1">
            <a:gsLst>
              <a:gs pos="53000">
                <a:srgbClr val="CFB64E"/>
              </a:gs>
              <a:gs pos="82000">
                <a:srgbClr val="AB913D"/>
              </a:gs>
              <a:gs pos="40000">
                <a:srgbClr val="B57F39"/>
              </a:gs>
              <a:gs pos="67000">
                <a:srgbClr val="191916"/>
              </a:gs>
              <a:gs pos="62000">
                <a:srgbClr val="F3DA5E"/>
              </a:gs>
              <a:gs pos="19000">
                <a:srgbClr val="8E3C15"/>
              </a:gs>
            </a:gsLst>
            <a:lin ang="3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182" name="TextBox 22181">
            <a:extLst>
              <a:ext uri="{FF2B5EF4-FFF2-40B4-BE49-F238E27FC236}">
                <a16:creationId xmlns:a16="http://schemas.microsoft.com/office/drawing/2014/main" id="{774AC192-CCC8-4955-4AAC-A79C395C8E60}"/>
              </a:ext>
            </a:extLst>
          </p:cNvPr>
          <p:cNvSpPr txBox="1"/>
          <p:nvPr/>
        </p:nvSpPr>
        <p:spPr>
          <a:xfrm>
            <a:off x="11425025" y="9587338"/>
            <a:ext cx="85470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Stalked</a:t>
            </a:r>
          </a:p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kelp</a:t>
            </a:r>
          </a:p>
        </p:txBody>
      </p:sp>
      <p:grpSp>
        <p:nvGrpSpPr>
          <p:cNvPr id="28913" name="Group 28912">
            <a:extLst>
              <a:ext uri="{FF2B5EF4-FFF2-40B4-BE49-F238E27FC236}">
                <a16:creationId xmlns:a16="http://schemas.microsoft.com/office/drawing/2014/main" id="{0531621F-B60B-451C-3E4D-A3C862D07A7D}"/>
              </a:ext>
            </a:extLst>
          </p:cNvPr>
          <p:cNvGrpSpPr/>
          <p:nvPr/>
        </p:nvGrpSpPr>
        <p:grpSpPr>
          <a:xfrm>
            <a:off x="8852788" y="4059804"/>
            <a:ext cx="287796" cy="383136"/>
            <a:chOff x="4075198" y="4641669"/>
            <a:chExt cx="1402496" cy="1232892"/>
          </a:xfrm>
        </p:grpSpPr>
        <p:sp>
          <p:nvSpPr>
            <p:cNvPr id="28914" name="Freeform 28913">
              <a:extLst>
                <a:ext uri="{FF2B5EF4-FFF2-40B4-BE49-F238E27FC236}">
                  <a16:creationId xmlns:a16="http://schemas.microsoft.com/office/drawing/2014/main" id="{34EC49E4-2929-3FB7-AF6C-BD27E115C5A6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5" name="Freeform 28914">
              <a:extLst>
                <a:ext uri="{FF2B5EF4-FFF2-40B4-BE49-F238E27FC236}">
                  <a16:creationId xmlns:a16="http://schemas.microsoft.com/office/drawing/2014/main" id="{440E1D6B-593D-62C9-4A0B-2EA49F69F218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6" name="Oval 28915">
              <a:extLst>
                <a:ext uri="{FF2B5EF4-FFF2-40B4-BE49-F238E27FC236}">
                  <a16:creationId xmlns:a16="http://schemas.microsoft.com/office/drawing/2014/main" id="{1F8408C1-5033-33A9-7783-7C13AE3C2707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7" name="Oval 28916">
              <a:extLst>
                <a:ext uri="{FF2B5EF4-FFF2-40B4-BE49-F238E27FC236}">
                  <a16:creationId xmlns:a16="http://schemas.microsoft.com/office/drawing/2014/main" id="{013A1269-5087-C668-E03D-EFDE43013F84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8" name="Oval 28917">
              <a:extLst>
                <a:ext uri="{FF2B5EF4-FFF2-40B4-BE49-F238E27FC236}">
                  <a16:creationId xmlns:a16="http://schemas.microsoft.com/office/drawing/2014/main" id="{9D2756C7-9D81-7D06-D103-482AA105299C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19" name="Oval 28918">
              <a:extLst>
                <a:ext uri="{FF2B5EF4-FFF2-40B4-BE49-F238E27FC236}">
                  <a16:creationId xmlns:a16="http://schemas.microsoft.com/office/drawing/2014/main" id="{DC1BA98E-EAAB-8E02-3475-EF0E0032330B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0" name="Oval 28919">
              <a:extLst>
                <a:ext uri="{FF2B5EF4-FFF2-40B4-BE49-F238E27FC236}">
                  <a16:creationId xmlns:a16="http://schemas.microsoft.com/office/drawing/2014/main" id="{87DC4BDB-9D42-539B-1A20-A15155C18927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1" name="Oval 28920">
              <a:extLst>
                <a:ext uri="{FF2B5EF4-FFF2-40B4-BE49-F238E27FC236}">
                  <a16:creationId xmlns:a16="http://schemas.microsoft.com/office/drawing/2014/main" id="{7B1074CB-A1A7-929A-D50B-A5CFDB566AB3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2" name="Oval 28921">
              <a:extLst>
                <a:ext uri="{FF2B5EF4-FFF2-40B4-BE49-F238E27FC236}">
                  <a16:creationId xmlns:a16="http://schemas.microsoft.com/office/drawing/2014/main" id="{42616334-2146-852F-BA3D-8E7674B89D12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3" name="Oval 28922">
              <a:extLst>
                <a:ext uri="{FF2B5EF4-FFF2-40B4-BE49-F238E27FC236}">
                  <a16:creationId xmlns:a16="http://schemas.microsoft.com/office/drawing/2014/main" id="{966BE0B6-2C27-9ED9-2DE9-3BD793528737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4" name="Oval 28923">
              <a:extLst>
                <a:ext uri="{FF2B5EF4-FFF2-40B4-BE49-F238E27FC236}">
                  <a16:creationId xmlns:a16="http://schemas.microsoft.com/office/drawing/2014/main" id="{492FB66D-B750-3E2C-31A4-D738DD477D20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5" name="Oval 28924">
              <a:extLst>
                <a:ext uri="{FF2B5EF4-FFF2-40B4-BE49-F238E27FC236}">
                  <a16:creationId xmlns:a16="http://schemas.microsoft.com/office/drawing/2014/main" id="{EA238CF8-6977-8EB5-A7D7-680A18F32329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6" name="Oval 28925">
              <a:extLst>
                <a:ext uri="{FF2B5EF4-FFF2-40B4-BE49-F238E27FC236}">
                  <a16:creationId xmlns:a16="http://schemas.microsoft.com/office/drawing/2014/main" id="{8F24CECA-3879-2144-0411-5BC0F698F047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7" name="Oval 28926">
              <a:extLst>
                <a:ext uri="{FF2B5EF4-FFF2-40B4-BE49-F238E27FC236}">
                  <a16:creationId xmlns:a16="http://schemas.microsoft.com/office/drawing/2014/main" id="{469B2B67-C1C0-8586-431B-72D45508A31B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8" name="Oval 28927">
              <a:extLst>
                <a:ext uri="{FF2B5EF4-FFF2-40B4-BE49-F238E27FC236}">
                  <a16:creationId xmlns:a16="http://schemas.microsoft.com/office/drawing/2014/main" id="{72CFB8D2-4E75-2003-8424-BDE92FE6393A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29" name="Oval 28928">
              <a:extLst>
                <a:ext uri="{FF2B5EF4-FFF2-40B4-BE49-F238E27FC236}">
                  <a16:creationId xmlns:a16="http://schemas.microsoft.com/office/drawing/2014/main" id="{46959E89-DECB-BE2C-0D1D-9C4DE451498A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0" name="Oval 28929">
              <a:extLst>
                <a:ext uri="{FF2B5EF4-FFF2-40B4-BE49-F238E27FC236}">
                  <a16:creationId xmlns:a16="http://schemas.microsoft.com/office/drawing/2014/main" id="{565AC80E-BD44-5E09-CCB8-5D006F2E12C8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1" name="Oval 28930">
              <a:extLst>
                <a:ext uri="{FF2B5EF4-FFF2-40B4-BE49-F238E27FC236}">
                  <a16:creationId xmlns:a16="http://schemas.microsoft.com/office/drawing/2014/main" id="{298D62D5-9495-13D4-FCC1-BA657DF55611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2" name="Oval 28931">
              <a:extLst>
                <a:ext uri="{FF2B5EF4-FFF2-40B4-BE49-F238E27FC236}">
                  <a16:creationId xmlns:a16="http://schemas.microsoft.com/office/drawing/2014/main" id="{1CCC3ABF-9F7A-E343-18AE-3D894AF1C917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3" name="Oval 28932">
              <a:extLst>
                <a:ext uri="{FF2B5EF4-FFF2-40B4-BE49-F238E27FC236}">
                  <a16:creationId xmlns:a16="http://schemas.microsoft.com/office/drawing/2014/main" id="{E59115F9-C676-790A-4C78-64172657CBD8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4" name="Oval 28933">
              <a:extLst>
                <a:ext uri="{FF2B5EF4-FFF2-40B4-BE49-F238E27FC236}">
                  <a16:creationId xmlns:a16="http://schemas.microsoft.com/office/drawing/2014/main" id="{A9236015-2988-1D9A-ACBC-AA95CCD40A66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5" name="Oval 28934">
              <a:extLst>
                <a:ext uri="{FF2B5EF4-FFF2-40B4-BE49-F238E27FC236}">
                  <a16:creationId xmlns:a16="http://schemas.microsoft.com/office/drawing/2014/main" id="{DF9EA562-6010-890B-5A13-C50EBE802FF3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6" name="Oval 28935">
              <a:extLst>
                <a:ext uri="{FF2B5EF4-FFF2-40B4-BE49-F238E27FC236}">
                  <a16:creationId xmlns:a16="http://schemas.microsoft.com/office/drawing/2014/main" id="{5B888948-C7C8-CAA5-1B42-740DA6BC6DEE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7" name="Oval 28936">
              <a:extLst>
                <a:ext uri="{FF2B5EF4-FFF2-40B4-BE49-F238E27FC236}">
                  <a16:creationId xmlns:a16="http://schemas.microsoft.com/office/drawing/2014/main" id="{042DB460-00B5-F17B-EC94-887929791767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8" name="Oval 28937">
              <a:extLst>
                <a:ext uri="{FF2B5EF4-FFF2-40B4-BE49-F238E27FC236}">
                  <a16:creationId xmlns:a16="http://schemas.microsoft.com/office/drawing/2014/main" id="{31DE8911-BE67-466C-3686-A29AFAA6416E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39" name="Oval 28938">
              <a:extLst>
                <a:ext uri="{FF2B5EF4-FFF2-40B4-BE49-F238E27FC236}">
                  <a16:creationId xmlns:a16="http://schemas.microsoft.com/office/drawing/2014/main" id="{32AED503-D7FC-48C8-5A4D-DC4A7DBF2C9F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0" name="Oval 28939">
              <a:extLst>
                <a:ext uri="{FF2B5EF4-FFF2-40B4-BE49-F238E27FC236}">
                  <a16:creationId xmlns:a16="http://schemas.microsoft.com/office/drawing/2014/main" id="{8019B43D-492A-E44B-75DA-6E11EB0D36FF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1" name="Oval 28940">
              <a:extLst>
                <a:ext uri="{FF2B5EF4-FFF2-40B4-BE49-F238E27FC236}">
                  <a16:creationId xmlns:a16="http://schemas.microsoft.com/office/drawing/2014/main" id="{08A30E32-5040-B096-83E1-51BA408EAEDA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2" name="Oval 28941">
              <a:extLst>
                <a:ext uri="{FF2B5EF4-FFF2-40B4-BE49-F238E27FC236}">
                  <a16:creationId xmlns:a16="http://schemas.microsoft.com/office/drawing/2014/main" id="{8C9D8E3C-7D50-5EA1-9814-7FC6BBA0FD1B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3" name="Oval 28942">
              <a:extLst>
                <a:ext uri="{FF2B5EF4-FFF2-40B4-BE49-F238E27FC236}">
                  <a16:creationId xmlns:a16="http://schemas.microsoft.com/office/drawing/2014/main" id="{E4F3832F-DA93-D675-43EB-504A782B4FD5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4" name="Oval 28943">
              <a:extLst>
                <a:ext uri="{FF2B5EF4-FFF2-40B4-BE49-F238E27FC236}">
                  <a16:creationId xmlns:a16="http://schemas.microsoft.com/office/drawing/2014/main" id="{DD0EBEEF-54FA-928D-BFD7-E3FB3C844218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5" name="Oval 28944">
              <a:extLst>
                <a:ext uri="{FF2B5EF4-FFF2-40B4-BE49-F238E27FC236}">
                  <a16:creationId xmlns:a16="http://schemas.microsoft.com/office/drawing/2014/main" id="{46618425-8674-E504-2A75-CB9EA2017F61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6" name="Oval 28945">
              <a:extLst>
                <a:ext uri="{FF2B5EF4-FFF2-40B4-BE49-F238E27FC236}">
                  <a16:creationId xmlns:a16="http://schemas.microsoft.com/office/drawing/2014/main" id="{7249E167-3E4C-646F-E221-32F3DA38F50A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7" name="Oval 28946">
              <a:extLst>
                <a:ext uri="{FF2B5EF4-FFF2-40B4-BE49-F238E27FC236}">
                  <a16:creationId xmlns:a16="http://schemas.microsoft.com/office/drawing/2014/main" id="{A7C1DCE0-0E18-F891-6127-08DF5A50C8F6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8" name="Oval 28947">
              <a:extLst>
                <a:ext uri="{FF2B5EF4-FFF2-40B4-BE49-F238E27FC236}">
                  <a16:creationId xmlns:a16="http://schemas.microsoft.com/office/drawing/2014/main" id="{06FDC15E-7994-39B8-A72F-41C2367CAF21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49" name="Oval 28948">
              <a:extLst>
                <a:ext uri="{FF2B5EF4-FFF2-40B4-BE49-F238E27FC236}">
                  <a16:creationId xmlns:a16="http://schemas.microsoft.com/office/drawing/2014/main" id="{9C02C299-151D-72DA-B0E6-4A6BAA9870DD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0" name="Oval 28949">
              <a:extLst>
                <a:ext uri="{FF2B5EF4-FFF2-40B4-BE49-F238E27FC236}">
                  <a16:creationId xmlns:a16="http://schemas.microsoft.com/office/drawing/2014/main" id="{3BF1D9E0-F606-B5C2-6A30-93980FFCA3C6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1" name="Oval 28950">
              <a:extLst>
                <a:ext uri="{FF2B5EF4-FFF2-40B4-BE49-F238E27FC236}">
                  <a16:creationId xmlns:a16="http://schemas.microsoft.com/office/drawing/2014/main" id="{EE2AFA33-6BA2-6A5A-5E1E-80ABCDDB7248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2" name="Oval 28951">
              <a:extLst>
                <a:ext uri="{FF2B5EF4-FFF2-40B4-BE49-F238E27FC236}">
                  <a16:creationId xmlns:a16="http://schemas.microsoft.com/office/drawing/2014/main" id="{312F6CF4-004F-9859-ADF5-8D36E2CC296D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3" name="Oval 28952">
              <a:extLst>
                <a:ext uri="{FF2B5EF4-FFF2-40B4-BE49-F238E27FC236}">
                  <a16:creationId xmlns:a16="http://schemas.microsoft.com/office/drawing/2014/main" id="{FC305BFA-CC33-1E5A-29D4-DA4E9BAF5A4C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4" name="Oval 28953">
              <a:extLst>
                <a:ext uri="{FF2B5EF4-FFF2-40B4-BE49-F238E27FC236}">
                  <a16:creationId xmlns:a16="http://schemas.microsoft.com/office/drawing/2014/main" id="{C6886EF3-52E3-5C0C-A900-CDF9FDC96990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5" name="Oval 28954">
              <a:extLst>
                <a:ext uri="{FF2B5EF4-FFF2-40B4-BE49-F238E27FC236}">
                  <a16:creationId xmlns:a16="http://schemas.microsoft.com/office/drawing/2014/main" id="{555F755E-CA1D-519E-758A-C204B64E5B09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6" name="Oval 28955">
              <a:extLst>
                <a:ext uri="{FF2B5EF4-FFF2-40B4-BE49-F238E27FC236}">
                  <a16:creationId xmlns:a16="http://schemas.microsoft.com/office/drawing/2014/main" id="{D94E17FA-D450-66CD-A96F-847950F564F4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7" name="Oval 28956">
              <a:extLst>
                <a:ext uri="{FF2B5EF4-FFF2-40B4-BE49-F238E27FC236}">
                  <a16:creationId xmlns:a16="http://schemas.microsoft.com/office/drawing/2014/main" id="{0AF45BEE-29C6-F08B-A5AB-7A05807ED07C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8" name="Oval 28957">
              <a:extLst>
                <a:ext uri="{FF2B5EF4-FFF2-40B4-BE49-F238E27FC236}">
                  <a16:creationId xmlns:a16="http://schemas.microsoft.com/office/drawing/2014/main" id="{6FC174B0-3612-2121-2821-9820EB967F8E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59" name="Oval 28958">
              <a:extLst>
                <a:ext uri="{FF2B5EF4-FFF2-40B4-BE49-F238E27FC236}">
                  <a16:creationId xmlns:a16="http://schemas.microsoft.com/office/drawing/2014/main" id="{1529C3FF-A002-A1F1-434B-9B9196644ED3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0" name="Oval 28959">
              <a:extLst>
                <a:ext uri="{FF2B5EF4-FFF2-40B4-BE49-F238E27FC236}">
                  <a16:creationId xmlns:a16="http://schemas.microsoft.com/office/drawing/2014/main" id="{DBF74CA5-77A0-A962-D31F-D9CF585C2E66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1" name="Oval 28960">
              <a:extLst>
                <a:ext uri="{FF2B5EF4-FFF2-40B4-BE49-F238E27FC236}">
                  <a16:creationId xmlns:a16="http://schemas.microsoft.com/office/drawing/2014/main" id="{4272926A-88EF-13A3-5298-6BDD47985DFA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2" name="Oval 28961">
              <a:extLst>
                <a:ext uri="{FF2B5EF4-FFF2-40B4-BE49-F238E27FC236}">
                  <a16:creationId xmlns:a16="http://schemas.microsoft.com/office/drawing/2014/main" id="{288FC453-0D78-4EF3-BC8F-58933CFF9E42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3" name="Oval 28962">
              <a:extLst>
                <a:ext uri="{FF2B5EF4-FFF2-40B4-BE49-F238E27FC236}">
                  <a16:creationId xmlns:a16="http://schemas.microsoft.com/office/drawing/2014/main" id="{9AE7B799-82E7-B627-7EAD-E00448138980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4" name="Oval 28963">
              <a:extLst>
                <a:ext uri="{FF2B5EF4-FFF2-40B4-BE49-F238E27FC236}">
                  <a16:creationId xmlns:a16="http://schemas.microsoft.com/office/drawing/2014/main" id="{AA542F0D-228D-6C7B-7D13-D0667F990C00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5" name="Oval 28964">
              <a:extLst>
                <a:ext uri="{FF2B5EF4-FFF2-40B4-BE49-F238E27FC236}">
                  <a16:creationId xmlns:a16="http://schemas.microsoft.com/office/drawing/2014/main" id="{41FBA070-2C99-184D-0222-ED8AFB419999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6" name="Oval 28965">
              <a:extLst>
                <a:ext uri="{FF2B5EF4-FFF2-40B4-BE49-F238E27FC236}">
                  <a16:creationId xmlns:a16="http://schemas.microsoft.com/office/drawing/2014/main" id="{C4AEE6C9-D0E1-523B-AE70-B912BE7396D4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7" name="Oval 28966">
              <a:extLst>
                <a:ext uri="{FF2B5EF4-FFF2-40B4-BE49-F238E27FC236}">
                  <a16:creationId xmlns:a16="http://schemas.microsoft.com/office/drawing/2014/main" id="{C3DD038E-F4C0-F377-160F-8A81C5B3C5E1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8" name="Oval 28967">
              <a:extLst>
                <a:ext uri="{FF2B5EF4-FFF2-40B4-BE49-F238E27FC236}">
                  <a16:creationId xmlns:a16="http://schemas.microsoft.com/office/drawing/2014/main" id="{D80B778F-2F4B-5F42-0649-62B99E920297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69" name="Oval 28968">
              <a:extLst>
                <a:ext uri="{FF2B5EF4-FFF2-40B4-BE49-F238E27FC236}">
                  <a16:creationId xmlns:a16="http://schemas.microsoft.com/office/drawing/2014/main" id="{7A23F150-6AED-637A-2003-FA5B4896C07C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0" name="Oval 28969">
              <a:extLst>
                <a:ext uri="{FF2B5EF4-FFF2-40B4-BE49-F238E27FC236}">
                  <a16:creationId xmlns:a16="http://schemas.microsoft.com/office/drawing/2014/main" id="{800963AA-08E3-0509-5AAC-651BE4320EE9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1" name="Oval 28970">
              <a:extLst>
                <a:ext uri="{FF2B5EF4-FFF2-40B4-BE49-F238E27FC236}">
                  <a16:creationId xmlns:a16="http://schemas.microsoft.com/office/drawing/2014/main" id="{681F7E0C-EFB9-50CA-C854-6A4E023D751C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2" name="Oval 28971">
              <a:extLst>
                <a:ext uri="{FF2B5EF4-FFF2-40B4-BE49-F238E27FC236}">
                  <a16:creationId xmlns:a16="http://schemas.microsoft.com/office/drawing/2014/main" id="{E241978C-1428-A0A4-CC54-DA733C675294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3" name="Oval 28972">
              <a:extLst>
                <a:ext uri="{FF2B5EF4-FFF2-40B4-BE49-F238E27FC236}">
                  <a16:creationId xmlns:a16="http://schemas.microsoft.com/office/drawing/2014/main" id="{B3AEA542-0DEE-3EC6-40D0-6D5718345304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4" name="Oval 28973">
              <a:extLst>
                <a:ext uri="{FF2B5EF4-FFF2-40B4-BE49-F238E27FC236}">
                  <a16:creationId xmlns:a16="http://schemas.microsoft.com/office/drawing/2014/main" id="{2C47EA12-5AB3-3C88-2615-7804A62CA988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5" name="Oval 28974">
              <a:extLst>
                <a:ext uri="{FF2B5EF4-FFF2-40B4-BE49-F238E27FC236}">
                  <a16:creationId xmlns:a16="http://schemas.microsoft.com/office/drawing/2014/main" id="{4FF726A6-1BFD-395C-738E-F715B7CCCB5E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6" name="Oval 28975">
              <a:extLst>
                <a:ext uri="{FF2B5EF4-FFF2-40B4-BE49-F238E27FC236}">
                  <a16:creationId xmlns:a16="http://schemas.microsoft.com/office/drawing/2014/main" id="{DB959684-A0A0-A796-6276-684836AB6A93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7" name="Oval 28976">
              <a:extLst>
                <a:ext uri="{FF2B5EF4-FFF2-40B4-BE49-F238E27FC236}">
                  <a16:creationId xmlns:a16="http://schemas.microsoft.com/office/drawing/2014/main" id="{B7BAD8DB-2FD4-E0C5-DB77-A4EC18F34745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78" name="Oval 28977">
              <a:extLst>
                <a:ext uri="{FF2B5EF4-FFF2-40B4-BE49-F238E27FC236}">
                  <a16:creationId xmlns:a16="http://schemas.microsoft.com/office/drawing/2014/main" id="{861A9289-7DD8-912E-52D7-6DB4D347F49C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2183" name="Group 22182">
            <a:extLst>
              <a:ext uri="{FF2B5EF4-FFF2-40B4-BE49-F238E27FC236}">
                <a16:creationId xmlns:a16="http://schemas.microsoft.com/office/drawing/2014/main" id="{D40C30F9-FE10-09AF-963D-3AFE28B674AA}"/>
              </a:ext>
            </a:extLst>
          </p:cNvPr>
          <p:cNvGrpSpPr/>
          <p:nvPr/>
        </p:nvGrpSpPr>
        <p:grpSpPr>
          <a:xfrm>
            <a:off x="10565930" y="7783869"/>
            <a:ext cx="461569" cy="614476"/>
            <a:chOff x="4075198" y="4641669"/>
            <a:chExt cx="1402496" cy="1232892"/>
          </a:xfrm>
        </p:grpSpPr>
        <p:sp>
          <p:nvSpPr>
            <p:cNvPr id="22184" name="Freeform 22183">
              <a:extLst>
                <a:ext uri="{FF2B5EF4-FFF2-40B4-BE49-F238E27FC236}">
                  <a16:creationId xmlns:a16="http://schemas.microsoft.com/office/drawing/2014/main" id="{817AE255-AD93-5E86-6DD4-F38FFAB24927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85" name="Freeform 22184">
              <a:extLst>
                <a:ext uri="{FF2B5EF4-FFF2-40B4-BE49-F238E27FC236}">
                  <a16:creationId xmlns:a16="http://schemas.microsoft.com/office/drawing/2014/main" id="{555C53D4-0A92-7DCE-9938-1F497C4D3324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86" name="Oval 22185">
              <a:extLst>
                <a:ext uri="{FF2B5EF4-FFF2-40B4-BE49-F238E27FC236}">
                  <a16:creationId xmlns:a16="http://schemas.microsoft.com/office/drawing/2014/main" id="{29D7B971-C2AA-3BA2-6DDD-06A164A962B2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87" name="Oval 22186">
              <a:extLst>
                <a:ext uri="{FF2B5EF4-FFF2-40B4-BE49-F238E27FC236}">
                  <a16:creationId xmlns:a16="http://schemas.microsoft.com/office/drawing/2014/main" id="{B58815C7-2CAB-3D46-4009-2A56DBB93657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88" name="Oval 22187">
              <a:extLst>
                <a:ext uri="{FF2B5EF4-FFF2-40B4-BE49-F238E27FC236}">
                  <a16:creationId xmlns:a16="http://schemas.microsoft.com/office/drawing/2014/main" id="{80A6AB3C-B4CD-779A-72F1-7A4AE3E21B24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89" name="Oval 22188">
              <a:extLst>
                <a:ext uri="{FF2B5EF4-FFF2-40B4-BE49-F238E27FC236}">
                  <a16:creationId xmlns:a16="http://schemas.microsoft.com/office/drawing/2014/main" id="{C6162888-192F-8C07-9489-93066AFFFBAD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0" name="Oval 22189">
              <a:extLst>
                <a:ext uri="{FF2B5EF4-FFF2-40B4-BE49-F238E27FC236}">
                  <a16:creationId xmlns:a16="http://schemas.microsoft.com/office/drawing/2014/main" id="{C030B9DE-878B-883E-D425-39CD437B58C1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1" name="Oval 22190">
              <a:extLst>
                <a:ext uri="{FF2B5EF4-FFF2-40B4-BE49-F238E27FC236}">
                  <a16:creationId xmlns:a16="http://schemas.microsoft.com/office/drawing/2014/main" id="{4AD12BB7-0C22-CB99-0F2B-55C4FE855DE2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2" name="Oval 22191">
              <a:extLst>
                <a:ext uri="{FF2B5EF4-FFF2-40B4-BE49-F238E27FC236}">
                  <a16:creationId xmlns:a16="http://schemas.microsoft.com/office/drawing/2014/main" id="{DAA3F785-5493-F3D9-D3E4-A90B02F13BC7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3" name="Oval 22192">
              <a:extLst>
                <a:ext uri="{FF2B5EF4-FFF2-40B4-BE49-F238E27FC236}">
                  <a16:creationId xmlns:a16="http://schemas.microsoft.com/office/drawing/2014/main" id="{F732FE02-C4FA-67A6-468D-F3FA3A249AFE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4" name="Oval 22193">
              <a:extLst>
                <a:ext uri="{FF2B5EF4-FFF2-40B4-BE49-F238E27FC236}">
                  <a16:creationId xmlns:a16="http://schemas.microsoft.com/office/drawing/2014/main" id="{47CB2005-9F03-5343-58F1-2A8561A8E6E9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5" name="Oval 22194">
              <a:extLst>
                <a:ext uri="{FF2B5EF4-FFF2-40B4-BE49-F238E27FC236}">
                  <a16:creationId xmlns:a16="http://schemas.microsoft.com/office/drawing/2014/main" id="{00743783-22C5-0E24-0C8D-20FCE69A0361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6" name="Oval 22195">
              <a:extLst>
                <a:ext uri="{FF2B5EF4-FFF2-40B4-BE49-F238E27FC236}">
                  <a16:creationId xmlns:a16="http://schemas.microsoft.com/office/drawing/2014/main" id="{50CDFE47-9FBA-C908-1FCA-3C9C462395B6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7" name="Oval 22196">
              <a:extLst>
                <a:ext uri="{FF2B5EF4-FFF2-40B4-BE49-F238E27FC236}">
                  <a16:creationId xmlns:a16="http://schemas.microsoft.com/office/drawing/2014/main" id="{1E778382-36C4-9CA3-8517-26FCD2804EDB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8" name="Oval 22197">
              <a:extLst>
                <a:ext uri="{FF2B5EF4-FFF2-40B4-BE49-F238E27FC236}">
                  <a16:creationId xmlns:a16="http://schemas.microsoft.com/office/drawing/2014/main" id="{C74FB797-5FCB-6D60-6B2C-A245394F894C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99" name="Oval 22198">
              <a:extLst>
                <a:ext uri="{FF2B5EF4-FFF2-40B4-BE49-F238E27FC236}">
                  <a16:creationId xmlns:a16="http://schemas.microsoft.com/office/drawing/2014/main" id="{E98A2000-8F96-7FA3-4246-610511E0B201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0" name="Oval 22199">
              <a:extLst>
                <a:ext uri="{FF2B5EF4-FFF2-40B4-BE49-F238E27FC236}">
                  <a16:creationId xmlns:a16="http://schemas.microsoft.com/office/drawing/2014/main" id="{CE499246-619A-1C1F-7016-4C58A9C5B6FE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1" name="Oval 22200">
              <a:extLst>
                <a:ext uri="{FF2B5EF4-FFF2-40B4-BE49-F238E27FC236}">
                  <a16:creationId xmlns:a16="http://schemas.microsoft.com/office/drawing/2014/main" id="{7F85DFAE-C68D-4BED-288C-888FBF97E2A8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2" name="Oval 22201">
              <a:extLst>
                <a:ext uri="{FF2B5EF4-FFF2-40B4-BE49-F238E27FC236}">
                  <a16:creationId xmlns:a16="http://schemas.microsoft.com/office/drawing/2014/main" id="{B36E16FF-D23B-75CF-28C6-41E34F16735F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3" name="Oval 22202">
              <a:extLst>
                <a:ext uri="{FF2B5EF4-FFF2-40B4-BE49-F238E27FC236}">
                  <a16:creationId xmlns:a16="http://schemas.microsoft.com/office/drawing/2014/main" id="{4C577E9A-59BC-A1D7-CE36-AFE718591082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4" name="Oval 22203">
              <a:extLst>
                <a:ext uri="{FF2B5EF4-FFF2-40B4-BE49-F238E27FC236}">
                  <a16:creationId xmlns:a16="http://schemas.microsoft.com/office/drawing/2014/main" id="{AC349B2C-8D64-AAB4-D579-60B7749BC52A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5" name="Oval 22204">
              <a:extLst>
                <a:ext uri="{FF2B5EF4-FFF2-40B4-BE49-F238E27FC236}">
                  <a16:creationId xmlns:a16="http://schemas.microsoft.com/office/drawing/2014/main" id="{DAC35E89-E421-EBCE-7EBE-71C7EF569B10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6" name="Oval 22205">
              <a:extLst>
                <a:ext uri="{FF2B5EF4-FFF2-40B4-BE49-F238E27FC236}">
                  <a16:creationId xmlns:a16="http://schemas.microsoft.com/office/drawing/2014/main" id="{D476F8C7-7176-A9F2-0790-62C655FD37FA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7" name="Oval 22206">
              <a:extLst>
                <a:ext uri="{FF2B5EF4-FFF2-40B4-BE49-F238E27FC236}">
                  <a16:creationId xmlns:a16="http://schemas.microsoft.com/office/drawing/2014/main" id="{07A15E49-E45D-9FB9-C363-1306446158EC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8" name="Oval 22207">
              <a:extLst>
                <a:ext uri="{FF2B5EF4-FFF2-40B4-BE49-F238E27FC236}">
                  <a16:creationId xmlns:a16="http://schemas.microsoft.com/office/drawing/2014/main" id="{3A9F9C67-AFDB-6DD7-6514-A515D3C947B6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09" name="Oval 22208">
              <a:extLst>
                <a:ext uri="{FF2B5EF4-FFF2-40B4-BE49-F238E27FC236}">
                  <a16:creationId xmlns:a16="http://schemas.microsoft.com/office/drawing/2014/main" id="{D75A2650-A007-C130-ECA4-013AF5EFEBB7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0" name="Oval 22209">
              <a:extLst>
                <a:ext uri="{FF2B5EF4-FFF2-40B4-BE49-F238E27FC236}">
                  <a16:creationId xmlns:a16="http://schemas.microsoft.com/office/drawing/2014/main" id="{0CCA0CF6-ADB6-C45E-C435-E92A5C874247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1" name="Oval 22210">
              <a:extLst>
                <a:ext uri="{FF2B5EF4-FFF2-40B4-BE49-F238E27FC236}">
                  <a16:creationId xmlns:a16="http://schemas.microsoft.com/office/drawing/2014/main" id="{B07A94DC-4139-3B4D-C2CB-7CDE8A0C2E9C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2" name="Oval 22211">
              <a:extLst>
                <a:ext uri="{FF2B5EF4-FFF2-40B4-BE49-F238E27FC236}">
                  <a16:creationId xmlns:a16="http://schemas.microsoft.com/office/drawing/2014/main" id="{8AD4D569-A76D-7591-0ADF-19DA6E29DE7A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3" name="Oval 22212">
              <a:extLst>
                <a:ext uri="{FF2B5EF4-FFF2-40B4-BE49-F238E27FC236}">
                  <a16:creationId xmlns:a16="http://schemas.microsoft.com/office/drawing/2014/main" id="{B86AFB2E-667A-FA72-6263-FF71B95CCC26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4" name="Oval 22213">
              <a:extLst>
                <a:ext uri="{FF2B5EF4-FFF2-40B4-BE49-F238E27FC236}">
                  <a16:creationId xmlns:a16="http://schemas.microsoft.com/office/drawing/2014/main" id="{4854C365-547F-0973-0E98-C87D0C48DA96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5" name="Oval 22214">
              <a:extLst>
                <a:ext uri="{FF2B5EF4-FFF2-40B4-BE49-F238E27FC236}">
                  <a16:creationId xmlns:a16="http://schemas.microsoft.com/office/drawing/2014/main" id="{E768D07D-578B-AC95-1FC1-446B5A104719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6" name="Oval 22215">
              <a:extLst>
                <a:ext uri="{FF2B5EF4-FFF2-40B4-BE49-F238E27FC236}">
                  <a16:creationId xmlns:a16="http://schemas.microsoft.com/office/drawing/2014/main" id="{5EEB973D-0167-89C7-4278-59303F0986A6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7" name="Oval 22216">
              <a:extLst>
                <a:ext uri="{FF2B5EF4-FFF2-40B4-BE49-F238E27FC236}">
                  <a16:creationId xmlns:a16="http://schemas.microsoft.com/office/drawing/2014/main" id="{F51E351A-44CA-897F-F8B7-6B2B6E2E4167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8" name="Oval 22217">
              <a:extLst>
                <a:ext uri="{FF2B5EF4-FFF2-40B4-BE49-F238E27FC236}">
                  <a16:creationId xmlns:a16="http://schemas.microsoft.com/office/drawing/2014/main" id="{EF4896F3-E261-CD63-16FF-69306EAF2CBB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19" name="Oval 22218">
              <a:extLst>
                <a:ext uri="{FF2B5EF4-FFF2-40B4-BE49-F238E27FC236}">
                  <a16:creationId xmlns:a16="http://schemas.microsoft.com/office/drawing/2014/main" id="{DC0C309E-CD47-24BC-56B1-A2166DB53351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0" name="Oval 22219">
              <a:extLst>
                <a:ext uri="{FF2B5EF4-FFF2-40B4-BE49-F238E27FC236}">
                  <a16:creationId xmlns:a16="http://schemas.microsoft.com/office/drawing/2014/main" id="{209694FF-0DC3-02D8-6112-428F1E219F9A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1" name="Oval 22220">
              <a:extLst>
                <a:ext uri="{FF2B5EF4-FFF2-40B4-BE49-F238E27FC236}">
                  <a16:creationId xmlns:a16="http://schemas.microsoft.com/office/drawing/2014/main" id="{AC68A017-66DF-0F75-226A-01D0CE31A2DD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2" name="Oval 22221">
              <a:extLst>
                <a:ext uri="{FF2B5EF4-FFF2-40B4-BE49-F238E27FC236}">
                  <a16:creationId xmlns:a16="http://schemas.microsoft.com/office/drawing/2014/main" id="{1D014C3F-E96A-7637-FCC3-80853210152D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3" name="Oval 22222">
              <a:extLst>
                <a:ext uri="{FF2B5EF4-FFF2-40B4-BE49-F238E27FC236}">
                  <a16:creationId xmlns:a16="http://schemas.microsoft.com/office/drawing/2014/main" id="{13D7CC8D-6E9E-DE09-50EE-CD51BA8AC5D0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4" name="Oval 22223">
              <a:extLst>
                <a:ext uri="{FF2B5EF4-FFF2-40B4-BE49-F238E27FC236}">
                  <a16:creationId xmlns:a16="http://schemas.microsoft.com/office/drawing/2014/main" id="{B0D261A8-4B0B-58DA-ABF4-2A2AD66AA4D3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5" name="Oval 22224">
              <a:extLst>
                <a:ext uri="{FF2B5EF4-FFF2-40B4-BE49-F238E27FC236}">
                  <a16:creationId xmlns:a16="http://schemas.microsoft.com/office/drawing/2014/main" id="{BEE6418A-C6A3-A714-7F3E-B5EB3704C859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6" name="Oval 22225">
              <a:extLst>
                <a:ext uri="{FF2B5EF4-FFF2-40B4-BE49-F238E27FC236}">
                  <a16:creationId xmlns:a16="http://schemas.microsoft.com/office/drawing/2014/main" id="{16B3211A-374A-7BA2-F503-93F42DF9158C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7" name="Oval 22226">
              <a:extLst>
                <a:ext uri="{FF2B5EF4-FFF2-40B4-BE49-F238E27FC236}">
                  <a16:creationId xmlns:a16="http://schemas.microsoft.com/office/drawing/2014/main" id="{8C0220DA-ABA8-B472-E63C-5E1A2439C306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8" name="Oval 22227">
              <a:extLst>
                <a:ext uri="{FF2B5EF4-FFF2-40B4-BE49-F238E27FC236}">
                  <a16:creationId xmlns:a16="http://schemas.microsoft.com/office/drawing/2014/main" id="{EC23B7CE-C89C-9F79-A8EE-0CBD1AAE9C48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29" name="Oval 22228">
              <a:extLst>
                <a:ext uri="{FF2B5EF4-FFF2-40B4-BE49-F238E27FC236}">
                  <a16:creationId xmlns:a16="http://schemas.microsoft.com/office/drawing/2014/main" id="{E2B24751-D597-D987-EA96-053F7C5993BC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0" name="Oval 22229">
              <a:extLst>
                <a:ext uri="{FF2B5EF4-FFF2-40B4-BE49-F238E27FC236}">
                  <a16:creationId xmlns:a16="http://schemas.microsoft.com/office/drawing/2014/main" id="{1FCC9741-7234-F2A6-930C-249FD5ACC251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1" name="Oval 22230">
              <a:extLst>
                <a:ext uri="{FF2B5EF4-FFF2-40B4-BE49-F238E27FC236}">
                  <a16:creationId xmlns:a16="http://schemas.microsoft.com/office/drawing/2014/main" id="{8FE59360-EA38-FFA5-F83B-B88521102B21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2" name="Oval 22231">
              <a:extLst>
                <a:ext uri="{FF2B5EF4-FFF2-40B4-BE49-F238E27FC236}">
                  <a16:creationId xmlns:a16="http://schemas.microsoft.com/office/drawing/2014/main" id="{93C957FF-93A2-A652-EB94-902F6D321DAB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3" name="Oval 22232">
              <a:extLst>
                <a:ext uri="{FF2B5EF4-FFF2-40B4-BE49-F238E27FC236}">
                  <a16:creationId xmlns:a16="http://schemas.microsoft.com/office/drawing/2014/main" id="{D43411E9-72CF-13E1-9799-00F106567E45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4" name="Oval 22233">
              <a:extLst>
                <a:ext uri="{FF2B5EF4-FFF2-40B4-BE49-F238E27FC236}">
                  <a16:creationId xmlns:a16="http://schemas.microsoft.com/office/drawing/2014/main" id="{A6A01D40-0B7A-A879-3B9C-038C7FCAD2AB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5" name="Oval 22234">
              <a:extLst>
                <a:ext uri="{FF2B5EF4-FFF2-40B4-BE49-F238E27FC236}">
                  <a16:creationId xmlns:a16="http://schemas.microsoft.com/office/drawing/2014/main" id="{A8C4BD08-0998-3D4C-75D4-EEA7E8FFA66D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6" name="Oval 22235">
              <a:extLst>
                <a:ext uri="{FF2B5EF4-FFF2-40B4-BE49-F238E27FC236}">
                  <a16:creationId xmlns:a16="http://schemas.microsoft.com/office/drawing/2014/main" id="{CE32C70D-96E2-B7D4-77EE-81B5F09EF7F1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7" name="Oval 22236">
              <a:extLst>
                <a:ext uri="{FF2B5EF4-FFF2-40B4-BE49-F238E27FC236}">
                  <a16:creationId xmlns:a16="http://schemas.microsoft.com/office/drawing/2014/main" id="{08323BE2-109D-C343-C358-05885420CD09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8" name="Oval 22237">
              <a:extLst>
                <a:ext uri="{FF2B5EF4-FFF2-40B4-BE49-F238E27FC236}">
                  <a16:creationId xmlns:a16="http://schemas.microsoft.com/office/drawing/2014/main" id="{CEA961A0-E06C-B9CE-F250-C4F94AD34B87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39" name="Oval 22238">
              <a:extLst>
                <a:ext uri="{FF2B5EF4-FFF2-40B4-BE49-F238E27FC236}">
                  <a16:creationId xmlns:a16="http://schemas.microsoft.com/office/drawing/2014/main" id="{C122CEAF-C9FC-4427-D94B-67D15A676B9E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0" name="Oval 22239">
              <a:extLst>
                <a:ext uri="{FF2B5EF4-FFF2-40B4-BE49-F238E27FC236}">
                  <a16:creationId xmlns:a16="http://schemas.microsoft.com/office/drawing/2014/main" id="{D9C17F30-9887-5E84-A308-1ED24D62054B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1" name="Oval 22240">
              <a:extLst>
                <a:ext uri="{FF2B5EF4-FFF2-40B4-BE49-F238E27FC236}">
                  <a16:creationId xmlns:a16="http://schemas.microsoft.com/office/drawing/2014/main" id="{36F09B93-3692-5525-45B7-0D80A06D49FE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2" name="Oval 22241">
              <a:extLst>
                <a:ext uri="{FF2B5EF4-FFF2-40B4-BE49-F238E27FC236}">
                  <a16:creationId xmlns:a16="http://schemas.microsoft.com/office/drawing/2014/main" id="{BDD23ADC-7B9E-D0FB-533E-4C9E77A0BE33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3" name="Oval 22242">
              <a:extLst>
                <a:ext uri="{FF2B5EF4-FFF2-40B4-BE49-F238E27FC236}">
                  <a16:creationId xmlns:a16="http://schemas.microsoft.com/office/drawing/2014/main" id="{849F494A-3423-0C53-DABC-F4578AE58412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4" name="Oval 22243">
              <a:extLst>
                <a:ext uri="{FF2B5EF4-FFF2-40B4-BE49-F238E27FC236}">
                  <a16:creationId xmlns:a16="http://schemas.microsoft.com/office/drawing/2014/main" id="{9154067E-2441-22EB-BAED-D4CEE01473D4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5" name="Oval 22244">
              <a:extLst>
                <a:ext uri="{FF2B5EF4-FFF2-40B4-BE49-F238E27FC236}">
                  <a16:creationId xmlns:a16="http://schemas.microsoft.com/office/drawing/2014/main" id="{B74AE566-6F0A-BF9D-26CA-E49DFC086F90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6" name="Oval 22245">
              <a:extLst>
                <a:ext uri="{FF2B5EF4-FFF2-40B4-BE49-F238E27FC236}">
                  <a16:creationId xmlns:a16="http://schemas.microsoft.com/office/drawing/2014/main" id="{508F8C88-F3B2-6A86-30F9-D2DA5B5787A9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7" name="Oval 22246">
              <a:extLst>
                <a:ext uri="{FF2B5EF4-FFF2-40B4-BE49-F238E27FC236}">
                  <a16:creationId xmlns:a16="http://schemas.microsoft.com/office/drawing/2014/main" id="{0C8F1BBB-3105-9F23-7F5B-B9C7A24967C4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48" name="Oval 22247">
              <a:extLst>
                <a:ext uri="{FF2B5EF4-FFF2-40B4-BE49-F238E27FC236}">
                  <a16:creationId xmlns:a16="http://schemas.microsoft.com/office/drawing/2014/main" id="{852502F7-6EEC-8A54-036F-3919914E2753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2249" name="TextBox 22248">
            <a:extLst>
              <a:ext uri="{FF2B5EF4-FFF2-40B4-BE49-F238E27FC236}">
                <a16:creationId xmlns:a16="http://schemas.microsoft.com/office/drawing/2014/main" id="{B756C9AA-EDB7-2CAA-6351-C2E81B2AB163}"/>
              </a:ext>
            </a:extLst>
          </p:cNvPr>
          <p:cNvSpPr txBox="1"/>
          <p:nvPr/>
        </p:nvSpPr>
        <p:spPr>
          <a:xfrm>
            <a:off x="10077976" y="7599931"/>
            <a:ext cx="131017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Chainbladder kelp</a:t>
            </a:r>
          </a:p>
        </p:txBody>
      </p:sp>
      <p:sp>
        <p:nvSpPr>
          <p:cNvPr id="22250" name="TextBox 22249">
            <a:extLst>
              <a:ext uri="{FF2B5EF4-FFF2-40B4-BE49-F238E27FC236}">
                <a16:creationId xmlns:a16="http://schemas.microsoft.com/office/drawing/2014/main" id="{6B2A6035-8516-1999-C818-4C6496652ABF}"/>
              </a:ext>
            </a:extLst>
          </p:cNvPr>
          <p:cNvSpPr txBox="1"/>
          <p:nvPr/>
        </p:nvSpPr>
        <p:spPr>
          <a:xfrm>
            <a:off x="8051228" y="7330901"/>
            <a:ext cx="29442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Arial" panose="020B0604020202020204" pitchFamily="34" charset="0"/>
                <a:cs typeface="Arial" panose="020B0604020202020204" pitchFamily="34" charset="0"/>
              </a:rPr>
              <a:t>Macroinvertebrates</a:t>
            </a:r>
          </a:p>
        </p:txBody>
      </p:sp>
      <p:sp>
        <p:nvSpPr>
          <p:cNvPr id="22252" name="TextBox 22251">
            <a:extLst>
              <a:ext uri="{FF2B5EF4-FFF2-40B4-BE49-F238E27FC236}">
                <a16:creationId xmlns:a16="http://schemas.microsoft.com/office/drawing/2014/main" id="{6CFCDAC5-6322-92B6-DA46-1611AE2BB4A4}"/>
              </a:ext>
            </a:extLst>
          </p:cNvPr>
          <p:cNvSpPr txBox="1"/>
          <p:nvPr/>
        </p:nvSpPr>
        <p:spPr>
          <a:xfrm>
            <a:off x="9811488" y="5345328"/>
            <a:ext cx="8849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Arial" panose="020B0604020202020204" pitchFamily="34" charset="0"/>
                <a:cs typeface="Arial" panose="020B0604020202020204" pitchFamily="34" charset="0"/>
              </a:rPr>
              <a:t>Fish</a:t>
            </a:r>
          </a:p>
        </p:txBody>
      </p:sp>
      <p:sp>
        <p:nvSpPr>
          <p:cNvPr id="22253" name="TextBox 22252">
            <a:extLst>
              <a:ext uri="{FF2B5EF4-FFF2-40B4-BE49-F238E27FC236}">
                <a16:creationId xmlns:a16="http://schemas.microsoft.com/office/drawing/2014/main" id="{F39A8999-385D-72D9-6683-5DE94F0DBC73}"/>
              </a:ext>
            </a:extLst>
          </p:cNvPr>
          <p:cNvSpPr txBox="1"/>
          <p:nvPr/>
        </p:nvSpPr>
        <p:spPr>
          <a:xfrm>
            <a:off x="9424966" y="6485324"/>
            <a:ext cx="110255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Kelp perch</a:t>
            </a:r>
          </a:p>
        </p:txBody>
      </p:sp>
      <p:sp>
        <p:nvSpPr>
          <p:cNvPr id="22254" name="TextBox 22253">
            <a:extLst>
              <a:ext uri="{FF2B5EF4-FFF2-40B4-BE49-F238E27FC236}">
                <a16:creationId xmlns:a16="http://schemas.microsoft.com/office/drawing/2014/main" id="{CE8035B3-CBB0-C485-2B41-5C88B78E68EA}"/>
              </a:ext>
            </a:extLst>
          </p:cNvPr>
          <p:cNvSpPr txBox="1"/>
          <p:nvPr/>
        </p:nvSpPr>
        <p:spPr>
          <a:xfrm>
            <a:off x="12377263" y="5602373"/>
            <a:ext cx="116346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Garibaldi</a:t>
            </a:r>
          </a:p>
        </p:txBody>
      </p:sp>
      <p:sp>
        <p:nvSpPr>
          <p:cNvPr id="22255" name="TextBox 22254">
            <a:extLst>
              <a:ext uri="{FF2B5EF4-FFF2-40B4-BE49-F238E27FC236}">
                <a16:creationId xmlns:a16="http://schemas.microsoft.com/office/drawing/2014/main" id="{451BB2AE-5FEF-91A1-5A89-D167D248D827}"/>
              </a:ext>
            </a:extLst>
          </p:cNvPr>
          <p:cNvSpPr txBox="1"/>
          <p:nvPr/>
        </p:nvSpPr>
        <p:spPr>
          <a:xfrm>
            <a:off x="8271674" y="5521582"/>
            <a:ext cx="136302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Blacksmith damselfish</a:t>
            </a:r>
          </a:p>
        </p:txBody>
      </p:sp>
      <p:sp>
        <p:nvSpPr>
          <p:cNvPr id="22256" name="TextBox 22255">
            <a:extLst>
              <a:ext uri="{FF2B5EF4-FFF2-40B4-BE49-F238E27FC236}">
                <a16:creationId xmlns:a16="http://schemas.microsoft.com/office/drawing/2014/main" id="{2E73BCD5-E8C8-54F0-FEEA-BDE8D852885E}"/>
              </a:ext>
            </a:extLst>
          </p:cNvPr>
          <p:cNvSpPr txBox="1"/>
          <p:nvPr/>
        </p:nvSpPr>
        <p:spPr>
          <a:xfrm>
            <a:off x="10228412" y="6485324"/>
            <a:ext cx="13101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Opaleye</a:t>
            </a:r>
          </a:p>
        </p:txBody>
      </p:sp>
      <p:sp>
        <p:nvSpPr>
          <p:cNvPr id="22257" name="TextBox 22256">
            <a:extLst>
              <a:ext uri="{FF2B5EF4-FFF2-40B4-BE49-F238E27FC236}">
                <a16:creationId xmlns:a16="http://schemas.microsoft.com/office/drawing/2014/main" id="{B9B9E0CD-F8C9-B663-427C-B90051F3DD6F}"/>
              </a:ext>
            </a:extLst>
          </p:cNvPr>
          <p:cNvSpPr txBox="1"/>
          <p:nvPr/>
        </p:nvSpPr>
        <p:spPr>
          <a:xfrm>
            <a:off x="12198213" y="6485324"/>
            <a:ext cx="121251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Señorita wrasse</a:t>
            </a:r>
          </a:p>
        </p:txBody>
      </p:sp>
      <p:sp>
        <p:nvSpPr>
          <p:cNvPr id="22258" name="TextBox 22257">
            <a:extLst>
              <a:ext uri="{FF2B5EF4-FFF2-40B4-BE49-F238E27FC236}">
                <a16:creationId xmlns:a16="http://schemas.microsoft.com/office/drawing/2014/main" id="{B6424BB9-45A1-9B91-35FD-8EFB7A89225B}"/>
              </a:ext>
            </a:extLst>
          </p:cNvPr>
          <p:cNvSpPr txBox="1"/>
          <p:nvPr/>
        </p:nvSpPr>
        <p:spPr>
          <a:xfrm>
            <a:off x="11009163" y="6485324"/>
            <a:ext cx="149661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Rock wrasse</a:t>
            </a:r>
          </a:p>
        </p:txBody>
      </p:sp>
      <p:sp>
        <p:nvSpPr>
          <p:cNvPr id="22259" name="TextBox 22258">
            <a:extLst>
              <a:ext uri="{FF2B5EF4-FFF2-40B4-BE49-F238E27FC236}">
                <a16:creationId xmlns:a16="http://schemas.microsoft.com/office/drawing/2014/main" id="{9FC74E9E-43FC-0758-2476-C10BEC3BD06F}"/>
              </a:ext>
            </a:extLst>
          </p:cNvPr>
          <p:cNvSpPr txBox="1"/>
          <p:nvPr/>
        </p:nvSpPr>
        <p:spPr>
          <a:xfrm>
            <a:off x="8132464" y="6485324"/>
            <a:ext cx="121252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Kelp bass</a:t>
            </a:r>
          </a:p>
        </p:txBody>
      </p:sp>
      <p:sp>
        <p:nvSpPr>
          <p:cNvPr id="22260" name="TextBox 22259">
            <a:extLst>
              <a:ext uri="{FF2B5EF4-FFF2-40B4-BE49-F238E27FC236}">
                <a16:creationId xmlns:a16="http://schemas.microsoft.com/office/drawing/2014/main" id="{A2D2FF82-2A8F-8A2A-D129-FD7A0E025B94}"/>
              </a:ext>
            </a:extLst>
          </p:cNvPr>
          <p:cNvSpPr txBox="1"/>
          <p:nvPr/>
        </p:nvSpPr>
        <p:spPr>
          <a:xfrm>
            <a:off x="7169807" y="5602373"/>
            <a:ext cx="125863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Barred sand bass</a:t>
            </a:r>
          </a:p>
        </p:txBody>
      </p:sp>
      <p:grpSp>
        <p:nvGrpSpPr>
          <p:cNvPr id="29064" name="Group 29063">
            <a:extLst>
              <a:ext uri="{FF2B5EF4-FFF2-40B4-BE49-F238E27FC236}">
                <a16:creationId xmlns:a16="http://schemas.microsoft.com/office/drawing/2014/main" id="{A66E2D90-8F39-9973-C5F3-F93A7AD1546E}"/>
              </a:ext>
            </a:extLst>
          </p:cNvPr>
          <p:cNvGrpSpPr/>
          <p:nvPr/>
        </p:nvGrpSpPr>
        <p:grpSpPr>
          <a:xfrm>
            <a:off x="11282712" y="3683107"/>
            <a:ext cx="363537" cy="371707"/>
            <a:chOff x="3694771" y="1918010"/>
            <a:chExt cx="4088780" cy="4475356"/>
          </a:xfrm>
        </p:grpSpPr>
        <p:sp>
          <p:nvSpPr>
            <p:cNvPr id="29065" name="Freeform 29064">
              <a:extLst>
                <a:ext uri="{FF2B5EF4-FFF2-40B4-BE49-F238E27FC236}">
                  <a16:creationId xmlns:a16="http://schemas.microsoft.com/office/drawing/2014/main" id="{B91A467E-EB6D-10AB-AB2E-2FB65991B61B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853">
              <p14:nvContentPartPr>
                <p14:cNvPr id="29066" name="Ink 29065">
                  <a:extLst>
                    <a:ext uri="{FF2B5EF4-FFF2-40B4-BE49-F238E27FC236}">
                      <a16:creationId xmlns:a16="http://schemas.microsoft.com/office/drawing/2014/main" id="{CD876398-8474-3688-F462-4B87054C9B1A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9067" name="Freeform 29066">
              <a:extLst>
                <a:ext uri="{FF2B5EF4-FFF2-40B4-BE49-F238E27FC236}">
                  <a16:creationId xmlns:a16="http://schemas.microsoft.com/office/drawing/2014/main" id="{6D88E9F3-AD83-854D-EA42-731AB0AE6003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68" name="Freeform 29067">
              <a:extLst>
                <a:ext uri="{FF2B5EF4-FFF2-40B4-BE49-F238E27FC236}">
                  <a16:creationId xmlns:a16="http://schemas.microsoft.com/office/drawing/2014/main" id="{5ECE463C-EB96-178C-0F1B-6A4584422E3C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69" name="Freeform 29068">
              <a:extLst>
                <a:ext uri="{FF2B5EF4-FFF2-40B4-BE49-F238E27FC236}">
                  <a16:creationId xmlns:a16="http://schemas.microsoft.com/office/drawing/2014/main" id="{57738B3E-80DF-637E-6386-773CE81B5A9F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0" name="Freeform 29069">
              <a:extLst>
                <a:ext uri="{FF2B5EF4-FFF2-40B4-BE49-F238E27FC236}">
                  <a16:creationId xmlns:a16="http://schemas.microsoft.com/office/drawing/2014/main" id="{D61AB43D-B010-FA32-0102-274D2E55A012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1" name="Freeform 29070">
              <a:extLst>
                <a:ext uri="{FF2B5EF4-FFF2-40B4-BE49-F238E27FC236}">
                  <a16:creationId xmlns:a16="http://schemas.microsoft.com/office/drawing/2014/main" id="{A94B14CB-91C7-D794-474B-CF5FD45D3894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2" name="Freeform 29071">
              <a:extLst>
                <a:ext uri="{FF2B5EF4-FFF2-40B4-BE49-F238E27FC236}">
                  <a16:creationId xmlns:a16="http://schemas.microsoft.com/office/drawing/2014/main" id="{C65FD475-BA77-55E7-2DFE-AFBFFE451279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3" name="Freeform 29072">
              <a:extLst>
                <a:ext uri="{FF2B5EF4-FFF2-40B4-BE49-F238E27FC236}">
                  <a16:creationId xmlns:a16="http://schemas.microsoft.com/office/drawing/2014/main" id="{47E72AD8-5700-CEB5-374E-B7C91C07D276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4" name="Freeform 29073">
              <a:extLst>
                <a:ext uri="{FF2B5EF4-FFF2-40B4-BE49-F238E27FC236}">
                  <a16:creationId xmlns:a16="http://schemas.microsoft.com/office/drawing/2014/main" id="{93521C20-5D22-E693-DF0F-0B0B5FE67976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5" name="Freeform 29074">
              <a:extLst>
                <a:ext uri="{FF2B5EF4-FFF2-40B4-BE49-F238E27FC236}">
                  <a16:creationId xmlns:a16="http://schemas.microsoft.com/office/drawing/2014/main" id="{54E4C67C-6B6F-F1B2-31D7-B65B879F8501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6" name="Freeform 29075">
              <a:extLst>
                <a:ext uri="{FF2B5EF4-FFF2-40B4-BE49-F238E27FC236}">
                  <a16:creationId xmlns:a16="http://schemas.microsoft.com/office/drawing/2014/main" id="{90FF2AD4-AD71-F92D-B5BF-AD75ABC23CAC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7" name="Freeform 29076">
              <a:extLst>
                <a:ext uri="{FF2B5EF4-FFF2-40B4-BE49-F238E27FC236}">
                  <a16:creationId xmlns:a16="http://schemas.microsoft.com/office/drawing/2014/main" id="{ADA3F7C5-4841-6D2C-6E5D-00B959826AD3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8" name="Freeform 29077">
              <a:extLst>
                <a:ext uri="{FF2B5EF4-FFF2-40B4-BE49-F238E27FC236}">
                  <a16:creationId xmlns:a16="http://schemas.microsoft.com/office/drawing/2014/main" id="{F3AD4785-CE5A-EF38-CC2A-EF18239427A8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79" name="Freeform 29078">
              <a:extLst>
                <a:ext uri="{FF2B5EF4-FFF2-40B4-BE49-F238E27FC236}">
                  <a16:creationId xmlns:a16="http://schemas.microsoft.com/office/drawing/2014/main" id="{B6637399-1131-767A-A28E-BF1DD3AC746A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0" name="Freeform 29079">
              <a:extLst>
                <a:ext uri="{FF2B5EF4-FFF2-40B4-BE49-F238E27FC236}">
                  <a16:creationId xmlns:a16="http://schemas.microsoft.com/office/drawing/2014/main" id="{6FADF477-858B-3AE3-6369-B154EE851F51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1" name="Freeform 29080">
              <a:extLst>
                <a:ext uri="{FF2B5EF4-FFF2-40B4-BE49-F238E27FC236}">
                  <a16:creationId xmlns:a16="http://schemas.microsoft.com/office/drawing/2014/main" id="{11973C1E-1ACC-4B94-0DFC-BE7EAF2A7F20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2" name="Freeform 29081">
              <a:extLst>
                <a:ext uri="{FF2B5EF4-FFF2-40B4-BE49-F238E27FC236}">
                  <a16:creationId xmlns:a16="http://schemas.microsoft.com/office/drawing/2014/main" id="{5B72871A-EB0D-DB31-CC27-784DEDDF40A2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3" name="Freeform 29082">
              <a:extLst>
                <a:ext uri="{FF2B5EF4-FFF2-40B4-BE49-F238E27FC236}">
                  <a16:creationId xmlns:a16="http://schemas.microsoft.com/office/drawing/2014/main" id="{85F3F744-E37F-8CD9-2EA7-C88B198D543C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4" name="Freeform 29083">
              <a:extLst>
                <a:ext uri="{FF2B5EF4-FFF2-40B4-BE49-F238E27FC236}">
                  <a16:creationId xmlns:a16="http://schemas.microsoft.com/office/drawing/2014/main" id="{D28D58F7-045A-52D3-E701-C0EFD6F76AED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5" name="Freeform 29084">
              <a:extLst>
                <a:ext uri="{FF2B5EF4-FFF2-40B4-BE49-F238E27FC236}">
                  <a16:creationId xmlns:a16="http://schemas.microsoft.com/office/drawing/2014/main" id="{0EAE3925-1C26-9533-396C-644EF064E295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6" name="Freeform 29085">
              <a:extLst>
                <a:ext uri="{FF2B5EF4-FFF2-40B4-BE49-F238E27FC236}">
                  <a16:creationId xmlns:a16="http://schemas.microsoft.com/office/drawing/2014/main" id="{ABC69CF7-2B31-7D0C-59BB-F0C28D6253B3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7" name="Freeform 29086">
              <a:extLst>
                <a:ext uri="{FF2B5EF4-FFF2-40B4-BE49-F238E27FC236}">
                  <a16:creationId xmlns:a16="http://schemas.microsoft.com/office/drawing/2014/main" id="{B9F257E9-A541-F1BD-8D2D-BCBD8351296A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8" name="Freeform 29087">
              <a:extLst>
                <a:ext uri="{FF2B5EF4-FFF2-40B4-BE49-F238E27FC236}">
                  <a16:creationId xmlns:a16="http://schemas.microsoft.com/office/drawing/2014/main" id="{ED6960A9-A95C-9284-C1BB-9F90C6E0274A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89" name="Freeform 29088">
              <a:extLst>
                <a:ext uri="{FF2B5EF4-FFF2-40B4-BE49-F238E27FC236}">
                  <a16:creationId xmlns:a16="http://schemas.microsoft.com/office/drawing/2014/main" id="{4C7CE428-5882-5E77-D687-91868FD4C819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0" name="Freeform 29089">
              <a:extLst>
                <a:ext uri="{FF2B5EF4-FFF2-40B4-BE49-F238E27FC236}">
                  <a16:creationId xmlns:a16="http://schemas.microsoft.com/office/drawing/2014/main" id="{4B00FFCA-621C-282F-E3D3-09F1713C3142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1" name="Freeform 29090">
              <a:extLst>
                <a:ext uri="{FF2B5EF4-FFF2-40B4-BE49-F238E27FC236}">
                  <a16:creationId xmlns:a16="http://schemas.microsoft.com/office/drawing/2014/main" id="{EB6A0496-CEFF-79E6-4860-971C8FF7DB88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2" name="Freeform 29091">
              <a:extLst>
                <a:ext uri="{FF2B5EF4-FFF2-40B4-BE49-F238E27FC236}">
                  <a16:creationId xmlns:a16="http://schemas.microsoft.com/office/drawing/2014/main" id="{9C68DC1C-9676-21D9-FFC7-D5E49F22FC58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3" name="Freeform 29092">
              <a:extLst>
                <a:ext uri="{FF2B5EF4-FFF2-40B4-BE49-F238E27FC236}">
                  <a16:creationId xmlns:a16="http://schemas.microsoft.com/office/drawing/2014/main" id="{78F0B79D-39FA-639D-8D1C-94BC7033C3B8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4" name="Freeform 29093">
              <a:extLst>
                <a:ext uri="{FF2B5EF4-FFF2-40B4-BE49-F238E27FC236}">
                  <a16:creationId xmlns:a16="http://schemas.microsoft.com/office/drawing/2014/main" id="{7C2D510D-292F-A099-11EF-A572CDE8F101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5" name="Freeform 29094">
              <a:extLst>
                <a:ext uri="{FF2B5EF4-FFF2-40B4-BE49-F238E27FC236}">
                  <a16:creationId xmlns:a16="http://schemas.microsoft.com/office/drawing/2014/main" id="{9226D2F1-7867-3636-5ED0-6C6B47CACA6D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6" name="Freeform 29095">
              <a:extLst>
                <a:ext uri="{FF2B5EF4-FFF2-40B4-BE49-F238E27FC236}">
                  <a16:creationId xmlns:a16="http://schemas.microsoft.com/office/drawing/2014/main" id="{722BD582-C736-3541-2294-FDE15641865A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7" name="Freeform 29096">
              <a:extLst>
                <a:ext uri="{FF2B5EF4-FFF2-40B4-BE49-F238E27FC236}">
                  <a16:creationId xmlns:a16="http://schemas.microsoft.com/office/drawing/2014/main" id="{0C8BBB04-915F-BA61-645F-0C5520A87BF0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8" name="Freeform 29097">
              <a:extLst>
                <a:ext uri="{FF2B5EF4-FFF2-40B4-BE49-F238E27FC236}">
                  <a16:creationId xmlns:a16="http://schemas.microsoft.com/office/drawing/2014/main" id="{B9656FBD-B823-8BEE-940B-A99021077059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99" name="Freeform 29098">
              <a:extLst>
                <a:ext uri="{FF2B5EF4-FFF2-40B4-BE49-F238E27FC236}">
                  <a16:creationId xmlns:a16="http://schemas.microsoft.com/office/drawing/2014/main" id="{226A3C45-383F-4A97-B385-FE8A83E8FF23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0" name="Freeform 29099">
              <a:extLst>
                <a:ext uri="{FF2B5EF4-FFF2-40B4-BE49-F238E27FC236}">
                  <a16:creationId xmlns:a16="http://schemas.microsoft.com/office/drawing/2014/main" id="{829755CF-D38C-8980-0AAD-C71634887AB5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1" name="Freeform 29100">
              <a:extLst>
                <a:ext uri="{FF2B5EF4-FFF2-40B4-BE49-F238E27FC236}">
                  <a16:creationId xmlns:a16="http://schemas.microsoft.com/office/drawing/2014/main" id="{CA29C056-3F74-0EBA-0D17-A7A9B5E9B315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2" name="Freeform 29101">
              <a:extLst>
                <a:ext uri="{FF2B5EF4-FFF2-40B4-BE49-F238E27FC236}">
                  <a16:creationId xmlns:a16="http://schemas.microsoft.com/office/drawing/2014/main" id="{F1B13379-A834-E31A-CBCE-6925902DD317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3" name="Freeform 29102">
              <a:extLst>
                <a:ext uri="{FF2B5EF4-FFF2-40B4-BE49-F238E27FC236}">
                  <a16:creationId xmlns:a16="http://schemas.microsoft.com/office/drawing/2014/main" id="{1BF15800-EA3F-934D-ABC2-900632355B5E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4" name="Freeform 29103">
              <a:extLst>
                <a:ext uri="{FF2B5EF4-FFF2-40B4-BE49-F238E27FC236}">
                  <a16:creationId xmlns:a16="http://schemas.microsoft.com/office/drawing/2014/main" id="{7A80E118-AC7B-EE02-1725-C6E592CB3131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5" name="Freeform 29104">
              <a:extLst>
                <a:ext uri="{FF2B5EF4-FFF2-40B4-BE49-F238E27FC236}">
                  <a16:creationId xmlns:a16="http://schemas.microsoft.com/office/drawing/2014/main" id="{58A3A86C-FFF8-5248-1578-2341A187DE5E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6" name="Freeform 29105">
              <a:extLst>
                <a:ext uri="{FF2B5EF4-FFF2-40B4-BE49-F238E27FC236}">
                  <a16:creationId xmlns:a16="http://schemas.microsoft.com/office/drawing/2014/main" id="{E74CACD4-7FD3-D080-93C3-E2449F3A256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7" name="Freeform 29106">
              <a:extLst>
                <a:ext uri="{FF2B5EF4-FFF2-40B4-BE49-F238E27FC236}">
                  <a16:creationId xmlns:a16="http://schemas.microsoft.com/office/drawing/2014/main" id="{F6EFC6C4-3D0D-7B09-3E02-7AB2219EAB4C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8" name="Freeform 29107">
              <a:extLst>
                <a:ext uri="{FF2B5EF4-FFF2-40B4-BE49-F238E27FC236}">
                  <a16:creationId xmlns:a16="http://schemas.microsoft.com/office/drawing/2014/main" id="{B5B373D9-8D22-1D12-E11D-3D78E9CE47A4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09" name="Freeform 29108">
              <a:extLst>
                <a:ext uri="{FF2B5EF4-FFF2-40B4-BE49-F238E27FC236}">
                  <a16:creationId xmlns:a16="http://schemas.microsoft.com/office/drawing/2014/main" id="{C2C45DCC-271A-A7C6-0EA2-A8AF6E31C87E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0" name="Freeform 29109">
              <a:extLst>
                <a:ext uri="{FF2B5EF4-FFF2-40B4-BE49-F238E27FC236}">
                  <a16:creationId xmlns:a16="http://schemas.microsoft.com/office/drawing/2014/main" id="{2147DB4F-47EC-8045-4A62-343BD053A797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1" name="Freeform 29110">
              <a:extLst>
                <a:ext uri="{FF2B5EF4-FFF2-40B4-BE49-F238E27FC236}">
                  <a16:creationId xmlns:a16="http://schemas.microsoft.com/office/drawing/2014/main" id="{7E10B06F-A7A3-B91D-FE63-D9A90AA67D48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2" name="Freeform 29111">
              <a:extLst>
                <a:ext uri="{FF2B5EF4-FFF2-40B4-BE49-F238E27FC236}">
                  <a16:creationId xmlns:a16="http://schemas.microsoft.com/office/drawing/2014/main" id="{FF947809-0F12-2794-BA58-C2C984FB2FC5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3" name="Freeform 29112">
              <a:extLst>
                <a:ext uri="{FF2B5EF4-FFF2-40B4-BE49-F238E27FC236}">
                  <a16:creationId xmlns:a16="http://schemas.microsoft.com/office/drawing/2014/main" id="{14243CAA-B0AF-679E-6F86-D7C720052E83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4" name="Freeform 29113">
              <a:extLst>
                <a:ext uri="{FF2B5EF4-FFF2-40B4-BE49-F238E27FC236}">
                  <a16:creationId xmlns:a16="http://schemas.microsoft.com/office/drawing/2014/main" id="{E4164C87-5A69-105C-3FC2-24ECD8EB9BD4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5" name="Freeform 29114">
              <a:extLst>
                <a:ext uri="{FF2B5EF4-FFF2-40B4-BE49-F238E27FC236}">
                  <a16:creationId xmlns:a16="http://schemas.microsoft.com/office/drawing/2014/main" id="{C44EFBEF-E858-46ED-3E9C-796744631391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6" name="Freeform 29115">
              <a:extLst>
                <a:ext uri="{FF2B5EF4-FFF2-40B4-BE49-F238E27FC236}">
                  <a16:creationId xmlns:a16="http://schemas.microsoft.com/office/drawing/2014/main" id="{20C215CE-9F78-630F-3ADB-0A007CF485E0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7" name="Freeform 29116">
              <a:extLst>
                <a:ext uri="{FF2B5EF4-FFF2-40B4-BE49-F238E27FC236}">
                  <a16:creationId xmlns:a16="http://schemas.microsoft.com/office/drawing/2014/main" id="{CEA60E69-E7EE-F155-FB0F-7298B165C04D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8" name="Freeform 29117">
              <a:extLst>
                <a:ext uri="{FF2B5EF4-FFF2-40B4-BE49-F238E27FC236}">
                  <a16:creationId xmlns:a16="http://schemas.microsoft.com/office/drawing/2014/main" id="{0FF6BF12-2539-39E6-8F57-DE21764D4770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19" name="Freeform 29118">
              <a:extLst>
                <a:ext uri="{FF2B5EF4-FFF2-40B4-BE49-F238E27FC236}">
                  <a16:creationId xmlns:a16="http://schemas.microsoft.com/office/drawing/2014/main" id="{536A2D9D-F101-CEEF-78EF-DA58195E6806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0" name="Freeform 29119">
              <a:extLst>
                <a:ext uri="{FF2B5EF4-FFF2-40B4-BE49-F238E27FC236}">
                  <a16:creationId xmlns:a16="http://schemas.microsoft.com/office/drawing/2014/main" id="{F2D26727-F53D-93C1-992F-4B05F5F07487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1" name="Freeform 29120">
              <a:extLst>
                <a:ext uri="{FF2B5EF4-FFF2-40B4-BE49-F238E27FC236}">
                  <a16:creationId xmlns:a16="http://schemas.microsoft.com/office/drawing/2014/main" id="{505A65F8-4F99-5C28-A3DA-294619834C9A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2" name="Freeform 29121">
              <a:extLst>
                <a:ext uri="{FF2B5EF4-FFF2-40B4-BE49-F238E27FC236}">
                  <a16:creationId xmlns:a16="http://schemas.microsoft.com/office/drawing/2014/main" id="{4CFE2504-BD02-BECB-79AF-FE4D90AFD070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3" name="Freeform 29122">
              <a:extLst>
                <a:ext uri="{FF2B5EF4-FFF2-40B4-BE49-F238E27FC236}">
                  <a16:creationId xmlns:a16="http://schemas.microsoft.com/office/drawing/2014/main" id="{9E7C4125-20E5-5606-7AAB-6C3091AEBC77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4" name="Freeform 29123">
              <a:extLst>
                <a:ext uri="{FF2B5EF4-FFF2-40B4-BE49-F238E27FC236}">
                  <a16:creationId xmlns:a16="http://schemas.microsoft.com/office/drawing/2014/main" id="{B15ACE76-894E-926A-3AD1-15BAB0BADAA2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5" name="Freeform 29124">
              <a:extLst>
                <a:ext uri="{FF2B5EF4-FFF2-40B4-BE49-F238E27FC236}">
                  <a16:creationId xmlns:a16="http://schemas.microsoft.com/office/drawing/2014/main" id="{4425093A-6ED0-270A-BC19-6A070C278974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6" name="Freeform 29125">
              <a:extLst>
                <a:ext uri="{FF2B5EF4-FFF2-40B4-BE49-F238E27FC236}">
                  <a16:creationId xmlns:a16="http://schemas.microsoft.com/office/drawing/2014/main" id="{CE9CFA51-CC91-1DB0-0A86-E2A3D4883847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7" name="Freeform 29126">
              <a:extLst>
                <a:ext uri="{FF2B5EF4-FFF2-40B4-BE49-F238E27FC236}">
                  <a16:creationId xmlns:a16="http://schemas.microsoft.com/office/drawing/2014/main" id="{2A26CA8C-7659-E7D8-444F-F6DF3CE6B258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8" name="Freeform 29127">
              <a:extLst>
                <a:ext uri="{FF2B5EF4-FFF2-40B4-BE49-F238E27FC236}">
                  <a16:creationId xmlns:a16="http://schemas.microsoft.com/office/drawing/2014/main" id="{8265E101-980E-D38C-E9BE-7EBC39DF4B35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29" name="Freeform 29128">
              <a:extLst>
                <a:ext uri="{FF2B5EF4-FFF2-40B4-BE49-F238E27FC236}">
                  <a16:creationId xmlns:a16="http://schemas.microsoft.com/office/drawing/2014/main" id="{74C62545-4E1D-00C6-7627-6932431A8FF0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0" name="Freeform 29129">
              <a:extLst>
                <a:ext uri="{FF2B5EF4-FFF2-40B4-BE49-F238E27FC236}">
                  <a16:creationId xmlns:a16="http://schemas.microsoft.com/office/drawing/2014/main" id="{4B1A301A-BDF9-2BEB-8D03-04FE2AA23386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1" name="Freeform 29130">
              <a:extLst>
                <a:ext uri="{FF2B5EF4-FFF2-40B4-BE49-F238E27FC236}">
                  <a16:creationId xmlns:a16="http://schemas.microsoft.com/office/drawing/2014/main" id="{E270FC9C-D846-F989-487F-AE4ACC9CAE96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2" name="Freeform 29131">
              <a:extLst>
                <a:ext uri="{FF2B5EF4-FFF2-40B4-BE49-F238E27FC236}">
                  <a16:creationId xmlns:a16="http://schemas.microsoft.com/office/drawing/2014/main" id="{C0E8C341-F9D7-B24D-E9F3-46F7D396855E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3" name="Freeform 29132">
              <a:extLst>
                <a:ext uri="{FF2B5EF4-FFF2-40B4-BE49-F238E27FC236}">
                  <a16:creationId xmlns:a16="http://schemas.microsoft.com/office/drawing/2014/main" id="{8257A8DC-4B8E-DAD6-60D1-84D5FC79C971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4" name="Freeform 29133">
              <a:extLst>
                <a:ext uri="{FF2B5EF4-FFF2-40B4-BE49-F238E27FC236}">
                  <a16:creationId xmlns:a16="http://schemas.microsoft.com/office/drawing/2014/main" id="{58B44F4B-4F27-8FE8-039E-0A01416A9DC4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5" name="Freeform 29134">
              <a:extLst>
                <a:ext uri="{FF2B5EF4-FFF2-40B4-BE49-F238E27FC236}">
                  <a16:creationId xmlns:a16="http://schemas.microsoft.com/office/drawing/2014/main" id="{1C2A9E8F-C9DD-B54A-8C0B-DC5E430F42B8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6" name="Freeform 29135">
              <a:extLst>
                <a:ext uri="{FF2B5EF4-FFF2-40B4-BE49-F238E27FC236}">
                  <a16:creationId xmlns:a16="http://schemas.microsoft.com/office/drawing/2014/main" id="{56B05B43-1F86-9BBD-DECA-1F285EB51496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7" name="Freeform 29136">
              <a:extLst>
                <a:ext uri="{FF2B5EF4-FFF2-40B4-BE49-F238E27FC236}">
                  <a16:creationId xmlns:a16="http://schemas.microsoft.com/office/drawing/2014/main" id="{4F13E626-F0CD-EC9C-5B48-449456BC57D3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8" name="Freeform 29137">
              <a:extLst>
                <a:ext uri="{FF2B5EF4-FFF2-40B4-BE49-F238E27FC236}">
                  <a16:creationId xmlns:a16="http://schemas.microsoft.com/office/drawing/2014/main" id="{60796D69-46A3-DEA4-567B-A59039BF0E65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39" name="Freeform 29138">
              <a:extLst>
                <a:ext uri="{FF2B5EF4-FFF2-40B4-BE49-F238E27FC236}">
                  <a16:creationId xmlns:a16="http://schemas.microsoft.com/office/drawing/2014/main" id="{23300D8B-0DC3-BF74-B71C-15901CC3F3FC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0" name="Freeform 29139">
              <a:extLst>
                <a:ext uri="{FF2B5EF4-FFF2-40B4-BE49-F238E27FC236}">
                  <a16:creationId xmlns:a16="http://schemas.microsoft.com/office/drawing/2014/main" id="{E5E91C70-5C99-7F58-B516-F0D4BC757195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1" name="Freeform 29140">
              <a:extLst>
                <a:ext uri="{FF2B5EF4-FFF2-40B4-BE49-F238E27FC236}">
                  <a16:creationId xmlns:a16="http://schemas.microsoft.com/office/drawing/2014/main" id="{7149D14A-5006-38C6-EEBF-C79DDD3E7C13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2" name="Freeform 29141">
              <a:extLst>
                <a:ext uri="{FF2B5EF4-FFF2-40B4-BE49-F238E27FC236}">
                  <a16:creationId xmlns:a16="http://schemas.microsoft.com/office/drawing/2014/main" id="{165AF568-3E68-B52B-F1DE-7D2DA3C74C00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3" name="Freeform 29142">
              <a:extLst>
                <a:ext uri="{FF2B5EF4-FFF2-40B4-BE49-F238E27FC236}">
                  <a16:creationId xmlns:a16="http://schemas.microsoft.com/office/drawing/2014/main" id="{78FB5654-EB25-2CB2-C0A6-882643163299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4" name="Freeform 29143">
              <a:extLst>
                <a:ext uri="{FF2B5EF4-FFF2-40B4-BE49-F238E27FC236}">
                  <a16:creationId xmlns:a16="http://schemas.microsoft.com/office/drawing/2014/main" id="{7598C106-0FDD-4D13-2068-2281570F96CA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5" name="Freeform 29144">
              <a:extLst>
                <a:ext uri="{FF2B5EF4-FFF2-40B4-BE49-F238E27FC236}">
                  <a16:creationId xmlns:a16="http://schemas.microsoft.com/office/drawing/2014/main" id="{56447ACE-F07C-8C9B-67FD-60979DB4FBAB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6" name="Freeform 29145">
              <a:extLst>
                <a:ext uri="{FF2B5EF4-FFF2-40B4-BE49-F238E27FC236}">
                  <a16:creationId xmlns:a16="http://schemas.microsoft.com/office/drawing/2014/main" id="{6667AB61-224E-EE80-9853-4CE3973696A7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7" name="Freeform 29146">
              <a:extLst>
                <a:ext uri="{FF2B5EF4-FFF2-40B4-BE49-F238E27FC236}">
                  <a16:creationId xmlns:a16="http://schemas.microsoft.com/office/drawing/2014/main" id="{F85C1BFF-0D57-AF0D-9FBD-D1974538E7FE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48" name="Freeform 29147">
              <a:extLst>
                <a:ext uri="{FF2B5EF4-FFF2-40B4-BE49-F238E27FC236}">
                  <a16:creationId xmlns:a16="http://schemas.microsoft.com/office/drawing/2014/main" id="{7540F7B5-9729-FC24-4802-6757D79B65C4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2261" name="TextBox 22260">
            <a:extLst>
              <a:ext uri="{FF2B5EF4-FFF2-40B4-BE49-F238E27FC236}">
                <a16:creationId xmlns:a16="http://schemas.microsoft.com/office/drawing/2014/main" id="{7AA692BF-442D-7D05-110C-536E66D65695}"/>
              </a:ext>
            </a:extLst>
          </p:cNvPr>
          <p:cNvSpPr txBox="1"/>
          <p:nvPr/>
        </p:nvSpPr>
        <p:spPr>
          <a:xfrm>
            <a:off x="10354993" y="5602373"/>
            <a:ext cx="228988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California sheephead</a:t>
            </a:r>
          </a:p>
        </p:txBody>
      </p:sp>
      <p:pic>
        <p:nvPicPr>
          <p:cNvPr id="22262" name="Picture 22261">
            <a:extLst>
              <a:ext uri="{FF2B5EF4-FFF2-40B4-BE49-F238E27FC236}">
                <a16:creationId xmlns:a16="http://schemas.microsoft.com/office/drawing/2014/main" id="{4F5CA090-8BB5-E44F-D5D6-58A75FDE46EC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8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228689" y="6598320"/>
            <a:ext cx="1248542" cy="593846"/>
          </a:xfrm>
          <a:prstGeom prst="rect">
            <a:avLst/>
          </a:prstGeom>
        </p:spPr>
      </p:pic>
      <p:pic>
        <p:nvPicPr>
          <p:cNvPr id="22263" name="Picture 22262">
            <a:extLst>
              <a:ext uri="{FF2B5EF4-FFF2-40B4-BE49-F238E27FC236}">
                <a16:creationId xmlns:a16="http://schemas.microsoft.com/office/drawing/2014/main" id="{EF5EA803-DD5B-1B35-8BD9-715B203B92C6}"/>
              </a:ext>
            </a:extLst>
          </p:cNvPr>
          <p:cNvPicPr>
            <a:picLocks noChangeAspect="1"/>
          </p:cNvPicPr>
          <p:nvPr/>
        </p:nvPicPr>
        <p:blipFill>
          <a:blip r:embed="rId2837">
            <a:extLst>
              <a:ext uri="{BEBA8EAE-BF5A-486C-A8C5-ECC9F3942E4B}">
                <a14:imgProps xmlns:a14="http://schemas.microsoft.com/office/drawing/2010/main">
                  <a14:imgLayer r:embed="rId2854">
                    <a14:imgEffect>
                      <a14:backgroundRemoval t="9375" b="89286" l="5469" r="94375">
                        <a14:foregroundMark x1="11406" y1="34375" x2="5469" y2="43750"/>
                        <a14:foregroundMark x1="5469" y1="43750" x2="12031" y2="58036"/>
                        <a14:foregroundMark x1="12031" y1="58036" x2="14844" y2="58929"/>
                        <a14:foregroundMark x1="90000" y1="26786" x2="94688" y2="38393"/>
                        <a14:foregroundMark x1="94688" y1="38393" x2="94375" y2="56696"/>
                        <a14:foregroundMark x1="94375" y1="56696" x2="89531" y2="5803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279728" y="6689771"/>
            <a:ext cx="1174130" cy="410945"/>
          </a:xfrm>
          <a:prstGeom prst="rect">
            <a:avLst/>
          </a:prstGeom>
        </p:spPr>
      </p:pic>
      <p:pic>
        <p:nvPicPr>
          <p:cNvPr id="22264" name="Picture 22263">
            <a:extLst>
              <a:ext uri="{FF2B5EF4-FFF2-40B4-BE49-F238E27FC236}">
                <a16:creationId xmlns:a16="http://schemas.microsoft.com/office/drawing/2014/main" id="{188F0407-C446-0189-C659-D13DAC795B64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5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622992" y="5922727"/>
            <a:ext cx="834842" cy="473511"/>
          </a:xfrm>
          <a:prstGeom prst="rect">
            <a:avLst/>
          </a:prstGeom>
        </p:spPr>
      </p:pic>
      <p:pic>
        <p:nvPicPr>
          <p:cNvPr id="22267" name="Picture 22266">
            <a:extLst>
              <a:ext uri="{FF2B5EF4-FFF2-40B4-BE49-F238E27FC236}">
                <a16:creationId xmlns:a16="http://schemas.microsoft.com/office/drawing/2014/main" id="{944D34D2-D96E-56B7-8E9C-6711C62DD959}"/>
              </a:ext>
            </a:extLst>
          </p:cNvPr>
          <p:cNvPicPr>
            <a:picLocks noChangeAspect="1"/>
          </p:cNvPicPr>
          <p:nvPr/>
        </p:nvPicPr>
        <p:blipFill>
          <a:blip r:embed="rId2835">
            <a:extLst>
              <a:ext uri="{BEBA8EAE-BF5A-486C-A8C5-ECC9F3942E4B}">
                <a14:imgProps xmlns:a14="http://schemas.microsoft.com/office/drawing/2010/main">
                  <a14:imgLayer r:embed="rId2856">
                    <a14:imgEffect>
                      <a14:backgroundRemoval t="9412" b="90824" l="4688" r="93281">
                        <a14:foregroundMark x1="10938" y1="36235" x2="7500" y2="43765"/>
                        <a14:foregroundMark x1="7500" y1="43765" x2="8906" y2="53412"/>
                        <a14:foregroundMark x1="8906" y1="53412" x2="9219" y2="53647"/>
                        <a14:foregroundMark x1="5781" y1="49647" x2="4688" y2="45176"/>
                        <a14:foregroundMark x1="16406" y1="34824" x2="12344" y2="45412"/>
                        <a14:foregroundMark x1="12344" y1="45412" x2="12969" y2="47059"/>
                        <a14:foregroundMark x1="43281" y1="90824" x2="43281" y2="90824"/>
                        <a14:foregroundMark x1="91250" y1="39059" x2="91250" y2="39059"/>
                        <a14:foregroundMark x1="92031" y1="60941" x2="92031" y2="60941"/>
                        <a14:foregroundMark x1="92813" y1="35765" x2="92813" y2="35765"/>
                        <a14:foregroundMark x1="93281" y1="61176" x2="93281" y2="6117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580145" y="5853466"/>
            <a:ext cx="921648" cy="612032"/>
          </a:xfrm>
          <a:prstGeom prst="rect">
            <a:avLst/>
          </a:prstGeom>
        </p:spPr>
      </p:pic>
      <p:pic>
        <p:nvPicPr>
          <p:cNvPr id="22268" name="Picture 22267">
            <a:extLst>
              <a:ext uri="{FF2B5EF4-FFF2-40B4-BE49-F238E27FC236}">
                <a16:creationId xmlns:a16="http://schemas.microsoft.com/office/drawing/2014/main" id="{FF6A7E53-3505-E905-7648-B014C8940D4F}"/>
              </a:ext>
            </a:extLst>
          </p:cNvPr>
          <p:cNvPicPr>
            <a:picLocks noChangeAspect="1"/>
          </p:cNvPicPr>
          <p:nvPr/>
        </p:nvPicPr>
        <p:blipFill>
          <a:blip r:embed="rId2849">
            <a:extLst>
              <a:ext uri="{BEBA8EAE-BF5A-486C-A8C5-ECC9F3942E4B}">
                <a14:imgProps xmlns:a14="http://schemas.microsoft.com/office/drawing/2010/main">
                  <a14:imgLayer r:embed="rId2850">
                    <a14:imgEffect>
                      <a14:backgroundRemoval t="9957" b="95671" l="9221" r="92623">
                        <a14:foregroundMark x1="45082" y1="94372" x2="45082" y2="94372"/>
                        <a14:foregroundMark x1="57992" y1="95671" x2="57992" y2="95671"/>
                        <a14:foregroundMark x1="92213" y1="40260" x2="92213" y2="40260"/>
                        <a14:foregroundMark x1="92623" y1="80087" x2="92623" y2="800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494510" y="6646353"/>
            <a:ext cx="1051587" cy="497780"/>
          </a:xfrm>
          <a:prstGeom prst="rect">
            <a:avLst/>
          </a:prstGeom>
        </p:spPr>
      </p:pic>
      <p:pic>
        <p:nvPicPr>
          <p:cNvPr id="22269" name="Picture 22268">
            <a:extLst>
              <a:ext uri="{FF2B5EF4-FFF2-40B4-BE49-F238E27FC236}">
                <a16:creationId xmlns:a16="http://schemas.microsoft.com/office/drawing/2014/main" id="{BF6B6FD9-197A-9361-ADFE-534CD45EAFC5}"/>
              </a:ext>
            </a:extLst>
          </p:cNvPr>
          <p:cNvPicPr>
            <a:picLocks noChangeAspect="1"/>
          </p:cNvPicPr>
          <p:nvPr/>
        </p:nvPicPr>
        <p:blipFill>
          <a:blip r:embed="rId2851">
            <a:extLst>
              <a:ext uri="{BEBA8EAE-BF5A-486C-A8C5-ECC9F3942E4B}">
                <a14:imgProps xmlns:a14="http://schemas.microsoft.com/office/drawing/2010/main">
                  <a14:imgLayer r:embed="rId2852">
                    <a14:imgEffect>
                      <a14:backgroundRemoval t="3976" b="89297" l="4375" r="95313">
                        <a14:foregroundMark x1="10625" y1="38532" x2="4375" y2="48012"/>
                        <a14:foregroundMark x1="4375" y1="48012" x2="10625" y2="55352"/>
                        <a14:foregroundMark x1="10625" y1="55352" x2="11875" y2="55963"/>
                        <a14:foregroundMark x1="10625" y1="59327" x2="5000" y2="54434"/>
                        <a14:foregroundMark x1="5000" y1="54434" x2="4375" y2="53211"/>
                        <a14:foregroundMark x1="19375" y1="60245" x2="36406" y2="65443"/>
                        <a14:foregroundMark x1="36406" y1="65443" x2="46563" y2="64220"/>
                        <a14:foregroundMark x1="46563" y1="64220" x2="59219" y2="56269"/>
                        <a14:foregroundMark x1="94375" y1="34557" x2="95313" y2="57187"/>
                        <a14:foregroundMark x1="36719" y1="3976" x2="35781" y2="8563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358211" y="5917749"/>
            <a:ext cx="946232" cy="483466"/>
          </a:xfrm>
          <a:prstGeom prst="rect">
            <a:avLst/>
          </a:prstGeom>
        </p:spPr>
      </p:pic>
      <p:pic>
        <p:nvPicPr>
          <p:cNvPr id="22271" name="Picture 22270">
            <a:extLst>
              <a:ext uri="{FF2B5EF4-FFF2-40B4-BE49-F238E27FC236}">
                <a16:creationId xmlns:a16="http://schemas.microsoft.com/office/drawing/2014/main" id="{61A77ED6-1B67-1F74-4A79-EBEC440E6D30}"/>
              </a:ext>
            </a:extLst>
          </p:cNvPr>
          <p:cNvPicPr>
            <a:picLocks noChangeAspect="1"/>
          </p:cNvPicPr>
          <p:nvPr/>
        </p:nvPicPr>
        <p:blipFill>
          <a:blip r:embed="rId2833">
            <a:extLst>
              <a:ext uri="{BEBA8EAE-BF5A-486C-A8C5-ECC9F3942E4B}">
                <a14:imgProps xmlns:a14="http://schemas.microsoft.com/office/drawing/2010/main">
                  <a14:imgLayer r:embed="rId2857">
                    <a14:imgEffect>
                      <a14:backgroundRemoval t="9459" b="89865" l="6563" r="93906">
                        <a14:foregroundMark x1="10313" y1="45608" x2="10781" y2="56081"/>
                        <a14:foregroundMark x1="10625" y1="59797" x2="10781" y2="46622"/>
                        <a14:foregroundMark x1="10781" y1="46622" x2="10781" y2="46622"/>
                        <a14:foregroundMark x1="10000" y1="44595" x2="6563" y2="51351"/>
                        <a14:foregroundMark x1="21250" y1="63851" x2="30781" y2="67905"/>
                        <a14:foregroundMark x1="93750" y1="42568" x2="93906" y2="6486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367382" y="6688259"/>
            <a:ext cx="895067" cy="413968"/>
          </a:xfrm>
          <a:prstGeom prst="rect">
            <a:avLst/>
          </a:prstGeom>
        </p:spPr>
      </p:pic>
      <p:grpSp>
        <p:nvGrpSpPr>
          <p:cNvPr id="29234" name="Group 29233">
            <a:extLst>
              <a:ext uri="{FF2B5EF4-FFF2-40B4-BE49-F238E27FC236}">
                <a16:creationId xmlns:a16="http://schemas.microsoft.com/office/drawing/2014/main" id="{2BCC7EBB-5780-7402-760B-636F9AB8683C}"/>
              </a:ext>
            </a:extLst>
          </p:cNvPr>
          <p:cNvGrpSpPr/>
          <p:nvPr/>
        </p:nvGrpSpPr>
        <p:grpSpPr>
          <a:xfrm>
            <a:off x="11609560" y="3669973"/>
            <a:ext cx="363537" cy="371707"/>
            <a:chOff x="3694771" y="1918010"/>
            <a:chExt cx="4088780" cy="4475356"/>
          </a:xfrm>
        </p:grpSpPr>
        <p:sp>
          <p:nvSpPr>
            <p:cNvPr id="29235" name="Freeform 29234">
              <a:extLst>
                <a:ext uri="{FF2B5EF4-FFF2-40B4-BE49-F238E27FC236}">
                  <a16:creationId xmlns:a16="http://schemas.microsoft.com/office/drawing/2014/main" id="{356AC59A-0DFC-C043-383E-AEF0418D995F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858">
              <p14:nvContentPartPr>
                <p14:cNvPr id="29236" name="Ink 29235">
                  <a:extLst>
                    <a:ext uri="{FF2B5EF4-FFF2-40B4-BE49-F238E27FC236}">
                      <a16:creationId xmlns:a16="http://schemas.microsoft.com/office/drawing/2014/main" id="{0051F327-81AA-2ADF-0C1A-7D0B28D4F386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9237" name="Freeform 29236">
              <a:extLst>
                <a:ext uri="{FF2B5EF4-FFF2-40B4-BE49-F238E27FC236}">
                  <a16:creationId xmlns:a16="http://schemas.microsoft.com/office/drawing/2014/main" id="{5B197FCC-D90D-6DCA-A1BF-79CF98D1F3EB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38" name="Freeform 29237">
              <a:extLst>
                <a:ext uri="{FF2B5EF4-FFF2-40B4-BE49-F238E27FC236}">
                  <a16:creationId xmlns:a16="http://schemas.microsoft.com/office/drawing/2014/main" id="{E84819CF-05AE-0D2B-8487-E482A5FD74BD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39" name="Freeform 29238">
              <a:extLst>
                <a:ext uri="{FF2B5EF4-FFF2-40B4-BE49-F238E27FC236}">
                  <a16:creationId xmlns:a16="http://schemas.microsoft.com/office/drawing/2014/main" id="{80FEDA3A-E63E-FD9F-1603-8E00F5958632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0" name="Freeform 29239">
              <a:extLst>
                <a:ext uri="{FF2B5EF4-FFF2-40B4-BE49-F238E27FC236}">
                  <a16:creationId xmlns:a16="http://schemas.microsoft.com/office/drawing/2014/main" id="{07B01E9E-5C72-7B34-E06D-66873445AECD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1" name="Freeform 29240">
              <a:extLst>
                <a:ext uri="{FF2B5EF4-FFF2-40B4-BE49-F238E27FC236}">
                  <a16:creationId xmlns:a16="http://schemas.microsoft.com/office/drawing/2014/main" id="{D9755A44-69D5-9F25-9B24-6F40D6CBCB6D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2" name="Freeform 29241">
              <a:extLst>
                <a:ext uri="{FF2B5EF4-FFF2-40B4-BE49-F238E27FC236}">
                  <a16:creationId xmlns:a16="http://schemas.microsoft.com/office/drawing/2014/main" id="{1D36F953-64BB-9816-0AFC-883BE94E9424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3" name="Freeform 29242">
              <a:extLst>
                <a:ext uri="{FF2B5EF4-FFF2-40B4-BE49-F238E27FC236}">
                  <a16:creationId xmlns:a16="http://schemas.microsoft.com/office/drawing/2014/main" id="{C7F5955C-600A-88D2-C96C-5E81E395342C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4" name="Freeform 29243">
              <a:extLst>
                <a:ext uri="{FF2B5EF4-FFF2-40B4-BE49-F238E27FC236}">
                  <a16:creationId xmlns:a16="http://schemas.microsoft.com/office/drawing/2014/main" id="{9300A998-6B35-66DE-6512-5C8717541275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5" name="Freeform 29244">
              <a:extLst>
                <a:ext uri="{FF2B5EF4-FFF2-40B4-BE49-F238E27FC236}">
                  <a16:creationId xmlns:a16="http://schemas.microsoft.com/office/drawing/2014/main" id="{E8EB3020-DFD9-DE1C-6B49-380359A13E08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6" name="Freeform 29245">
              <a:extLst>
                <a:ext uri="{FF2B5EF4-FFF2-40B4-BE49-F238E27FC236}">
                  <a16:creationId xmlns:a16="http://schemas.microsoft.com/office/drawing/2014/main" id="{B0072E2B-0060-E933-A3CD-76FA4DFBF4A9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7" name="Freeform 29246">
              <a:extLst>
                <a:ext uri="{FF2B5EF4-FFF2-40B4-BE49-F238E27FC236}">
                  <a16:creationId xmlns:a16="http://schemas.microsoft.com/office/drawing/2014/main" id="{CAD5BE21-E01A-5150-D56A-68D3C9D698FE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8" name="Freeform 29247">
              <a:extLst>
                <a:ext uri="{FF2B5EF4-FFF2-40B4-BE49-F238E27FC236}">
                  <a16:creationId xmlns:a16="http://schemas.microsoft.com/office/drawing/2014/main" id="{98B829CB-DC6E-D152-180F-099DC4A87B1F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49" name="Freeform 29248">
              <a:extLst>
                <a:ext uri="{FF2B5EF4-FFF2-40B4-BE49-F238E27FC236}">
                  <a16:creationId xmlns:a16="http://schemas.microsoft.com/office/drawing/2014/main" id="{80CF2CB1-04E4-4F1B-413E-532A56A61291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0" name="Freeform 29249">
              <a:extLst>
                <a:ext uri="{FF2B5EF4-FFF2-40B4-BE49-F238E27FC236}">
                  <a16:creationId xmlns:a16="http://schemas.microsoft.com/office/drawing/2014/main" id="{7CBE1EA6-2934-9C50-2C41-CBECEDD7F64D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1" name="Freeform 29250">
              <a:extLst>
                <a:ext uri="{FF2B5EF4-FFF2-40B4-BE49-F238E27FC236}">
                  <a16:creationId xmlns:a16="http://schemas.microsoft.com/office/drawing/2014/main" id="{CD991A2E-D63A-91C0-D0A7-9005130975CB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2" name="Freeform 29251">
              <a:extLst>
                <a:ext uri="{FF2B5EF4-FFF2-40B4-BE49-F238E27FC236}">
                  <a16:creationId xmlns:a16="http://schemas.microsoft.com/office/drawing/2014/main" id="{27F31A46-1E60-D5F3-6FDC-61E62D581B5E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3" name="Freeform 29252">
              <a:extLst>
                <a:ext uri="{FF2B5EF4-FFF2-40B4-BE49-F238E27FC236}">
                  <a16:creationId xmlns:a16="http://schemas.microsoft.com/office/drawing/2014/main" id="{FDA7927A-BD43-178A-D90D-18D53A432113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4" name="Freeform 29253">
              <a:extLst>
                <a:ext uri="{FF2B5EF4-FFF2-40B4-BE49-F238E27FC236}">
                  <a16:creationId xmlns:a16="http://schemas.microsoft.com/office/drawing/2014/main" id="{76DB9291-A91C-6219-36BB-EFDFFFF941C0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5" name="Freeform 29254">
              <a:extLst>
                <a:ext uri="{FF2B5EF4-FFF2-40B4-BE49-F238E27FC236}">
                  <a16:creationId xmlns:a16="http://schemas.microsoft.com/office/drawing/2014/main" id="{AB5D3942-6FC1-7D0D-EBA6-1900838AC407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6" name="Freeform 29255">
              <a:extLst>
                <a:ext uri="{FF2B5EF4-FFF2-40B4-BE49-F238E27FC236}">
                  <a16:creationId xmlns:a16="http://schemas.microsoft.com/office/drawing/2014/main" id="{9047A654-E791-FBBD-16B4-EF96AEA4ABCC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7" name="Freeform 29256">
              <a:extLst>
                <a:ext uri="{FF2B5EF4-FFF2-40B4-BE49-F238E27FC236}">
                  <a16:creationId xmlns:a16="http://schemas.microsoft.com/office/drawing/2014/main" id="{8D2B851B-65B5-F907-27E8-6DD46B45E8C5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8" name="Freeform 29257">
              <a:extLst>
                <a:ext uri="{FF2B5EF4-FFF2-40B4-BE49-F238E27FC236}">
                  <a16:creationId xmlns:a16="http://schemas.microsoft.com/office/drawing/2014/main" id="{DCB61BE7-DF03-E0A7-B945-553FDB31D6C7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59" name="Freeform 29258">
              <a:extLst>
                <a:ext uri="{FF2B5EF4-FFF2-40B4-BE49-F238E27FC236}">
                  <a16:creationId xmlns:a16="http://schemas.microsoft.com/office/drawing/2014/main" id="{45F26B5C-F081-F8AE-8F77-024F79D08EBF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0" name="Freeform 29259">
              <a:extLst>
                <a:ext uri="{FF2B5EF4-FFF2-40B4-BE49-F238E27FC236}">
                  <a16:creationId xmlns:a16="http://schemas.microsoft.com/office/drawing/2014/main" id="{422C44B2-7293-0446-C729-4F96387DD62B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1" name="Freeform 29260">
              <a:extLst>
                <a:ext uri="{FF2B5EF4-FFF2-40B4-BE49-F238E27FC236}">
                  <a16:creationId xmlns:a16="http://schemas.microsoft.com/office/drawing/2014/main" id="{F06348F1-52D1-7AC0-764B-86721DA58727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2" name="Freeform 29261">
              <a:extLst>
                <a:ext uri="{FF2B5EF4-FFF2-40B4-BE49-F238E27FC236}">
                  <a16:creationId xmlns:a16="http://schemas.microsoft.com/office/drawing/2014/main" id="{D9D0AF82-75DB-BF3F-B14D-F0AA3A8658B3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3" name="Freeform 29262">
              <a:extLst>
                <a:ext uri="{FF2B5EF4-FFF2-40B4-BE49-F238E27FC236}">
                  <a16:creationId xmlns:a16="http://schemas.microsoft.com/office/drawing/2014/main" id="{9664590E-97CA-2061-0B8B-24940B3D1DC5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4" name="Freeform 29263">
              <a:extLst>
                <a:ext uri="{FF2B5EF4-FFF2-40B4-BE49-F238E27FC236}">
                  <a16:creationId xmlns:a16="http://schemas.microsoft.com/office/drawing/2014/main" id="{59C42FAA-F093-B535-D3B6-275763103DC2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5" name="Freeform 29264">
              <a:extLst>
                <a:ext uri="{FF2B5EF4-FFF2-40B4-BE49-F238E27FC236}">
                  <a16:creationId xmlns:a16="http://schemas.microsoft.com/office/drawing/2014/main" id="{FFAE112B-8064-FDBE-5E82-779D38062B98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6" name="Freeform 29265">
              <a:extLst>
                <a:ext uri="{FF2B5EF4-FFF2-40B4-BE49-F238E27FC236}">
                  <a16:creationId xmlns:a16="http://schemas.microsoft.com/office/drawing/2014/main" id="{1F42F49F-7CDE-1FA7-5352-E12546757B80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7" name="Freeform 29266">
              <a:extLst>
                <a:ext uri="{FF2B5EF4-FFF2-40B4-BE49-F238E27FC236}">
                  <a16:creationId xmlns:a16="http://schemas.microsoft.com/office/drawing/2014/main" id="{5D767780-BE22-59DC-5D5C-A09316B4D938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8" name="Freeform 29267">
              <a:extLst>
                <a:ext uri="{FF2B5EF4-FFF2-40B4-BE49-F238E27FC236}">
                  <a16:creationId xmlns:a16="http://schemas.microsoft.com/office/drawing/2014/main" id="{92CBD470-AADC-5DED-03BB-9D7AA57FB1BD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69" name="Freeform 29268">
              <a:extLst>
                <a:ext uri="{FF2B5EF4-FFF2-40B4-BE49-F238E27FC236}">
                  <a16:creationId xmlns:a16="http://schemas.microsoft.com/office/drawing/2014/main" id="{E7D9FB5E-3C0B-FD2F-58F5-80837370E8D1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0" name="Freeform 29269">
              <a:extLst>
                <a:ext uri="{FF2B5EF4-FFF2-40B4-BE49-F238E27FC236}">
                  <a16:creationId xmlns:a16="http://schemas.microsoft.com/office/drawing/2014/main" id="{D1038251-5B41-3421-3160-6EC48343FB19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1" name="Freeform 29270">
              <a:extLst>
                <a:ext uri="{FF2B5EF4-FFF2-40B4-BE49-F238E27FC236}">
                  <a16:creationId xmlns:a16="http://schemas.microsoft.com/office/drawing/2014/main" id="{337F8432-C507-31E1-E86F-D3A977600FDB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2" name="Freeform 29271">
              <a:extLst>
                <a:ext uri="{FF2B5EF4-FFF2-40B4-BE49-F238E27FC236}">
                  <a16:creationId xmlns:a16="http://schemas.microsoft.com/office/drawing/2014/main" id="{0F7FAA6D-25CE-1B41-6630-999CCD7A09BD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3" name="Freeform 29272">
              <a:extLst>
                <a:ext uri="{FF2B5EF4-FFF2-40B4-BE49-F238E27FC236}">
                  <a16:creationId xmlns:a16="http://schemas.microsoft.com/office/drawing/2014/main" id="{FDDE7862-4A03-FB3E-59EF-099357E5AF35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4" name="Freeform 29273">
              <a:extLst>
                <a:ext uri="{FF2B5EF4-FFF2-40B4-BE49-F238E27FC236}">
                  <a16:creationId xmlns:a16="http://schemas.microsoft.com/office/drawing/2014/main" id="{817FBAAE-7E7D-99E5-89C6-75C361E07E71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5" name="Freeform 29274">
              <a:extLst>
                <a:ext uri="{FF2B5EF4-FFF2-40B4-BE49-F238E27FC236}">
                  <a16:creationId xmlns:a16="http://schemas.microsoft.com/office/drawing/2014/main" id="{CCDF3D61-D09A-BAC1-6487-1C246B63A659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6" name="Freeform 29275">
              <a:extLst>
                <a:ext uri="{FF2B5EF4-FFF2-40B4-BE49-F238E27FC236}">
                  <a16:creationId xmlns:a16="http://schemas.microsoft.com/office/drawing/2014/main" id="{3D9D0D56-F0D1-A399-1F71-217339FBFAF9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7" name="Freeform 29276">
              <a:extLst>
                <a:ext uri="{FF2B5EF4-FFF2-40B4-BE49-F238E27FC236}">
                  <a16:creationId xmlns:a16="http://schemas.microsoft.com/office/drawing/2014/main" id="{EF527CFD-4A95-7447-0CC0-80F6327CAF51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8" name="Freeform 29277">
              <a:extLst>
                <a:ext uri="{FF2B5EF4-FFF2-40B4-BE49-F238E27FC236}">
                  <a16:creationId xmlns:a16="http://schemas.microsoft.com/office/drawing/2014/main" id="{2ED9A904-75E6-17D6-80C6-E6D5C9114CAF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79" name="Freeform 29278">
              <a:extLst>
                <a:ext uri="{FF2B5EF4-FFF2-40B4-BE49-F238E27FC236}">
                  <a16:creationId xmlns:a16="http://schemas.microsoft.com/office/drawing/2014/main" id="{E43E2774-B45B-08BD-5CF5-E094537A4065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0" name="Freeform 29279">
              <a:extLst>
                <a:ext uri="{FF2B5EF4-FFF2-40B4-BE49-F238E27FC236}">
                  <a16:creationId xmlns:a16="http://schemas.microsoft.com/office/drawing/2014/main" id="{16225429-D90B-3F97-52B5-F3F36C326DF2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1" name="Freeform 29280">
              <a:extLst>
                <a:ext uri="{FF2B5EF4-FFF2-40B4-BE49-F238E27FC236}">
                  <a16:creationId xmlns:a16="http://schemas.microsoft.com/office/drawing/2014/main" id="{676B4893-2665-8D24-2BEE-FBB665280999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2" name="Freeform 29281">
              <a:extLst>
                <a:ext uri="{FF2B5EF4-FFF2-40B4-BE49-F238E27FC236}">
                  <a16:creationId xmlns:a16="http://schemas.microsoft.com/office/drawing/2014/main" id="{D9ED840F-B79E-A06C-ED8C-8F218B7ACEF7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3" name="Freeform 29282">
              <a:extLst>
                <a:ext uri="{FF2B5EF4-FFF2-40B4-BE49-F238E27FC236}">
                  <a16:creationId xmlns:a16="http://schemas.microsoft.com/office/drawing/2014/main" id="{1898804F-3998-6AEF-9384-AD842AB833A3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4" name="Freeform 29283">
              <a:extLst>
                <a:ext uri="{FF2B5EF4-FFF2-40B4-BE49-F238E27FC236}">
                  <a16:creationId xmlns:a16="http://schemas.microsoft.com/office/drawing/2014/main" id="{731D1E87-0EF2-AF40-8E51-3A54DC93AD13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5" name="Freeform 29284">
              <a:extLst>
                <a:ext uri="{FF2B5EF4-FFF2-40B4-BE49-F238E27FC236}">
                  <a16:creationId xmlns:a16="http://schemas.microsoft.com/office/drawing/2014/main" id="{ABF6D549-A337-0118-9839-06FC35EE454F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6" name="Freeform 29285">
              <a:extLst>
                <a:ext uri="{FF2B5EF4-FFF2-40B4-BE49-F238E27FC236}">
                  <a16:creationId xmlns:a16="http://schemas.microsoft.com/office/drawing/2014/main" id="{8593B5EE-8CF9-1238-CCC9-ED7CE488D93A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7" name="Freeform 29286">
              <a:extLst>
                <a:ext uri="{FF2B5EF4-FFF2-40B4-BE49-F238E27FC236}">
                  <a16:creationId xmlns:a16="http://schemas.microsoft.com/office/drawing/2014/main" id="{25DEC04A-60A3-C052-2370-7FDC50A4DC99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8" name="Freeform 29287">
              <a:extLst>
                <a:ext uri="{FF2B5EF4-FFF2-40B4-BE49-F238E27FC236}">
                  <a16:creationId xmlns:a16="http://schemas.microsoft.com/office/drawing/2014/main" id="{197C0893-F21D-CD16-56A3-8E4DC16CE3A5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89" name="Freeform 29288">
              <a:extLst>
                <a:ext uri="{FF2B5EF4-FFF2-40B4-BE49-F238E27FC236}">
                  <a16:creationId xmlns:a16="http://schemas.microsoft.com/office/drawing/2014/main" id="{14AAF0B2-2A3A-881F-E714-AA34466330C4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0" name="Freeform 29289">
              <a:extLst>
                <a:ext uri="{FF2B5EF4-FFF2-40B4-BE49-F238E27FC236}">
                  <a16:creationId xmlns:a16="http://schemas.microsoft.com/office/drawing/2014/main" id="{FBCE69FD-E983-E5BB-6D4C-B2C744BEB713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1" name="Freeform 29290">
              <a:extLst>
                <a:ext uri="{FF2B5EF4-FFF2-40B4-BE49-F238E27FC236}">
                  <a16:creationId xmlns:a16="http://schemas.microsoft.com/office/drawing/2014/main" id="{3DD3C41A-7C3E-65DD-D9C0-E6F4DE2E2FFE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2" name="Freeform 29291">
              <a:extLst>
                <a:ext uri="{FF2B5EF4-FFF2-40B4-BE49-F238E27FC236}">
                  <a16:creationId xmlns:a16="http://schemas.microsoft.com/office/drawing/2014/main" id="{4F280A92-FCE8-A513-DAA4-4572616BB853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3" name="Freeform 29292">
              <a:extLst>
                <a:ext uri="{FF2B5EF4-FFF2-40B4-BE49-F238E27FC236}">
                  <a16:creationId xmlns:a16="http://schemas.microsoft.com/office/drawing/2014/main" id="{F994C16D-ACC6-E93B-70FC-C9CC244F77DA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4" name="Freeform 29293">
              <a:extLst>
                <a:ext uri="{FF2B5EF4-FFF2-40B4-BE49-F238E27FC236}">
                  <a16:creationId xmlns:a16="http://schemas.microsoft.com/office/drawing/2014/main" id="{26D28197-4DAE-E62A-15CD-FEFF639B8EA6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5" name="Freeform 29294">
              <a:extLst>
                <a:ext uri="{FF2B5EF4-FFF2-40B4-BE49-F238E27FC236}">
                  <a16:creationId xmlns:a16="http://schemas.microsoft.com/office/drawing/2014/main" id="{4D5DB19F-86A5-1EA2-06F0-5D23B40111ED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6" name="Freeform 29295">
              <a:extLst>
                <a:ext uri="{FF2B5EF4-FFF2-40B4-BE49-F238E27FC236}">
                  <a16:creationId xmlns:a16="http://schemas.microsoft.com/office/drawing/2014/main" id="{0B9D6146-3B8E-6914-0AF4-B3FBB7884078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7" name="Freeform 29296">
              <a:extLst>
                <a:ext uri="{FF2B5EF4-FFF2-40B4-BE49-F238E27FC236}">
                  <a16:creationId xmlns:a16="http://schemas.microsoft.com/office/drawing/2014/main" id="{3E63547A-3002-96F2-F664-DDF067936418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8" name="Freeform 29297">
              <a:extLst>
                <a:ext uri="{FF2B5EF4-FFF2-40B4-BE49-F238E27FC236}">
                  <a16:creationId xmlns:a16="http://schemas.microsoft.com/office/drawing/2014/main" id="{0EC6DF75-A479-220B-7BD9-498594FB5AD8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99" name="Freeform 29298">
              <a:extLst>
                <a:ext uri="{FF2B5EF4-FFF2-40B4-BE49-F238E27FC236}">
                  <a16:creationId xmlns:a16="http://schemas.microsoft.com/office/drawing/2014/main" id="{908BE0FF-A302-4BFD-EB94-91C837545719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0" name="Freeform 29299">
              <a:extLst>
                <a:ext uri="{FF2B5EF4-FFF2-40B4-BE49-F238E27FC236}">
                  <a16:creationId xmlns:a16="http://schemas.microsoft.com/office/drawing/2014/main" id="{233DAB54-B929-28C6-1D1C-B43A8B647C18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1" name="Freeform 29300">
              <a:extLst>
                <a:ext uri="{FF2B5EF4-FFF2-40B4-BE49-F238E27FC236}">
                  <a16:creationId xmlns:a16="http://schemas.microsoft.com/office/drawing/2014/main" id="{9E6E7AEC-AA7A-DDCF-E43E-16139E20F132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2" name="Freeform 29301">
              <a:extLst>
                <a:ext uri="{FF2B5EF4-FFF2-40B4-BE49-F238E27FC236}">
                  <a16:creationId xmlns:a16="http://schemas.microsoft.com/office/drawing/2014/main" id="{7B32850A-0B42-3E8C-0EED-7400332AFBAC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3" name="Freeform 29302">
              <a:extLst>
                <a:ext uri="{FF2B5EF4-FFF2-40B4-BE49-F238E27FC236}">
                  <a16:creationId xmlns:a16="http://schemas.microsoft.com/office/drawing/2014/main" id="{FB3E8567-0D3E-EFC3-5C8F-9AA8D1E70AAD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4" name="Freeform 29303">
              <a:extLst>
                <a:ext uri="{FF2B5EF4-FFF2-40B4-BE49-F238E27FC236}">
                  <a16:creationId xmlns:a16="http://schemas.microsoft.com/office/drawing/2014/main" id="{03C84320-7066-E342-102E-C360EEDAD11B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5" name="Freeform 29304">
              <a:extLst>
                <a:ext uri="{FF2B5EF4-FFF2-40B4-BE49-F238E27FC236}">
                  <a16:creationId xmlns:a16="http://schemas.microsoft.com/office/drawing/2014/main" id="{8B41D306-DD07-F42A-4903-19718B618A55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6" name="Freeform 29305">
              <a:extLst>
                <a:ext uri="{FF2B5EF4-FFF2-40B4-BE49-F238E27FC236}">
                  <a16:creationId xmlns:a16="http://schemas.microsoft.com/office/drawing/2014/main" id="{C44A7A37-2FC3-6535-B408-41C02B1BE065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7" name="Freeform 29306">
              <a:extLst>
                <a:ext uri="{FF2B5EF4-FFF2-40B4-BE49-F238E27FC236}">
                  <a16:creationId xmlns:a16="http://schemas.microsoft.com/office/drawing/2014/main" id="{E8A30971-A90D-0398-CF3E-B0F687B219CB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8" name="Freeform 29307">
              <a:extLst>
                <a:ext uri="{FF2B5EF4-FFF2-40B4-BE49-F238E27FC236}">
                  <a16:creationId xmlns:a16="http://schemas.microsoft.com/office/drawing/2014/main" id="{A8DEB0A3-831C-DF2D-2B1B-EC529586BEEF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09" name="Freeform 29308">
              <a:extLst>
                <a:ext uri="{FF2B5EF4-FFF2-40B4-BE49-F238E27FC236}">
                  <a16:creationId xmlns:a16="http://schemas.microsoft.com/office/drawing/2014/main" id="{722052B5-5EBF-2F84-D715-01E1C8A8ECF7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0" name="Freeform 29309">
              <a:extLst>
                <a:ext uri="{FF2B5EF4-FFF2-40B4-BE49-F238E27FC236}">
                  <a16:creationId xmlns:a16="http://schemas.microsoft.com/office/drawing/2014/main" id="{0FF3E737-C277-5CA6-BACD-F88E347D9EE6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1" name="Freeform 29310">
              <a:extLst>
                <a:ext uri="{FF2B5EF4-FFF2-40B4-BE49-F238E27FC236}">
                  <a16:creationId xmlns:a16="http://schemas.microsoft.com/office/drawing/2014/main" id="{329955D3-0388-2481-C884-01CBE849F566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2" name="Freeform 29311">
              <a:extLst>
                <a:ext uri="{FF2B5EF4-FFF2-40B4-BE49-F238E27FC236}">
                  <a16:creationId xmlns:a16="http://schemas.microsoft.com/office/drawing/2014/main" id="{C4E06647-A1F4-41C4-84A6-C9B465F6579A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3" name="Freeform 29312">
              <a:extLst>
                <a:ext uri="{FF2B5EF4-FFF2-40B4-BE49-F238E27FC236}">
                  <a16:creationId xmlns:a16="http://schemas.microsoft.com/office/drawing/2014/main" id="{FF236B57-D7C9-6854-A003-A16D26786105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4" name="Freeform 29313">
              <a:extLst>
                <a:ext uri="{FF2B5EF4-FFF2-40B4-BE49-F238E27FC236}">
                  <a16:creationId xmlns:a16="http://schemas.microsoft.com/office/drawing/2014/main" id="{8D08B09C-7CBD-6FE2-1BEF-AB8897736D53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5" name="Freeform 29314">
              <a:extLst>
                <a:ext uri="{FF2B5EF4-FFF2-40B4-BE49-F238E27FC236}">
                  <a16:creationId xmlns:a16="http://schemas.microsoft.com/office/drawing/2014/main" id="{3315CECB-A8AE-455D-42E7-E39DC0053BFF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6" name="Freeform 29315">
              <a:extLst>
                <a:ext uri="{FF2B5EF4-FFF2-40B4-BE49-F238E27FC236}">
                  <a16:creationId xmlns:a16="http://schemas.microsoft.com/office/drawing/2014/main" id="{4DEAF389-09DD-8550-EA02-DED395BBCE2F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7" name="Freeform 29316">
              <a:extLst>
                <a:ext uri="{FF2B5EF4-FFF2-40B4-BE49-F238E27FC236}">
                  <a16:creationId xmlns:a16="http://schemas.microsoft.com/office/drawing/2014/main" id="{0B2885EF-04F8-132A-B0FC-BA30E6EA1B6A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18" name="Freeform 29317">
              <a:extLst>
                <a:ext uri="{FF2B5EF4-FFF2-40B4-BE49-F238E27FC236}">
                  <a16:creationId xmlns:a16="http://schemas.microsoft.com/office/drawing/2014/main" id="{69EAE1A4-D7C9-3CB2-B0C9-0A9984B2026D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22273" name="Picture 22272">
            <a:extLst>
              <a:ext uri="{FF2B5EF4-FFF2-40B4-BE49-F238E27FC236}">
                <a16:creationId xmlns:a16="http://schemas.microsoft.com/office/drawing/2014/main" id="{32A8939F-6E69-1C63-DE79-D5868F0CA8FE}"/>
              </a:ext>
            </a:extLst>
          </p:cNvPr>
          <p:cNvPicPr>
            <a:picLocks noChangeAspect="1"/>
          </p:cNvPicPr>
          <p:nvPr/>
        </p:nvPicPr>
        <p:blipFill>
          <a:blip r:embed="rId2831">
            <a:extLst>
              <a:ext uri="{BEBA8EAE-BF5A-486C-A8C5-ECC9F3942E4B}">
                <a14:imgProps xmlns:a14="http://schemas.microsoft.com/office/drawing/2010/main">
                  <a14:imgLayer r:embed="rId2859">
                    <a14:imgEffect>
                      <a14:backgroundRemoval t="6276" b="89540" l="5871" r="95695">
                        <a14:foregroundMark x1="13112" y1="40167" x2="5871" y2="43515"/>
                        <a14:foregroundMark x1="5871" y1="43515" x2="10176" y2="58996"/>
                        <a14:foregroundMark x1="10176" y1="58996" x2="11546" y2="59414"/>
                        <a14:foregroundMark x1="90998" y1="50209" x2="92368" y2="66946"/>
                        <a14:foregroundMark x1="92368" y1="66946" x2="88650" y2="72385"/>
                        <a14:foregroundMark x1="93933" y1="53975" x2="95890" y2="67364"/>
                        <a14:foregroundMark x1="57926" y1="6276" x2="50489" y2="10460"/>
                        <a14:foregroundMark x1="50489" y1="10460" x2="50489" y2="10460"/>
                      </a14:backgroundRemoval>
                    </a14:imgEffect>
                    <a14:imgEffect>
                      <a14:brightnessContrast brigh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776383" y="5943950"/>
            <a:ext cx="921647" cy="431064"/>
          </a:xfrm>
          <a:prstGeom prst="rect">
            <a:avLst/>
          </a:prstGeom>
        </p:spPr>
      </p:pic>
      <p:sp>
        <p:nvSpPr>
          <p:cNvPr id="22275" name="TextBox 22274">
            <a:extLst>
              <a:ext uri="{FF2B5EF4-FFF2-40B4-BE49-F238E27FC236}">
                <a16:creationId xmlns:a16="http://schemas.microsoft.com/office/drawing/2014/main" id="{F83EDB73-B36F-4B78-0AAF-341850EE62CC}"/>
              </a:ext>
            </a:extLst>
          </p:cNvPr>
          <p:cNvSpPr txBox="1"/>
          <p:nvPr/>
        </p:nvSpPr>
        <p:spPr>
          <a:xfrm>
            <a:off x="7310629" y="7596397"/>
            <a:ext cx="136841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Crowned urchin</a:t>
            </a:r>
          </a:p>
        </p:txBody>
      </p:sp>
      <p:sp>
        <p:nvSpPr>
          <p:cNvPr id="22276" name="TextBox 22275">
            <a:extLst>
              <a:ext uri="{FF2B5EF4-FFF2-40B4-BE49-F238E27FC236}">
                <a16:creationId xmlns:a16="http://schemas.microsoft.com/office/drawing/2014/main" id="{F764AEF5-FAA7-0507-D1D9-875E759ED415}"/>
              </a:ext>
            </a:extLst>
          </p:cNvPr>
          <p:cNvSpPr txBox="1"/>
          <p:nvPr/>
        </p:nvSpPr>
        <p:spPr>
          <a:xfrm>
            <a:off x="8690498" y="8338682"/>
            <a:ext cx="132980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Wavy turban snail</a:t>
            </a:r>
          </a:p>
        </p:txBody>
      </p:sp>
      <p:sp>
        <p:nvSpPr>
          <p:cNvPr id="22278" name="TextBox 22277">
            <a:extLst>
              <a:ext uri="{FF2B5EF4-FFF2-40B4-BE49-F238E27FC236}">
                <a16:creationId xmlns:a16="http://schemas.microsoft.com/office/drawing/2014/main" id="{DC32770E-C4C2-2B47-1EF5-0628355E522E}"/>
              </a:ext>
            </a:extLst>
          </p:cNvPr>
          <p:cNvSpPr txBox="1"/>
          <p:nvPr/>
        </p:nvSpPr>
        <p:spPr>
          <a:xfrm>
            <a:off x="9090624" y="7596397"/>
            <a:ext cx="136841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Red urchin</a:t>
            </a:r>
          </a:p>
        </p:txBody>
      </p:sp>
      <p:sp>
        <p:nvSpPr>
          <p:cNvPr id="22280" name="TextBox 22279">
            <a:extLst>
              <a:ext uri="{FF2B5EF4-FFF2-40B4-BE49-F238E27FC236}">
                <a16:creationId xmlns:a16="http://schemas.microsoft.com/office/drawing/2014/main" id="{825E5D80-3E17-2648-CA10-99F5AF7A31DA}"/>
              </a:ext>
            </a:extLst>
          </p:cNvPr>
          <p:cNvSpPr txBox="1"/>
          <p:nvPr/>
        </p:nvSpPr>
        <p:spPr>
          <a:xfrm>
            <a:off x="7681861" y="8335148"/>
            <a:ext cx="120119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Gorgonian</a:t>
            </a:r>
          </a:p>
        </p:txBody>
      </p:sp>
      <p:sp>
        <p:nvSpPr>
          <p:cNvPr id="22283" name="TextBox 22282">
            <a:extLst>
              <a:ext uri="{FF2B5EF4-FFF2-40B4-BE49-F238E27FC236}">
                <a16:creationId xmlns:a16="http://schemas.microsoft.com/office/drawing/2014/main" id="{31A94176-B9DF-6EAA-23DF-6E4029E256BB}"/>
              </a:ext>
            </a:extLst>
          </p:cNvPr>
          <p:cNvSpPr txBox="1"/>
          <p:nvPr/>
        </p:nvSpPr>
        <p:spPr>
          <a:xfrm>
            <a:off x="8453435" y="7599931"/>
            <a:ext cx="1019719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Purple urchin</a:t>
            </a:r>
          </a:p>
        </p:txBody>
      </p:sp>
      <p:grpSp>
        <p:nvGrpSpPr>
          <p:cNvPr id="22284" name="Group 22283">
            <a:extLst>
              <a:ext uri="{FF2B5EF4-FFF2-40B4-BE49-F238E27FC236}">
                <a16:creationId xmlns:a16="http://schemas.microsoft.com/office/drawing/2014/main" id="{BE2F0BC4-1FE0-E1AB-4792-F50A6BA5A51C}"/>
              </a:ext>
            </a:extLst>
          </p:cNvPr>
          <p:cNvGrpSpPr/>
          <p:nvPr/>
        </p:nvGrpSpPr>
        <p:grpSpPr>
          <a:xfrm>
            <a:off x="8695400" y="7863213"/>
            <a:ext cx="440195" cy="357854"/>
            <a:chOff x="8947164" y="3879853"/>
            <a:chExt cx="1465470" cy="1465470"/>
          </a:xfrm>
        </p:grpSpPr>
        <p:pic>
          <p:nvPicPr>
            <p:cNvPr id="22285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A8CB7F0F-DDDB-58AD-86B7-F732D06EE4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64" y="3879853"/>
              <a:ext cx="1465470" cy="1465470"/>
            </a:xfrm>
            <a:prstGeom prst="rect">
              <a:avLst/>
            </a:prstGeom>
            <a:noFill/>
            <a:ln w="3175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2286" name="Freeform 22285">
              <a:extLst>
                <a:ext uri="{FF2B5EF4-FFF2-40B4-BE49-F238E27FC236}">
                  <a16:creationId xmlns:a16="http://schemas.microsoft.com/office/drawing/2014/main" id="{3D8C2847-B269-6DD5-900F-6E935DD0CAFD}"/>
                </a:ext>
              </a:extLst>
            </p:cNvPr>
            <p:cNvSpPr/>
            <p:nvPr/>
          </p:nvSpPr>
          <p:spPr>
            <a:xfrm>
              <a:off x="9263146" y="4243598"/>
              <a:ext cx="844550" cy="755650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solidFill>
              <a:srgbClr val="885A88">
                <a:alpha val="78424"/>
              </a:srgbClr>
            </a:solidFill>
            <a:ln w="3175">
              <a:solidFill>
                <a:srgbClr val="885A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22287" name="Straight Connector 22286">
              <a:extLst>
                <a:ext uri="{FF2B5EF4-FFF2-40B4-BE49-F238E27FC236}">
                  <a16:creationId xmlns:a16="http://schemas.microsoft.com/office/drawing/2014/main" id="{4FC32666-F1D3-5EFF-DE57-6E34D7CEC245}"/>
                </a:ext>
              </a:extLst>
            </p:cNvPr>
            <p:cNvCxnSpPr/>
            <p:nvPr/>
          </p:nvCxnSpPr>
          <p:spPr>
            <a:xfrm flipH="1">
              <a:off x="9872746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88" name="Straight Connector 22287">
              <a:extLst>
                <a:ext uri="{FF2B5EF4-FFF2-40B4-BE49-F238E27FC236}">
                  <a16:creationId xmlns:a16="http://schemas.microsoft.com/office/drawing/2014/main" id="{DEB050F1-F96C-5597-CA83-ECFE1C13282D}"/>
                </a:ext>
              </a:extLst>
            </p:cNvPr>
            <p:cNvCxnSpPr/>
            <p:nvPr/>
          </p:nvCxnSpPr>
          <p:spPr>
            <a:xfrm flipH="1">
              <a:off x="9844240" y="3960230"/>
              <a:ext cx="50800" cy="4318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89" name="Straight Connector 22288">
              <a:extLst>
                <a:ext uri="{FF2B5EF4-FFF2-40B4-BE49-F238E27FC236}">
                  <a16:creationId xmlns:a16="http://schemas.microsoft.com/office/drawing/2014/main" id="{8B75BB50-8944-78FD-7D90-F0C5DE9D031E}"/>
                </a:ext>
              </a:extLst>
            </p:cNvPr>
            <p:cNvCxnSpPr>
              <a:cxnSpLocks/>
              <a:stCxn id="22285" idx="0"/>
            </p:cNvCxnSpPr>
            <p:nvPr/>
          </p:nvCxnSpPr>
          <p:spPr>
            <a:xfrm>
              <a:off x="9679899" y="3879853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0" name="Straight Connector 22289">
              <a:extLst>
                <a:ext uri="{FF2B5EF4-FFF2-40B4-BE49-F238E27FC236}">
                  <a16:creationId xmlns:a16="http://schemas.microsoft.com/office/drawing/2014/main" id="{60AC0831-83D8-DE55-25E5-46222FDB832F}"/>
                </a:ext>
              </a:extLst>
            </p:cNvPr>
            <p:cNvCxnSpPr>
              <a:cxnSpLocks/>
            </p:cNvCxnSpPr>
            <p:nvPr/>
          </p:nvCxnSpPr>
          <p:spPr>
            <a:xfrm>
              <a:off x="9730596" y="3960230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1" name="Straight Connector 22290">
              <a:extLst>
                <a:ext uri="{FF2B5EF4-FFF2-40B4-BE49-F238E27FC236}">
                  <a16:creationId xmlns:a16="http://schemas.microsoft.com/office/drawing/2014/main" id="{A636154E-5B25-E5AF-7A3B-85C3B681C312}"/>
                </a:ext>
              </a:extLst>
            </p:cNvPr>
            <p:cNvCxnSpPr>
              <a:cxnSpLocks/>
            </p:cNvCxnSpPr>
            <p:nvPr/>
          </p:nvCxnSpPr>
          <p:spPr>
            <a:xfrm>
              <a:off x="9679899" y="40287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2" name="Straight Connector 22291">
              <a:extLst>
                <a:ext uri="{FF2B5EF4-FFF2-40B4-BE49-F238E27FC236}">
                  <a16:creationId xmlns:a16="http://schemas.microsoft.com/office/drawing/2014/main" id="{BD922B24-7449-33EF-085C-9A83B14EEB11}"/>
                </a:ext>
              </a:extLst>
            </p:cNvPr>
            <p:cNvCxnSpPr>
              <a:cxnSpLocks/>
            </p:cNvCxnSpPr>
            <p:nvPr/>
          </p:nvCxnSpPr>
          <p:spPr>
            <a:xfrm>
              <a:off x="9640971" y="4016085"/>
              <a:ext cx="119960" cy="512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3" name="Straight Connector 22292">
              <a:extLst>
                <a:ext uri="{FF2B5EF4-FFF2-40B4-BE49-F238E27FC236}">
                  <a16:creationId xmlns:a16="http://schemas.microsoft.com/office/drawing/2014/main" id="{6C191CEF-1C11-C296-4932-D40360626C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52259" y="416386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4" name="Straight Connector 22293">
              <a:extLst>
                <a:ext uri="{FF2B5EF4-FFF2-40B4-BE49-F238E27FC236}">
                  <a16:creationId xmlns:a16="http://schemas.microsoft.com/office/drawing/2014/main" id="{014CD8BD-5C71-A116-FBB1-E4A8295E0B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9864" y="417613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5" name="Straight Connector 22294">
              <a:extLst>
                <a:ext uri="{FF2B5EF4-FFF2-40B4-BE49-F238E27FC236}">
                  <a16:creationId xmlns:a16="http://schemas.microsoft.com/office/drawing/2014/main" id="{561BFE08-A6F7-2038-2986-8919009582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633" y="4341889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6" name="Straight Connector 22295">
              <a:extLst>
                <a:ext uri="{FF2B5EF4-FFF2-40B4-BE49-F238E27FC236}">
                  <a16:creationId xmlns:a16="http://schemas.microsoft.com/office/drawing/2014/main" id="{62D49958-0EEF-1423-FB09-A194222CD7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4238" y="4354150"/>
              <a:ext cx="224027" cy="38056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7" name="Straight Connector 22296">
              <a:extLst>
                <a:ext uri="{FF2B5EF4-FFF2-40B4-BE49-F238E27FC236}">
                  <a16:creationId xmlns:a16="http://schemas.microsoft.com/office/drawing/2014/main" id="{BD722B1F-291E-CAEC-0494-A1AAD44C75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86921" y="46738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8" name="Straight Connector 22297">
              <a:extLst>
                <a:ext uri="{FF2B5EF4-FFF2-40B4-BE49-F238E27FC236}">
                  <a16:creationId xmlns:a16="http://schemas.microsoft.com/office/drawing/2014/main" id="{421D7CCF-C40E-E849-2763-58E5E36D7E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37721" y="46861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9" name="Straight Connector 22298">
              <a:extLst>
                <a:ext uri="{FF2B5EF4-FFF2-40B4-BE49-F238E27FC236}">
                  <a16:creationId xmlns:a16="http://schemas.microsoft.com/office/drawing/2014/main" id="{F5901243-ABDF-72F6-80D9-FF34B4C195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39321" y="4826294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0" name="Straight Connector 22299">
              <a:extLst>
                <a:ext uri="{FF2B5EF4-FFF2-40B4-BE49-F238E27FC236}">
                  <a16:creationId xmlns:a16="http://schemas.microsoft.com/office/drawing/2014/main" id="{F394B55B-7D63-EF69-CB70-541B636CC6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90121" y="4838555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1" name="Straight Connector 22300">
              <a:extLst>
                <a:ext uri="{FF2B5EF4-FFF2-40B4-BE49-F238E27FC236}">
                  <a16:creationId xmlns:a16="http://schemas.microsoft.com/office/drawing/2014/main" id="{E7ABA99F-B708-7AFE-D170-90DC4AAD01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3040" y="4717592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2" name="Straight Connector 22301">
              <a:extLst>
                <a:ext uri="{FF2B5EF4-FFF2-40B4-BE49-F238E27FC236}">
                  <a16:creationId xmlns:a16="http://schemas.microsoft.com/office/drawing/2014/main" id="{78BB9E68-E058-61A9-96C0-4FD0A92844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3840" y="4729853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3" name="Straight Connector 22302">
              <a:extLst>
                <a:ext uri="{FF2B5EF4-FFF2-40B4-BE49-F238E27FC236}">
                  <a16:creationId xmlns:a16="http://schemas.microsoft.com/office/drawing/2014/main" id="{DFDA6E48-5877-7A71-46EC-593D492509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893" y="4508878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4" name="Straight Connector 22303">
              <a:extLst>
                <a:ext uri="{FF2B5EF4-FFF2-40B4-BE49-F238E27FC236}">
                  <a16:creationId xmlns:a16="http://schemas.microsoft.com/office/drawing/2014/main" id="{F366BA1D-8410-EB40-94B9-1C96D7FAC9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693" y="4521139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5" name="Straight Connector 22304">
              <a:extLst>
                <a:ext uri="{FF2B5EF4-FFF2-40B4-BE49-F238E27FC236}">
                  <a16:creationId xmlns:a16="http://schemas.microsoft.com/office/drawing/2014/main" id="{BB260CD1-3EDB-A981-F245-57B80ADF1C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87987" y="41146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6" name="Straight Connector 22305">
              <a:extLst>
                <a:ext uri="{FF2B5EF4-FFF2-40B4-BE49-F238E27FC236}">
                  <a16:creationId xmlns:a16="http://schemas.microsoft.com/office/drawing/2014/main" id="{125C2E71-3811-9FE4-C64E-023D71ED57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38787" y="41269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7" name="Straight Connector 22306">
              <a:extLst>
                <a:ext uri="{FF2B5EF4-FFF2-40B4-BE49-F238E27FC236}">
                  <a16:creationId xmlns:a16="http://schemas.microsoft.com/office/drawing/2014/main" id="{13A929FE-792A-A1C0-CBD1-1D9B4AED70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0387" y="4267056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8" name="Straight Connector 22307">
              <a:extLst>
                <a:ext uri="{FF2B5EF4-FFF2-40B4-BE49-F238E27FC236}">
                  <a16:creationId xmlns:a16="http://schemas.microsoft.com/office/drawing/2014/main" id="{2EBB5A74-EC74-B8C5-4BD6-B3DAEBA76E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1187" y="4279317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9" name="Straight Connector 22308">
              <a:extLst>
                <a:ext uri="{FF2B5EF4-FFF2-40B4-BE49-F238E27FC236}">
                  <a16:creationId xmlns:a16="http://schemas.microsoft.com/office/drawing/2014/main" id="{80F99109-3998-7A31-0971-E0B98E464E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4774" y="4352331"/>
              <a:ext cx="384983" cy="2396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0" name="Straight Connector 22309">
              <a:extLst>
                <a:ext uri="{FF2B5EF4-FFF2-40B4-BE49-F238E27FC236}">
                  <a16:creationId xmlns:a16="http://schemas.microsoft.com/office/drawing/2014/main" id="{E4AC4591-0299-6400-65E3-4D10487A82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5574" y="4364592"/>
              <a:ext cx="361788" cy="31309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1" name="Straight Connector 22310">
              <a:extLst>
                <a:ext uri="{FF2B5EF4-FFF2-40B4-BE49-F238E27FC236}">
                  <a16:creationId xmlns:a16="http://schemas.microsoft.com/office/drawing/2014/main" id="{C5C85F07-5A87-C5E6-2E32-B3B61686DAC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40387" y="473285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2" name="Straight Connector 22311">
              <a:extLst>
                <a:ext uri="{FF2B5EF4-FFF2-40B4-BE49-F238E27FC236}">
                  <a16:creationId xmlns:a16="http://schemas.microsoft.com/office/drawing/2014/main" id="{D47BC140-5A39-A09A-028A-023C538B502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1187" y="481857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3" name="Straight Connector 22312">
              <a:extLst>
                <a:ext uri="{FF2B5EF4-FFF2-40B4-BE49-F238E27FC236}">
                  <a16:creationId xmlns:a16="http://schemas.microsoft.com/office/drawing/2014/main" id="{BE5CF3D5-F3CC-FB5A-7D00-DE27AC6510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44240" y="4802381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4" name="Straight Connector 22313">
              <a:extLst>
                <a:ext uri="{FF2B5EF4-FFF2-40B4-BE49-F238E27FC236}">
                  <a16:creationId xmlns:a16="http://schemas.microsoft.com/office/drawing/2014/main" id="{3D334E99-7E52-BA7A-5D2F-05AB59D001B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95040" y="4888106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5" name="Straight Connector 22314">
              <a:extLst>
                <a:ext uri="{FF2B5EF4-FFF2-40B4-BE49-F238E27FC236}">
                  <a16:creationId xmlns:a16="http://schemas.microsoft.com/office/drawing/2014/main" id="{3637F16F-9AAC-9B9D-565F-5CCAB595E11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9345" y="480539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6" name="Straight Connector 22315">
              <a:extLst>
                <a:ext uri="{FF2B5EF4-FFF2-40B4-BE49-F238E27FC236}">
                  <a16:creationId xmlns:a16="http://schemas.microsoft.com/office/drawing/2014/main" id="{9EB621F4-1DE0-B17D-1D1F-D742CC4AE0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0145" y="489112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7" name="Straight Connector 22316">
              <a:extLst>
                <a:ext uri="{FF2B5EF4-FFF2-40B4-BE49-F238E27FC236}">
                  <a16:creationId xmlns:a16="http://schemas.microsoft.com/office/drawing/2014/main" id="{9E1DBCFC-1C6F-1B7B-9635-390AE411E2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67985" y="4877556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8" name="Straight Connector 22317">
              <a:extLst>
                <a:ext uri="{FF2B5EF4-FFF2-40B4-BE49-F238E27FC236}">
                  <a16:creationId xmlns:a16="http://schemas.microsoft.com/office/drawing/2014/main" id="{BC02D60A-6588-E072-9E12-7EB16DFD95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18785" y="4963281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19" name="Straight Connector 22318">
              <a:extLst>
                <a:ext uri="{FF2B5EF4-FFF2-40B4-BE49-F238E27FC236}">
                  <a16:creationId xmlns:a16="http://schemas.microsoft.com/office/drawing/2014/main" id="{E6128B78-2C96-1D5B-CE1B-E2604243B6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49052" y="4848739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0" name="Straight Connector 22319">
              <a:extLst>
                <a:ext uri="{FF2B5EF4-FFF2-40B4-BE49-F238E27FC236}">
                  <a16:creationId xmlns:a16="http://schemas.microsoft.com/office/drawing/2014/main" id="{7C1DCB23-B987-85FE-E1DE-545033D6065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99852" y="4934464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1" name="Straight Connector 22320">
              <a:extLst>
                <a:ext uri="{FF2B5EF4-FFF2-40B4-BE49-F238E27FC236}">
                  <a16:creationId xmlns:a16="http://schemas.microsoft.com/office/drawing/2014/main" id="{57999919-EC91-A041-C8A3-83BAE01B13A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3808" y="4666827"/>
              <a:ext cx="293284" cy="22094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2" name="Straight Connector 22321">
              <a:extLst>
                <a:ext uri="{FF2B5EF4-FFF2-40B4-BE49-F238E27FC236}">
                  <a16:creationId xmlns:a16="http://schemas.microsoft.com/office/drawing/2014/main" id="{A04B76FA-0C9C-804E-32E4-CE1FAB21FFB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44608" y="4752552"/>
              <a:ext cx="207078" cy="17284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3" name="Straight Connector 22322">
              <a:extLst>
                <a:ext uri="{FF2B5EF4-FFF2-40B4-BE49-F238E27FC236}">
                  <a16:creationId xmlns:a16="http://schemas.microsoft.com/office/drawing/2014/main" id="{01ABFD79-4362-D50B-87B8-F2E73A2B94D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67513" y="484436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4" name="Straight Connector 22323">
              <a:extLst>
                <a:ext uri="{FF2B5EF4-FFF2-40B4-BE49-F238E27FC236}">
                  <a16:creationId xmlns:a16="http://schemas.microsoft.com/office/drawing/2014/main" id="{787969F4-C807-EE97-2A25-10C71C5B3B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18313" y="490773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5" name="Straight Connector 22324">
              <a:extLst>
                <a:ext uri="{FF2B5EF4-FFF2-40B4-BE49-F238E27FC236}">
                  <a16:creationId xmlns:a16="http://schemas.microsoft.com/office/drawing/2014/main" id="{8A77970A-791C-2B46-E77E-B37DC836F2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07055" y="4723211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6" name="Straight Connector 22325">
              <a:extLst>
                <a:ext uri="{FF2B5EF4-FFF2-40B4-BE49-F238E27FC236}">
                  <a16:creationId xmlns:a16="http://schemas.microsoft.com/office/drawing/2014/main" id="{5AFC0751-7882-E8B7-4A17-8B741C9A8C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57855" y="4786576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7" name="Straight Connector 22326">
              <a:extLst>
                <a:ext uri="{FF2B5EF4-FFF2-40B4-BE49-F238E27FC236}">
                  <a16:creationId xmlns:a16="http://schemas.microsoft.com/office/drawing/2014/main" id="{E7136098-8FBA-DC43-C613-0864BACA14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3760" y="463106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8" name="Straight Connector 22327">
              <a:extLst>
                <a:ext uri="{FF2B5EF4-FFF2-40B4-BE49-F238E27FC236}">
                  <a16:creationId xmlns:a16="http://schemas.microsoft.com/office/drawing/2014/main" id="{8964F8FC-ED1F-C6B0-1F9E-B749CD11E4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4560" y="469443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29" name="Straight Connector 22328">
              <a:extLst>
                <a:ext uri="{FF2B5EF4-FFF2-40B4-BE49-F238E27FC236}">
                  <a16:creationId xmlns:a16="http://schemas.microsoft.com/office/drawing/2014/main" id="{256264DC-FEB2-57C2-73EF-B6EF1422FA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6995" y="453949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0" name="Straight Connector 22329">
              <a:extLst>
                <a:ext uri="{FF2B5EF4-FFF2-40B4-BE49-F238E27FC236}">
                  <a16:creationId xmlns:a16="http://schemas.microsoft.com/office/drawing/2014/main" id="{BCB50D7F-8D67-7D91-0B31-F9558EF965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7795" y="460286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1" name="Straight Connector 22330">
              <a:extLst>
                <a:ext uri="{FF2B5EF4-FFF2-40B4-BE49-F238E27FC236}">
                  <a16:creationId xmlns:a16="http://schemas.microsoft.com/office/drawing/2014/main" id="{7E38F154-4305-45C2-89C9-17F080CCE1D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5491" y="4461169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2" name="Straight Connector 22331">
              <a:extLst>
                <a:ext uri="{FF2B5EF4-FFF2-40B4-BE49-F238E27FC236}">
                  <a16:creationId xmlns:a16="http://schemas.microsoft.com/office/drawing/2014/main" id="{07EC917C-3F59-2C85-692F-6DE4F8D24C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6291" y="4524534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3" name="Straight Connector 22332">
              <a:extLst>
                <a:ext uri="{FF2B5EF4-FFF2-40B4-BE49-F238E27FC236}">
                  <a16:creationId xmlns:a16="http://schemas.microsoft.com/office/drawing/2014/main" id="{EFB6783A-DDE5-5E0D-C0AD-EDDD67CC338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4580" y="4361256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4" name="Straight Connector 22333">
              <a:extLst>
                <a:ext uri="{FF2B5EF4-FFF2-40B4-BE49-F238E27FC236}">
                  <a16:creationId xmlns:a16="http://schemas.microsoft.com/office/drawing/2014/main" id="{461B4F01-5A79-1358-BAE6-C61BC42CA2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5380" y="4424621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5" name="Straight Connector 22334">
              <a:extLst>
                <a:ext uri="{FF2B5EF4-FFF2-40B4-BE49-F238E27FC236}">
                  <a16:creationId xmlns:a16="http://schemas.microsoft.com/office/drawing/2014/main" id="{FD0DF9B2-ACCD-5087-0798-DB2B1BC5437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0295" y="424118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6" name="Straight Connector 22335">
              <a:extLst>
                <a:ext uri="{FF2B5EF4-FFF2-40B4-BE49-F238E27FC236}">
                  <a16:creationId xmlns:a16="http://schemas.microsoft.com/office/drawing/2014/main" id="{4BD0A4E1-E638-AA4D-23CD-92DEDD8B0F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61095" y="430455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7" name="Straight Connector 22336">
              <a:extLst>
                <a:ext uri="{FF2B5EF4-FFF2-40B4-BE49-F238E27FC236}">
                  <a16:creationId xmlns:a16="http://schemas.microsoft.com/office/drawing/2014/main" id="{C129AC30-F161-B775-2817-CE1FFAEFB0A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60219" y="4553755"/>
              <a:ext cx="328463" cy="338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8" name="Straight Connector 22337">
              <a:extLst>
                <a:ext uri="{FF2B5EF4-FFF2-40B4-BE49-F238E27FC236}">
                  <a16:creationId xmlns:a16="http://schemas.microsoft.com/office/drawing/2014/main" id="{37DC862E-DB49-C705-8545-11D20585C0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11019" y="4617120"/>
              <a:ext cx="298965" cy="2236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39" name="Straight Connector 22338">
              <a:extLst>
                <a:ext uri="{FF2B5EF4-FFF2-40B4-BE49-F238E27FC236}">
                  <a16:creationId xmlns:a16="http://schemas.microsoft.com/office/drawing/2014/main" id="{C984B5D1-6592-338F-392D-05DBDF540FE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72873" y="40458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0" name="Straight Connector 22339">
              <a:extLst>
                <a:ext uri="{FF2B5EF4-FFF2-40B4-BE49-F238E27FC236}">
                  <a16:creationId xmlns:a16="http://schemas.microsoft.com/office/drawing/2014/main" id="{86B7CA93-6EC5-C3C4-4F28-F98FB387E1C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22073" y="40712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1" name="Straight Connector 22340">
              <a:extLst>
                <a:ext uri="{FF2B5EF4-FFF2-40B4-BE49-F238E27FC236}">
                  <a16:creationId xmlns:a16="http://schemas.microsoft.com/office/drawing/2014/main" id="{8D50EEB1-162D-BDC2-5D71-488BF1EFCBC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61954" y="4064987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2" name="Straight Connector 22341">
              <a:extLst>
                <a:ext uri="{FF2B5EF4-FFF2-40B4-BE49-F238E27FC236}">
                  <a16:creationId xmlns:a16="http://schemas.microsoft.com/office/drawing/2014/main" id="{FC4B9964-C639-2B8F-2546-840F850618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11154" y="4090413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3" name="Straight Connector 22342">
              <a:extLst>
                <a:ext uri="{FF2B5EF4-FFF2-40B4-BE49-F238E27FC236}">
                  <a16:creationId xmlns:a16="http://schemas.microsoft.com/office/drawing/2014/main" id="{98891AFE-C453-C2A5-D880-AE19CC766C0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69691" y="414980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4" name="Straight Connector 22343">
              <a:extLst>
                <a:ext uri="{FF2B5EF4-FFF2-40B4-BE49-F238E27FC236}">
                  <a16:creationId xmlns:a16="http://schemas.microsoft.com/office/drawing/2014/main" id="{AEFA339A-0181-E4E0-5D17-094F8303632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8891" y="417523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5" name="Straight Connector 22344">
              <a:extLst>
                <a:ext uri="{FF2B5EF4-FFF2-40B4-BE49-F238E27FC236}">
                  <a16:creationId xmlns:a16="http://schemas.microsoft.com/office/drawing/2014/main" id="{57C7E606-07A4-0A58-034E-85D3DE7950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4038" y="417896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6" name="Straight Connector 22345">
              <a:extLst>
                <a:ext uri="{FF2B5EF4-FFF2-40B4-BE49-F238E27FC236}">
                  <a16:creationId xmlns:a16="http://schemas.microsoft.com/office/drawing/2014/main" id="{0EAC2484-292A-7CB9-C9EF-3BB1FC49CA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93238" y="420439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7" name="Straight Connector 22346">
              <a:extLst>
                <a:ext uri="{FF2B5EF4-FFF2-40B4-BE49-F238E27FC236}">
                  <a16:creationId xmlns:a16="http://schemas.microsoft.com/office/drawing/2014/main" id="{B2533591-3A00-4C6B-5BAA-150A1420BE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98118" y="4902951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8" name="Straight Connector 22347">
              <a:extLst>
                <a:ext uri="{FF2B5EF4-FFF2-40B4-BE49-F238E27FC236}">
                  <a16:creationId xmlns:a16="http://schemas.microsoft.com/office/drawing/2014/main" id="{D9E5159E-5310-37CD-C50B-765164BF1F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7318" y="4928377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49" name="Straight Connector 22348">
              <a:extLst>
                <a:ext uri="{FF2B5EF4-FFF2-40B4-BE49-F238E27FC236}">
                  <a16:creationId xmlns:a16="http://schemas.microsoft.com/office/drawing/2014/main" id="{759162D9-25DD-8170-F3BE-7B8BF69EC3D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86456" y="4899974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0" name="Straight Connector 22349">
              <a:extLst>
                <a:ext uri="{FF2B5EF4-FFF2-40B4-BE49-F238E27FC236}">
                  <a16:creationId xmlns:a16="http://schemas.microsoft.com/office/drawing/2014/main" id="{25C5B85D-A5F6-0F73-851B-26EFBB833B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35656" y="4925400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1" name="Straight Connector 22350">
              <a:extLst>
                <a:ext uri="{FF2B5EF4-FFF2-40B4-BE49-F238E27FC236}">
                  <a16:creationId xmlns:a16="http://schemas.microsoft.com/office/drawing/2014/main" id="{3181E831-C608-6AF9-3050-EDAAE2E825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85315" y="492095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2" name="Straight Connector 22351">
              <a:extLst>
                <a:ext uri="{FF2B5EF4-FFF2-40B4-BE49-F238E27FC236}">
                  <a16:creationId xmlns:a16="http://schemas.microsoft.com/office/drawing/2014/main" id="{7A6C3A0B-FFC9-EC2C-ED47-B0BDA7921B3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34515" y="494638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3" name="Straight Connector 22352">
              <a:extLst>
                <a:ext uri="{FF2B5EF4-FFF2-40B4-BE49-F238E27FC236}">
                  <a16:creationId xmlns:a16="http://schemas.microsoft.com/office/drawing/2014/main" id="{87275287-DF4C-3930-057F-10E067E8F0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96443" y="4834938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4" name="Straight Connector 22353">
              <a:extLst>
                <a:ext uri="{FF2B5EF4-FFF2-40B4-BE49-F238E27FC236}">
                  <a16:creationId xmlns:a16="http://schemas.microsoft.com/office/drawing/2014/main" id="{0FEBE2C5-777B-A6A4-53AD-55692264DA7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45643" y="4860364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5" name="Straight Connector 22354">
              <a:extLst>
                <a:ext uri="{FF2B5EF4-FFF2-40B4-BE49-F238E27FC236}">
                  <a16:creationId xmlns:a16="http://schemas.microsoft.com/office/drawing/2014/main" id="{4EBE036E-4C55-5525-CF72-02C6145299B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3000" y="4829869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6" name="Straight Connector 22355">
              <a:extLst>
                <a:ext uri="{FF2B5EF4-FFF2-40B4-BE49-F238E27FC236}">
                  <a16:creationId xmlns:a16="http://schemas.microsoft.com/office/drawing/2014/main" id="{94E047C4-189B-BCEC-7B96-EA8AEAA6F4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32200" y="4855295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7" name="Straight Connector 22356">
              <a:extLst>
                <a:ext uri="{FF2B5EF4-FFF2-40B4-BE49-F238E27FC236}">
                  <a16:creationId xmlns:a16="http://schemas.microsoft.com/office/drawing/2014/main" id="{E611A15D-7FD6-BB10-648D-2A2242BA063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5273" y="4198245"/>
              <a:ext cx="111125" cy="32311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8" name="Straight Connector 22357">
              <a:extLst>
                <a:ext uri="{FF2B5EF4-FFF2-40B4-BE49-F238E27FC236}">
                  <a16:creationId xmlns:a16="http://schemas.microsoft.com/office/drawing/2014/main" id="{7644A2A7-ADD3-FF6B-02FD-DCDF8E2CA0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74473" y="4223671"/>
              <a:ext cx="101600" cy="29768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42" name="Group 22641">
            <a:extLst>
              <a:ext uri="{FF2B5EF4-FFF2-40B4-BE49-F238E27FC236}">
                <a16:creationId xmlns:a16="http://schemas.microsoft.com/office/drawing/2014/main" id="{5AC4F801-744F-0934-99CF-067C21BFAEE1}"/>
              </a:ext>
            </a:extLst>
          </p:cNvPr>
          <p:cNvGrpSpPr/>
          <p:nvPr/>
        </p:nvGrpSpPr>
        <p:grpSpPr>
          <a:xfrm rot="537464">
            <a:off x="9037199" y="8576363"/>
            <a:ext cx="564682" cy="465819"/>
            <a:chOff x="8071687" y="3318142"/>
            <a:chExt cx="1814997" cy="1613210"/>
          </a:xfrm>
        </p:grpSpPr>
        <p:sp>
          <p:nvSpPr>
            <p:cNvPr id="22643" name="Freeform 22642">
              <a:extLst>
                <a:ext uri="{FF2B5EF4-FFF2-40B4-BE49-F238E27FC236}">
                  <a16:creationId xmlns:a16="http://schemas.microsoft.com/office/drawing/2014/main" id="{07FC7A1F-B020-EA27-DC05-56D62D59E332}"/>
                </a:ext>
              </a:extLst>
            </p:cNvPr>
            <p:cNvSpPr/>
            <p:nvPr/>
          </p:nvSpPr>
          <p:spPr>
            <a:xfrm>
              <a:off x="8071687" y="3318142"/>
              <a:ext cx="1814997" cy="1613210"/>
            </a:xfrm>
            <a:custGeom>
              <a:avLst/>
              <a:gdLst>
                <a:gd name="connsiteX0" fmla="*/ 1368943 w 1814997"/>
                <a:gd name="connsiteY0" fmla="*/ 0 h 1613210"/>
                <a:gd name="connsiteX1" fmla="*/ 1368943 w 1814997"/>
                <a:gd name="connsiteY1" fmla="*/ 0 h 1613210"/>
                <a:gd name="connsiteX2" fmla="*/ 1279733 w 1814997"/>
                <a:gd name="connsiteY2" fmla="*/ 14869 h 1613210"/>
                <a:gd name="connsiteX3" fmla="*/ 1264864 w 1814997"/>
                <a:gd name="connsiteY3" fmla="*/ 29737 h 1613210"/>
                <a:gd name="connsiteX4" fmla="*/ 1242562 w 1814997"/>
                <a:gd name="connsiteY4" fmla="*/ 37171 h 1613210"/>
                <a:gd name="connsiteX5" fmla="*/ 1212825 w 1814997"/>
                <a:gd name="connsiteY5" fmla="*/ 52039 h 1613210"/>
                <a:gd name="connsiteX6" fmla="*/ 1190523 w 1814997"/>
                <a:gd name="connsiteY6" fmla="*/ 66908 h 1613210"/>
                <a:gd name="connsiteX7" fmla="*/ 1168221 w 1814997"/>
                <a:gd name="connsiteY7" fmla="*/ 74342 h 1613210"/>
                <a:gd name="connsiteX8" fmla="*/ 1145918 w 1814997"/>
                <a:gd name="connsiteY8" fmla="*/ 89210 h 1613210"/>
                <a:gd name="connsiteX9" fmla="*/ 1101313 w 1814997"/>
                <a:gd name="connsiteY9" fmla="*/ 104079 h 1613210"/>
                <a:gd name="connsiteX10" fmla="*/ 1071577 w 1814997"/>
                <a:gd name="connsiteY10" fmla="*/ 118947 h 1613210"/>
                <a:gd name="connsiteX11" fmla="*/ 1049274 w 1814997"/>
                <a:gd name="connsiteY11" fmla="*/ 133815 h 1613210"/>
                <a:gd name="connsiteX12" fmla="*/ 1026972 w 1814997"/>
                <a:gd name="connsiteY12" fmla="*/ 141249 h 1613210"/>
                <a:gd name="connsiteX13" fmla="*/ 982367 w 1814997"/>
                <a:gd name="connsiteY13" fmla="*/ 170986 h 1613210"/>
                <a:gd name="connsiteX14" fmla="*/ 960064 w 1814997"/>
                <a:gd name="connsiteY14" fmla="*/ 185854 h 1613210"/>
                <a:gd name="connsiteX15" fmla="*/ 937762 w 1814997"/>
                <a:gd name="connsiteY15" fmla="*/ 193288 h 1613210"/>
                <a:gd name="connsiteX16" fmla="*/ 878289 w 1814997"/>
                <a:gd name="connsiteY16" fmla="*/ 223025 h 1613210"/>
                <a:gd name="connsiteX17" fmla="*/ 848552 w 1814997"/>
                <a:gd name="connsiteY17" fmla="*/ 237893 h 1613210"/>
                <a:gd name="connsiteX18" fmla="*/ 826250 w 1814997"/>
                <a:gd name="connsiteY18" fmla="*/ 245327 h 1613210"/>
                <a:gd name="connsiteX19" fmla="*/ 729606 w 1814997"/>
                <a:gd name="connsiteY19" fmla="*/ 289932 h 1613210"/>
                <a:gd name="connsiteX20" fmla="*/ 685001 w 1814997"/>
                <a:gd name="connsiteY20" fmla="*/ 304800 h 1613210"/>
                <a:gd name="connsiteX21" fmla="*/ 640396 w 1814997"/>
                <a:gd name="connsiteY21" fmla="*/ 334537 h 1613210"/>
                <a:gd name="connsiteX22" fmla="*/ 603225 w 1814997"/>
                <a:gd name="connsiteY22" fmla="*/ 371708 h 1613210"/>
                <a:gd name="connsiteX23" fmla="*/ 580923 w 1814997"/>
                <a:gd name="connsiteY23" fmla="*/ 386576 h 1613210"/>
                <a:gd name="connsiteX24" fmla="*/ 558621 w 1814997"/>
                <a:gd name="connsiteY24" fmla="*/ 408879 h 1613210"/>
                <a:gd name="connsiteX25" fmla="*/ 514016 w 1814997"/>
                <a:gd name="connsiteY25" fmla="*/ 438615 h 1613210"/>
                <a:gd name="connsiteX26" fmla="*/ 476845 w 1814997"/>
                <a:gd name="connsiteY26" fmla="*/ 460918 h 1613210"/>
                <a:gd name="connsiteX27" fmla="*/ 417372 w 1814997"/>
                <a:gd name="connsiteY27" fmla="*/ 512957 h 1613210"/>
                <a:gd name="connsiteX28" fmla="*/ 387635 w 1814997"/>
                <a:gd name="connsiteY28" fmla="*/ 550127 h 1613210"/>
                <a:gd name="connsiteX29" fmla="*/ 365333 w 1814997"/>
                <a:gd name="connsiteY29" fmla="*/ 572430 h 1613210"/>
                <a:gd name="connsiteX30" fmla="*/ 335596 w 1814997"/>
                <a:gd name="connsiteY30" fmla="*/ 631903 h 1613210"/>
                <a:gd name="connsiteX31" fmla="*/ 305860 w 1814997"/>
                <a:gd name="connsiteY31" fmla="*/ 676508 h 1613210"/>
                <a:gd name="connsiteX32" fmla="*/ 290991 w 1814997"/>
                <a:gd name="connsiteY32" fmla="*/ 698810 h 1613210"/>
                <a:gd name="connsiteX33" fmla="*/ 238952 w 1814997"/>
                <a:gd name="connsiteY33" fmla="*/ 735981 h 1613210"/>
                <a:gd name="connsiteX34" fmla="*/ 209216 w 1814997"/>
                <a:gd name="connsiteY34" fmla="*/ 773152 h 1613210"/>
                <a:gd name="connsiteX35" fmla="*/ 164611 w 1814997"/>
                <a:gd name="connsiteY35" fmla="*/ 810322 h 1613210"/>
                <a:gd name="connsiteX36" fmla="*/ 127440 w 1814997"/>
                <a:gd name="connsiteY36" fmla="*/ 862361 h 1613210"/>
                <a:gd name="connsiteX37" fmla="*/ 112572 w 1814997"/>
                <a:gd name="connsiteY37" fmla="*/ 877230 h 1613210"/>
                <a:gd name="connsiteX38" fmla="*/ 67967 w 1814997"/>
                <a:gd name="connsiteY38" fmla="*/ 944137 h 1613210"/>
                <a:gd name="connsiteX39" fmla="*/ 53099 w 1814997"/>
                <a:gd name="connsiteY39" fmla="*/ 966439 h 1613210"/>
                <a:gd name="connsiteX40" fmla="*/ 38230 w 1814997"/>
                <a:gd name="connsiteY40" fmla="*/ 988742 h 1613210"/>
                <a:gd name="connsiteX41" fmla="*/ 23362 w 1814997"/>
                <a:gd name="connsiteY41" fmla="*/ 1033347 h 1613210"/>
                <a:gd name="connsiteX42" fmla="*/ 15928 w 1814997"/>
                <a:gd name="connsiteY42" fmla="*/ 1055649 h 1613210"/>
                <a:gd name="connsiteX43" fmla="*/ 8494 w 1814997"/>
                <a:gd name="connsiteY43" fmla="*/ 1152293 h 1613210"/>
                <a:gd name="connsiteX44" fmla="*/ 1060 w 1814997"/>
                <a:gd name="connsiteY44" fmla="*/ 1115122 h 1613210"/>
                <a:gd name="connsiteX45" fmla="*/ 15928 w 1814997"/>
                <a:gd name="connsiteY45" fmla="*/ 1129991 h 1613210"/>
                <a:gd name="connsiteX46" fmla="*/ 45664 w 1814997"/>
                <a:gd name="connsiteY46" fmla="*/ 1196898 h 1613210"/>
                <a:gd name="connsiteX47" fmla="*/ 67967 w 1814997"/>
                <a:gd name="connsiteY47" fmla="*/ 1204332 h 1613210"/>
                <a:gd name="connsiteX48" fmla="*/ 127440 w 1814997"/>
                <a:gd name="connsiteY48" fmla="*/ 1219200 h 1613210"/>
                <a:gd name="connsiteX49" fmla="*/ 186913 w 1814997"/>
                <a:gd name="connsiteY49" fmla="*/ 1248937 h 1613210"/>
                <a:gd name="connsiteX50" fmla="*/ 224084 w 1814997"/>
                <a:gd name="connsiteY50" fmla="*/ 1271239 h 1613210"/>
                <a:gd name="connsiteX51" fmla="*/ 238952 w 1814997"/>
                <a:gd name="connsiteY51" fmla="*/ 1286108 h 1613210"/>
                <a:gd name="connsiteX52" fmla="*/ 313294 w 1814997"/>
                <a:gd name="connsiteY52" fmla="*/ 1330713 h 1613210"/>
                <a:gd name="connsiteX53" fmla="*/ 335596 w 1814997"/>
                <a:gd name="connsiteY53" fmla="*/ 1338147 h 1613210"/>
                <a:gd name="connsiteX54" fmla="*/ 365333 w 1814997"/>
                <a:gd name="connsiteY54" fmla="*/ 1353015 h 1613210"/>
                <a:gd name="connsiteX55" fmla="*/ 387635 w 1814997"/>
                <a:gd name="connsiteY55" fmla="*/ 1360449 h 1613210"/>
                <a:gd name="connsiteX56" fmla="*/ 417372 w 1814997"/>
                <a:gd name="connsiteY56" fmla="*/ 1375318 h 1613210"/>
                <a:gd name="connsiteX57" fmla="*/ 447108 w 1814997"/>
                <a:gd name="connsiteY57" fmla="*/ 1382752 h 1613210"/>
                <a:gd name="connsiteX58" fmla="*/ 469411 w 1814997"/>
                <a:gd name="connsiteY58" fmla="*/ 1397620 h 1613210"/>
                <a:gd name="connsiteX59" fmla="*/ 528884 w 1814997"/>
                <a:gd name="connsiteY59" fmla="*/ 1412488 h 1613210"/>
                <a:gd name="connsiteX60" fmla="*/ 573489 w 1814997"/>
                <a:gd name="connsiteY60" fmla="*/ 1427357 h 1613210"/>
                <a:gd name="connsiteX61" fmla="*/ 595791 w 1814997"/>
                <a:gd name="connsiteY61" fmla="*/ 1434791 h 1613210"/>
                <a:gd name="connsiteX62" fmla="*/ 640396 w 1814997"/>
                <a:gd name="connsiteY62" fmla="*/ 1449659 h 1613210"/>
                <a:gd name="connsiteX63" fmla="*/ 662699 w 1814997"/>
                <a:gd name="connsiteY63" fmla="*/ 1457093 h 1613210"/>
                <a:gd name="connsiteX64" fmla="*/ 744474 w 1814997"/>
                <a:gd name="connsiteY64" fmla="*/ 1486830 h 1613210"/>
                <a:gd name="connsiteX65" fmla="*/ 774211 w 1814997"/>
                <a:gd name="connsiteY65" fmla="*/ 1494264 h 1613210"/>
                <a:gd name="connsiteX66" fmla="*/ 796513 w 1814997"/>
                <a:gd name="connsiteY66" fmla="*/ 1501698 h 1613210"/>
                <a:gd name="connsiteX67" fmla="*/ 870855 w 1814997"/>
                <a:gd name="connsiteY67" fmla="*/ 1516566 h 1613210"/>
                <a:gd name="connsiteX68" fmla="*/ 893157 w 1814997"/>
                <a:gd name="connsiteY68" fmla="*/ 1524000 h 1613210"/>
                <a:gd name="connsiteX69" fmla="*/ 930328 w 1814997"/>
                <a:gd name="connsiteY69" fmla="*/ 1538869 h 1613210"/>
                <a:gd name="connsiteX70" fmla="*/ 967499 w 1814997"/>
                <a:gd name="connsiteY70" fmla="*/ 1546303 h 1613210"/>
                <a:gd name="connsiteX71" fmla="*/ 1049274 w 1814997"/>
                <a:gd name="connsiteY71" fmla="*/ 1568605 h 1613210"/>
                <a:gd name="connsiteX72" fmla="*/ 1153352 w 1814997"/>
                <a:gd name="connsiteY72" fmla="*/ 1583474 h 1613210"/>
                <a:gd name="connsiteX73" fmla="*/ 1272299 w 1814997"/>
                <a:gd name="connsiteY73" fmla="*/ 1605776 h 1613210"/>
                <a:gd name="connsiteX74" fmla="*/ 1361508 w 1814997"/>
                <a:gd name="connsiteY74" fmla="*/ 1613210 h 1613210"/>
                <a:gd name="connsiteX75" fmla="*/ 1621703 w 1814997"/>
                <a:gd name="connsiteY75" fmla="*/ 1605776 h 1613210"/>
                <a:gd name="connsiteX76" fmla="*/ 1703479 w 1814997"/>
                <a:gd name="connsiteY76" fmla="*/ 1598342 h 1613210"/>
                <a:gd name="connsiteX77" fmla="*/ 1725782 w 1814997"/>
                <a:gd name="connsiteY77" fmla="*/ 1583474 h 1613210"/>
                <a:gd name="connsiteX78" fmla="*/ 1748084 w 1814997"/>
                <a:gd name="connsiteY78" fmla="*/ 1576039 h 1613210"/>
                <a:gd name="connsiteX79" fmla="*/ 1792689 w 1814997"/>
                <a:gd name="connsiteY79" fmla="*/ 1486830 h 1613210"/>
                <a:gd name="connsiteX80" fmla="*/ 1800123 w 1814997"/>
                <a:gd name="connsiteY80" fmla="*/ 1464527 h 1613210"/>
                <a:gd name="connsiteX81" fmla="*/ 1814991 w 1814997"/>
                <a:gd name="connsiteY81" fmla="*/ 1278674 h 1613210"/>
                <a:gd name="connsiteX82" fmla="*/ 1800123 w 1814997"/>
                <a:gd name="connsiteY82" fmla="*/ 1011044 h 1613210"/>
                <a:gd name="connsiteX83" fmla="*/ 1785255 w 1814997"/>
                <a:gd name="connsiteY83" fmla="*/ 914400 h 1613210"/>
                <a:gd name="connsiteX84" fmla="*/ 1777821 w 1814997"/>
                <a:gd name="connsiteY84" fmla="*/ 892098 h 1613210"/>
                <a:gd name="connsiteX85" fmla="*/ 1777821 w 1814997"/>
                <a:gd name="connsiteY85" fmla="*/ 788020 h 1613210"/>
                <a:gd name="connsiteX86" fmla="*/ 1748084 w 1814997"/>
                <a:gd name="connsiteY86" fmla="*/ 758283 h 1613210"/>
                <a:gd name="connsiteX87" fmla="*/ 1725782 w 1814997"/>
                <a:gd name="connsiteY87" fmla="*/ 750849 h 1613210"/>
                <a:gd name="connsiteX88" fmla="*/ 1718347 w 1814997"/>
                <a:gd name="connsiteY88" fmla="*/ 728547 h 1613210"/>
                <a:gd name="connsiteX89" fmla="*/ 1703479 w 1814997"/>
                <a:gd name="connsiteY89" fmla="*/ 661639 h 1613210"/>
                <a:gd name="connsiteX90" fmla="*/ 1688611 w 1814997"/>
                <a:gd name="connsiteY90" fmla="*/ 490654 h 1613210"/>
                <a:gd name="connsiteX91" fmla="*/ 1681177 w 1814997"/>
                <a:gd name="connsiteY91" fmla="*/ 460918 h 1613210"/>
                <a:gd name="connsiteX92" fmla="*/ 1688611 w 1814997"/>
                <a:gd name="connsiteY92" fmla="*/ 438615 h 1613210"/>
                <a:gd name="connsiteX93" fmla="*/ 1651440 w 1814997"/>
                <a:gd name="connsiteY93" fmla="*/ 401444 h 1613210"/>
                <a:gd name="connsiteX94" fmla="*/ 1606835 w 1814997"/>
                <a:gd name="connsiteY94" fmla="*/ 386576 h 1613210"/>
                <a:gd name="connsiteX95" fmla="*/ 1584533 w 1814997"/>
                <a:gd name="connsiteY95" fmla="*/ 379142 h 1613210"/>
                <a:gd name="connsiteX96" fmla="*/ 1569664 w 1814997"/>
                <a:gd name="connsiteY96" fmla="*/ 334537 h 1613210"/>
                <a:gd name="connsiteX97" fmla="*/ 1562230 w 1814997"/>
                <a:gd name="connsiteY97" fmla="*/ 312235 h 1613210"/>
                <a:gd name="connsiteX98" fmla="*/ 1547362 w 1814997"/>
                <a:gd name="connsiteY98" fmla="*/ 252761 h 1613210"/>
                <a:gd name="connsiteX99" fmla="*/ 1525060 w 1814997"/>
                <a:gd name="connsiteY99" fmla="*/ 178420 h 1613210"/>
                <a:gd name="connsiteX100" fmla="*/ 1510191 w 1814997"/>
                <a:gd name="connsiteY100" fmla="*/ 74342 h 1613210"/>
                <a:gd name="connsiteX101" fmla="*/ 1502757 w 1814997"/>
                <a:gd name="connsiteY101" fmla="*/ 52039 h 1613210"/>
                <a:gd name="connsiteX102" fmla="*/ 1480455 w 1814997"/>
                <a:gd name="connsiteY102" fmla="*/ 29737 h 1613210"/>
                <a:gd name="connsiteX103" fmla="*/ 1428416 w 1814997"/>
                <a:gd name="connsiteY103" fmla="*/ 14869 h 1613210"/>
                <a:gd name="connsiteX104" fmla="*/ 1368943 w 1814997"/>
                <a:gd name="connsiteY104" fmla="*/ 0 h 161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814997" h="1613210">
                  <a:moveTo>
                    <a:pt x="1368943" y="0"/>
                  </a:moveTo>
                  <a:lnTo>
                    <a:pt x="1368943" y="0"/>
                  </a:lnTo>
                  <a:cubicBezTo>
                    <a:pt x="1362334" y="734"/>
                    <a:pt x="1299547" y="2981"/>
                    <a:pt x="1279733" y="14869"/>
                  </a:cubicBezTo>
                  <a:cubicBezTo>
                    <a:pt x="1273723" y="18475"/>
                    <a:pt x="1270874" y="26131"/>
                    <a:pt x="1264864" y="29737"/>
                  </a:cubicBezTo>
                  <a:cubicBezTo>
                    <a:pt x="1258145" y="33769"/>
                    <a:pt x="1249765" y="34084"/>
                    <a:pt x="1242562" y="37171"/>
                  </a:cubicBezTo>
                  <a:cubicBezTo>
                    <a:pt x="1232376" y="41536"/>
                    <a:pt x="1222447" y="46541"/>
                    <a:pt x="1212825" y="52039"/>
                  </a:cubicBezTo>
                  <a:cubicBezTo>
                    <a:pt x="1205067" y="56472"/>
                    <a:pt x="1198514" y="62912"/>
                    <a:pt x="1190523" y="66908"/>
                  </a:cubicBezTo>
                  <a:cubicBezTo>
                    <a:pt x="1183514" y="70413"/>
                    <a:pt x="1175230" y="70838"/>
                    <a:pt x="1168221" y="74342"/>
                  </a:cubicBezTo>
                  <a:cubicBezTo>
                    <a:pt x="1160229" y="78338"/>
                    <a:pt x="1154083" y="85581"/>
                    <a:pt x="1145918" y="89210"/>
                  </a:cubicBezTo>
                  <a:cubicBezTo>
                    <a:pt x="1131596" y="95575"/>
                    <a:pt x="1115331" y="97070"/>
                    <a:pt x="1101313" y="104079"/>
                  </a:cubicBezTo>
                  <a:cubicBezTo>
                    <a:pt x="1091401" y="109035"/>
                    <a:pt x="1081199" y="113449"/>
                    <a:pt x="1071577" y="118947"/>
                  </a:cubicBezTo>
                  <a:cubicBezTo>
                    <a:pt x="1063819" y="123380"/>
                    <a:pt x="1057266" y="129819"/>
                    <a:pt x="1049274" y="133815"/>
                  </a:cubicBezTo>
                  <a:cubicBezTo>
                    <a:pt x="1042265" y="137319"/>
                    <a:pt x="1034406" y="138771"/>
                    <a:pt x="1026972" y="141249"/>
                  </a:cubicBezTo>
                  <a:cubicBezTo>
                    <a:pt x="1000472" y="167749"/>
                    <a:pt x="1024372" y="146984"/>
                    <a:pt x="982367" y="170986"/>
                  </a:cubicBezTo>
                  <a:cubicBezTo>
                    <a:pt x="974609" y="175419"/>
                    <a:pt x="968056" y="181858"/>
                    <a:pt x="960064" y="185854"/>
                  </a:cubicBezTo>
                  <a:cubicBezTo>
                    <a:pt x="953055" y="189358"/>
                    <a:pt x="944896" y="190045"/>
                    <a:pt x="937762" y="193288"/>
                  </a:cubicBezTo>
                  <a:cubicBezTo>
                    <a:pt x="917584" y="202460"/>
                    <a:pt x="898113" y="213113"/>
                    <a:pt x="878289" y="223025"/>
                  </a:cubicBezTo>
                  <a:cubicBezTo>
                    <a:pt x="868377" y="227981"/>
                    <a:pt x="859066" y="234388"/>
                    <a:pt x="848552" y="237893"/>
                  </a:cubicBezTo>
                  <a:cubicBezTo>
                    <a:pt x="841118" y="240371"/>
                    <a:pt x="833384" y="242084"/>
                    <a:pt x="826250" y="245327"/>
                  </a:cubicBezTo>
                  <a:cubicBezTo>
                    <a:pt x="757500" y="276577"/>
                    <a:pt x="785755" y="269515"/>
                    <a:pt x="729606" y="289932"/>
                  </a:cubicBezTo>
                  <a:cubicBezTo>
                    <a:pt x="714877" y="295288"/>
                    <a:pt x="685001" y="304800"/>
                    <a:pt x="685001" y="304800"/>
                  </a:cubicBezTo>
                  <a:cubicBezTo>
                    <a:pt x="670133" y="314712"/>
                    <a:pt x="653032" y="321901"/>
                    <a:pt x="640396" y="334537"/>
                  </a:cubicBezTo>
                  <a:cubicBezTo>
                    <a:pt x="628006" y="346927"/>
                    <a:pt x="617805" y="361988"/>
                    <a:pt x="603225" y="371708"/>
                  </a:cubicBezTo>
                  <a:cubicBezTo>
                    <a:pt x="595791" y="376664"/>
                    <a:pt x="587787" y="380856"/>
                    <a:pt x="580923" y="386576"/>
                  </a:cubicBezTo>
                  <a:cubicBezTo>
                    <a:pt x="572846" y="393307"/>
                    <a:pt x="566920" y="402424"/>
                    <a:pt x="558621" y="408879"/>
                  </a:cubicBezTo>
                  <a:cubicBezTo>
                    <a:pt x="544516" y="419850"/>
                    <a:pt x="526652" y="425980"/>
                    <a:pt x="514016" y="438615"/>
                  </a:cubicBezTo>
                  <a:cubicBezTo>
                    <a:pt x="493606" y="459024"/>
                    <a:pt x="505796" y="451266"/>
                    <a:pt x="476845" y="460918"/>
                  </a:cubicBezTo>
                  <a:cubicBezTo>
                    <a:pt x="434725" y="524098"/>
                    <a:pt x="504091" y="426244"/>
                    <a:pt x="417372" y="512957"/>
                  </a:cubicBezTo>
                  <a:cubicBezTo>
                    <a:pt x="374127" y="556199"/>
                    <a:pt x="434509" y="493877"/>
                    <a:pt x="387635" y="550127"/>
                  </a:cubicBezTo>
                  <a:cubicBezTo>
                    <a:pt x="380905" y="558204"/>
                    <a:pt x="370977" y="563560"/>
                    <a:pt x="365333" y="572430"/>
                  </a:cubicBezTo>
                  <a:cubicBezTo>
                    <a:pt x="353434" y="591129"/>
                    <a:pt x="347890" y="613461"/>
                    <a:pt x="335596" y="631903"/>
                  </a:cubicBezTo>
                  <a:lnTo>
                    <a:pt x="305860" y="676508"/>
                  </a:lnTo>
                  <a:cubicBezTo>
                    <a:pt x="300904" y="683942"/>
                    <a:pt x="298425" y="693854"/>
                    <a:pt x="290991" y="698810"/>
                  </a:cubicBezTo>
                  <a:cubicBezTo>
                    <a:pt x="258380" y="720552"/>
                    <a:pt x="275837" y="708318"/>
                    <a:pt x="238952" y="735981"/>
                  </a:cubicBezTo>
                  <a:cubicBezTo>
                    <a:pt x="227914" y="752538"/>
                    <a:pt x="224347" y="761047"/>
                    <a:pt x="209216" y="773152"/>
                  </a:cubicBezTo>
                  <a:cubicBezTo>
                    <a:pt x="177927" y="798184"/>
                    <a:pt x="193512" y="776605"/>
                    <a:pt x="164611" y="810322"/>
                  </a:cubicBezTo>
                  <a:cubicBezTo>
                    <a:pt x="101848" y="883546"/>
                    <a:pt x="174491" y="803546"/>
                    <a:pt x="127440" y="862361"/>
                  </a:cubicBezTo>
                  <a:cubicBezTo>
                    <a:pt x="123062" y="867834"/>
                    <a:pt x="116777" y="871623"/>
                    <a:pt x="112572" y="877230"/>
                  </a:cubicBezTo>
                  <a:cubicBezTo>
                    <a:pt x="112568" y="877235"/>
                    <a:pt x="75403" y="932983"/>
                    <a:pt x="67967" y="944137"/>
                  </a:cubicBezTo>
                  <a:lnTo>
                    <a:pt x="53099" y="966439"/>
                  </a:lnTo>
                  <a:lnTo>
                    <a:pt x="38230" y="988742"/>
                  </a:lnTo>
                  <a:lnTo>
                    <a:pt x="23362" y="1033347"/>
                  </a:lnTo>
                  <a:lnTo>
                    <a:pt x="15928" y="1055649"/>
                  </a:lnTo>
                  <a:cubicBezTo>
                    <a:pt x="13450" y="1087864"/>
                    <a:pt x="16330" y="1120948"/>
                    <a:pt x="8494" y="1152293"/>
                  </a:cubicBezTo>
                  <a:cubicBezTo>
                    <a:pt x="5429" y="1164551"/>
                    <a:pt x="-2936" y="1127109"/>
                    <a:pt x="1060" y="1115122"/>
                  </a:cubicBezTo>
                  <a:cubicBezTo>
                    <a:pt x="3276" y="1108473"/>
                    <a:pt x="10972" y="1125035"/>
                    <a:pt x="15928" y="1129991"/>
                  </a:cubicBezTo>
                  <a:cubicBezTo>
                    <a:pt x="22771" y="1177891"/>
                    <a:pt x="9728" y="1178930"/>
                    <a:pt x="45664" y="1196898"/>
                  </a:cubicBezTo>
                  <a:cubicBezTo>
                    <a:pt x="52673" y="1200402"/>
                    <a:pt x="60407" y="1202270"/>
                    <a:pt x="67967" y="1204332"/>
                  </a:cubicBezTo>
                  <a:cubicBezTo>
                    <a:pt x="87681" y="1209709"/>
                    <a:pt x="127440" y="1219200"/>
                    <a:pt x="127440" y="1219200"/>
                  </a:cubicBezTo>
                  <a:cubicBezTo>
                    <a:pt x="147264" y="1229112"/>
                    <a:pt x="171240" y="1233265"/>
                    <a:pt x="186913" y="1248937"/>
                  </a:cubicBezTo>
                  <a:cubicBezTo>
                    <a:pt x="207323" y="1269346"/>
                    <a:pt x="195133" y="1261589"/>
                    <a:pt x="224084" y="1271239"/>
                  </a:cubicBezTo>
                  <a:cubicBezTo>
                    <a:pt x="229040" y="1276195"/>
                    <a:pt x="233345" y="1281903"/>
                    <a:pt x="238952" y="1286108"/>
                  </a:cubicBezTo>
                  <a:cubicBezTo>
                    <a:pt x="262436" y="1303721"/>
                    <a:pt x="286392" y="1319183"/>
                    <a:pt x="313294" y="1330713"/>
                  </a:cubicBezTo>
                  <a:cubicBezTo>
                    <a:pt x="320497" y="1333800"/>
                    <a:pt x="328393" y="1335060"/>
                    <a:pt x="335596" y="1338147"/>
                  </a:cubicBezTo>
                  <a:cubicBezTo>
                    <a:pt x="345782" y="1342512"/>
                    <a:pt x="355147" y="1348650"/>
                    <a:pt x="365333" y="1353015"/>
                  </a:cubicBezTo>
                  <a:cubicBezTo>
                    <a:pt x="372536" y="1356102"/>
                    <a:pt x="380432" y="1357362"/>
                    <a:pt x="387635" y="1360449"/>
                  </a:cubicBezTo>
                  <a:cubicBezTo>
                    <a:pt x="397821" y="1364815"/>
                    <a:pt x="406995" y="1371427"/>
                    <a:pt x="417372" y="1375318"/>
                  </a:cubicBezTo>
                  <a:cubicBezTo>
                    <a:pt x="426938" y="1378906"/>
                    <a:pt x="437196" y="1380274"/>
                    <a:pt x="447108" y="1382752"/>
                  </a:cubicBezTo>
                  <a:cubicBezTo>
                    <a:pt x="454542" y="1387708"/>
                    <a:pt x="461419" y="1393624"/>
                    <a:pt x="469411" y="1397620"/>
                  </a:cubicBezTo>
                  <a:cubicBezTo>
                    <a:pt x="487458" y="1406643"/>
                    <a:pt x="510219" y="1407398"/>
                    <a:pt x="528884" y="1412488"/>
                  </a:cubicBezTo>
                  <a:cubicBezTo>
                    <a:pt x="544004" y="1416612"/>
                    <a:pt x="558621" y="1422401"/>
                    <a:pt x="573489" y="1427357"/>
                  </a:cubicBezTo>
                  <a:lnTo>
                    <a:pt x="595791" y="1434791"/>
                  </a:lnTo>
                  <a:lnTo>
                    <a:pt x="640396" y="1449659"/>
                  </a:lnTo>
                  <a:cubicBezTo>
                    <a:pt x="647830" y="1452137"/>
                    <a:pt x="655423" y="1454183"/>
                    <a:pt x="662699" y="1457093"/>
                  </a:cubicBezTo>
                  <a:cubicBezTo>
                    <a:pt x="687327" y="1466944"/>
                    <a:pt x="719030" y="1480469"/>
                    <a:pt x="744474" y="1486830"/>
                  </a:cubicBezTo>
                  <a:cubicBezTo>
                    <a:pt x="754386" y="1489308"/>
                    <a:pt x="764387" y="1491457"/>
                    <a:pt x="774211" y="1494264"/>
                  </a:cubicBezTo>
                  <a:cubicBezTo>
                    <a:pt x="781746" y="1496417"/>
                    <a:pt x="788863" y="1499998"/>
                    <a:pt x="796513" y="1501698"/>
                  </a:cubicBezTo>
                  <a:cubicBezTo>
                    <a:pt x="862230" y="1516302"/>
                    <a:pt x="819016" y="1501755"/>
                    <a:pt x="870855" y="1516566"/>
                  </a:cubicBezTo>
                  <a:cubicBezTo>
                    <a:pt x="878390" y="1518719"/>
                    <a:pt x="885820" y="1521248"/>
                    <a:pt x="893157" y="1524000"/>
                  </a:cubicBezTo>
                  <a:cubicBezTo>
                    <a:pt x="905652" y="1528686"/>
                    <a:pt x="917546" y="1535034"/>
                    <a:pt x="930328" y="1538869"/>
                  </a:cubicBezTo>
                  <a:cubicBezTo>
                    <a:pt x="942431" y="1542500"/>
                    <a:pt x="955241" y="1543238"/>
                    <a:pt x="967499" y="1546303"/>
                  </a:cubicBezTo>
                  <a:cubicBezTo>
                    <a:pt x="1015894" y="1558402"/>
                    <a:pt x="964709" y="1556524"/>
                    <a:pt x="1049274" y="1568605"/>
                  </a:cubicBezTo>
                  <a:cubicBezTo>
                    <a:pt x="1083967" y="1573561"/>
                    <a:pt x="1119353" y="1574975"/>
                    <a:pt x="1153352" y="1583474"/>
                  </a:cubicBezTo>
                  <a:cubicBezTo>
                    <a:pt x="1195510" y="1594013"/>
                    <a:pt x="1222655" y="1601639"/>
                    <a:pt x="1272299" y="1605776"/>
                  </a:cubicBezTo>
                  <a:lnTo>
                    <a:pt x="1361508" y="1613210"/>
                  </a:lnTo>
                  <a:lnTo>
                    <a:pt x="1621703" y="1605776"/>
                  </a:lnTo>
                  <a:cubicBezTo>
                    <a:pt x="1649048" y="1604587"/>
                    <a:pt x="1676715" y="1604077"/>
                    <a:pt x="1703479" y="1598342"/>
                  </a:cubicBezTo>
                  <a:cubicBezTo>
                    <a:pt x="1712216" y="1596470"/>
                    <a:pt x="1717790" y="1587470"/>
                    <a:pt x="1725782" y="1583474"/>
                  </a:cubicBezTo>
                  <a:cubicBezTo>
                    <a:pt x="1732791" y="1579969"/>
                    <a:pt x="1740650" y="1578517"/>
                    <a:pt x="1748084" y="1576039"/>
                  </a:cubicBezTo>
                  <a:cubicBezTo>
                    <a:pt x="1786514" y="1518395"/>
                    <a:pt x="1772171" y="1548387"/>
                    <a:pt x="1792689" y="1486830"/>
                  </a:cubicBezTo>
                  <a:lnTo>
                    <a:pt x="1800123" y="1464527"/>
                  </a:lnTo>
                  <a:cubicBezTo>
                    <a:pt x="1803321" y="1429347"/>
                    <a:pt x="1814991" y="1306827"/>
                    <a:pt x="1814991" y="1278674"/>
                  </a:cubicBezTo>
                  <a:cubicBezTo>
                    <a:pt x="1814991" y="1069738"/>
                    <a:pt x="1815767" y="1128378"/>
                    <a:pt x="1800123" y="1011044"/>
                  </a:cubicBezTo>
                  <a:cubicBezTo>
                    <a:pt x="1794964" y="972354"/>
                    <a:pt x="1794177" y="950087"/>
                    <a:pt x="1785255" y="914400"/>
                  </a:cubicBezTo>
                  <a:cubicBezTo>
                    <a:pt x="1783354" y="906798"/>
                    <a:pt x="1780299" y="899532"/>
                    <a:pt x="1777821" y="892098"/>
                  </a:cubicBezTo>
                  <a:cubicBezTo>
                    <a:pt x="1779477" y="875542"/>
                    <a:pt x="1794083" y="814039"/>
                    <a:pt x="1777821" y="788020"/>
                  </a:cubicBezTo>
                  <a:cubicBezTo>
                    <a:pt x="1770391" y="776133"/>
                    <a:pt x="1761383" y="762716"/>
                    <a:pt x="1748084" y="758283"/>
                  </a:cubicBezTo>
                  <a:lnTo>
                    <a:pt x="1725782" y="750849"/>
                  </a:lnTo>
                  <a:cubicBezTo>
                    <a:pt x="1723304" y="743415"/>
                    <a:pt x="1720500" y="736082"/>
                    <a:pt x="1718347" y="728547"/>
                  </a:cubicBezTo>
                  <a:cubicBezTo>
                    <a:pt x="1711349" y="704057"/>
                    <a:pt x="1708587" y="687181"/>
                    <a:pt x="1703479" y="661639"/>
                  </a:cubicBezTo>
                  <a:cubicBezTo>
                    <a:pt x="1700272" y="616734"/>
                    <a:pt x="1696128" y="539512"/>
                    <a:pt x="1688611" y="490654"/>
                  </a:cubicBezTo>
                  <a:cubicBezTo>
                    <a:pt x="1687057" y="480556"/>
                    <a:pt x="1683655" y="470830"/>
                    <a:pt x="1681177" y="460918"/>
                  </a:cubicBezTo>
                  <a:cubicBezTo>
                    <a:pt x="1683655" y="453484"/>
                    <a:pt x="1689899" y="446345"/>
                    <a:pt x="1688611" y="438615"/>
                  </a:cubicBezTo>
                  <a:cubicBezTo>
                    <a:pt x="1686034" y="423152"/>
                    <a:pt x="1663929" y="406995"/>
                    <a:pt x="1651440" y="401444"/>
                  </a:cubicBezTo>
                  <a:cubicBezTo>
                    <a:pt x="1637118" y="395079"/>
                    <a:pt x="1621703" y="391532"/>
                    <a:pt x="1606835" y="386576"/>
                  </a:cubicBezTo>
                  <a:lnTo>
                    <a:pt x="1584533" y="379142"/>
                  </a:lnTo>
                  <a:lnTo>
                    <a:pt x="1569664" y="334537"/>
                  </a:lnTo>
                  <a:cubicBezTo>
                    <a:pt x="1567186" y="327103"/>
                    <a:pt x="1564130" y="319837"/>
                    <a:pt x="1562230" y="312235"/>
                  </a:cubicBezTo>
                  <a:cubicBezTo>
                    <a:pt x="1557274" y="292410"/>
                    <a:pt x="1553824" y="272147"/>
                    <a:pt x="1547362" y="252761"/>
                  </a:cubicBezTo>
                  <a:cubicBezTo>
                    <a:pt x="1540751" y="232927"/>
                    <a:pt x="1528806" y="200893"/>
                    <a:pt x="1525060" y="178420"/>
                  </a:cubicBezTo>
                  <a:cubicBezTo>
                    <a:pt x="1519299" y="143852"/>
                    <a:pt x="1521273" y="107589"/>
                    <a:pt x="1510191" y="74342"/>
                  </a:cubicBezTo>
                  <a:cubicBezTo>
                    <a:pt x="1507713" y="66908"/>
                    <a:pt x="1507104" y="58559"/>
                    <a:pt x="1502757" y="52039"/>
                  </a:cubicBezTo>
                  <a:cubicBezTo>
                    <a:pt x="1496925" y="43291"/>
                    <a:pt x="1489203" y="35569"/>
                    <a:pt x="1480455" y="29737"/>
                  </a:cubicBezTo>
                  <a:cubicBezTo>
                    <a:pt x="1474383" y="25689"/>
                    <a:pt x="1431956" y="15577"/>
                    <a:pt x="1428416" y="14869"/>
                  </a:cubicBezTo>
                  <a:cubicBezTo>
                    <a:pt x="1376987" y="4583"/>
                    <a:pt x="1378855" y="2478"/>
                    <a:pt x="1368943" y="0"/>
                  </a:cubicBezTo>
                  <a:close/>
                </a:path>
              </a:pathLst>
            </a:custGeom>
            <a:solidFill>
              <a:srgbClr val="4A382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860">
              <p14:nvContentPartPr>
                <p14:cNvPr id="22644" name="Ink 22643">
                  <a:extLst>
                    <a:ext uri="{FF2B5EF4-FFF2-40B4-BE49-F238E27FC236}">
                      <a16:creationId xmlns:a16="http://schemas.microsoft.com/office/drawing/2014/main" id="{904E6D0C-80FE-586E-F246-683758EABA1E}"/>
                    </a:ext>
                  </a:extLst>
                </p14:cNvPr>
                <p14:cNvContentPartPr/>
                <p14:nvPr/>
              </p14:nvContentPartPr>
              <p14:xfrm>
                <a:off x="8730388" y="3620041"/>
                <a:ext cx="997200" cy="162000"/>
              </p14:xfrm>
            </p:contentPart>
          </mc:Choice>
          <mc:Fallback xmlns="">
            <p:pic>
              <p:nvPicPr>
                <p:cNvPr id="22644" name="Ink 22643">
                  <a:extLst>
                    <a:ext uri="{FF2B5EF4-FFF2-40B4-BE49-F238E27FC236}">
                      <a16:creationId xmlns:a16="http://schemas.microsoft.com/office/drawing/2014/main" id="{904E6D0C-80FE-586E-F246-683758EABA1E}"/>
                    </a:ext>
                  </a:extLst>
                </p:cNvPr>
                <p:cNvPicPr/>
                <p:nvPr/>
              </p:nvPicPr>
              <p:blipFill>
                <a:blip r:embed="rId4437"/>
                <a:stretch>
                  <a:fillRect/>
                </a:stretch>
              </p:blipFill>
              <p:spPr>
                <a:xfrm>
                  <a:off x="8708146" y="3596334"/>
                  <a:ext cx="1041685" cy="2094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8">
              <p14:nvContentPartPr>
                <p14:cNvPr id="22645" name="Ink 22644">
                  <a:extLst>
                    <a:ext uri="{FF2B5EF4-FFF2-40B4-BE49-F238E27FC236}">
                      <a16:creationId xmlns:a16="http://schemas.microsoft.com/office/drawing/2014/main" id="{85374FFC-F855-54A8-BA5F-C38F79A182B8}"/>
                    </a:ext>
                  </a:extLst>
                </p14:cNvPr>
                <p14:cNvContentPartPr/>
                <p14:nvPr/>
              </p14:nvContentPartPr>
              <p14:xfrm>
                <a:off x="8678548" y="3622201"/>
                <a:ext cx="1069200" cy="237600"/>
              </p14:xfrm>
            </p:contentPart>
          </mc:Choice>
          <mc:Fallback xmlns="">
            <p:pic>
              <p:nvPicPr>
                <p:cNvPr id="22645" name="Ink 22644">
                  <a:extLst>
                    <a:ext uri="{FF2B5EF4-FFF2-40B4-BE49-F238E27FC236}">
                      <a16:creationId xmlns:a16="http://schemas.microsoft.com/office/drawing/2014/main" id="{85374FFC-F855-54A8-BA5F-C38F79A182B8}"/>
                    </a:ext>
                  </a:extLst>
                </p:cNvPr>
                <p:cNvPicPr/>
                <p:nvPr/>
              </p:nvPicPr>
              <p:blipFill>
                <a:blip r:embed="rId4439"/>
                <a:stretch>
                  <a:fillRect/>
                </a:stretch>
              </p:blipFill>
              <p:spPr>
                <a:xfrm>
                  <a:off x="8656312" y="3598441"/>
                  <a:ext cx="1113673" cy="285120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2646" name="Group 22645">
              <a:extLst>
                <a:ext uri="{FF2B5EF4-FFF2-40B4-BE49-F238E27FC236}">
                  <a16:creationId xmlns:a16="http://schemas.microsoft.com/office/drawing/2014/main" id="{AE5BF0C7-5455-45AA-F7BC-119A4F60328E}"/>
                </a:ext>
              </a:extLst>
            </p:cNvPr>
            <p:cNvGrpSpPr/>
            <p:nvPr/>
          </p:nvGrpSpPr>
          <p:grpSpPr>
            <a:xfrm>
              <a:off x="8120908" y="3771241"/>
              <a:ext cx="1723320" cy="1128960"/>
              <a:chOff x="4843185" y="4051226"/>
              <a:chExt cx="1723320" cy="11289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440">
                <p14:nvContentPartPr>
                  <p14:cNvPr id="22672" name="Ink 22671">
                    <a:extLst>
                      <a:ext uri="{FF2B5EF4-FFF2-40B4-BE49-F238E27FC236}">
                        <a16:creationId xmlns:a16="http://schemas.microsoft.com/office/drawing/2014/main" id="{546A5604-7708-FB27-F8B0-50F224103A52}"/>
                      </a:ext>
                    </a:extLst>
                  </p14:cNvPr>
                  <p14:cNvContentPartPr/>
                  <p14:nvPr/>
                </p14:nvContentPartPr>
                <p14:xfrm>
                  <a:off x="4843185" y="4730186"/>
                  <a:ext cx="34200" cy="47880"/>
                </p14:xfrm>
              </p:contentPart>
            </mc:Choice>
            <mc:Fallback xmlns="">
              <p:pic>
                <p:nvPicPr>
                  <p:cNvPr id="22672" name="Ink 22671">
                    <a:extLst>
                      <a:ext uri="{FF2B5EF4-FFF2-40B4-BE49-F238E27FC236}">
                        <a16:creationId xmlns:a16="http://schemas.microsoft.com/office/drawing/2014/main" id="{546A5604-7708-FB27-F8B0-50F224103A52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4821585" y="4707204"/>
                    <a:ext cx="77400" cy="9384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1">
                <p14:nvContentPartPr>
                  <p14:cNvPr id="22673" name="Ink 22672">
                    <a:extLst>
                      <a:ext uri="{FF2B5EF4-FFF2-40B4-BE49-F238E27FC236}">
                        <a16:creationId xmlns:a16="http://schemas.microsoft.com/office/drawing/2014/main" id="{F27F66EE-558F-E346-46B0-2A37D906B4AC}"/>
                      </a:ext>
                    </a:extLst>
                  </p14:cNvPr>
                  <p14:cNvContentPartPr/>
                  <p14:nvPr/>
                </p14:nvContentPartPr>
                <p14:xfrm>
                  <a:off x="4965945" y="4802906"/>
                  <a:ext cx="37800" cy="50760"/>
                </p14:xfrm>
              </p:contentPart>
            </mc:Choice>
            <mc:Fallback xmlns="">
              <p:pic>
                <p:nvPicPr>
                  <p:cNvPr id="22673" name="Ink 22672">
                    <a:extLst>
                      <a:ext uri="{FF2B5EF4-FFF2-40B4-BE49-F238E27FC236}">
                        <a16:creationId xmlns:a16="http://schemas.microsoft.com/office/drawing/2014/main" id="{F27F66EE-558F-E346-46B0-2A37D906B4AC}"/>
                      </a:ext>
                    </a:extLst>
                  </p:cNvPr>
                  <p:cNvPicPr/>
                  <p:nvPr/>
                </p:nvPicPr>
                <p:blipFill>
                  <a:blip r:embed="rId964"/>
                  <a:stretch>
                    <a:fillRect/>
                  </a:stretch>
                </p:blipFill>
                <p:spPr>
                  <a:xfrm>
                    <a:off x="4944345" y="4779478"/>
                    <a:ext cx="81000" cy="9761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2">
                <p14:nvContentPartPr>
                  <p14:cNvPr id="22674" name="Ink 22673">
                    <a:extLst>
                      <a:ext uri="{FF2B5EF4-FFF2-40B4-BE49-F238E27FC236}">
                        <a16:creationId xmlns:a16="http://schemas.microsoft.com/office/drawing/2014/main" id="{8A33CEE9-3E03-C9EB-0807-4E1E4480CF11}"/>
                      </a:ext>
                    </a:extLst>
                  </p14:cNvPr>
                  <p14:cNvContentPartPr/>
                  <p14:nvPr/>
                </p14:nvContentPartPr>
                <p14:xfrm>
                  <a:off x="5155305" y="4896146"/>
                  <a:ext cx="41040" cy="34200"/>
                </p14:xfrm>
              </p:contentPart>
            </mc:Choice>
            <mc:Fallback xmlns="">
              <p:pic>
                <p:nvPicPr>
                  <p:cNvPr id="22674" name="Ink 22673">
                    <a:extLst>
                      <a:ext uri="{FF2B5EF4-FFF2-40B4-BE49-F238E27FC236}">
                        <a16:creationId xmlns:a16="http://schemas.microsoft.com/office/drawing/2014/main" id="{8A33CEE9-3E03-C9EB-0807-4E1E4480CF11}"/>
                      </a:ext>
                    </a:extLst>
                  </p:cNvPr>
                  <p:cNvPicPr/>
                  <p:nvPr/>
                </p:nvPicPr>
                <p:blipFill>
                  <a:blip r:embed="rId4443"/>
                  <a:stretch>
                    <a:fillRect/>
                  </a:stretch>
                </p:blipFill>
                <p:spPr>
                  <a:xfrm>
                    <a:off x="5133893" y="4873346"/>
                    <a:ext cx="83864" cy="79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4">
                <p14:nvContentPartPr>
                  <p14:cNvPr id="22675" name="Ink 22674">
                    <a:extLst>
                      <a:ext uri="{FF2B5EF4-FFF2-40B4-BE49-F238E27FC236}">
                        <a16:creationId xmlns:a16="http://schemas.microsoft.com/office/drawing/2014/main" id="{88CE1314-B9B5-0A9D-5D2F-29B8BB533A4A}"/>
                      </a:ext>
                    </a:extLst>
                  </p14:cNvPr>
                  <p14:cNvContentPartPr/>
                  <p14:nvPr/>
                </p14:nvContentPartPr>
                <p14:xfrm>
                  <a:off x="5359785" y="4985426"/>
                  <a:ext cx="40320" cy="27360"/>
                </p14:xfrm>
              </p:contentPart>
            </mc:Choice>
            <mc:Fallback xmlns="">
              <p:pic>
                <p:nvPicPr>
                  <p:cNvPr id="22675" name="Ink 22674">
                    <a:extLst>
                      <a:ext uri="{FF2B5EF4-FFF2-40B4-BE49-F238E27FC236}">
                        <a16:creationId xmlns:a16="http://schemas.microsoft.com/office/drawing/2014/main" id="{88CE1314-B9B5-0A9D-5D2F-29B8BB533A4A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5338748" y="4963538"/>
                    <a:ext cx="82393" cy="7113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5">
                <p14:nvContentPartPr>
                  <p14:cNvPr id="22676" name="Ink 22675">
                    <a:extLst>
                      <a:ext uri="{FF2B5EF4-FFF2-40B4-BE49-F238E27FC236}">
                        <a16:creationId xmlns:a16="http://schemas.microsoft.com/office/drawing/2014/main" id="{22E1CA36-7541-1009-9C6D-0051F36B9134}"/>
                      </a:ext>
                    </a:extLst>
                  </p14:cNvPr>
                  <p14:cNvContentPartPr/>
                  <p14:nvPr/>
                </p14:nvContentPartPr>
                <p14:xfrm>
                  <a:off x="5594865" y="5057426"/>
                  <a:ext cx="73800" cy="38520"/>
                </p14:xfrm>
              </p:contentPart>
            </mc:Choice>
            <mc:Fallback xmlns="">
              <p:pic>
                <p:nvPicPr>
                  <p:cNvPr id="22676" name="Ink 22675">
                    <a:extLst>
                      <a:ext uri="{FF2B5EF4-FFF2-40B4-BE49-F238E27FC236}">
                        <a16:creationId xmlns:a16="http://schemas.microsoft.com/office/drawing/2014/main" id="{22E1CA36-7541-1009-9C6D-0051F36B9134}"/>
                      </a:ext>
                    </a:extLst>
                  </p:cNvPr>
                  <p:cNvPicPr/>
                  <p:nvPr/>
                </p:nvPicPr>
                <p:blipFill>
                  <a:blip r:embed="rId4446"/>
                  <a:stretch>
                    <a:fillRect/>
                  </a:stretch>
                </p:blipFill>
                <p:spPr>
                  <a:xfrm>
                    <a:off x="5573265" y="5034314"/>
                    <a:ext cx="117000" cy="847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7">
                <p14:nvContentPartPr>
                  <p14:cNvPr id="22677" name="Ink 22676">
                    <a:extLst>
                      <a:ext uri="{FF2B5EF4-FFF2-40B4-BE49-F238E27FC236}">
                        <a16:creationId xmlns:a16="http://schemas.microsoft.com/office/drawing/2014/main" id="{F1440E14-59EE-5CD4-D1E4-A66DEDD3E824}"/>
                      </a:ext>
                    </a:extLst>
                  </p14:cNvPr>
                  <p14:cNvContentPartPr/>
                  <p14:nvPr/>
                </p14:nvContentPartPr>
                <p14:xfrm>
                  <a:off x="5886105" y="5127266"/>
                  <a:ext cx="44640" cy="29520"/>
                </p14:xfrm>
              </p:contentPart>
            </mc:Choice>
            <mc:Fallback xmlns="">
              <p:pic>
                <p:nvPicPr>
                  <p:cNvPr id="22677" name="Ink 22676">
                    <a:extLst>
                      <a:ext uri="{FF2B5EF4-FFF2-40B4-BE49-F238E27FC236}">
                        <a16:creationId xmlns:a16="http://schemas.microsoft.com/office/drawing/2014/main" id="{F1440E14-59EE-5CD4-D1E4-A66DEDD3E824}"/>
                      </a:ext>
                    </a:extLst>
                  </p:cNvPr>
                  <p:cNvPicPr/>
                  <p:nvPr/>
                </p:nvPicPr>
                <p:blipFill>
                  <a:blip r:embed="rId960"/>
                  <a:stretch>
                    <a:fillRect/>
                  </a:stretch>
                </p:blipFill>
                <p:spPr>
                  <a:xfrm>
                    <a:off x="5864678" y="5105126"/>
                    <a:ext cx="87494" cy="73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48">
                <p14:nvContentPartPr>
                  <p14:cNvPr id="22678" name="Ink 22677">
                    <a:extLst>
                      <a:ext uri="{FF2B5EF4-FFF2-40B4-BE49-F238E27FC236}">
                        <a16:creationId xmlns:a16="http://schemas.microsoft.com/office/drawing/2014/main" id="{BCA45AAE-9C2C-F76E-CFC0-632B0C0F6EB0}"/>
                      </a:ext>
                    </a:extLst>
                  </p14:cNvPr>
                  <p14:cNvContentPartPr/>
                  <p14:nvPr/>
                </p14:nvContentPartPr>
                <p14:xfrm>
                  <a:off x="6162225" y="5158226"/>
                  <a:ext cx="30960" cy="21960"/>
                </p14:xfrm>
              </p:contentPart>
            </mc:Choice>
            <mc:Fallback xmlns="">
              <p:pic>
                <p:nvPicPr>
                  <p:cNvPr id="22678" name="Ink 22677">
                    <a:extLst>
                      <a:ext uri="{FF2B5EF4-FFF2-40B4-BE49-F238E27FC236}">
                        <a16:creationId xmlns:a16="http://schemas.microsoft.com/office/drawing/2014/main" id="{BCA45AAE-9C2C-F76E-CFC0-632B0C0F6EB0}"/>
                      </a:ext>
                    </a:extLst>
                  </p:cNvPr>
                  <p:cNvPicPr/>
                  <p:nvPr/>
                </p:nvPicPr>
                <p:blipFill>
                  <a:blip r:embed="rId4449"/>
                  <a:stretch>
                    <a:fillRect/>
                  </a:stretch>
                </p:blipFill>
                <p:spPr>
                  <a:xfrm>
                    <a:off x="6140371" y="5136266"/>
                    <a:ext cx="74668" cy="658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0">
                <p14:nvContentPartPr>
                  <p14:cNvPr id="22679" name="Ink 22678">
                    <a:extLst>
                      <a:ext uri="{FF2B5EF4-FFF2-40B4-BE49-F238E27FC236}">
                        <a16:creationId xmlns:a16="http://schemas.microsoft.com/office/drawing/2014/main" id="{9295709B-1F51-8CBF-5757-7134E4803E14}"/>
                      </a:ext>
                    </a:extLst>
                  </p14:cNvPr>
                  <p14:cNvContentPartPr/>
                  <p14:nvPr/>
                </p14:nvContentPartPr>
                <p14:xfrm>
                  <a:off x="6413505" y="5149226"/>
                  <a:ext cx="32400" cy="28440"/>
                </p14:xfrm>
              </p:contentPart>
            </mc:Choice>
            <mc:Fallback xmlns="">
              <p:pic>
                <p:nvPicPr>
                  <p:cNvPr id="22679" name="Ink 22678">
                    <a:extLst>
                      <a:ext uri="{FF2B5EF4-FFF2-40B4-BE49-F238E27FC236}">
                        <a16:creationId xmlns:a16="http://schemas.microsoft.com/office/drawing/2014/main" id="{9295709B-1F51-8CBF-5757-7134E4803E14}"/>
                      </a:ext>
                    </a:extLst>
                  </p:cNvPr>
                  <p:cNvPicPr/>
                  <p:nvPr/>
                </p:nvPicPr>
                <p:blipFill>
                  <a:blip r:embed="rId960"/>
                  <a:stretch>
                    <a:fillRect/>
                  </a:stretch>
                </p:blipFill>
                <p:spPr>
                  <a:xfrm>
                    <a:off x="6391905" y="5126474"/>
                    <a:ext cx="75600" cy="739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1">
                <p14:nvContentPartPr>
                  <p14:cNvPr id="22680" name="Ink 22679">
                    <a:extLst>
                      <a:ext uri="{FF2B5EF4-FFF2-40B4-BE49-F238E27FC236}">
                        <a16:creationId xmlns:a16="http://schemas.microsoft.com/office/drawing/2014/main" id="{81722017-EDBE-FC7C-913F-3881D6BD4508}"/>
                      </a:ext>
                    </a:extLst>
                  </p14:cNvPr>
                  <p14:cNvContentPartPr/>
                  <p14:nvPr/>
                </p14:nvContentPartPr>
                <p14:xfrm>
                  <a:off x="5143425" y="4268306"/>
                  <a:ext cx="97920" cy="68400"/>
                </p14:xfrm>
              </p:contentPart>
            </mc:Choice>
            <mc:Fallback xmlns="">
              <p:pic>
                <p:nvPicPr>
                  <p:cNvPr id="22680" name="Ink 22679">
                    <a:extLst>
                      <a:ext uri="{FF2B5EF4-FFF2-40B4-BE49-F238E27FC236}">
                        <a16:creationId xmlns:a16="http://schemas.microsoft.com/office/drawing/2014/main" id="{81722017-EDBE-FC7C-913F-3881D6BD4508}"/>
                      </a:ext>
                    </a:extLst>
                  </p:cNvPr>
                  <p:cNvPicPr/>
                  <p:nvPr/>
                </p:nvPicPr>
                <p:blipFill>
                  <a:blip r:embed="rId4452"/>
                  <a:stretch>
                    <a:fillRect/>
                  </a:stretch>
                </p:blipFill>
                <p:spPr>
                  <a:xfrm>
                    <a:off x="5121665" y="4244855"/>
                    <a:ext cx="141440" cy="1153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3">
                <p14:nvContentPartPr>
                  <p14:cNvPr id="22681" name="Ink 22680">
                    <a:extLst>
                      <a:ext uri="{FF2B5EF4-FFF2-40B4-BE49-F238E27FC236}">
                        <a16:creationId xmlns:a16="http://schemas.microsoft.com/office/drawing/2014/main" id="{1F9B8CC3-BE6F-6C11-0475-FD1B1B5DC743}"/>
                      </a:ext>
                    </a:extLst>
                  </p14:cNvPr>
                  <p14:cNvContentPartPr/>
                  <p14:nvPr/>
                </p14:nvContentPartPr>
                <p14:xfrm>
                  <a:off x="5410185" y="4367666"/>
                  <a:ext cx="101160" cy="74160"/>
                </p14:xfrm>
              </p:contentPart>
            </mc:Choice>
            <mc:Fallback xmlns="">
              <p:pic>
                <p:nvPicPr>
                  <p:cNvPr id="22681" name="Ink 22680">
                    <a:extLst>
                      <a:ext uri="{FF2B5EF4-FFF2-40B4-BE49-F238E27FC236}">
                        <a16:creationId xmlns:a16="http://schemas.microsoft.com/office/drawing/2014/main" id="{1F9B8CC3-BE6F-6C11-0475-FD1B1B5DC743}"/>
                      </a:ext>
                    </a:extLst>
                  </p:cNvPr>
                  <p:cNvPicPr/>
                  <p:nvPr/>
                </p:nvPicPr>
                <p:blipFill>
                  <a:blip r:embed="rId4454"/>
                  <a:stretch>
                    <a:fillRect/>
                  </a:stretch>
                </p:blipFill>
                <p:spPr>
                  <a:xfrm>
                    <a:off x="5388114" y="4344247"/>
                    <a:ext cx="145303" cy="12099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5">
                <p14:nvContentPartPr>
                  <p14:cNvPr id="22682" name="Ink 22681">
                    <a:extLst>
                      <a:ext uri="{FF2B5EF4-FFF2-40B4-BE49-F238E27FC236}">
                        <a16:creationId xmlns:a16="http://schemas.microsoft.com/office/drawing/2014/main" id="{708B7DC8-850B-2A27-5962-8FC6CFF90A38}"/>
                      </a:ext>
                    </a:extLst>
                  </p14:cNvPr>
                  <p14:cNvContentPartPr/>
                  <p14:nvPr/>
                </p14:nvContentPartPr>
                <p14:xfrm>
                  <a:off x="5727705" y="4453346"/>
                  <a:ext cx="119880" cy="77400"/>
                </p14:xfrm>
              </p:contentPart>
            </mc:Choice>
            <mc:Fallback xmlns="">
              <p:pic>
                <p:nvPicPr>
                  <p:cNvPr id="22682" name="Ink 22681">
                    <a:extLst>
                      <a:ext uri="{FF2B5EF4-FFF2-40B4-BE49-F238E27FC236}">
                        <a16:creationId xmlns:a16="http://schemas.microsoft.com/office/drawing/2014/main" id="{708B7DC8-850B-2A27-5962-8FC6CFF90A38}"/>
                      </a:ext>
                    </a:extLst>
                  </p:cNvPr>
                  <p:cNvPicPr/>
                  <p:nvPr/>
                </p:nvPicPr>
                <p:blipFill>
                  <a:blip r:embed="rId4456"/>
                  <a:stretch>
                    <a:fillRect/>
                  </a:stretch>
                </p:blipFill>
                <p:spPr>
                  <a:xfrm>
                    <a:off x="5705573" y="4429531"/>
                    <a:ext cx="164143" cy="12503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7">
                <p14:nvContentPartPr>
                  <p14:cNvPr id="22683" name="Ink 22682">
                    <a:extLst>
                      <a:ext uri="{FF2B5EF4-FFF2-40B4-BE49-F238E27FC236}">
                        <a16:creationId xmlns:a16="http://schemas.microsoft.com/office/drawing/2014/main" id="{1E0830B8-4F46-604D-F9D9-8F3859E8CAF6}"/>
                      </a:ext>
                    </a:extLst>
                  </p14:cNvPr>
                  <p14:cNvContentPartPr/>
                  <p14:nvPr/>
                </p14:nvContentPartPr>
                <p14:xfrm>
                  <a:off x="6019665" y="4475666"/>
                  <a:ext cx="85320" cy="95760"/>
                </p14:xfrm>
              </p:contentPart>
            </mc:Choice>
            <mc:Fallback xmlns="">
              <p:pic>
                <p:nvPicPr>
                  <p:cNvPr id="22683" name="Ink 22682">
                    <a:extLst>
                      <a:ext uri="{FF2B5EF4-FFF2-40B4-BE49-F238E27FC236}">
                        <a16:creationId xmlns:a16="http://schemas.microsoft.com/office/drawing/2014/main" id="{1E0830B8-4F46-604D-F9D9-8F3859E8CAF6}"/>
                      </a:ext>
                    </a:extLst>
                  </p:cNvPr>
                  <p:cNvPicPr/>
                  <p:nvPr/>
                </p:nvPicPr>
                <p:blipFill>
                  <a:blip r:embed="rId4458"/>
                  <a:stretch>
                    <a:fillRect/>
                  </a:stretch>
                </p:blipFill>
                <p:spPr>
                  <a:xfrm>
                    <a:off x="5997881" y="4452215"/>
                    <a:ext cx="128888" cy="14266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59">
                <p14:nvContentPartPr>
                  <p14:cNvPr id="22684" name="Ink 22683">
                    <a:extLst>
                      <a:ext uri="{FF2B5EF4-FFF2-40B4-BE49-F238E27FC236}">
                        <a16:creationId xmlns:a16="http://schemas.microsoft.com/office/drawing/2014/main" id="{A68EAEFC-869A-24C0-D4B9-BAC1DB020550}"/>
                      </a:ext>
                    </a:extLst>
                  </p14:cNvPr>
                  <p14:cNvContentPartPr/>
                  <p14:nvPr/>
                </p14:nvContentPartPr>
                <p14:xfrm>
                  <a:off x="6307665" y="4464866"/>
                  <a:ext cx="112680" cy="72000"/>
                </p14:xfrm>
              </p:contentPart>
            </mc:Choice>
            <mc:Fallback xmlns="">
              <p:pic>
                <p:nvPicPr>
                  <p:cNvPr id="22684" name="Ink 22683">
                    <a:extLst>
                      <a:ext uri="{FF2B5EF4-FFF2-40B4-BE49-F238E27FC236}">
                        <a16:creationId xmlns:a16="http://schemas.microsoft.com/office/drawing/2014/main" id="{A68EAEFC-869A-24C0-D4B9-BAC1DB020550}"/>
                      </a:ext>
                    </a:extLst>
                  </p:cNvPr>
                  <p:cNvPicPr/>
                  <p:nvPr/>
                </p:nvPicPr>
                <p:blipFill>
                  <a:blip r:embed="rId4460"/>
                  <a:stretch>
                    <a:fillRect/>
                  </a:stretch>
                </p:blipFill>
                <p:spPr>
                  <a:xfrm>
                    <a:off x="6285856" y="4441515"/>
                    <a:ext cx="156298" cy="11870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1">
                <p14:nvContentPartPr>
                  <p14:cNvPr id="22685" name="Ink 22684">
                    <a:extLst>
                      <a:ext uri="{FF2B5EF4-FFF2-40B4-BE49-F238E27FC236}">
                        <a16:creationId xmlns:a16="http://schemas.microsoft.com/office/drawing/2014/main" id="{1C83566F-0D71-575E-7386-5D29B0903C57}"/>
                      </a:ext>
                    </a:extLst>
                  </p14:cNvPr>
                  <p14:cNvContentPartPr/>
                  <p14:nvPr/>
                </p14:nvContentPartPr>
                <p14:xfrm>
                  <a:off x="6468945" y="4392506"/>
                  <a:ext cx="97560" cy="66960"/>
                </p14:xfrm>
              </p:contentPart>
            </mc:Choice>
            <mc:Fallback xmlns="">
              <p:pic>
                <p:nvPicPr>
                  <p:cNvPr id="22685" name="Ink 22684">
                    <a:extLst>
                      <a:ext uri="{FF2B5EF4-FFF2-40B4-BE49-F238E27FC236}">
                        <a16:creationId xmlns:a16="http://schemas.microsoft.com/office/drawing/2014/main" id="{1C83566F-0D71-575E-7386-5D29B0903C57}"/>
                      </a:ext>
                    </a:extLst>
                  </p:cNvPr>
                  <p:cNvPicPr/>
                  <p:nvPr/>
                </p:nvPicPr>
                <p:blipFill>
                  <a:blip r:embed="rId3562"/>
                  <a:stretch>
                    <a:fillRect/>
                  </a:stretch>
                </p:blipFill>
                <p:spPr>
                  <a:xfrm>
                    <a:off x="6446856" y="4368873"/>
                    <a:ext cx="141738" cy="114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2">
                <p14:nvContentPartPr>
                  <p14:cNvPr id="22686" name="Ink 22685">
                    <a:extLst>
                      <a:ext uri="{FF2B5EF4-FFF2-40B4-BE49-F238E27FC236}">
                        <a16:creationId xmlns:a16="http://schemas.microsoft.com/office/drawing/2014/main" id="{223321D8-3C3F-D366-EC09-86607BEF4111}"/>
                      </a:ext>
                    </a:extLst>
                  </p14:cNvPr>
                  <p14:cNvContentPartPr/>
                  <p14:nvPr/>
                </p14:nvContentPartPr>
                <p14:xfrm>
                  <a:off x="5061705" y="4439306"/>
                  <a:ext cx="123840" cy="85320"/>
                </p14:xfrm>
              </p:contentPart>
            </mc:Choice>
            <mc:Fallback xmlns="">
              <p:pic>
                <p:nvPicPr>
                  <p:cNvPr id="22686" name="Ink 22685">
                    <a:extLst>
                      <a:ext uri="{FF2B5EF4-FFF2-40B4-BE49-F238E27FC236}">
                        <a16:creationId xmlns:a16="http://schemas.microsoft.com/office/drawing/2014/main" id="{223321D8-3C3F-D366-EC09-86607BEF4111}"/>
                      </a:ext>
                    </a:extLst>
                  </p:cNvPr>
                  <p:cNvPicPr/>
                  <p:nvPr/>
                </p:nvPicPr>
                <p:blipFill>
                  <a:blip r:embed="rId1092"/>
                  <a:stretch>
                    <a:fillRect/>
                  </a:stretch>
                </p:blipFill>
                <p:spPr>
                  <a:xfrm>
                    <a:off x="5039851" y="4416037"/>
                    <a:ext cx="167548" cy="1318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3">
                <p14:nvContentPartPr>
                  <p14:cNvPr id="22687" name="Ink 22686">
                    <a:extLst>
                      <a:ext uri="{FF2B5EF4-FFF2-40B4-BE49-F238E27FC236}">
                        <a16:creationId xmlns:a16="http://schemas.microsoft.com/office/drawing/2014/main" id="{B64B4A16-1426-6034-14CF-7E8BC45612D9}"/>
                      </a:ext>
                    </a:extLst>
                  </p14:cNvPr>
                  <p14:cNvContentPartPr/>
                  <p14:nvPr/>
                </p14:nvContentPartPr>
                <p14:xfrm>
                  <a:off x="5010225" y="4567466"/>
                  <a:ext cx="31680" cy="21240"/>
                </p14:xfrm>
              </p:contentPart>
            </mc:Choice>
            <mc:Fallback xmlns="">
              <p:pic>
                <p:nvPicPr>
                  <p:cNvPr id="22687" name="Ink 22686">
                    <a:extLst>
                      <a:ext uri="{FF2B5EF4-FFF2-40B4-BE49-F238E27FC236}">
                        <a16:creationId xmlns:a16="http://schemas.microsoft.com/office/drawing/2014/main" id="{B64B4A16-1426-6034-14CF-7E8BC45612D9}"/>
                      </a:ext>
                    </a:extLst>
                  </p:cNvPr>
                  <p:cNvPicPr/>
                  <p:nvPr/>
                </p:nvPicPr>
                <p:blipFill>
                  <a:blip r:embed="rId992"/>
                  <a:stretch>
                    <a:fillRect/>
                  </a:stretch>
                </p:blipFill>
                <p:spPr>
                  <a:xfrm>
                    <a:off x="4989105" y="4544295"/>
                    <a:ext cx="73920" cy="67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4">
                <p14:nvContentPartPr>
                  <p14:cNvPr id="22688" name="Ink 22687">
                    <a:extLst>
                      <a:ext uri="{FF2B5EF4-FFF2-40B4-BE49-F238E27FC236}">
                        <a16:creationId xmlns:a16="http://schemas.microsoft.com/office/drawing/2014/main" id="{0FDF3035-B2E4-9BD9-411A-B10F501147E0}"/>
                      </a:ext>
                    </a:extLst>
                  </p14:cNvPr>
                  <p14:cNvContentPartPr/>
                  <p14:nvPr/>
                </p14:nvContentPartPr>
                <p14:xfrm>
                  <a:off x="4908705" y="4653506"/>
                  <a:ext cx="37080" cy="41040"/>
                </p14:xfrm>
              </p:contentPart>
            </mc:Choice>
            <mc:Fallback xmlns="">
              <p:pic>
                <p:nvPicPr>
                  <p:cNvPr id="22688" name="Ink 22687">
                    <a:extLst>
                      <a:ext uri="{FF2B5EF4-FFF2-40B4-BE49-F238E27FC236}">
                        <a16:creationId xmlns:a16="http://schemas.microsoft.com/office/drawing/2014/main" id="{0FDF3035-B2E4-9BD9-411A-B10F501147E0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4887516" y="4630055"/>
                    <a:ext cx="79457" cy="8794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5">
                <p14:nvContentPartPr>
                  <p14:cNvPr id="22689" name="Ink 22688">
                    <a:extLst>
                      <a:ext uri="{FF2B5EF4-FFF2-40B4-BE49-F238E27FC236}">
                        <a16:creationId xmlns:a16="http://schemas.microsoft.com/office/drawing/2014/main" id="{5708D717-169A-A820-3BEB-C57BB6E69885}"/>
                      </a:ext>
                    </a:extLst>
                  </p14:cNvPr>
                  <p14:cNvContentPartPr/>
                  <p14:nvPr/>
                </p14:nvContentPartPr>
                <p14:xfrm>
                  <a:off x="5249265" y="4509866"/>
                  <a:ext cx="160200" cy="79200"/>
                </p14:xfrm>
              </p:contentPart>
            </mc:Choice>
            <mc:Fallback xmlns="">
              <p:pic>
                <p:nvPicPr>
                  <p:cNvPr id="22689" name="Ink 22688">
                    <a:extLst>
                      <a:ext uri="{FF2B5EF4-FFF2-40B4-BE49-F238E27FC236}">
                        <a16:creationId xmlns:a16="http://schemas.microsoft.com/office/drawing/2014/main" id="{5708D717-169A-A820-3BEB-C57BB6E69885}"/>
                      </a:ext>
                    </a:extLst>
                  </p:cNvPr>
                  <p:cNvPicPr/>
                  <p:nvPr/>
                </p:nvPicPr>
                <p:blipFill>
                  <a:blip r:embed="rId981"/>
                  <a:stretch>
                    <a:fillRect/>
                  </a:stretch>
                </p:blipFill>
                <p:spPr>
                  <a:xfrm>
                    <a:off x="5227168" y="4486106"/>
                    <a:ext cx="204393" cy="1267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6">
                <p14:nvContentPartPr>
                  <p14:cNvPr id="22690" name="Ink 22689">
                    <a:extLst>
                      <a:ext uri="{FF2B5EF4-FFF2-40B4-BE49-F238E27FC236}">
                        <a16:creationId xmlns:a16="http://schemas.microsoft.com/office/drawing/2014/main" id="{AE78752E-5304-3BEF-0628-5EE77338FC4B}"/>
                      </a:ext>
                    </a:extLst>
                  </p14:cNvPr>
                  <p14:cNvContentPartPr/>
                  <p14:nvPr/>
                </p14:nvContentPartPr>
                <p14:xfrm>
                  <a:off x="5185185" y="4641986"/>
                  <a:ext cx="31320" cy="41400"/>
                </p14:xfrm>
              </p:contentPart>
            </mc:Choice>
            <mc:Fallback xmlns="">
              <p:pic>
                <p:nvPicPr>
                  <p:cNvPr id="22690" name="Ink 22689">
                    <a:extLst>
                      <a:ext uri="{FF2B5EF4-FFF2-40B4-BE49-F238E27FC236}">
                        <a16:creationId xmlns:a16="http://schemas.microsoft.com/office/drawing/2014/main" id="{AE78752E-5304-3BEF-0628-5EE77338FC4B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164305" y="4618329"/>
                    <a:ext cx="73080" cy="8871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7">
                <p14:nvContentPartPr>
                  <p14:cNvPr id="22691" name="Ink 22690">
                    <a:extLst>
                      <a:ext uri="{FF2B5EF4-FFF2-40B4-BE49-F238E27FC236}">
                        <a16:creationId xmlns:a16="http://schemas.microsoft.com/office/drawing/2014/main" id="{A8515D97-A0F4-EEA5-304F-FECE1AF68344}"/>
                      </a:ext>
                    </a:extLst>
                  </p14:cNvPr>
                  <p14:cNvContentPartPr/>
                  <p14:nvPr/>
                </p14:nvContentPartPr>
                <p14:xfrm>
                  <a:off x="5099145" y="4769426"/>
                  <a:ext cx="14040" cy="23040"/>
                </p14:xfrm>
              </p:contentPart>
            </mc:Choice>
            <mc:Fallback xmlns="">
              <p:pic>
                <p:nvPicPr>
                  <p:cNvPr id="22691" name="Ink 22690">
                    <a:extLst>
                      <a:ext uri="{FF2B5EF4-FFF2-40B4-BE49-F238E27FC236}">
                        <a16:creationId xmlns:a16="http://schemas.microsoft.com/office/drawing/2014/main" id="{A8515D97-A0F4-EEA5-304F-FECE1AF68344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078085" y="4746386"/>
                    <a:ext cx="56160" cy="691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68">
                <p14:nvContentPartPr>
                  <p14:cNvPr id="22692" name="Ink 22691">
                    <a:extLst>
                      <a:ext uri="{FF2B5EF4-FFF2-40B4-BE49-F238E27FC236}">
                        <a16:creationId xmlns:a16="http://schemas.microsoft.com/office/drawing/2014/main" id="{0636A0BC-7527-39CA-3F63-9C11D5BA4773}"/>
                      </a:ext>
                    </a:extLst>
                  </p14:cNvPr>
                  <p14:cNvContentPartPr/>
                  <p14:nvPr/>
                </p14:nvContentPartPr>
                <p14:xfrm>
                  <a:off x="5408025" y="4578266"/>
                  <a:ext cx="276840" cy="140040"/>
                </p14:xfrm>
              </p:contentPart>
            </mc:Choice>
            <mc:Fallback xmlns="">
              <p:pic>
                <p:nvPicPr>
                  <p:cNvPr id="22692" name="Ink 22691">
                    <a:extLst>
                      <a:ext uri="{FF2B5EF4-FFF2-40B4-BE49-F238E27FC236}">
                        <a16:creationId xmlns:a16="http://schemas.microsoft.com/office/drawing/2014/main" id="{0636A0BC-7527-39CA-3F63-9C11D5BA4773}"/>
                      </a:ext>
                    </a:extLst>
                  </p:cNvPr>
                  <p:cNvPicPr/>
                  <p:nvPr/>
                </p:nvPicPr>
                <p:blipFill>
                  <a:blip r:embed="rId4469"/>
                  <a:stretch>
                    <a:fillRect/>
                  </a:stretch>
                </p:blipFill>
                <p:spPr>
                  <a:xfrm>
                    <a:off x="5385878" y="4554597"/>
                    <a:ext cx="321134" cy="187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0">
                <p14:nvContentPartPr>
                  <p14:cNvPr id="22693" name="Ink 22692">
                    <a:extLst>
                      <a:ext uri="{FF2B5EF4-FFF2-40B4-BE49-F238E27FC236}">
                        <a16:creationId xmlns:a16="http://schemas.microsoft.com/office/drawing/2014/main" id="{5F4D24A0-898F-F53D-BB92-323DB58374BE}"/>
                      </a:ext>
                    </a:extLst>
                  </p14:cNvPr>
                  <p14:cNvContentPartPr/>
                  <p14:nvPr/>
                </p14:nvContentPartPr>
                <p14:xfrm>
                  <a:off x="5300745" y="4751426"/>
                  <a:ext cx="74520" cy="60120"/>
                </p14:xfrm>
              </p:contentPart>
            </mc:Choice>
            <mc:Fallback xmlns="">
              <p:pic>
                <p:nvPicPr>
                  <p:cNvPr id="22693" name="Ink 22692">
                    <a:extLst>
                      <a:ext uri="{FF2B5EF4-FFF2-40B4-BE49-F238E27FC236}">
                        <a16:creationId xmlns:a16="http://schemas.microsoft.com/office/drawing/2014/main" id="{5F4D24A0-898F-F53D-BB92-323DB58374BE}"/>
                      </a:ext>
                    </a:extLst>
                  </p:cNvPr>
                  <p:cNvPicPr/>
                  <p:nvPr/>
                </p:nvPicPr>
                <p:blipFill>
                  <a:blip r:embed="rId973"/>
                  <a:stretch>
                    <a:fillRect/>
                  </a:stretch>
                </p:blipFill>
                <p:spPr>
                  <a:xfrm>
                    <a:off x="5278934" y="4728154"/>
                    <a:ext cx="118141" cy="10666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1">
                <p14:nvContentPartPr>
                  <p14:cNvPr id="22694" name="Ink 22693">
                    <a:extLst>
                      <a:ext uri="{FF2B5EF4-FFF2-40B4-BE49-F238E27FC236}">
                        <a16:creationId xmlns:a16="http://schemas.microsoft.com/office/drawing/2014/main" id="{D0260E3A-E3A3-7F4E-0AC8-16C45F348DC1}"/>
                      </a:ext>
                    </a:extLst>
                  </p14:cNvPr>
                  <p14:cNvContentPartPr/>
                  <p14:nvPr/>
                </p14:nvContentPartPr>
                <p14:xfrm>
                  <a:off x="5251065" y="4841066"/>
                  <a:ext cx="14760" cy="29520"/>
                </p14:xfrm>
              </p:contentPart>
            </mc:Choice>
            <mc:Fallback xmlns="">
              <p:pic>
                <p:nvPicPr>
                  <p:cNvPr id="22694" name="Ink 22693">
                    <a:extLst>
                      <a:ext uri="{FF2B5EF4-FFF2-40B4-BE49-F238E27FC236}">
                        <a16:creationId xmlns:a16="http://schemas.microsoft.com/office/drawing/2014/main" id="{D0260E3A-E3A3-7F4E-0AC8-16C45F348DC1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231385" y="4818926"/>
                    <a:ext cx="54120" cy="73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2">
                <p14:nvContentPartPr>
                  <p14:cNvPr id="22695" name="Ink 22694">
                    <a:extLst>
                      <a:ext uri="{FF2B5EF4-FFF2-40B4-BE49-F238E27FC236}">
                        <a16:creationId xmlns:a16="http://schemas.microsoft.com/office/drawing/2014/main" id="{7D37E0A0-3FB6-753E-E18B-EA886E4D2927}"/>
                      </a:ext>
                    </a:extLst>
                  </p14:cNvPr>
                  <p14:cNvContentPartPr/>
                  <p14:nvPr/>
                </p14:nvContentPartPr>
                <p14:xfrm>
                  <a:off x="5661465" y="4627946"/>
                  <a:ext cx="203400" cy="146160"/>
                </p14:xfrm>
              </p:contentPart>
            </mc:Choice>
            <mc:Fallback xmlns="">
              <p:pic>
                <p:nvPicPr>
                  <p:cNvPr id="22695" name="Ink 22694">
                    <a:extLst>
                      <a:ext uri="{FF2B5EF4-FFF2-40B4-BE49-F238E27FC236}">
                        <a16:creationId xmlns:a16="http://schemas.microsoft.com/office/drawing/2014/main" id="{7D37E0A0-3FB6-753E-E18B-EA886E4D2927}"/>
                      </a:ext>
                    </a:extLst>
                  </p:cNvPr>
                  <p:cNvPicPr/>
                  <p:nvPr/>
                </p:nvPicPr>
                <p:blipFill>
                  <a:blip r:embed="rId4473"/>
                  <a:stretch>
                    <a:fillRect/>
                  </a:stretch>
                </p:blipFill>
                <p:spPr>
                  <a:xfrm>
                    <a:off x="5639276" y="4604244"/>
                    <a:ext cx="247778" cy="19356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4">
                <p14:nvContentPartPr>
                  <p14:cNvPr id="22696" name="Ink 22695">
                    <a:extLst>
                      <a:ext uri="{FF2B5EF4-FFF2-40B4-BE49-F238E27FC236}">
                        <a16:creationId xmlns:a16="http://schemas.microsoft.com/office/drawing/2014/main" id="{0E2CA23B-6975-811C-0529-A9CA1D788746}"/>
                      </a:ext>
                    </a:extLst>
                  </p14:cNvPr>
                  <p14:cNvContentPartPr/>
                  <p14:nvPr/>
                </p14:nvContentPartPr>
                <p14:xfrm>
                  <a:off x="5619345" y="4815866"/>
                  <a:ext cx="22680" cy="24480"/>
                </p14:xfrm>
              </p:contentPart>
            </mc:Choice>
            <mc:Fallback xmlns="">
              <p:pic>
                <p:nvPicPr>
                  <p:cNvPr id="22696" name="Ink 22695">
                    <a:extLst>
                      <a:ext uri="{FF2B5EF4-FFF2-40B4-BE49-F238E27FC236}">
                        <a16:creationId xmlns:a16="http://schemas.microsoft.com/office/drawing/2014/main" id="{0E2CA23B-6975-811C-0529-A9CA1D788746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598410" y="4793269"/>
                    <a:ext cx="64551" cy="6967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5">
                <p14:nvContentPartPr>
                  <p14:cNvPr id="22697" name="Ink 22696">
                    <a:extLst>
                      <a:ext uri="{FF2B5EF4-FFF2-40B4-BE49-F238E27FC236}">
                        <a16:creationId xmlns:a16="http://schemas.microsoft.com/office/drawing/2014/main" id="{5A62C64F-B734-0C2E-A27D-11601E9D9F10}"/>
                      </a:ext>
                    </a:extLst>
                  </p14:cNvPr>
                  <p14:cNvContentPartPr/>
                  <p14:nvPr/>
                </p14:nvContentPartPr>
                <p14:xfrm>
                  <a:off x="5469585" y="4919906"/>
                  <a:ext cx="42840" cy="60840"/>
                </p14:xfrm>
              </p:contentPart>
            </mc:Choice>
            <mc:Fallback xmlns="">
              <p:pic>
                <p:nvPicPr>
                  <p:cNvPr id="22697" name="Ink 22696">
                    <a:extLst>
                      <a:ext uri="{FF2B5EF4-FFF2-40B4-BE49-F238E27FC236}">
                        <a16:creationId xmlns:a16="http://schemas.microsoft.com/office/drawing/2014/main" id="{5A62C64F-B734-0C2E-A27D-11601E9D9F10}"/>
                      </a:ext>
                    </a:extLst>
                  </p:cNvPr>
                  <p:cNvPicPr/>
                  <p:nvPr/>
                </p:nvPicPr>
                <p:blipFill>
                  <a:blip r:embed="rId969"/>
                  <a:stretch>
                    <a:fillRect/>
                  </a:stretch>
                </p:blipFill>
                <p:spPr>
                  <a:xfrm>
                    <a:off x="5448165" y="4896355"/>
                    <a:ext cx="85680" cy="1079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6">
                <p14:nvContentPartPr>
                  <p14:cNvPr id="22698" name="Ink 22697">
                    <a:extLst>
                      <a:ext uri="{FF2B5EF4-FFF2-40B4-BE49-F238E27FC236}">
                        <a16:creationId xmlns:a16="http://schemas.microsoft.com/office/drawing/2014/main" id="{301C44F3-7B02-DE2F-1925-B6A6DA5AF725}"/>
                      </a:ext>
                    </a:extLst>
                  </p14:cNvPr>
                  <p14:cNvContentPartPr/>
                  <p14:nvPr/>
                </p14:nvContentPartPr>
                <p14:xfrm>
                  <a:off x="5811945" y="4673666"/>
                  <a:ext cx="272160" cy="249120"/>
                </p14:xfrm>
              </p:contentPart>
            </mc:Choice>
            <mc:Fallback xmlns="">
              <p:pic>
                <p:nvPicPr>
                  <p:cNvPr id="22698" name="Ink 22697">
                    <a:extLst>
                      <a:ext uri="{FF2B5EF4-FFF2-40B4-BE49-F238E27FC236}">
                        <a16:creationId xmlns:a16="http://schemas.microsoft.com/office/drawing/2014/main" id="{301C44F3-7B02-DE2F-1925-B6A6DA5AF725}"/>
                      </a:ext>
                    </a:extLst>
                  </p:cNvPr>
                  <p:cNvPicPr/>
                  <p:nvPr/>
                </p:nvPicPr>
                <p:blipFill>
                  <a:blip r:embed="rId4477"/>
                  <a:stretch>
                    <a:fillRect/>
                  </a:stretch>
                </p:blipFill>
                <p:spPr>
                  <a:xfrm>
                    <a:off x="5789728" y="4649750"/>
                    <a:ext cx="316594" cy="29695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8">
                <p14:nvContentPartPr>
                  <p14:cNvPr id="22699" name="Ink 22698">
                    <a:extLst>
                      <a:ext uri="{FF2B5EF4-FFF2-40B4-BE49-F238E27FC236}">
                        <a16:creationId xmlns:a16="http://schemas.microsoft.com/office/drawing/2014/main" id="{59C0E7C6-C320-6028-0ED2-D0A19C5B5BD2}"/>
                      </a:ext>
                    </a:extLst>
                  </p14:cNvPr>
                  <p14:cNvContentPartPr/>
                  <p14:nvPr/>
                </p14:nvContentPartPr>
                <p14:xfrm>
                  <a:off x="5709345" y="4937906"/>
                  <a:ext cx="56160" cy="26640"/>
                </p14:xfrm>
              </p:contentPart>
            </mc:Choice>
            <mc:Fallback xmlns="">
              <p:pic>
                <p:nvPicPr>
                  <p:cNvPr id="22699" name="Ink 22698">
                    <a:extLst>
                      <a:ext uri="{FF2B5EF4-FFF2-40B4-BE49-F238E27FC236}">
                        <a16:creationId xmlns:a16="http://schemas.microsoft.com/office/drawing/2014/main" id="{59C0E7C6-C320-6028-0ED2-D0A19C5B5BD2}"/>
                      </a:ext>
                    </a:extLst>
                  </p:cNvPr>
                  <p:cNvPicPr/>
                  <p:nvPr/>
                </p:nvPicPr>
                <p:blipFill>
                  <a:blip r:embed="rId4335"/>
                  <a:stretch>
                    <a:fillRect/>
                  </a:stretch>
                </p:blipFill>
                <p:spPr>
                  <a:xfrm>
                    <a:off x="5687606" y="4915072"/>
                    <a:ext cx="99639" cy="7230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79">
                <p14:nvContentPartPr>
                  <p14:cNvPr id="22700" name="Ink 22699">
                    <a:extLst>
                      <a:ext uri="{FF2B5EF4-FFF2-40B4-BE49-F238E27FC236}">
                        <a16:creationId xmlns:a16="http://schemas.microsoft.com/office/drawing/2014/main" id="{616B5106-7C83-573E-90BA-2081D7D9B6E0}"/>
                      </a:ext>
                    </a:extLst>
                  </p14:cNvPr>
                  <p14:cNvContentPartPr/>
                  <p14:nvPr/>
                </p14:nvContentPartPr>
                <p14:xfrm>
                  <a:off x="5700345" y="4973186"/>
                  <a:ext cx="9360" cy="23040"/>
                </p14:xfrm>
              </p:contentPart>
            </mc:Choice>
            <mc:Fallback xmlns="">
              <p:pic>
                <p:nvPicPr>
                  <p:cNvPr id="22700" name="Ink 22699">
                    <a:extLst>
                      <a:ext uri="{FF2B5EF4-FFF2-40B4-BE49-F238E27FC236}">
                        <a16:creationId xmlns:a16="http://schemas.microsoft.com/office/drawing/2014/main" id="{616B5106-7C83-573E-90BA-2081D7D9B6E0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5681625" y="4950146"/>
                    <a:ext cx="46800" cy="691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0">
                <p14:nvContentPartPr>
                  <p14:cNvPr id="22701" name="Ink 22700">
                    <a:extLst>
                      <a:ext uri="{FF2B5EF4-FFF2-40B4-BE49-F238E27FC236}">
                        <a16:creationId xmlns:a16="http://schemas.microsoft.com/office/drawing/2014/main" id="{0E1D7672-C1DE-4BF8-010B-261AF3F1D876}"/>
                      </a:ext>
                    </a:extLst>
                  </p14:cNvPr>
                  <p14:cNvContentPartPr/>
                  <p14:nvPr/>
                </p14:nvContentPartPr>
                <p14:xfrm>
                  <a:off x="6200025" y="4609226"/>
                  <a:ext cx="149040" cy="194400"/>
                </p14:xfrm>
              </p:contentPart>
            </mc:Choice>
            <mc:Fallback xmlns="">
              <p:pic>
                <p:nvPicPr>
                  <p:cNvPr id="22701" name="Ink 22700">
                    <a:extLst>
                      <a:ext uri="{FF2B5EF4-FFF2-40B4-BE49-F238E27FC236}">
                        <a16:creationId xmlns:a16="http://schemas.microsoft.com/office/drawing/2014/main" id="{0E1D7672-C1DE-4BF8-010B-261AF3F1D876}"/>
                      </a:ext>
                    </a:extLst>
                  </p:cNvPr>
                  <p:cNvPicPr/>
                  <p:nvPr/>
                </p:nvPicPr>
                <p:blipFill>
                  <a:blip r:embed="rId4481"/>
                  <a:stretch>
                    <a:fillRect/>
                  </a:stretch>
                </p:blipFill>
                <p:spPr>
                  <a:xfrm>
                    <a:off x="6177945" y="4585422"/>
                    <a:ext cx="193200" cy="2420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2">
                <p14:nvContentPartPr>
                  <p14:cNvPr id="22702" name="Ink 22701">
                    <a:extLst>
                      <a:ext uri="{FF2B5EF4-FFF2-40B4-BE49-F238E27FC236}">
                        <a16:creationId xmlns:a16="http://schemas.microsoft.com/office/drawing/2014/main" id="{9435A055-2030-52F3-69B1-C14B477D0266}"/>
                      </a:ext>
                    </a:extLst>
                  </p14:cNvPr>
                  <p14:cNvContentPartPr/>
                  <p14:nvPr/>
                </p14:nvContentPartPr>
                <p14:xfrm>
                  <a:off x="6180225" y="4812266"/>
                  <a:ext cx="15840" cy="30600"/>
                </p14:xfrm>
              </p:contentPart>
            </mc:Choice>
            <mc:Fallback xmlns="">
              <p:pic>
                <p:nvPicPr>
                  <p:cNvPr id="22702" name="Ink 22701">
                    <a:extLst>
                      <a:ext uri="{FF2B5EF4-FFF2-40B4-BE49-F238E27FC236}">
                        <a16:creationId xmlns:a16="http://schemas.microsoft.com/office/drawing/2014/main" id="{9435A055-2030-52F3-69B1-C14B477D0266}"/>
                      </a:ext>
                    </a:extLst>
                  </p:cNvPr>
                  <p:cNvPicPr/>
                  <p:nvPr/>
                </p:nvPicPr>
                <p:blipFill>
                  <a:blip r:embed="rId953"/>
                  <a:stretch>
                    <a:fillRect/>
                  </a:stretch>
                </p:blipFill>
                <p:spPr>
                  <a:xfrm>
                    <a:off x="6159105" y="4789316"/>
                    <a:ext cx="58080" cy="765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3">
                <p14:nvContentPartPr>
                  <p14:cNvPr id="22703" name="Ink 22702">
                    <a:extLst>
                      <a:ext uri="{FF2B5EF4-FFF2-40B4-BE49-F238E27FC236}">
                        <a16:creationId xmlns:a16="http://schemas.microsoft.com/office/drawing/2014/main" id="{C182EB06-55D0-FB58-A703-E90573EBD42E}"/>
                      </a:ext>
                    </a:extLst>
                  </p14:cNvPr>
                  <p14:cNvContentPartPr/>
                  <p14:nvPr/>
                </p14:nvContentPartPr>
                <p14:xfrm>
                  <a:off x="6076905" y="4944746"/>
                  <a:ext cx="15120" cy="20880"/>
                </p14:xfrm>
              </p:contentPart>
            </mc:Choice>
            <mc:Fallback xmlns="">
              <p:pic>
                <p:nvPicPr>
                  <p:cNvPr id="22703" name="Ink 22702">
                    <a:extLst>
                      <a:ext uri="{FF2B5EF4-FFF2-40B4-BE49-F238E27FC236}">
                        <a16:creationId xmlns:a16="http://schemas.microsoft.com/office/drawing/2014/main" id="{C182EB06-55D0-FB58-A703-E90573EBD42E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056745" y="4921968"/>
                    <a:ext cx="55440" cy="6643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4">
                <p14:nvContentPartPr>
                  <p14:cNvPr id="22704" name="Ink 22703">
                    <a:extLst>
                      <a:ext uri="{FF2B5EF4-FFF2-40B4-BE49-F238E27FC236}">
                        <a16:creationId xmlns:a16="http://schemas.microsoft.com/office/drawing/2014/main" id="{D9CF07B0-613F-80F6-3D77-569B768D9D3A}"/>
                      </a:ext>
                    </a:extLst>
                  </p14:cNvPr>
                  <p14:cNvContentPartPr/>
                  <p14:nvPr/>
                </p14:nvContentPartPr>
                <p14:xfrm>
                  <a:off x="5958465" y="5034386"/>
                  <a:ext cx="55080" cy="86040"/>
                </p14:xfrm>
              </p:contentPart>
            </mc:Choice>
            <mc:Fallback xmlns="">
              <p:pic>
                <p:nvPicPr>
                  <p:cNvPr id="22704" name="Ink 22703">
                    <a:extLst>
                      <a:ext uri="{FF2B5EF4-FFF2-40B4-BE49-F238E27FC236}">
                        <a16:creationId xmlns:a16="http://schemas.microsoft.com/office/drawing/2014/main" id="{D9CF07B0-613F-80F6-3D77-569B768D9D3A}"/>
                      </a:ext>
                    </a:extLst>
                  </p:cNvPr>
                  <p:cNvPicPr/>
                  <p:nvPr/>
                </p:nvPicPr>
                <p:blipFill>
                  <a:blip r:embed="rId4485"/>
                  <a:stretch>
                    <a:fillRect/>
                  </a:stretch>
                </p:blipFill>
                <p:spPr>
                  <a:xfrm>
                    <a:off x="5936433" y="5010921"/>
                    <a:ext cx="99144" cy="1329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6">
                <p14:nvContentPartPr>
                  <p14:cNvPr id="22705" name="Ink 22704">
                    <a:extLst>
                      <a:ext uri="{FF2B5EF4-FFF2-40B4-BE49-F238E27FC236}">
                        <a16:creationId xmlns:a16="http://schemas.microsoft.com/office/drawing/2014/main" id="{9CF3E657-6345-0324-BAAB-54A05FAC5F56}"/>
                      </a:ext>
                    </a:extLst>
                  </p14:cNvPr>
                  <p14:cNvContentPartPr/>
                  <p14:nvPr/>
                </p14:nvContentPartPr>
                <p14:xfrm>
                  <a:off x="6495225" y="4582226"/>
                  <a:ext cx="61560" cy="108000"/>
                </p14:xfrm>
              </p:contentPart>
            </mc:Choice>
            <mc:Fallback xmlns="">
              <p:pic>
                <p:nvPicPr>
                  <p:cNvPr id="22705" name="Ink 22704">
                    <a:extLst>
                      <a:ext uri="{FF2B5EF4-FFF2-40B4-BE49-F238E27FC236}">
                        <a16:creationId xmlns:a16="http://schemas.microsoft.com/office/drawing/2014/main" id="{9CF3E657-6345-0324-BAAB-54A05FAC5F56}"/>
                      </a:ext>
                    </a:extLst>
                  </p:cNvPr>
                  <p:cNvPicPr/>
                  <p:nvPr/>
                </p:nvPicPr>
                <p:blipFill>
                  <a:blip r:embed="rId4487"/>
                  <a:stretch>
                    <a:fillRect/>
                  </a:stretch>
                </p:blipFill>
                <p:spPr>
                  <a:xfrm>
                    <a:off x="6473498" y="4558662"/>
                    <a:ext cx="105014" cy="1551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8">
                <p14:nvContentPartPr>
                  <p14:cNvPr id="22706" name="Ink 22705">
                    <a:extLst>
                      <a:ext uri="{FF2B5EF4-FFF2-40B4-BE49-F238E27FC236}">
                        <a16:creationId xmlns:a16="http://schemas.microsoft.com/office/drawing/2014/main" id="{8330A179-9212-1514-CD83-332AEF66ED4A}"/>
                      </a:ext>
                    </a:extLst>
                  </p14:cNvPr>
                  <p14:cNvContentPartPr/>
                  <p14:nvPr/>
                </p14:nvContentPartPr>
                <p14:xfrm>
                  <a:off x="6395505" y="4831706"/>
                  <a:ext cx="22680" cy="40320"/>
                </p14:xfrm>
              </p:contentPart>
            </mc:Choice>
            <mc:Fallback xmlns="">
              <p:pic>
                <p:nvPicPr>
                  <p:cNvPr id="22706" name="Ink 22705">
                    <a:extLst>
                      <a:ext uri="{FF2B5EF4-FFF2-40B4-BE49-F238E27FC236}">
                        <a16:creationId xmlns:a16="http://schemas.microsoft.com/office/drawing/2014/main" id="{8330A179-9212-1514-CD83-332AEF66ED4A}"/>
                      </a:ext>
                    </a:extLst>
                  </p:cNvPr>
                  <p:cNvPicPr/>
                  <p:nvPr/>
                </p:nvPicPr>
                <p:blipFill>
                  <a:blip r:embed="rId988"/>
                  <a:stretch>
                    <a:fillRect/>
                  </a:stretch>
                </p:blipFill>
                <p:spPr>
                  <a:xfrm>
                    <a:off x="6374570" y="4808666"/>
                    <a:ext cx="64551" cy="864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89">
                <p14:nvContentPartPr>
                  <p14:cNvPr id="22707" name="Ink 22706">
                    <a:extLst>
                      <a:ext uri="{FF2B5EF4-FFF2-40B4-BE49-F238E27FC236}">
                        <a16:creationId xmlns:a16="http://schemas.microsoft.com/office/drawing/2014/main" id="{EBA15612-D817-1284-570C-888F1D3E924A}"/>
                      </a:ext>
                    </a:extLst>
                  </p14:cNvPr>
                  <p14:cNvContentPartPr/>
                  <p14:nvPr/>
                </p14:nvContentPartPr>
                <p14:xfrm>
                  <a:off x="6336825" y="4977506"/>
                  <a:ext cx="5400" cy="9000"/>
                </p14:xfrm>
              </p:contentPart>
            </mc:Choice>
            <mc:Fallback xmlns="">
              <p:pic>
                <p:nvPicPr>
                  <p:cNvPr id="22707" name="Ink 22706">
                    <a:extLst>
                      <a:ext uri="{FF2B5EF4-FFF2-40B4-BE49-F238E27FC236}">
                        <a16:creationId xmlns:a16="http://schemas.microsoft.com/office/drawing/2014/main" id="{EBA15612-D817-1284-570C-888F1D3E924A}"/>
                      </a:ext>
                    </a:extLst>
                  </p:cNvPr>
                  <p:cNvPicPr/>
                  <p:nvPr/>
                </p:nvPicPr>
                <p:blipFill>
                  <a:blip r:embed="rId951"/>
                  <a:stretch>
                    <a:fillRect/>
                  </a:stretch>
                </p:blipFill>
                <p:spPr>
                  <a:xfrm>
                    <a:off x="6320625" y="4955906"/>
                    <a:ext cx="37800" cy="522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0">
                <p14:nvContentPartPr>
                  <p14:cNvPr id="22708" name="Ink 22707">
                    <a:extLst>
                      <a:ext uri="{FF2B5EF4-FFF2-40B4-BE49-F238E27FC236}">
                        <a16:creationId xmlns:a16="http://schemas.microsoft.com/office/drawing/2014/main" id="{AE1C839B-5D85-1D44-DC05-79EFA1CA0432}"/>
                      </a:ext>
                    </a:extLst>
                  </p14:cNvPr>
                  <p14:cNvContentPartPr/>
                  <p14:nvPr/>
                </p14:nvContentPartPr>
                <p14:xfrm>
                  <a:off x="6244665" y="5037626"/>
                  <a:ext cx="25920" cy="31320"/>
                </p14:xfrm>
              </p:contentPart>
            </mc:Choice>
            <mc:Fallback xmlns="">
              <p:pic>
                <p:nvPicPr>
                  <p:cNvPr id="22708" name="Ink 22707">
                    <a:extLst>
                      <a:ext uri="{FF2B5EF4-FFF2-40B4-BE49-F238E27FC236}">
                        <a16:creationId xmlns:a16="http://schemas.microsoft.com/office/drawing/2014/main" id="{AE1C839B-5D85-1D44-DC05-79EFA1CA0432}"/>
                      </a:ext>
                    </a:extLst>
                  </p:cNvPr>
                  <p:cNvPicPr/>
                  <p:nvPr/>
                </p:nvPicPr>
                <p:blipFill>
                  <a:blip r:embed="rId4374"/>
                  <a:stretch>
                    <a:fillRect/>
                  </a:stretch>
                </p:blipFill>
                <p:spPr>
                  <a:xfrm>
                    <a:off x="6223929" y="5014136"/>
                    <a:ext cx="67392" cy="78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1">
                <p14:nvContentPartPr>
                  <p14:cNvPr id="22709" name="Ink 22708">
                    <a:extLst>
                      <a:ext uri="{FF2B5EF4-FFF2-40B4-BE49-F238E27FC236}">
                        <a16:creationId xmlns:a16="http://schemas.microsoft.com/office/drawing/2014/main" id="{4F7EAF30-7904-5551-0C10-82400403A412}"/>
                      </a:ext>
                    </a:extLst>
                  </p14:cNvPr>
                  <p14:cNvContentPartPr/>
                  <p14:nvPr/>
                </p14:nvContentPartPr>
                <p14:xfrm>
                  <a:off x="5276985" y="4051226"/>
                  <a:ext cx="212760" cy="185040"/>
                </p14:xfrm>
              </p:contentPart>
            </mc:Choice>
            <mc:Fallback xmlns="">
              <p:pic>
                <p:nvPicPr>
                  <p:cNvPr id="22709" name="Ink 22708">
                    <a:extLst>
                      <a:ext uri="{FF2B5EF4-FFF2-40B4-BE49-F238E27FC236}">
                        <a16:creationId xmlns:a16="http://schemas.microsoft.com/office/drawing/2014/main" id="{4F7EAF30-7904-5551-0C10-82400403A412}"/>
                      </a:ext>
                    </a:extLst>
                  </p:cNvPr>
                  <p:cNvPicPr/>
                  <p:nvPr/>
                </p:nvPicPr>
                <p:blipFill>
                  <a:blip r:embed="rId4492"/>
                  <a:stretch>
                    <a:fillRect/>
                  </a:stretch>
                </p:blipFill>
                <p:spPr>
                  <a:xfrm>
                    <a:off x="5254784" y="4027350"/>
                    <a:ext cx="257162" cy="23279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3">
                <p14:nvContentPartPr>
                  <p14:cNvPr id="22710" name="Ink 22709">
                    <a:extLst>
                      <a:ext uri="{FF2B5EF4-FFF2-40B4-BE49-F238E27FC236}">
                        <a16:creationId xmlns:a16="http://schemas.microsoft.com/office/drawing/2014/main" id="{95B7CE90-6266-F757-8ACF-B40A6698EBB9}"/>
                      </a:ext>
                    </a:extLst>
                  </p14:cNvPr>
                  <p14:cNvContentPartPr/>
                  <p14:nvPr/>
                </p14:nvContentPartPr>
                <p14:xfrm>
                  <a:off x="5364105" y="4115306"/>
                  <a:ext cx="202680" cy="165240"/>
                </p14:xfrm>
              </p:contentPart>
            </mc:Choice>
            <mc:Fallback xmlns="">
              <p:pic>
                <p:nvPicPr>
                  <p:cNvPr id="22710" name="Ink 22709">
                    <a:extLst>
                      <a:ext uri="{FF2B5EF4-FFF2-40B4-BE49-F238E27FC236}">
                        <a16:creationId xmlns:a16="http://schemas.microsoft.com/office/drawing/2014/main" id="{95B7CE90-6266-F757-8ACF-B40A6698EBB9}"/>
                      </a:ext>
                    </a:extLst>
                  </p:cNvPr>
                  <p:cNvPicPr/>
                  <p:nvPr/>
                </p:nvPicPr>
                <p:blipFill>
                  <a:blip r:embed="rId4473"/>
                  <a:stretch>
                    <a:fillRect/>
                  </a:stretch>
                </p:blipFill>
                <p:spPr>
                  <a:xfrm>
                    <a:off x="5341994" y="4091416"/>
                    <a:ext cx="246901" cy="21302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4">
                <p14:nvContentPartPr>
                  <p14:cNvPr id="22711" name="Ink 22710">
                    <a:extLst>
                      <a:ext uri="{FF2B5EF4-FFF2-40B4-BE49-F238E27FC236}">
                        <a16:creationId xmlns:a16="http://schemas.microsoft.com/office/drawing/2014/main" id="{7D4CE0B2-AEDC-56DC-8D90-27080084C271}"/>
                      </a:ext>
                    </a:extLst>
                  </p14:cNvPr>
                  <p14:cNvContentPartPr/>
                  <p14:nvPr/>
                </p14:nvContentPartPr>
                <p14:xfrm>
                  <a:off x="5516025" y="4152746"/>
                  <a:ext cx="180360" cy="168840"/>
                </p14:xfrm>
              </p:contentPart>
            </mc:Choice>
            <mc:Fallback xmlns="">
              <p:pic>
                <p:nvPicPr>
                  <p:cNvPr id="22711" name="Ink 22710">
                    <a:extLst>
                      <a:ext uri="{FF2B5EF4-FFF2-40B4-BE49-F238E27FC236}">
                        <a16:creationId xmlns:a16="http://schemas.microsoft.com/office/drawing/2014/main" id="{7D4CE0B2-AEDC-56DC-8D90-27080084C271}"/>
                      </a:ext>
                    </a:extLst>
                  </p:cNvPr>
                  <p:cNvPicPr/>
                  <p:nvPr/>
                </p:nvPicPr>
                <p:blipFill>
                  <a:blip r:embed="rId990"/>
                  <a:stretch>
                    <a:fillRect/>
                  </a:stretch>
                </p:blipFill>
                <p:spPr>
                  <a:xfrm>
                    <a:off x="5493940" y="4128910"/>
                    <a:ext cx="224530" cy="216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5">
                <p14:nvContentPartPr>
                  <p14:cNvPr id="22712" name="Ink 22711">
                    <a:extLst>
                      <a:ext uri="{FF2B5EF4-FFF2-40B4-BE49-F238E27FC236}">
                        <a16:creationId xmlns:a16="http://schemas.microsoft.com/office/drawing/2014/main" id="{3D339A10-288E-C971-3C0F-0B4D1A83CC15}"/>
                      </a:ext>
                    </a:extLst>
                  </p14:cNvPr>
                  <p14:cNvContentPartPr/>
                  <p14:nvPr/>
                </p14:nvContentPartPr>
                <p14:xfrm>
                  <a:off x="5672625" y="4161386"/>
                  <a:ext cx="205560" cy="205920"/>
                </p14:xfrm>
              </p:contentPart>
            </mc:Choice>
            <mc:Fallback xmlns="">
              <p:pic>
                <p:nvPicPr>
                  <p:cNvPr id="22712" name="Ink 22711">
                    <a:extLst>
                      <a:ext uri="{FF2B5EF4-FFF2-40B4-BE49-F238E27FC236}">
                        <a16:creationId xmlns:a16="http://schemas.microsoft.com/office/drawing/2014/main" id="{3D339A10-288E-C971-3C0F-0B4D1A83CC15}"/>
                      </a:ext>
                    </a:extLst>
                  </p:cNvPr>
                  <p:cNvPicPr/>
                  <p:nvPr/>
                </p:nvPicPr>
                <p:blipFill>
                  <a:blip r:embed="rId4496"/>
                  <a:stretch>
                    <a:fillRect/>
                  </a:stretch>
                </p:blipFill>
                <p:spPr>
                  <a:xfrm>
                    <a:off x="5650601" y="4137626"/>
                    <a:ext cx="249609" cy="253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7">
                <p14:nvContentPartPr>
                  <p14:cNvPr id="22713" name="Ink 22712">
                    <a:extLst>
                      <a:ext uri="{FF2B5EF4-FFF2-40B4-BE49-F238E27FC236}">
                        <a16:creationId xmlns:a16="http://schemas.microsoft.com/office/drawing/2014/main" id="{416A2B64-E56C-0608-5665-C78833D0E605}"/>
                      </a:ext>
                    </a:extLst>
                  </p14:cNvPr>
                  <p14:cNvContentPartPr/>
                  <p14:nvPr/>
                </p14:nvContentPartPr>
                <p14:xfrm>
                  <a:off x="5811585" y="4196306"/>
                  <a:ext cx="182520" cy="221400"/>
                </p14:xfrm>
              </p:contentPart>
            </mc:Choice>
            <mc:Fallback xmlns="">
              <p:pic>
                <p:nvPicPr>
                  <p:cNvPr id="22713" name="Ink 22712">
                    <a:extLst>
                      <a:ext uri="{FF2B5EF4-FFF2-40B4-BE49-F238E27FC236}">
                        <a16:creationId xmlns:a16="http://schemas.microsoft.com/office/drawing/2014/main" id="{416A2B64-E56C-0608-5665-C78833D0E605}"/>
                      </a:ext>
                    </a:extLst>
                  </p:cNvPr>
                  <p:cNvPicPr/>
                  <p:nvPr/>
                </p:nvPicPr>
                <p:blipFill>
                  <a:blip r:embed="rId4498"/>
                  <a:stretch>
                    <a:fillRect/>
                  </a:stretch>
                </p:blipFill>
                <p:spPr>
                  <a:xfrm>
                    <a:off x="5789461" y="4172585"/>
                    <a:ext cx="226767" cy="26884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499">
                <p14:nvContentPartPr>
                  <p14:cNvPr id="22714" name="Ink 22713">
                    <a:extLst>
                      <a:ext uri="{FF2B5EF4-FFF2-40B4-BE49-F238E27FC236}">
                        <a16:creationId xmlns:a16="http://schemas.microsoft.com/office/drawing/2014/main" id="{F33F43F9-E82F-6A9D-2593-8ED973438BC6}"/>
                      </a:ext>
                    </a:extLst>
                  </p14:cNvPr>
                  <p14:cNvContentPartPr/>
                  <p14:nvPr/>
                </p14:nvContentPartPr>
                <p14:xfrm>
                  <a:off x="6022185" y="4235546"/>
                  <a:ext cx="117000" cy="229680"/>
                </p14:xfrm>
              </p:contentPart>
            </mc:Choice>
            <mc:Fallback xmlns="">
              <p:pic>
                <p:nvPicPr>
                  <p:cNvPr id="22714" name="Ink 22713">
                    <a:extLst>
                      <a:ext uri="{FF2B5EF4-FFF2-40B4-BE49-F238E27FC236}">
                        <a16:creationId xmlns:a16="http://schemas.microsoft.com/office/drawing/2014/main" id="{F33F43F9-E82F-6A9D-2593-8ED973438BC6}"/>
                      </a:ext>
                    </a:extLst>
                  </p:cNvPr>
                  <p:cNvPicPr/>
                  <p:nvPr/>
                </p:nvPicPr>
                <p:blipFill>
                  <a:blip r:embed="rId4500"/>
                  <a:stretch>
                    <a:fillRect/>
                  </a:stretch>
                </p:blipFill>
                <p:spPr>
                  <a:xfrm>
                    <a:off x="6000247" y="4211786"/>
                    <a:ext cx="160875" cy="2772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01">
                <p14:nvContentPartPr>
                  <p14:cNvPr id="22715" name="Ink 22714">
                    <a:extLst>
                      <a:ext uri="{FF2B5EF4-FFF2-40B4-BE49-F238E27FC236}">
                        <a16:creationId xmlns:a16="http://schemas.microsoft.com/office/drawing/2014/main" id="{8A333EDF-E6C3-0642-953C-A663F8FF0A7B}"/>
                      </a:ext>
                    </a:extLst>
                  </p14:cNvPr>
                  <p14:cNvContentPartPr/>
                  <p14:nvPr/>
                </p14:nvContentPartPr>
                <p14:xfrm>
                  <a:off x="6196065" y="4250666"/>
                  <a:ext cx="126000" cy="207360"/>
                </p14:xfrm>
              </p:contentPart>
            </mc:Choice>
            <mc:Fallback xmlns="">
              <p:pic>
                <p:nvPicPr>
                  <p:cNvPr id="22715" name="Ink 22714">
                    <a:extLst>
                      <a:ext uri="{FF2B5EF4-FFF2-40B4-BE49-F238E27FC236}">
                        <a16:creationId xmlns:a16="http://schemas.microsoft.com/office/drawing/2014/main" id="{8A333EDF-E6C3-0642-953C-A663F8FF0A7B}"/>
                      </a:ext>
                    </a:extLst>
                  </p:cNvPr>
                  <p:cNvPicPr/>
                  <p:nvPr/>
                </p:nvPicPr>
                <p:blipFill>
                  <a:blip r:embed="rId4502"/>
                  <a:stretch>
                    <a:fillRect/>
                  </a:stretch>
                </p:blipFill>
                <p:spPr>
                  <a:xfrm>
                    <a:off x="6174152" y="4226740"/>
                    <a:ext cx="169826" cy="2552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03">
                <p14:nvContentPartPr>
                  <p14:cNvPr id="22716" name="Ink 22715">
                    <a:extLst>
                      <a:ext uri="{FF2B5EF4-FFF2-40B4-BE49-F238E27FC236}">
                        <a16:creationId xmlns:a16="http://schemas.microsoft.com/office/drawing/2014/main" id="{341132AB-B244-4B1D-B274-0AF3666CFA04}"/>
                      </a:ext>
                    </a:extLst>
                  </p14:cNvPr>
                  <p14:cNvContentPartPr/>
                  <p14:nvPr/>
                </p14:nvContentPartPr>
                <p14:xfrm>
                  <a:off x="6376785" y="4231946"/>
                  <a:ext cx="65880" cy="183240"/>
                </p14:xfrm>
              </p:contentPart>
            </mc:Choice>
            <mc:Fallback xmlns="">
              <p:pic>
                <p:nvPicPr>
                  <p:cNvPr id="22716" name="Ink 22715">
                    <a:extLst>
                      <a:ext uri="{FF2B5EF4-FFF2-40B4-BE49-F238E27FC236}">
                        <a16:creationId xmlns:a16="http://schemas.microsoft.com/office/drawing/2014/main" id="{341132AB-B244-4B1D-B274-0AF3666CFA04}"/>
                      </a:ext>
                    </a:extLst>
                  </p:cNvPr>
                  <p:cNvPicPr/>
                  <p:nvPr/>
                </p:nvPicPr>
                <p:blipFill>
                  <a:blip r:embed="rId4504"/>
                  <a:stretch>
                    <a:fillRect/>
                  </a:stretch>
                </p:blipFill>
                <p:spPr>
                  <a:xfrm>
                    <a:off x="6354825" y="4208045"/>
                    <a:ext cx="109800" cy="231042"/>
                  </a:xfrm>
                  <a:prstGeom prst="rect">
                    <a:avLst/>
                  </a:prstGeom>
                </p:spPr>
              </p:pic>
            </mc:Fallback>
          </mc:AlternateContent>
        </p:grpSp>
        <mc:AlternateContent xmlns:mc="http://schemas.openxmlformats.org/markup-compatibility/2006" xmlns:p14="http://schemas.microsoft.com/office/powerpoint/2010/main">
          <mc:Choice Requires="p14">
            <p:contentPart p14:bwMode="auto" r:id="rId4505">
              <p14:nvContentPartPr>
                <p14:cNvPr id="22647" name="Ink 22646">
                  <a:extLst>
                    <a:ext uri="{FF2B5EF4-FFF2-40B4-BE49-F238E27FC236}">
                      <a16:creationId xmlns:a16="http://schemas.microsoft.com/office/drawing/2014/main" id="{797D0A0F-B0F0-D122-52A3-795841077452}"/>
                    </a:ext>
                  </a:extLst>
                </p14:cNvPr>
                <p14:cNvContentPartPr/>
                <p14:nvPr/>
              </p14:nvContentPartPr>
              <p14:xfrm>
                <a:off x="9022348" y="3486121"/>
                <a:ext cx="589680" cy="189720"/>
              </p14:xfrm>
            </p:contentPart>
          </mc:Choice>
          <mc:Fallback xmlns="">
            <p:pic>
              <p:nvPicPr>
                <p:cNvPr id="22647" name="Ink 22646">
                  <a:extLst>
                    <a:ext uri="{FF2B5EF4-FFF2-40B4-BE49-F238E27FC236}">
                      <a16:creationId xmlns:a16="http://schemas.microsoft.com/office/drawing/2014/main" id="{797D0A0F-B0F0-D122-52A3-795841077452}"/>
                    </a:ext>
                  </a:extLst>
                </p:cNvPr>
                <p:cNvPicPr/>
                <p:nvPr/>
              </p:nvPicPr>
              <p:blipFill>
                <a:blip r:embed="rId4506"/>
                <a:stretch>
                  <a:fillRect/>
                </a:stretch>
              </p:blipFill>
              <p:spPr>
                <a:xfrm>
                  <a:off x="9000166" y="3462406"/>
                  <a:ext cx="634045" cy="237150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2648" name="Freeform 22647">
              <a:extLst>
                <a:ext uri="{FF2B5EF4-FFF2-40B4-BE49-F238E27FC236}">
                  <a16:creationId xmlns:a16="http://schemas.microsoft.com/office/drawing/2014/main" id="{068FB5A7-EA98-C1C7-30C7-173D0E3FEE47}"/>
                </a:ext>
              </a:extLst>
            </p:cNvPr>
            <p:cNvSpPr/>
            <p:nvPr/>
          </p:nvSpPr>
          <p:spPr>
            <a:xfrm>
              <a:off x="9165567" y="3318142"/>
              <a:ext cx="438615" cy="193288"/>
            </a:xfrm>
            <a:custGeom>
              <a:avLst/>
              <a:gdLst>
                <a:gd name="connsiteX0" fmla="*/ 0 w 438615"/>
                <a:gd name="connsiteY0" fmla="*/ 111512 h 193288"/>
                <a:gd name="connsiteX1" fmla="*/ 163551 w 438615"/>
                <a:gd name="connsiteY1" fmla="*/ 118946 h 193288"/>
                <a:gd name="connsiteX2" fmla="*/ 438615 w 438615"/>
                <a:gd name="connsiteY2" fmla="*/ 193288 h 193288"/>
                <a:gd name="connsiteX3" fmla="*/ 423746 w 438615"/>
                <a:gd name="connsiteY3" fmla="*/ 81775 h 193288"/>
                <a:gd name="connsiteX4" fmla="*/ 349405 w 438615"/>
                <a:gd name="connsiteY4" fmla="*/ 14868 h 193288"/>
                <a:gd name="connsiteX5" fmla="*/ 230458 w 438615"/>
                <a:gd name="connsiteY5" fmla="*/ 0 h 193288"/>
                <a:gd name="connsiteX6" fmla="*/ 156117 w 438615"/>
                <a:gd name="connsiteY6" fmla="*/ 22302 h 193288"/>
                <a:gd name="connsiteX7" fmla="*/ 96644 w 438615"/>
                <a:gd name="connsiteY7" fmla="*/ 66907 h 193288"/>
                <a:gd name="connsiteX8" fmla="*/ 0 w 438615"/>
                <a:gd name="connsiteY8" fmla="*/ 111512 h 19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15" h="193288">
                  <a:moveTo>
                    <a:pt x="0" y="111512"/>
                  </a:moveTo>
                  <a:lnTo>
                    <a:pt x="163551" y="118946"/>
                  </a:lnTo>
                  <a:lnTo>
                    <a:pt x="438615" y="193288"/>
                  </a:lnTo>
                  <a:lnTo>
                    <a:pt x="423746" y="81775"/>
                  </a:lnTo>
                  <a:lnTo>
                    <a:pt x="349405" y="14868"/>
                  </a:lnTo>
                  <a:lnTo>
                    <a:pt x="230458" y="0"/>
                  </a:lnTo>
                  <a:lnTo>
                    <a:pt x="156117" y="22302"/>
                  </a:lnTo>
                  <a:lnTo>
                    <a:pt x="96644" y="66907"/>
                  </a:lnTo>
                  <a:lnTo>
                    <a:pt x="0" y="1115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507">
              <p14:nvContentPartPr>
                <p14:cNvPr id="22649" name="Ink 22648">
                  <a:extLst>
                    <a:ext uri="{FF2B5EF4-FFF2-40B4-BE49-F238E27FC236}">
                      <a16:creationId xmlns:a16="http://schemas.microsoft.com/office/drawing/2014/main" id="{F293B365-13A2-647B-64F2-2160144314CE}"/>
                    </a:ext>
                  </a:extLst>
                </p14:cNvPr>
                <p14:cNvContentPartPr/>
                <p14:nvPr/>
              </p14:nvContentPartPr>
              <p14:xfrm>
                <a:off x="8711308" y="3656041"/>
                <a:ext cx="1109520" cy="206280"/>
              </p14:xfrm>
            </p:contentPart>
          </mc:Choice>
          <mc:Fallback xmlns="">
            <p:pic>
              <p:nvPicPr>
                <p:cNvPr id="22649" name="Ink 22648">
                  <a:extLst>
                    <a:ext uri="{FF2B5EF4-FFF2-40B4-BE49-F238E27FC236}">
                      <a16:creationId xmlns:a16="http://schemas.microsoft.com/office/drawing/2014/main" id="{F293B365-13A2-647B-64F2-2160144314CE}"/>
                    </a:ext>
                  </a:extLst>
                </p:cNvPr>
                <p:cNvPicPr/>
                <p:nvPr/>
              </p:nvPicPr>
              <p:blipFill>
                <a:blip r:embed="rId4508"/>
                <a:stretch>
                  <a:fillRect/>
                </a:stretch>
              </p:blipFill>
              <p:spPr>
                <a:xfrm>
                  <a:off x="8689081" y="3632239"/>
                  <a:ext cx="1153975" cy="2538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9">
              <p14:nvContentPartPr>
                <p14:cNvPr id="22650" name="Ink 22649">
                  <a:extLst>
                    <a:ext uri="{FF2B5EF4-FFF2-40B4-BE49-F238E27FC236}">
                      <a16:creationId xmlns:a16="http://schemas.microsoft.com/office/drawing/2014/main" id="{39206A9E-B436-7F5A-ED58-85B93BFE09A8}"/>
                    </a:ext>
                  </a:extLst>
                </p14:cNvPr>
                <p14:cNvContentPartPr/>
                <p14:nvPr/>
              </p14:nvContentPartPr>
              <p14:xfrm>
                <a:off x="9121348" y="3428521"/>
                <a:ext cx="492120" cy="99720"/>
              </p14:xfrm>
            </p:contentPart>
          </mc:Choice>
          <mc:Fallback xmlns="">
            <p:pic>
              <p:nvPicPr>
                <p:cNvPr id="22650" name="Ink 22649">
                  <a:extLst>
                    <a:ext uri="{FF2B5EF4-FFF2-40B4-BE49-F238E27FC236}">
                      <a16:creationId xmlns:a16="http://schemas.microsoft.com/office/drawing/2014/main" id="{39206A9E-B436-7F5A-ED58-85B93BFE09A8}"/>
                    </a:ext>
                  </a:extLst>
                </p:cNvPr>
                <p:cNvPicPr/>
                <p:nvPr/>
              </p:nvPicPr>
              <p:blipFill>
                <a:blip r:embed="rId4510"/>
                <a:stretch>
                  <a:fillRect/>
                </a:stretch>
              </p:blipFill>
              <p:spPr>
                <a:xfrm>
                  <a:off x="9099147" y="3405057"/>
                  <a:ext cx="536522" cy="146647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2651" name="Group 22650">
              <a:extLst>
                <a:ext uri="{FF2B5EF4-FFF2-40B4-BE49-F238E27FC236}">
                  <a16:creationId xmlns:a16="http://schemas.microsoft.com/office/drawing/2014/main" id="{D675CE6E-DF0D-641A-69EE-9CE7C80EEBFA}"/>
                </a:ext>
              </a:extLst>
            </p:cNvPr>
            <p:cNvGrpSpPr/>
            <p:nvPr/>
          </p:nvGrpSpPr>
          <p:grpSpPr>
            <a:xfrm>
              <a:off x="8165188" y="4017481"/>
              <a:ext cx="1711080" cy="846720"/>
              <a:chOff x="4887465" y="4297466"/>
              <a:chExt cx="1711080" cy="8467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511">
                <p14:nvContentPartPr>
                  <p14:cNvPr id="22660" name="Ink 22659">
                    <a:extLst>
                      <a:ext uri="{FF2B5EF4-FFF2-40B4-BE49-F238E27FC236}">
                        <a16:creationId xmlns:a16="http://schemas.microsoft.com/office/drawing/2014/main" id="{391FB08D-67CC-11C1-8558-C5B6595FA55C}"/>
                      </a:ext>
                    </a:extLst>
                  </p14:cNvPr>
                  <p14:cNvContentPartPr/>
                  <p14:nvPr/>
                </p14:nvContentPartPr>
                <p14:xfrm>
                  <a:off x="6330705" y="4458746"/>
                  <a:ext cx="29160" cy="65520"/>
                </p14:xfrm>
              </p:contentPart>
            </mc:Choice>
            <mc:Fallback xmlns="">
              <p:pic>
                <p:nvPicPr>
                  <p:cNvPr id="22660" name="Ink 22659">
                    <a:extLst>
                      <a:ext uri="{FF2B5EF4-FFF2-40B4-BE49-F238E27FC236}">
                        <a16:creationId xmlns:a16="http://schemas.microsoft.com/office/drawing/2014/main" id="{391FB08D-67CC-11C1-8558-C5B6595FA55C}"/>
                      </a:ext>
                    </a:extLst>
                  </p:cNvPr>
                  <p:cNvPicPr/>
                  <p:nvPr/>
                </p:nvPicPr>
                <p:blipFill>
                  <a:blip r:embed="rId1032"/>
                  <a:stretch>
                    <a:fillRect/>
                  </a:stretch>
                </p:blipFill>
                <p:spPr>
                  <a:xfrm>
                    <a:off x="6308835" y="4435621"/>
                    <a:ext cx="72900" cy="11176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2">
                <p14:nvContentPartPr>
                  <p14:cNvPr id="22661" name="Ink 22660">
                    <a:extLst>
                      <a:ext uri="{FF2B5EF4-FFF2-40B4-BE49-F238E27FC236}">
                        <a16:creationId xmlns:a16="http://schemas.microsoft.com/office/drawing/2014/main" id="{1583B192-392A-DC0F-127A-DF9B192DC897}"/>
                      </a:ext>
                    </a:extLst>
                  </p14:cNvPr>
                  <p14:cNvContentPartPr/>
                  <p14:nvPr/>
                </p14:nvContentPartPr>
                <p14:xfrm>
                  <a:off x="6072225" y="4495106"/>
                  <a:ext cx="33120" cy="74160"/>
                </p14:xfrm>
              </p:contentPart>
            </mc:Choice>
            <mc:Fallback xmlns="">
              <p:pic>
                <p:nvPicPr>
                  <p:cNvPr id="22661" name="Ink 22660">
                    <a:extLst>
                      <a:ext uri="{FF2B5EF4-FFF2-40B4-BE49-F238E27FC236}">
                        <a16:creationId xmlns:a16="http://schemas.microsoft.com/office/drawing/2014/main" id="{1583B192-392A-DC0F-127A-DF9B192DC897}"/>
                      </a:ext>
                    </a:extLst>
                  </p:cNvPr>
                  <p:cNvPicPr/>
                  <p:nvPr/>
                </p:nvPicPr>
                <p:blipFill>
                  <a:blip r:embed="rId4513"/>
                  <a:stretch>
                    <a:fillRect/>
                  </a:stretch>
                </p:blipFill>
                <p:spPr>
                  <a:xfrm>
                    <a:off x="6051307" y="4471687"/>
                    <a:ext cx="74956" cy="12099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4">
                <p14:nvContentPartPr>
                  <p14:cNvPr id="22662" name="Ink 22661">
                    <a:extLst>
                      <a:ext uri="{FF2B5EF4-FFF2-40B4-BE49-F238E27FC236}">
                        <a16:creationId xmlns:a16="http://schemas.microsoft.com/office/drawing/2014/main" id="{1521F0DB-5D31-24B1-6115-0B78727CAEEC}"/>
                      </a:ext>
                    </a:extLst>
                  </p14:cNvPr>
                  <p14:cNvContentPartPr/>
                  <p14:nvPr/>
                </p14:nvContentPartPr>
                <p14:xfrm>
                  <a:off x="5708265" y="4477466"/>
                  <a:ext cx="93960" cy="60120"/>
                </p14:xfrm>
              </p:contentPart>
            </mc:Choice>
            <mc:Fallback xmlns="">
              <p:pic>
                <p:nvPicPr>
                  <p:cNvPr id="22662" name="Ink 22661">
                    <a:extLst>
                      <a:ext uri="{FF2B5EF4-FFF2-40B4-BE49-F238E27FC236}">
                        <a16:creationId xmlns:a16="http://schemas.microsoft.com/office/drawing/2014/main" id="{1521F0DB-5D31-24B1-6115-0B78727CAEEC}"/>
                      </a:ext>
                    </a:extLst>
                  </p:cNvPr>
                  <p:cNvPicPr/>
                  <p:nvPr/>
                </p:nvPicPr>
                <p:blipFill>
                  <a:blip r:embed="rId4515"/>
                  <a:stretch>
                    <a:fillRect/>
                  </a:stretch>
                </p:blipFill>
                <p:spPr>
                  <a:xfrm>
                    <a:off x="5686157" y="4454194"/>
                    <a:ext cx="138176" cy="10666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6">
                <p14:nvContentPartPr>
                  <p14:cNvPr id="22663" name="Ink 22662">
                    <a:extLst>
                      <a:ext uri="{FF2B5EF4-FFF2-40B4-BE49-F238E27FC236}">
                        <a16:creationId xmlns:a16="http://schemas.microsoft.com/office/drawing/2014/main" id="{27E59D8A-F187-A4B2-25C5-06CADC1FC17E}"/>
                      </a:ext>
                    </a:extLst>
                  </p14:cNvPr>
                  <p14:cNvContentPartPr/>
                  <p14:nvPr/>
                </p14:nvContentPartPr>
                <p14:xfrm>
                  <a:off x="5422785" y="4382426"/>
                  <a:ext cx="93960" cy="64080"/>
                </p14:xfrm>
              </p:contentPart>
            </mc:Choice>
            <mc:Fallback xmlns="">
              <p:pic>
                <p:nvPicPr>
                  <p:cNvPr id="22663" name="Ink 22662">
                    <a:extLst>
                      <a:ext uri="{FF2B5EF4-FFF2-40B4-BE49-F238E27FC236}">
                        <a16:creationId xmlns:a16="http://schemas.microsoft.com/office/drawing/2014/main" id="{27E59D8A-F187-A4B2-25C5-06CADC1FC17E}"/>
                      </a:ext>
                    </a:extLst>
                  </p:cNvPr>
                  <p:cNvPicPr/>
                  <p:nvPr/>
                </p:nvPicPr>
                <p:blipFill>
                  <a:blip r:embed="rId4517"/>
                  <a:stretch>
                    <a:fillRect/>
                  </a:stretch>
                </p:blipFill>
                <p:spPr>
                  <a:xfrm>
                    <a:off x="5401102" y="4359124"/>
                    <a:ext cx="137326" cy="1106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8">
                <p14:nvContentPartPr>
                  <p14:cNvPr id="22664" name="Ink 22663">
                    <a:extLst>
                      <a:ext uri="{FF2B5EF4-FFF2-40B4-BE49-F238E27FC236}">
                        <a16:creationId xmlns:a16="http://schemas.microsoft.com/office/drawing/2014/main" id="{49913A54-2A43-75F9-91B9-9E5D573234DA}"/>
                      </a:ext>
                    </a:extLst>
                  </p14:cNvPr>
                  <p14:cNvContentPartPr/>
                  <p14:nvPr/>
                </p14:nvContentPartPr>
                <p14:xfrm>
                  <a:off x="5157825" y="4297466"/>
                  <a:ext cx="68040" cy="55440"/>
                </p14:xfrm>
              </p:contentPart>
            </mc:Choice>
            <mc:Fallback xmlns="">
              <p:pic>
                <p:nvPicPr>
                  <p:cNvPr id="22664" name="Ink 22663">
                    <a:extLst>
                      <a:ext uri="{FF2B5EF4-FFF2-40B4-BE49-F238E27FC236}">
                        <a16:creationId xmlns:a16="http://schemas.microsoft.com/office/drawing/2014/main" id="{49913A54-2A43-75F9-91B9-9E5D573234DA}"/>
                      </a:ext>
                    </a:extLst>
                  </p:cNvPr>
                  <p:cNvPicPr/>
                  <p:nvPr/>
                </p:nvPicPr>
                <p:blipFill>
                  <a:blip r:embed="rId1029"/>
                  <a:stretch>
                    <a:fillRect/>
                  </a:stretch>
                </p:blipFill>
                <p:spPr>
                  <a:xfrm>
                    <a:off x="5135758" y="4274525"/>
                    <a:ext cx="112174" cy="1013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19">
                <p14:nvContentPartPr>
                  <p14:cNvPr id="22665" name="Ink 22664">
                    <a:extLst>
                      <a:ext uri="{FF2B5EF4-FFF2-40B4-BE49-F238E27FC236}">
                        <a16:creationId xmlns:a16="http://schemas.microsoft.com/office/drawing/2014/main" id="{5058B630-0D32-E972-11AF-970A40BF9C9E}"/>
                      </a:ext>
                    </a:extLst>
                  </p14:cNvPr>
                  <p14:cNvContentPartPr/>
                  <p14:nvPr/>
                </p14:nvContentPartPr>
                <p14:xfrm>
                  <a:off x="4887465" y="4472786"/>
                  <a:ext cx="260640" cy="249840"/>
                </p14:xfrm>
              </p:contentPart>
            </mc:Choice>
            <mc:Fallback xmlns="">
              <p:pic>
                <p:nvPicPr>
                  <p:cNvPr id="22665" name="Ink 22664">
                    <a:extLst>
                      <a:ext uri="{FF2B5EF4-FFF2-40B4-BE49-F238E27FC236}">
                        <a16:creationId xmlns:a16="http://schemas.microsoft.com/office/drawing/2014/main" id="{5058B630-0D32-E972-11AF-970A40BF9C9E}"/>
                      </a:ext>
                    </a:extLst>
                  </p:cNvPr>
                  <p:cNvPicPr/>
                  <p:nvPr/>
                </p:nvPicPr>
                <p:blipFill>
                  <a:blip r:embed="rId4520"/>
                  <a:stretch>
                    <a:fillRect/>
                  </a:stretch>
                </p:blipFill>
                <p:spPr>
                  <a:xfrm>
                    <a:off x="4865283" y="4448992"/>
                    <a:ext cx="305004" cy="29742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1">
                <p14:nvContentPartPr>
                  <p14:cNvPr id="22666" name="Ink 22665">
                    <a:extLst>
                      <a:ext uri="{FF2B5EF4-FFF2-40B4-BE49-F238E27FC236}">
                        <a16:creationId xmlns:a16="http://schemas.microsoft.com/office/drawing/2014/main" id="{26F7D2EB-AE40-1EE3-232A-BBBE6CC94E1D}"/>
                      </a:ext>
                    </a:extLst>
                  </p14:cNvPr>
                  <p14:cNvContentPartPr/>
                  <p14:nvPr/>
                </p14:nvContentPartPr>
                <p14:xfrm>
                  <a:off x="4961625" y="4596266"/>
                  <a:ext cx="471240" cy="237240"/>
                </p14:xfrm>
              </p:contentPart>
            </mc:Choice>
            <mc:Fallback xmlns="">
              <p:pic>
                <p:nvPicPr>
                  <p:cNvPr id="22666" name="Ink 22665">
                    <a:extLst>
                      <a:ext uri="{FF2B5EF4-FFF2-40B4-BE49-F238E27FC236}">
                        <a16:creationId xmlns:a16="http://schemas.microsoft.com/office/drawing/2014/main" id="{26F7D2EB-AE40-1EE3-232A-BBBE6CC94E1D}"/>
                      </a:ext>
                    </a:extLst>
                  </p:cNvPr>
                  <p:cNvPicPr/>
                  <p:nvPr/>
                </p:nvPicPr>
                <p:blipFill>
                  <a:blip r:embed="rId4522"/>
                  <a:stretch>
                    <a:fillRect/>
                  </a:stretch>
                </p:blipFill>
                <p:spPr>
                  <a:xfrm>
                    <a:off x="4939449" y="4572343"/>
                    <a:ext cx="515592" cy="2850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3">
                <p14:nvContentPartPr>
                  <p14:cNvPr id="22667" name="Ink 22666">
                    <a:extLst>
                      <a:ext uri="{FF2B5EF4-FFF2-40B4-BE49-F238E27FC236}">
                        <a16:creationId xmlns:a16="http://schemas.microsoft.com/office/drawing/2014/main" id="{5B2844D0-44D8-12F2-591C-12690428A91A}"/>
                      </a:ext>
                    </a:extLst>
                  </p14:cNvPr>
                  <p14:cNvContentPartPr/>
                  <p14:nvPr/>
                </p14:nvContentPartPr>
                <p14:xfrm>
                  <a:off x="5293905" y="4627946"/>
                  <a:ext cx="369720" cy="278640"/>
                </p14:xfrm>
              </p:contentPart>
            </mc:Choice>
            <mc:Fallback xmlns="">
              <p:pic>
                <p:nvPicPr>
                  <p:cNvPr id="22667" name="Ink 22666">
                    <a:extLst>
                      <a:ext uri="{FF2B5EF4-FFF2-40B4-BE49-F238E27FC236}">
                        <a16:creationId xmlns:a16="http://schemas.microsoft.com/office/drawing/2014/main" id="{5B2844D0-44D8-12F2-591C-12690428A91A}"/>
                      </a:ext>
                    </a:extLst>
                  </p:cNvPr>
                  <p:cNvPicPr/>
                  <p:nvPr/>
                </p:nvPicPr>
                <p:blipFill>
                  <a:blip r:embed="rId4524"/>
                  <a:stretch>
                    <a:fillRect/>
                  </a:stretch>
                </p:blipFill>
                <p:spPr>
                  <a:xfrm>
                    <a:off x="5271722" y="4604063"/>
                    <a:ext cx="414086" cy="3264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5">
                <p14:nvContentPartPr>
                  <p14:cNvPr id="22668" name="Ink 22667">
                    <a:extLst>
                      <a:ext uri="{FF2B5EF4-FFF2-40B4-BE49-F238E27FC236}">
                        <a16:creationId xmlns:a16="http://schemas.microsoft.com/office/drawing/2014/main" id="{8A2A88D2-100B-E327-5152-CB9693E47CE4}"/>
                      </a:ext>
                    </a:extLst>
                  </p14:cNvPr>
                  <p14:cNvContentPartPr/>
                  <p14:nvPr/>
                </p14:nvContentPartPr>
                <p14:xfrm>
                  <a:off x="5582625" y="4640906"/>
                  <a:ext cx="240840" cy="320760"/>
                </p14:xfrm>
              </p:contentPart>
            </mc:Choice>
            <mc:Fallback xmlns="">
              <p:pic>
                <p:nvPicPr>
                  <p:cNvPr id="22668" name="Ink 22667">
                    <a:extLst>
                      <a:ext uri="{FF2B5EF4-FFF2-40B4-BE49-F238E27FC236}">
                        <a16:creationId xmlns:a16="http://schemas.microsoft.com/office/drawing/2014/main" id="{8A2A88D2-100B-E327-5152-CB9693E47CE4}"/>
                      </a:ext>
                    </a:extLst>
                  </p:cNvPr>
                  <p:cNvPicPr/>
                  <p:nvPr/>
                </p:nvPicPr>
                <p:blipFill>
                  <a:blip r:embed="rId4526"/>
                  <a:stretch>
                    <a:fillRect/>
                  </a:stretch>
                </p:blipFill>
                <p:spPr>
                  <a:xfrm>
                    <a:off x="5560563" y="4616998"/>
                    <a:ext cx="284963" cy="36857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7">
                <p14:nvContentPartPr>
                  <p14:cNvPr id="22669" name="Ink 22668">
                    <a:extLst>
                      <a:ext uri="{FF2B5EF4-FFF2-40B4-BE49-F238E27FC236}">
                        <a16:creationId xmlns:a16="http://schemas.microsoft.com/office/drawing/2014/main" id="{104566B7-0AB9-1AD4-73D2-D9186304EA25}"/>
                      </a:ext>
                    </a:extLst>
                  </p14:cNvPr>
                  <p14:cNvContentPartPr/>
                  <p14:nvPr/>
                </p14:nvContentPartPr>
                <p14:xfrm>
                  <a:off x="5799345" y="4688426"/>
                  <a:ext cx="301680" cy="399960"/>
                </p14:xfrm>
              </p:contentPart>
            </mc:Choice>
            <mc:Fallback xmlns="">
              <p:pic>
                <p:nvPicPr>
                  <p:cNvPr id="22669" name="Ink 22668">
                    <a:extLst>
                      <a:ext uri="{FF2B5EF4-FFF2-40B4-BE49-F238E27FC236}">
                        <a16:creationId xmlns:a16="http://schemas.microsoft.com/office/drawing/2014/main" id="{104566B7-0AB9-1AD4-73D2-D9186304EA25}"/>
                      </a:ext>
                    </a:extLst>
                  </p:cNvPr>
                  <p:cNvPicPr/>
                  <p:nvPr/>
                </p:nvPicPr>
                <p:blipFill>
                  <a:blip r:embed="rId4528"/>
                  <a:stretch>
                    <a:fillRect/>
                  </a:stretch>
                </p:blipFill>
                <p:spPr>
                  <a:xfrm>
                    <a:off x="5777135" y="4664548"/>
                    <a:ext cx="346099" cy="4477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29">
                <p14:nvContentPartPr>
                  <p14:cNvPr id="22670" name="Ink 22669">
                    <a:extLst>
                      <a:ext uri="{FF2B5EF4-FFF2-40B4-BE49-F238E27FC236}">
                        <a16:creationId xmlns:a16="http://schemas.microsoft.com/office/drawing/2014/main" id="{DEF6C061-8751-8966-F644-E41E31052D6F}"/>
                      </a:ext>
                    </a:extLst>
                  </p14:cNvPr>
                  <p14:cNvContentPartPr/>
                  <p14:nvPr/>
                </p14:nvContentPartPr>
                <p14:xfrm>
                  <a:off x="6068985" y="4648826"/>
                  <a:ext cx="302400" cy="495360"/>
                </p14:xfrm>
              </p:contentPart>
            </mc:Choice>
            <mc:Fallback xmlns="">
              <p:pic>
                <p:nvPicPr>
                  <p:cNvPr id="22670" name="Ink 22669">
                    <a:extLst>
                      <a:ext uri="{FF2B5EF4-FFF2-40B4-BE49-F238E27FC236}">
                        <a16:creationId xmlns:a16="http://schemas.microsoft.com/office/drawing/2014/main" id="{DEF6C061-8751-8966-F644-E41E31052D6F}"/>
                      </a:ext>
                    </a:extLst>
                  </p:cNvPr>
                  <p:cNvPicPr/>
                  <p:nvPr/>
                </p:nvPicPr>
                <p:blipFill>
                  <a:blip r:embed="rId4530"/>
                  <a:stretch>
                    <a:fillRect/>
                  </a:stretch>
                </p:blipFill>
                <p:spPr>
                  <a:xfrm>
                    <a:off x="6046858" y="4624953"/>
                    <a:ext cx="346654" cy="5431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31">
                <p14:nvContentPartPr>
                  <p14:cNvPr id="22671" name="Ink 22670">
                    <a:extLst>
                      <a:ext uri="{FF2B5EF4-FFF2-40B4-BE49-F238E27FC236}">
                        <a16:creationId xmlns:a16="http://schemas.microsoft.com/office/drawing/2014/main" id="{BA749780-102F-E4DA-0293-0CC7A6FE45F9}"/>
                      </a:ext>
                    </a:extLst>
                  </p14:cNvPr>
                  <p14:cNvContentPartPr/>
                  <p14:nvPr/>
                </p14:nvContentPartPr>
                <p14:xfrm>
                  <a:off x="6396945" y="4647746"/>
                  <a:ext cx="201600" cy="428760"/>
                </p14:xfrm>
              </p:contentPart>
            </mc:Choice>
            <mc:Fallback xmlns="">
              <p:pic>
                <p:nvPicPr>
                  <p:cNvPr id="22671" name="Ink 22670">
                    <a:extLst>
                      <a:ext uri="{FF2B5EF4-FFF2-40B4-BE49-F238E27FC236}">
                        <a16:creationId xmlns:a16="http://schemas.microsoft.com/office/drawing/2014/main" id="{BA749780-102F-E4DA-0293-0CC7A6FE45F9}"/>
                      </a:ext>
                    </a:extLst>
                  </p:cNvPr>
                  <p:cNvPicPr/>
                  <p:nvPr/>
                </p:nvPicPr>
                <p:blipFill>
                  <a:blip r:embed="rId4532"/>
                  <a:stretch>
                    <a:fillRect/>
                  </a:stretch>
                </p:blipFill>
                <p:spPr>
                  <a:xfrm>
                    <a:off x="6374751" y="4623815"/>
                    <a:ext cx="245989" cy="476622"/>
                  </a:xfrm>
                  <a:prstGeom prst="rect">
                    <a:avLst/>
                  </a:prstGeom>
                </p:spPr>
              </p:pic>
            </mc:Fallback>
          </mc:AlternateContent>
        </p:grpSp>
        <p:grpSp>
          <p:nvGrpSpPr>
            <p:cNvPr id="22652" name="Group 22651">
              <a:extLst>
                <a:ext uri="{FF2B5EF4-FFF2-40B4-BE49-F238E27FC236}">
                  <a16:creationId xmlns:a16="http://schemas.microsoft.com/office/drawing/2014/main" id="{CBE6A0FC-A98C-113B-4C7F-D6C8BA1C6187}"/>
                </a:ext>
              </a:extLst>
            </p:cNvPr>
            <p:cNvGrpSpPr/>
            <p:nvPr/>
          </p:nvGrpSpPr>
          <p:grpSpPr>
            <a:xfrm>
              <a:off x="8581348" y="3811561"/>
              <a:ext cx="1094760" cy="452160"/>
              <a:chOff x="5303625" y="4091546"/>
              <a:chExt cx="1094760" cy="4521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533">
                <p14:nvContentPartPr>
                  <p14:cNvPr id="22653" name="Ink 22652">
                    <a:extLst>
                      <a:ext uri="{FF2B5EF4-FFF2-40B4-BE49-F238E27FC236}">
                        <a16:creationId xmlns:a16="http://schemas.microsoft.com/office/drawing/2014/main" id="{A7D0D0E0-0A8F-7F92-AA9C-673909C553F8}"/>
                      </a:ext>
                    </a:extLst>
                  </p14:cNvPr>
                  <p14:cNvContentPartPr/>
                  <p14:nvPr/>
                </p14:nvContentPartPr>
                <p14:xfrm>
                  <a:off x="5303625" y="4091546"/>
                  <a:ext cx="190440" cy="145800"/>
                </p14:xfrm>
              </p:contentPart>
            </mc:Choice>
            <mc:Fallback xmlns="">
              <p:pic>
                <p:nvPicPr>
                  <p:cNvPr id="22653" name="Ink 22652">
                    <a:extLst>
                      <a:ext uri="{FF2B5EF4-FFF2-40B4-BE49-F238E27FC236}">
                        <a16:creationId xmlns:a16="http://schemas.microsoft.com/office/drawing/2014/main" id="{A7D0D0E0-0A8F-7F92-AA9C-673909C553F8}"/>
                      </a:ext>
                    </a:extLst>
                  </p:cNvPr>
                  <p:cNvPicPr/>
                  <p:nvPr/>
                </p:nvPicPr>
                <p:blipFill>
                  <a:blip r:embed="rId4534"/>
                  <a:stretch>
                    <a:fillRect/>
                  </a:stretch>
                </p:blipFill>
                <p:spPr>
                  <a:xfrm>
                    <a:off x="5281438" y="4067903"/>
                    <a:ext cx="234814" cy="19308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35">
                <p14:nvContentPartPr>
                  <p14:cNvPr id="22654" name="Ink 22653">
                    <a:extLst>
                      <a:ext uri="{FF2B5EF4-FFF2-40B4-BE49-F238E27FC236}">
                        <a16:creationId xmlns:a16="http://schemas.microsoft.com/office/drawing/2014/main" id="{7DD6901D-8FE3-51F6-145A-8535CC0384FE}"/>
                      </a:ext>
                    </a:extLst>
                  </p14:cNvPr>
                  <p14:cNvContentPartPr/>
                  <p14:nvPr/>
                </p14:nvContentPartPr>
                <p14:xfrm>
                  <a:off x="5431425" y="4140506"/>
                  <a:ext cx="155160" cy="177120"/>
                </p14:xfrm>
              </p:contentPart>
            </mc:Choice>
            <mc:Fallback xmlns="">
              <p:pic>
                <p:nvPicPr>
                  <p:cNvPr id="22654" name="Ink 22653">
                    <a:extLst>
                      <a:ext uri="{FF2B5EF4-FFF2-40B4-BE49-F238E27FC236}">
                        <a16:creationId xmlns:a16="http://schemas.microsoft.com/office/drawing/2014/main" id="{7DD6901D-8FE3-51F6-145A-8535CC0384FE}"/>
                      </a:ext>
                    </a:extLst>
                  </p:cNvPr>
                  <p:cNvPicPr/>
                  <p:nvPr/>
                </p:nvPicPr>
                <p:blipFill>
                  <a:blip r:embed="rId4536"/>
                  <a:stretch>
                    <a:fillRect/>
                  </a:stretch>
                </p:blipFill>
                <p:spPr>
                  <a:xfrm>
                    <a:off x="5409259" y="4116625"/>
                    <a:ext cx="199491" cy="2248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37">
                <p14:nvContentPartPr>
                  <p14:cNvPr id="22655" name="Ink 22654">
                    <a:extLst>
                      <a:ext uri="{FF2B5EF4-FFF2-40B4-BE49-F238E27FC236}">
                        <a16:creationId xmlns:a16="http://schemas.microsoft.com/office/drawing/2014/main" id="{D979FD0D-1D0D-EFC7-B805-FD01C708A80F}"/>
                      </a:ext>
                    </a:extLst>
                  </p14:cNvPr>
                  <p14:cNvContentPartPr/>
                  <p14:nvPr/>
                </p14:nvContentPartPr>
                <p14:xfrm>
                  <a:off x="5606025" y="4181906"/>
                  <a:ext cx="146160" cy="170280"/>
                </p14:xfrm>
              </p:contentPart>
            </mc:Choice>
            <mc:Fallback xmlns="">
              <p:pic>
                <p:nvPicPr>
                  <p:cNvPr id="22655" name="Ink 22654">
                    <a:extLst>
                      <a:ext uri="{FF2B5EF4-FFF2-40B4-BE49-F238E27FC236}">
                        <a16:creationId xmlns:a16="http://schemas.microsoft.com/office/drawing/2014/main" id="{D979FD0D-1D0D-EFC7-B805-FD01C708A80F}"/>
                      </a:ext>
                    </a:extLst>
                  </p:cNvPr>
                  <p:cNvPicPr/>
                  <p:nvPr/>
                </p:nvPicPr>
                <p:blipFill>
                  <a:blip r:embed="rId4538"/>
                  <a:stretch>
                    <a:fillRect/>
                  </a:stretch>
                </p:blipFill>
                <p:spPr>
                  <a:xfrm>
                    <a:off x="5584101" y="4158146"/>
                    <a:ext cx="190008" cy="2178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39">
                <p14:nvContentPartPr>
                  <p14:cNvPr id="22656" name="Ink 22655">
                    <a:extLst>
                      <a:ext uri="{FF2B5EF4-FFF2-40B4-BE49-F238E27FC236}">
                        <a16:creationId xmlns:a16="http://schemas.microsoft.com/office/drawing/2014/main" id="{D20D9524-6044-29FE-2C45-81DADB1532B4}"/>
                      </a:ext>
                    </a:extLst>
                  </p14:cNvPr>
                  <p14:cNvContentPartPr/>
                  <p14:nvPr/>
                </p14:nvContentPartPr>
                <p14:xfrm>
                  <a:off x="5762265" y="4209626"/>
                  <a:ext cx="155520" cy="236880"/>
                </p14:xfrm>
              </p:contentPart>
            </mc:Choice>
            <mc:Fallback xmlns="">
              <p:pic>
                <p:nvPicPr>
                  <p:cNvPr id="22656" name="Ink 22655">
                    <a:extLst>
                      <a:ext uri="{FF2B5EF4-FFF2-40B4-BE49-F238E27FC236}">
                        <a16:creationId xmlns:a16="http://schemas.microsoft.com/office/drawing/2014/main" id="{D20D9524-6044-29FE-2C45-81DADB1532B4}"/>
                      </a:ext>
                    </a:extLst>
                  </p:cNvPr>
                  <p:cNvPicPr/>
                  <p:nvPr/>
                </p:nvPicPr>
                <p:blipFill>
                  <a:blip r:embed="rId4540"/>
                  <a:stretch>
                    <a:fillRect/>
                  </a:stretch>
                </p:blipFill>
                <p:spPr>
                  <a:xfrm>
                    <a:off x="5740309" y="4185739"/>
                    <a:ext cx="199432" cy="28465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41">
                <p14:nvContentPartPr>
                  <p14:cNvPr id="22657" name="Ink 22656">
                    <a:extLst>
                      <a:ext uri="{FF2B5EF4-FFF2-40B4-BE49-F238E27FC236}">
                        <a16:creationId xmlns:a16="http://schemas.microsoft.com/office/drawing/2014/main" id="{16E7A8EB-092B-FC55-774C-5BBE51E6BC74}"/>
                      </a:ext>
                    </a:extLst>
                  </p14:cNvPr>
                  <p14:cNvContentPartPr/>
                  <p14:nvPr/>
                </p14:nvContentPartPr>
                <p14:xfrm>
                  <a:off x="5967825" y="4247786"/>
                  <a:ext cx="133560" cy="233280"/>
                </p14:xfrm>
              </p:contentPart>
            </mc:Choice>
            <mc:Fallback xmlns="">
              <p:pic>
                <p:nvPicPr>
                  <p:cNvPr id="22657" name="Ink 22656">
                    <a:extLst>
                      <a:ext uri="{FF2B5EF4-FFF2-40B4-BE49-F238E27FC236}">
                        <a16:creationId xmlns:a16="http://schemas.microsoft.com/office/drawing/2014/main" id="{16E7A8EB-092B-FC55-774C-5BBE51E6BC74}"/>
                      </a:ext>
                    </a:extLst>
                  </p:cNvPr>
                  <p:cNvPicPr/>
                  <p:nvPr/>
                </p:nvPicPr>
                <p:blipFill>
                  <a:blip r:embed="rId4542"/>
                  <a:stretch>
                    <a:fillRect/>
                  </a:stretch>
                </p:blipFill>
                <p:spPr>
                  <a:xfrm>
                    <a:off x="5945870" y="4223860"/>
                    <a:ext cx="177470" cy="2811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43">
                <p14:nvContentPartPr>
                  <p14:cNvPr id="22658" name="Ink 22657">
                    <a:extLst>
                      <a:ext uri="{FF2B5EF4-FFF2-40B4-BE49-F238E27FC236}">
                        <a16:creationId xmlns:a16="http://schemas.microsoft.com/office/drawing/2014/main" id="{D0466C25-92B1-D31E-DF38-1F95940B4888}"/>
                      </a:ext>
                    </a:extLst>
                  </p14:cNvPr>
                  <p14:cNvContentPartPr/>
                  <p14:nvPr/>
                </p14:nvContentPartPr>
                <p14:xfrm>
                  <a:off x="6131985" y="4262186"/>
                  <a:ext cx="132120" cy="222480"/>
                </p14:xfrm>
              </p:contentPart>
            </mc:Choice>
            <mc:Fallback xmlns="">
              <p:pic>
                <p:nvPicPr>
                  <p:cNvPr id="22658" name="Ink 22657">
                    <a:extLst>
                      <a:ext uri="{FF2B5EF4-FFF2-40B4-BE49-F238E27FC236}">
                        <a16:creationId xmlns:a16="http://schemas.microsoft.com/office/drawing/2014/main" id="{D0466C25-92B1-D31E-DF38-1F95940B4888}"/>
                      </a:ext>
                    </a:extLst>
                  </p:cNvPr>
                  <p:cNvPicPr/>
                  <p:nvPr/>
                </p:nvPicPr>
                <p:blipFill>
                  <a:blip r:embed="rId4544"/>
                  <a:stretch>
                    <a:fillRect/>
                  </a:stretch>
                </p:blipFill>
                <p:spPr>
                  <a:xfrm>
                    <a:off x="6109965" y="4238349"/>
                    <a:ext cx="176160" cy="27015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45">
                <p14:nvContentPartPr>
                  <p14:cNvPr id="22659" name="Ink 22658">
                    <a:extLst>
                      <a:ext uri="{FF2B5EF4-FFF2-40B4-BE49-F238E27FC236}">
                        <a16:creationId xmlns:a16="http://schemas.microsoft.com/office/drawing/2014/main" id="{E1AFB94F-0CA1-4CB6-8740-9E8204D8FEDA}"/>
                      </a:ext>
                    </a:extLst>
                  </p14:cNvPr>
                  <p14:cNvContentPartPr/>
                  <p14:nvPr/>
                </p14:nvContentPartPr>
                <p14:xfrm>
                  <a:off x="6359145" y="4255346"/>
                  <a:ext cx="39240" cy="288360"/>
                </p14:xfrm>
              </p:contentPart>
            </mc:Choice>
            <mc:Fallback xmlns="">
              <p:pic>
                <p:nvPicPr>
                  <p:cNvPr id="22659" name="Ink 22658">
                    <a:extLst>
                      <a:ext uri="{FF2B5EF4-FFF2-40B4-BE49-F238E27FC236}">
                        <a16:creationId xmlns:a16="http://schemas.microsoft.com/office/drawing/2014/main" id="{E1AFB94F-0CA1-4CB6-8740-9E8204D8FEDA}"/>
                      </a:ext>
                    </a:extLst>
                  </p:cNvPr>
                  <p:cNvPicPr/>
                  <p:nvPr/>
                </p:nvPicPr>
                <p:blipFill>
                  <a:blip r:embed="rId4546"/>
                  <a:stretch>
                    <a:fillRect/>
                  </a:stretch>
                </p:blipFill>
                <p:spPr>
                  <a:xfrm>
                    <a:off x="6337741" y="4231482"/>
                    <a:ext cx="82047" cy="336089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2717" name="Group 22716">
            <a:extLst>
              <a:ext uri="{FF2B5EF4-FFF2-40B4-BE49-F238E27FC236}">
                <a16:creationId xmlns:a16="http://schemas.microsoft.com/office/drawing/2014/main" id="{B1094E7F-33DD-0150-9D72-49C9058C783D}"/>
              </a:ext>
            </a:extLst>
          </p:cNvPr>
          <p:cNvGrpSpPr/>
          <p:nvPr/>
        </p:nvGrpSpPr>
        <p:grpSpPr>
          <a:xfrm>
            <a:off x="8031038" y="8577628"/>
            <a:ext cx="583043" cy="596146"/>
            <a:chOff x="3694771" y="1918010"/>
            <a:chExt cx="4088780" cy="4475356"/>
          </a:xfrm>
        </p:grpSpPr>
        <p:sp>
          <p:nvSpPr>
            <p:cNvPr id="22718" name="Freeform 22717">
              <a:extLst>
                <a:ext uri="{FF2B5EF4-FFF2-40B4-BE49-F238E27FC236}">
                  <a16:creationId xmlns:a16="http://schemas.microsoft.com/office/drawing/2014/main" id="{243A1F76-36F9-7312-AFEF-8CCC6014BB52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547">
              <p14:nvContentPartPr>
                <p14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2720" name="Freeform 22719">
              <a:extLst>
                <a:ext uri="{FF2B5EF4-FFF2-40B4-BE49-F238E27FC236}">
                  <a16:creationId xmlns:a16="http://schemas.microsoft.com/office/drawing/2014/main" id="{B5F65201-BE71-CE3B-E4BE-4FEC3C1B25CB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1" name="Freeform 22720">
              <a:extLst>
                <a:ext uri="{FF2B5EF4-FFF2-40B4-BE49-F238E27FC236}">
                  <a16:creationId xmlns:a16="http://schemas.microsoft.com/office/drawing/2014/main" id="{D212B8EA-68EF-55FC-684F-E7E967E427AE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2" name="Freeform 22721">
              <a:extLst>
                <a:ext uri="{FF2B5EF4-FFF2-40B4-BE49-F238E27FC236}">
                  <a16:creationId xmlns:a16="http://schemas.microsoft.com/office/drawing/2014/main" id="{B54489BA-33B9-10A4-058B-8E49B3340F2A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3" name="Freeform 22722">
              <a:extLst>
                <a:ext uri="{FF2B5EF4-FFF2-40B4-BE49-F238E27FC236}">
                  <a16:creationId xmlns:a16="http://schemas.microsoft.com/office/drawing/2014/main" id="{249C4E85-D433-F1D1-25AE-04F46D3DABC5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4" name="Freeform 22723">
              <a:extLst>
                <a:ext uri="{FF2B5EF4-FFF2-40B4-BE49-F238E27FC236}">
                  <a16:creationId xmlns:a16="http://schemas.microsoft.com/office/drawing/2014/main" id="{B92655CD-075F-B84C-6C0E-17A5A4D84CE3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5" name="Freeform 22724">
              <a:extLst>
                <a:ext uri="{FF2B5EF4-FFF2-40B4-BE49-F238E27FC236}">
                  <a16:creationId xmlns:a16="http://schemas.microsoft.com/office/drawing/2014/main" id="{136BAE99-34BF-E398-90AF-757000E7D4CD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6" name="Freeform 22725">
              <a:extLst>
                <a:ext uri="{FF2B5EF4-FFF2-40B4-BE49-F238E27FC236}">
                  <a16:creationId xmlns:a16="http://schemas.microsoft.com/office/drawing/2014/main" id="{2E2DE3BC-F8F8-E852-66AB-14CD34559F75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7" name="Freeform 22726">
              <a:extLst>
                <a:ext uri="{FF2B5EF4-FFF2-40B4-BE49-F238E27FC236}">
                  <a16:creationId xmlns:a16="http://schemas.microsoft.com/office/drawing/2014/main" id="{69E65B61-42A9-BCCD-EFEF-5350EE0037C0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8" name="Freeform 22727">
              <a:extLst>
                <a:ext uri="{FF2B5EF4-FFF2-40B4-BE49-F238E27FC236}">
                  <a16:creationId xmlns:a16="http://schemas.microsoft.com/office/drawing/2014/main" id="{06B72D83-1E73-BB43-D824-A77C7D5155FF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29" name="Freeform 22728">
              <a:extLst>
                <a:ext uri="{FF2B5EF4-FFF2-40B4-BE49-F238E27FC236}">
                  <a16:creationId xmlns:a16="http://schemas.microsoft.com/office/drawing/2014/main" id="{F4EF7B76-122D-C71D-ED93-BEA5E20E4B19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0" name="Freeform 22729">
              <a:extLst>
                <a:ext uri="{FF2B5EF4-FFF2-40B4-BE49-F238E27FC236}">
                  <a16:creationId xmlns:a16="http://schemas.microsoft.com/office/drawing/2014/main" id="{9900B900-1DCC-F257-4D5A-AD39CF8B2000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1" name="Freeform 22730">
              <a:extLst>
                <a:ext uri="{FF2B5EF4-FFF2-40B4-BE49-F238E27FC236}">
                  <a16:creationId xmlns:a16="http://schemas.microsoft.com/office/drawing/2014/main" id="{05AA907D-EFE1-A409-B798-9CDD913DD2C5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2" name="Freeform 22731">
              <a:extLst>
                <a:ext uri="{FF2B5EF4-FFF2-40B4-BE49-F238E27FC236}">
                  <a16:creationId xmlns:a16="http://schemas.microsoft.com/office/drawing/2014/main" id="{DA370E62-BAEB-A428-45CA-23449D845A75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3" name="Freeform 22732">
              <a:extLst>
                <a:ext uri="{FF2B5EF4-FFF2-40B4-BE49-F238E27FC236}">
                  <a16:creationId xmlns:a16="http://schemas.microsoft.com/office/drawing/2014/main" id="{0BE01C9A-F1EA-4404-134C-82BA6C27865B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4" name="Freeform 22733">
              <a:extLst>
                <a:ext uri="{FF2B5EF4-FFF2-40B4-BE49-F238E27FC236}">
                  <a16:creationId xmlns:a16="http://schemas.microsoft.com/office/drawing/2014/main" id="{71DCBD60-1A7A-B46E-C6BC-A69BB453E2EB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5" name="Freeform 22734">
              <a:extLst>
                <a:ext uri="{FF2B5EF4-FFF2-40B4-BE49-F238E27FC236}">
                  <a16:creationId xmlns:a16="http://schemas.microsoft.com/office/drawing/2014/main" id="{D2B36A4A-CCFD-E14D-5E34-889EA6A99A65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6" name="Freeform 22735">
              <a:extLst>
                <a:ext uri="{FF2B5EF4-FFF2-40B4-BE49-F238E27FC236}">
                  <a16:creationId xmlns:a16="http://schemas.microsoft.com/office/drawing/2014/main" id="{69BD1C1E-5DFF-8B2C-3FF0-7EE2B9D5BB46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7" name="Freeform 22736">
              <a:extLst>
                <a:ext uri="{FF2B5EF4-FFF2-40B4-BE49-F238E27FC236}">
                  <a16:creationId xmlns:a16="http://schemas.microsoft.com/office/drawing/2014/main" id="{E2DF9999-64CD-2144-B323-B6091884D649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8" name="Freeform 22737">
              <a:extLst>
                <a:ext uri="{FF2B5EF4-FFF2-40B4-BE49-F238E27FC236}">
                  <a16:creationId xmlns:a16="http://schemas.microsoft.com/office/drawing/2014/main" id="{2329DB06-8887-722A-28E7-973A0CEE6FB5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39" name="Freeform 22738">
              <a:extLst>
                <a:ext uri="{FF2B5EF4-FFF2-40B4-BE49-F238E27FC236}">
                  <a16:creationId xmlns:a16="http://schemas.microsoft.com/office/drawing/2014/main" id="{D53E1F03-2E8D-857D-76B8-8A793A848336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0" name="Freeform 22739">
              <a:extLst>
                <a:ext uri="{FF2B5EF4-FFF2-40B4-BE49-F238E27FC236}">
                  <a16:creationId xmlns:a16="http://schemas.microsoft.com/office/drawing/2014/main" id="{02E645C9-E320-4D84-7E17-F3FD56458D5A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1" name="Freeform 22740">
              <a:extLst>
                <a:ext uri="{FF2B5EF4-FFF2-40B4-BE49-F238E27FC236}">
                  <a16:creationId xmlns:a16="http://schemas.microsoft.com/office/drawing/2014/main" id="{71ACF903-4B2C-CBD5-891E-D070351EF74C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2" name="Freeform 22741">
              <a:extLst>
                <a:ext uri="{FF2B5EF4-FFF2-40B4-BE49-F238E27FC236}">
                  <a16:creationId xmlns:a16="http://schemas.microsoft.com/office/drawing/2014/main" id="{C42DD7A9-17C3-97B0-83B6-CD7616AC9BA9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3" name="Freeform 22742">
              <a:extLst>
                <a:ext uri="{FF2B5EF4-FFF2-40B4-BE49-F238E27FC236}">
                  <a16:creationId xmlns:a16="http://schemas.microsoft.com/office/drawing/2014/main" id="{160F111D-66B3-852C-0F97-FF4E61E7F954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4" name="Freeform 22743">
              <a:extLst>
                <a:ext uri="{FF2B5EF4-FFF2-40B4-BE49-F238E27FC236}">
                  <a16:creationId xmlns:a16="http://schemas.microsoft.com/office/drawing/2014/main" id="{3D3AA5D6-857B-D58C-97A0-F7D722328EA7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5" name="Freeform 22744">
              <a:extLst>
                <a:ext uri="{FF2B5EF4-FFF2-40B4-BE49-F238E27FC236}">
                  <a16:creationId xmlns:a16="http://schemas.microsoft.com/office/drawing/2014/main" id="{A76E545D-F87D-89CC-6118-9877916ADC42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6" name="Freeform 22745">
              <a:extLst>
                <a:ext uri="{FF2B5EF4-FFF2-40B4-BE49-F238E27FC236}">
                  <a16:creationId xmlns:a16="http://schemas.microsoft.com/office/drawing/2014/main" id="{3239E630-2652-A0C0-5336-C6457EC5DD8D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7" name="Freeform 22746">
              <a:extLst>
                <a:ext uri="{FF2B5EF4-FFF2-40B4-BE49-F238E27FC236}">
                  <a16:creationId xmlns:a16="http://schemas.microsoft.com/office/drawing/2014/main" id="{1AF5105A-B1A1-C69E-E74A-EE3A1E510010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8" name="Freeform 22747">
              <a:extLst>
                <a:ext uri="{FF2B5EF4-FFF2-40B4-BE49-F238E27FC236}">
                  <a16:creationId xmlns:a16="http://schemas.microsoft.com/office/drawing/2014/main" id="{B76595F5-168F-FCD1-C043-8B954F408108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49" name="Freeform 22748">
              <a:extLst>
                <a:ext uri="{FF2B5EF4-FFF2-40B4-BE49-F238E27FC236}">
                  <a16:creationId xmlns:a16="http://schemas.microsoft.com/office/drawing/2014/main" id="{91FEDAC6-42D7-2B14-3002-0DFC9E1C56B5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0" name="Freeform 22749">
              <a:extLst>
                <a:ext uri="{FF2B5EF4-FFF2-40B4-BE49-F238E27FC236}">
                  <a16:creationId xmlns:a16="http://schemas.microsoft.com/office/drawing/2014/main" id="{FE50AED8-AE6C-0ACE-CEBF-3BF9383BBDC4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1" name="Freeform 22750">
              <a:extLst>
                <a:ext uri="{FF2B5EF4-FFF2-40B4-BE49-F238E27FC236}">
                  <a16:creationId xmlns:a16="http://schemas.microsoft.com/office/drawing/2014/main" id="{7245969F-08FB-F0BF-8D5D-D02487F5E97D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2" name="Freeform 22751">
              <a:extLst>
                <a:ext uri="{FF2B5EF4-FFF2-40B4-BE49-F238E27FC236}">
                  <a16:creationId xmlns:a16="http://schemas.microsoft.com/office/drawing/2014/main" id="{E7F3A737-BF9F-68F3-791A-80E1CFCD7356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3" name="Freeform 22752">
              <a:extLst>
                <a:ext uri="{FF2B5EF4-FFF2-40B4-BE49-F238E27FC236}">
                  <a16:creationId xmlns:a16="http://schemas.microsoft.com/office/drawing/2014/main" id="{771E29AA-837C-E296-2F83-5EEA881568D5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4" name="Freeform 22753">
              <a:extLst>
                <a:ext uri="{FF2B5EF4-FFF2-40B4-BE49-F238E27FC236}">
                  <a16:creationId xmlns:a16="http://schemas.microsoft.com/office/drawing/2014/main" id="{312A17DB-100C-E023-3DFE-D7825EB5F8EE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5" name="Freeform 22754">
              <a:extLst>
                <a:ext uri="{FF2B5EF4-FFF2-40B4-BE49-F238E27FC236}">
                  <a16:creationId xmlns:a16="http://schemas.microsoft.com/office/drawing/2014/main" id="{506EFD6B-22C3-7AB9-90FA-A22360632911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6" name="Freeform 22755">
              <a:extLst>
                <a:ext uri="{FF2B5EF4-FFF2-40B4-BE49-F238E27FC236}">
                  <a16:creationId xmlns:a16="http://schemas.microsoft.com/office/drawing/2014/main" id="{22D31DDA-9BB4-89DA-9F69-55C3BCA08677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7" name="Freeform 22756">
              <a:extLst>
                <a:ext uri="{FF2B5EF4-FFF2-40B4-BE49-F238E27FC236}">
                  <a16:creationId xmlns:a16="http://schemas.microsoft.com/office/drawing/2014/main" id="{38CAFE59-BE2B-ECB3-1471-B4CF851C41FD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8" name="Freeform 22757">
              <a:extLst>
                <a:ext uri="{FF2B5EF4-FFF2-40B4-BE49-F238E27FC236}">
                  <a16:creationId xmlns:a16="http://schemas.microsoft.com/office/drawing/2014/main" id="{E553EB82-5C4D-1B58-7290-9D6E1F44107F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59" name="Freeform 22758">
              <a:extLst>
                <a:ext uri="{FF2B5EF4-FFF2-40B4-BE49-F238E27FC236}">
                  <a16:creationId xmlns:a16="http://schemas.microsoft.com/office/drawing/2014/main" id="{BDB1C389-D8F4-2BE3-CF18-4014ACFCB21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0" name="Freeform 22759">
              <a:extLst>
                <a:ext uri="{FF2B5EF4-FFF2-40B4-BE49-F238E27FC236}">
                  <a16:creationId xmlns:a16="http://schemas.microsoft.com/office/drawing/2014/main" id="{2AA0F80A-5D14-AD85-99E3-09BDA90014F7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1" name="Freeform 22760">
              <a:extLst>
                <a:ext uri="{FF2B5EF4-FFF2-40B4-BE49-F238E27FC236}">
                  <a16:creationId xmlns:a16="http://schemas.microsoft.com/office/drawing/2014/main" id="{1A599DE8-C56E-E6C2-B767-FD9A3DD163E6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2" name="Freeform 22761">
              <a:extLst>
                <a:ext uri="{FF2B5EF4-FFF2-40B4-BE49-F238E27FC236}">
                  <a16:creationId xmlns:a16="http://schemas.microsoft.com/office/drawing/2014/main" id="{0F0EE2D8-3765-7ECE-884F-D55230E09ADA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3" name="Freeform 22762">
              <a:extLst>
                <a:ext uri="{FF2B5EF4-FFF2-40B4-BE49-F238E27FC236}">
                  <a16:creationId xmlns:a16="http://schemas.microsoft.com/office/drawing/2014/main" id="{44D5EF68-458B-E352-C6D1-3BE39DA4D9F0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4" name="Freeform 22763">
              <a:extLst>
                <a:ext uri="{FF2B5EF4-FFF2-40B4-BE49-F238E27FC236}">
                  <a16:creationId xmlns:a16="http://schemas.microsoft.com/office/drawing/2014/main" id="{F76F68CD-1D89-BCCF-5E80-746DE41EFBEE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5" name="Freeform 22764">
              <a:extLst>
                <a:ext uri="{FF2B5EF4-FFF2-40B4-BE49-F238E27FC236}">
                  <a16:creationId xmlns:a16="http://schemas.microsoft.com/office/drawing/2014/main" id="{DDEE386A-9F52-2DB7-9344-96F66F47D3B3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6" name="Freeform 22765">
              <a:extLst>
                <a:ext uri="{FF2B5EF4-FFF2-40B4-BE49-F238E27FC236}">
                  <a16:creationId xmlns:a16="http://schemas.microsoft.com/office/drawing/2014/main" id="{9F77840E-95F5-AC5F-7CCF-3ECD6719E080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7" name="Freeform 22766">
              <a:extLst>
                <a:ext uri="{FF2B5EF4-FFF2-40B4-BE49-F238E27FC236}">
                  <a16:creationId xmlns:a16="http://schemas.microsoft.com/office/drawing/2014/main" id="{7AB40FDD-6AFB-227C-65E9-2F7AA1CC41B0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8" name="Freeform 22767">
              <a:extLst>
                <a:ext uri="{FF2B5EF4-FFF2-40B4-BE49-F238E27FC236}">
                  <a16:creationId xmlns:a16="http://schemas.microsoft.com/office/drawing/2014/main" id="{7FD28A5A-4EA5-9099-8ABD-F3F5195564A8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69" name="Freeform 22768">
              <a:extLst>
                <a:ext uri="{FF2B5EF4-FFF2-40B4-BE49-F238E27FC236}">
                  <a16:creationId xmlns:a16="http://schemas.microsoft.com/office/drawing/2014/main" id="{95895056-B184-5CB9-7AD8-A2BDFF717AAA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0" name="Freeform 22769">
              <a:extLst>
                <a:ext uri="{FF2B5EF4-FFF2-40B4-BE49-F238E27FC236}">
                  <a16:creationId xmlns:a16="http://schemas.microsoft.com/office/drawing/2014/main" id="{E201BB9A-1828-402E-61EC-A700338FE8C7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1" name="Freeform 22770">
              <a:extLst>
                <a:ext uri="{FF2B5EF4-FFF2-40B4-BE49-F238E27FC236}">
                  <a16:creationId xmlns:a16="http://schemas.microsoft.com/office/drawing/2014/main" id="{F3BDA4EC-E164-A128-6136-34F61EEACEAD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2" name="Freeform 22771">
              <a:extLst>
                <a:ext uri="{FF2B5EF4-FFF2-40B4-BE49-F238E27FC236}">
                  <a16:creationId xmlns:a16="http://schemas.microsoft.com/office/drawing/2014/main" id="{239A0B05-41D1-CB43-4C06-5888D84EBC01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3" name="Freeform 22772">
              <a:extLst>
                <a:ext uri="{FF2B5EF4-FFF2-40B4-BE49-F238E27FC236}">
                  <a16:creationId xmlns:a16="http://schemas.microsoft.com/office/drawing/2014/main" id="{CAD71114-F8A7-F0BB-11E0-F20DA0061410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4" name="Freeform 22773">
              <a:extLst>
                <a:ext uri="{FF2B5EF4-FFF2-40B4-BE49-F238E27FC236}">
                  <a16:creationId xmlns:a16="http://schemas.microsoft.com/office/drawing/2014/main" id="{22BF3DFB-FB61-A03F-C86D-1BD0E9BBA933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5" name="Freeform 22774">
              <a:extLst>
                <a:ext uri="{FF2B5EF4-FFF2-40B4-BE49-F238E27FC236}">
                  <a16:creationId xmlns:a16="http://schemas.microsoft.com/office/drawing/2014/main" id="{FEC8269D-B635-7A98-E46F-99F2542AB5FF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6" name="Freeform 22775">
              <a:extLst>
                <a:ext uri="{FF2B5EF4-FFF2-40B4-BE49-F238E27FC236}">
                  <a16:creationId xmlns:a16="http://schemas.microsoft.com/office/drawing/2014/main" id="{6D20CFF5-66D1-148F-C065-3F72FC08ACAB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7" name="Freeform 22776">
              <a:extLst>
                <a:ext uri="{FF2B5EF4-FFF2-40B4-BE49-F238E27FC236}">
                  <a16:creationId xmlns:a16="http://schemas.microsoft.com/office/drawing/2014/main" id="{781C37CC-35C9-BE3A-CE5F-E2FB3423316C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8" name="Freeform 22777">
              <a:extLst>
                <a:ext uri="{FF2B5EF4-FFF2-40B4-BE49-F238E27FC236}">
                  <a16:creationId xmlns:a16="http://schemas.microsoft.com/office/drawing/2014/main" id="{753EFF49-83AD-C081-D9EA-149C26F27836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79" name="Freeform 22778">
              <a:extLst>
                <a:ext uri="{FF2B5EF4-FFF2-40B4-BE49-F238E27FC236}">
                  <a16:creationId xmlns:a16="http://schemas.microsoft.com/office/drawing/2014/main" id="{34A8653B-BAFC-F252-FCB0-743C77465A42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0" name="Freeform 22779">
              <a:extLst>
                <a:ext uri="{FF2B5EF4-FFF2-40B4-BE49-F238E27FC236}">
                  <a16:creationId xmlns:a16="http://schemas.microsoft.com/office/drawing/2014/main" id="{3719696B-832E-A488-B8EA-82B44AFC9A4C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1" name="Freeform 22780">
              <a:extLst>
                <a:ext uri="{FF2B5EF4-FFF2-40B4-BE49-F238E27FC236}">
                  <a16:creationId xmlns:a16="http://schemas.microsoft.com/office/drawing/2014/main" id="{4B95E168-6930-9113-5AAC-0BCBAEBA75E2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2" name="Freeform 22781">
              <a:extLst>
                <a:ext uri="{FF2B5EF4-FFF2-40B4-BE49-F238E27FC236}">
                  <a16:creationId xmlns:a16="http://schemas.microsoft.com/office/drawing/2014/main" id="{DDF287BE-4B04-712B-8688-BAE133E40BBD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3" name="Freeform 22782">
              <a:extLst>
                <a:ext uri="{FF2B5EF4-FFF2-40B4-BE49-F238E27FC236}">
                  <a16:creationId xmlns:a16="http://schemas.microsoft.com/office/drawing/2014/main" id="{F8CF8E29-AA1D-D737-0BEC-1C8E8CE241C4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4" name="Freeform 22783">
              <a:extLst>
                <a:ext uri="{FF2B5EF4-FFF2-40B4-BE49-F238E27FC236}">
                  <a16:creationId xmlns:a16="http://schemas.microsoft.com/office/drawing/2014/main" id="{23B25F4C-1CA7-1AF1-F9AD-352FC89CB525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5" name="Freeform 22784">
              <a:extLst>
                <a:ext uri="{FF2B5EF4-FFF2-40B4-BE49-F238E27FC236}">
                  <a16:creationId xmlns:a16="http://schemas.microsoft.com/office/drawing/2014/main" id="{0187025A-8374-E8BF-BA3D-CB46DE88FA53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6" name="Freeform 22785">
              <a:extLst>
                <a:ext uri="{FF2B5EF4-FFF2-40B4-BE49-F238E27FC236}">
                  <a16:creationId xmlns:a16="http://schemas.microsoft.com/office/drawing/2014/main" id="{B3E48DB4-2593-03DC-38F2-509E1770651D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7" name="Freeform 22786">
              <a:extLst>
                <a:ext uri="{FF2B5EF4-FFF2-40B4-BE49-F238E27FC236}">
                  <a16:creationId xmlns:a16="http://schemas.microsoft.com/office/drawing/2014/main" id="{D7A34AF2-E628-2E13-BB3A-B6C802E6DAA4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8" name="Freeform 22787">
              <a:extLst>
                <a:ext uri="{FF2B5EF4-FFF2-40B4-BE49-F238E27FC236}">
                  <a16:creationId xmlns:a16="http://schemas.microsoft.com/office/drawing/2014/main" id="{22E7007E-F62E-F7E8-54B5-EEA31B67C504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89" name="Freeform 22788">
              <a:extLst>
                <a:ext uri="{FF2B5EF4-FFF2-40B4-BE49-F238E27FC236}">
                  <a16:creationId xmlns:a16="http://schemas.microsoft.com/office/drawing/2014/main" id="{B60825CB-1F1F-DC47-56E7-690010327B92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0" name="Freeform 22789">
              <a:extLst>
                <a:ext uri="{FF2B5EF4-FFF2-40B4-BE49-F238E27FC236}">
                  <a16:creationId xmlns:a16="http://schemas.microsoft.com/office/drawing/2014/main" id="{45B6676F-C441-10D9-C523-BCDBD5D88DDC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1" name="Freeform 22790">
              <a:extLst>
                <a:ext uri="{FF2B5EF4-FFF2-40B4-BE49-F238E27FC236}">
                  <a16:creationId xmlns:a16="http://schemas.microsoft.com/office/drawing/2014/main" id="{569F07A8-2E2D-0C43-E988-E88DF67B5971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2" name="Freeform 22791">
              <a:extLst>
                <a:ext uri="{FF2B5EF4-FFF2-40B4-BE49-F238E27FC236}">
                  <a16:creationId xmlns:a16="http://schemas.microsoft.com/office/drawing/2014/main" id="{DD4BAA29-80A6-1A66-DBC7-5A2D342E795D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3" name="Freeform 22792">
              <a:extLst>
                <a:ext uri="{FF2B5EF4-FFF2-40B4-BE49-F238E27FC236}">
                  <a16:creationId xmlns:a16="http://schemas.microsoft.com/office/drawing/2014/main" id="{2EDF22EA-6AD6-13C6-767D-935B5F732B3F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4" name="Freeform 22793">
              <a:extLst>
                <a:ext uri="{FF2B5EF4-FFF2-40B4-BE49-F238E27FC236}">
                  <a16:creationId xmlns:a16="http://schemas.microsoft.com/office/drawing/2014/main" id="{99A7D4AA-FB9C-8DD9-AE45-EE0C7B10B655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5" name="Freeform 22794">
              <a:extLst>
                <a:ext uri="{FF2B5EF4-FFF2-40B4-BE49-F238E27FC236}">
                  <a16:creationId xmlns:a16="http://schemas.microsoft.com/office/drawing/2014/main" id="{6DF49597-B63E-DF51-7D29-1905DADD6076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6" name="Freeform 22795">
              <a:extLst>
                <a:ext uri="{FF2B5EF4-FFF2-40B4-BE49-F238E27FC236}">
                  <a16:creationId xmlns:a16="http://schemas.microsoft.com/office/drawing/2014/main" id="{C5058D34-F76F-C81C-252D-0A6E568D0F37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7" name="Freeform 22796">
              <a:extLst>
                <a:ext uri="{FF2B5EF4-FFF2-40B4-BE49-F238E27FC236}">
                  <a16:creationId xmlns:a16="http://schemas.microsoft.com/office/drawing/2014/main" id="{7CF8AB13-9B66-ECB3-A43E-D4947A7597BE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8" name="Freeform 22797">
              <a:extLst>
                <a:ext uri="{FF2B5EF4-FFF2-40B4-BE49-F238E27FC236}">
                  <a16:creationId xmlns:a16="http://schemas.microsoft.com/office/drawing/2014/main" id="{D7D10DDA-CA23-2E3D-71DC-0E03DE142806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99" name="Freeform 22798">
              <a:extLst>
                <a:ext uri="{FF2B5EF4-FFF2-40B4-BE49-F238E27FC236}">
                  <a16:creationId xmlns:a16="http://schemas.microsoft.com/office/drawing/2014/main" id="{727226DC-5AA6-EE9E-F04F-703BEC07CF8B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800" name="Freeform 22799">
              <a:extLst>
                <a:ext uri="{FF2B5EF4-FFF2-40B4-BE49-F238E27FC236}">
                  <a16:creationId xmlns:a16="http://schemas.microsoft.com/office/drawing/2014/main" id="{430CDB47-5980-DD2A-7E5D-EF27B4B47649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801" name="Freeform 22800">
              <a:extLst>
                <a:ext uri="{FF2B5EF4-FFF2-40B4-BE49-F238E27FC236}">
                  <a16:creationId xmlns:a16="http://schemas.microsoft.com/office/drawing/2014/main" id="{29055A9D-AE4D-DCBE-3CE3-0F0B5DDAE941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3082" name="TextBox 23081">
            <a:extLst>
              <a:ext uri="{FF2B5EF4-FFF2-40B4-BE49-F238E27FC236}">
                <a16:creationId xmlns:a16="http://schemas.microsoft.com/office/drawing/2014/main" id="{97C0F617-4DCD-3194-8147-FA2D361F2A9A}"/>
              </a:ext>
            </a:extLst>
          </p:cNvPr>
          <p:cNvSpPr txBox="1"/>
          <p:nvPr/>
        </p:nvSpPr>
        <p:spPr>
          <a:xfrm>
            <a:off x="9574910" y="5521582"/>
            <a:ext cx="120009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Blue-banded goby</a:t>
            </a:r>
          </a:p>
        </p:txBody>
      </p:sp>
      <p:sp>
        <p:nvSpPr>
          <p:cNvPr id="23467" name="TextBox 23466">
            <a:extLst>
              <a:ext uri="{FF2B5EF4-FFF2-40B4-BE49-F238E27FC236}">
                <a16:creationId xmlns:a16="http://schemas.microsoft.com/office/drawing/2014/main" id="{E715B62F-E3A3-E2CF-8090-45C568E478DF}"/>
              </a:ext>
            </a:extLst>
          </p:cNvPr>
          <p:cNvSpPr txBox="1"/>
          <p:nvPr/>
        </p:nvSpPr>
        <p:spPr>
          <a:xfrm>
            <a:off x="10420487" y="828986"/>
            <a:ext cx="271736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16-21 m</a:t>
            </a:r>
          </a:p>
        </p:txBody>
      </p:sp>
      <p:sp>
        <p:nvSpPr>
          <p:cNvPr id="23469" name="TextBox 23468">
            <a:extLst>
              <a:ext uri="{FF2B5EF4-FFF2-40B4-BE49-F238E27FC236}">
                <a16:creationId xmlns:a16="http://schemas.microsoft.com/office/drawing/2014/main" id="{1E3C3174-3F85-45F4-4162-70872C8B04E9}"/>
              </a:ext>
            </a:extLst>
          </p:cNvPr>
          <p:cNvSpPr txBox="1"/>
          <p:nvPr/>
        </p:nvSpPr>
        <p:spPr>
          <a:xfrm>
            <a:off x="10345331" y="101455"/>
            <a:ext cx="30654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c. Santa Monica Bay</a:t>
            </a:r>
          </a:p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    Artificial Reefs (SMB)</a:t>
            </a:r>
          </a:p>
        </p:txBody>
      </p:sp>
      <p:sp>
        <p:nvSpPr>
          <p:cNvPr id="23470" name="Freeform 23469">
            <a:extLst>
              <a:ext uri="{FF2B5EF4-FFF2-40B4-BE49-F238E27FC236}">
                <a16:creationId xmlns:a16="http://schemas.microsoft.com/office/drawing/2014/main" id="{13B3A4CC-13B8-E163-1354-22C2DC05C13D}"/>
              </a:ext>
            </a:extLst>
          </p:cNvPr>
          <p:cNvSpPr/>
          <p:nvPr/>
        </p:nvSpPr>
        <p:spPr>
          <a:xfrm>
            <a:off x="10619665" y="3601853"/>
            <a:ext cx="2323043" cy="1002890"/>
          </a:xfrm>
          <a:custGeom>
            <a:avLst/>
            <a:gdLst>
              <a:gd name="connsiteX0" fmla="*/ 51620 w 2323043"/>
              <a:gd name="connsiteY0" fmla="*/ 980768 h 1002890"/>
              <a:gd name="connsiteX1" fmla="*/ 132736 w 2323043"/>
              <a:gd name="connsiteY1" fmla="*/ 966019 h 1002890"/>
              <a:gd name="connsiteX2" fmla="*/ 243349 w 2323043"/>
              <a:gd name="connsiteY2" fmla="*/ 914400 h 1002890"/>
              <a:gd name="connsiteX3" fmla="*/ 280220 w 2323043"/>
              <a:gd name="connsiteY3" fmla="*/ 884903 h 1002890"/>
              <a:gd name="connsiteX4" fmla="*/ 309716 w 2323043"/>
              <a:gd name="connsiteY4" fmla="*/ 855406 h 1002890"/>
              <a:gd name="connsiteX5" fmla="*/ 324465 w 2323043"/>
              <a:gd name="connsiteY5" fmla="*/ 825909 h 1002890"/>
              <a:gd name="connsiteX6" fmla="*/ 339213 w 2323043"/>
              <a:gd name="connsiteY6" fmla="*/ 774290 h 1002890"/>
              <a:gd name="connsiteX7" fmla="*/ 353962 w 2323043"/>
              <a:gd name="connsiteY7" fmla="*/ 678426 h 1002890"/>
              <a:gd name="connsiteX8" fmla="*/ 368710 w 2323043"/>
              <a:gd name="connsiteY8" fmla="*/ 641555 h 1002890"/>
              <a:gd name="connsiteX9" fmla="*/ 383458 w 2323043"/>
              <a:gd name="connsiteY9" fmla="*/ 597309 h 1002890"/>
              <a:gd name="connsiteX10" fmla="*/ 442452 w 2323043"/>
              <a:gd name="connsiteY10" fmla="*/ 494071 h 1002890"/>
              <a:gd name="connsiteX11" fmla="*/ 501445 w 2323043"/>
              <a:gd name="connsiteY11" fmla="*/ 398206 h 1002890"/>
              <a:gd name="connsiteX12" fmla="*/ 530942 w 2323043"/>
              <a:gd name="connsiteY12" fmla="*/ 346587 h 1002890"/>
              <a:gd name="connsiteX13" fmla="*/ 589936 w 2323043"/>
              <a:gd name="connsiteY13" fmla="*/ 258097 h 1002890"/>
              <a:gd name="connsiteX14" fmla="*/ 619433 w 2323043"/>
              <a:gd name="connsiteY14" fmla="*/ 228600 h 1002890"/>
              <a:gd name="connsiteX15" fmla="*/ 663678 w 2323043"/>
              <a:gd name="connsiteY15" fmla="*/ 169606 h 1002890"/>
              <a:gd name="connsiteX16" fmla="*/ 707923 w 2323043"/>
              <a:gd name="connsiteY16" fmla="*/ 140109 h 1002890"/>
              <a:gd name="connsiteX17" fmla="*/ 737420 w 2323043"/>
              <a:gd name="connsiteY17" fmla="*/ 117987 h 1002890"/>
              <a:gd name="connsiteX18" fmla="*/ 759542 w 2323043"/>
              <a:gd name="connsiteY18" fmla="*/ 110613 h 1002890"/>
              <a:gd name="connsiteX19" fmla="*/ 803787 w 2323043"/>
              <a:gd name="connsiteY19" fmla="*/ 125361 h 1002890"/>
              <a:gd name="connsiteX20" fmla="*/ 825910 w 2323043"/>
              <a:gd name="connsiteY20" fmla="*/ 140109 h 1002890"/>
              <a:gd name="connsiteX21" fmla="*/ 884903 w 2323043"/>
              <a:gd name="connsiteY21" fmla="*/ 154858 h 1002890"/>
              <a:gd name="connsiteX22" fmla="*/ 995516 w 2323043"/>
              <a:gd name="connsiteY22" fmla="*/ 140109 h 1002890"/>
              <a:gd name="connsiteX23" fmla="*/ 1017639 w 2323043"/>
              <a:gd name="connsiteY23" fmla="*/ 132735 h 1002890"/>
              <a:gd name="connsiteX24" fmla="*/ 1084007 w 2323043"/>
              <a:gd name="connsiteY24" fmla="*/ 103238 h 1002890"/>
              <a:gd name="connsiteX25" fmla="*/ 1120878 w 2323043"/>
              <a:gd name="connsiteY25" fmla="*/ 81116 h 1002890"/>
              <a:gd name="connsiteX26" fmla="*/ 1165123 w 2323043"/>
              <a:gd name="connsiteY26" fmla="*/ 66368 h 1002890"/>
              <a:gd name="connsiteX27" fmla="*/ 1201994 w 2323043"/>
              <a:gd name="connsiteY27" fmla="*/ 44245 h 1002890"/>
              <a:gd name="connsiteX28" fmla="*/ 1283110 w 2323043"/>
              <a:gd name="connsiteY28" fmla="*/ 14748 h 1002890"/>
              <a:gd name="connsiteX29" fmla="*/ 1327355 w 2323043"/>
              <a:gd name="connsiteY29" fmla="*/ 7374 h 1002890"/>
              <a:gd name="connsiteX30" fmla="*/ 1364226 w 2323043"/>
              <a:gd name="connsiteY30" fmla="*/ 0 h 1002890"/>
              <a:gd name="connsiteX31" fmla="*/ 1541207 w 2323043"/>
              <a:gd name="connsiteY31" fmla="*/ 14748 h 1002890"/>
              <a:gd name="connsiteX32" fmla="*/ 1585452 w 2323043"/>
              <a:gd name="connsiteY32" fmla="*/ 29497 h 1002890"/>
              <a:gd name="connsiteX33" fmla="*/ 1607574 w 2323043"/>
              <a:gd name="connsiteY33" fmla="*/ 44245 h 1002890"/>
              <a:gd name="connsiteX34" fmla="*/ 1614949 w 2323043"/>
              <a:gd name="connsiteY34" fmla="*/ 140109 h 1002890"/>
              <a:gd name="connsiteX35" fmla="*/ 1600200 w 2323043"/>
              <a:gd name="connsiteY35" fmla="*/ 154858 h 1002890"/>
              <a:gd name="connsiteX36" fmla="*/ 1578078 w 2323043"/>
              <a:gd name="connsiteY36" fmla="*/ 199103 h 1002890"/>
              <a:gd name="connsiteX37" fmla="*/ 1563329 w 2323043"/>
              <a:gd name="connsiteY37" fmla="*/ 250722 h 1002890"/>
              <a:gd name="connsiteX38" fmla="*/ 1570703 w 2323043"/>
              <a:gd name="connsiteY38" fmla="*/ 272845 h 1002890"/>
              <a:gd name="connsiteX39" fmla="*/ 1703439 w 2323043"/>
              <a:gd name="connsiteY39" fmla="*/ 294968 h 1002890"/>
              <a:gd name="connsiteX40" fmla="*/ 1873045 w 2323043"/>
              <a:gd name="connsiteY40" fmla="*/ 280219 h 1002890"/>
              <a:gd name="connsiteX41" fmla="*/ 1968910 w 2323043"/>
              <a:gd name="connsiteY41" fmla="*/ 287593 h 1002890"/>
              <a:gd name="connsiteX42" fmla="*/ 1983658 w 2323043"/>
              <a:gd name="connsiteY42" fmla="*/ 302342 h 1002890"/>
              <a:gd name="connsiteX43" fmla="*/ 2027903 w 2323043"/>
              <a:gd name="connsiteY43" fmla="*/ 331838 h 1002890"/>
              <a:gd name="connsiteX44" fmla="*/ 2042652 w 2323043"/>
              <a:gd name="connsiteY44" fmla="*/ 353961 h 1002890"/>
              <a:gd name="connsiteX45" fmla="*/ 2050026 w 2323043"/>
              <a:gd name="connsiteY45" fmla="*/ 457200 h 1002890"/>
              <a:gd name="connsiteX46" fmla="*/ 2027903 w 2323043"/>
              <a:gd name="connsiteY46" fmla="*/ 494071 h 1002890"/>
              <a:gd name="connsiteX47" fmla="*/ 2020529 w 2323043"/>
              <a:gd name="connsiteY47" fmla="*/ 523568 h 1002890"/>
              <a:gd name="connsiteX48" fmla="*/ 2013155 w 2323043"/>
              <a:gd name="connsiteY48" fmla="*/ 545690 h 1002890"/>
              <a:gd name="connsiteX49" fmla="*/ 2035278 w 2323043"/>
              <a:gd name="connsiteY49" fmla="*/ 626806 h 1002890"/>
              <a:gd name="connsiteX50" fmla="*/ 2050026 w 2323043"/>
              <a:gd name="connsiteY50" fmla="*/ 641555 h 1002890"/>
              <a:gd name="connsiteX51" fmla="*/ 2072149 w 2323043"/>
              <a:gd name="connsiteY51" fmla="*/ 648929 h 1002890"/>
              <a:gd name="connsiteX52" fmla="*/ 2094271 w 2323043"/>
              <a:gd name="connsiteY52" fmla="*/ 663677 h 1002890"/>
              <a:gd name="connsiteX53" fmla="*/ 2101645 w 2323043"/>
              <a:gd name="connsiteY53" fmla="*/ 685800 h 1002890"/>
              <a:gd name="connsiteX54" fmla="*/ 2131142 w 2323043"/>
              <a:gd name="connsiteY54" fmla="*/ 730045 h 1002890"/>
              <a:gd name="connsiteX55" fmla="*/ 2145891 w 2323043"/>
              <a:gd name="connsiteY55" fmla="*/ 759542 h 1002890"/>
              <a:gd name="connsiteX56" fmla="*/ 2175387 w 2323043"/>
              <a:gd name="connsiteY56" fmla="*/ 781664 h 1002890"/>
              <a:gd name="connsiteX57" fmla="*/ 2190136 w 2323043"/>
              <a:gd name="connsiteY57" fmla="*/ 796413 h 1002890"/>
              <a:gd name="connsiteX58" fmla="*/ 2212258 w 2323043"/>
              <a:gd name="connsiteY58" fmla="*/ 811161 h 1002890"/>
              <a:gd name="connsiteX59" fmla="*/ 2227007 w 2323043"/>
              <a:gd name="connsiteY59" fmla="*/ 825909 h 1002890"/>
              <a:gd name="connsiteX60" fmla="*/ 2249129 w 2323043"/>
              <a:gd name="connsiteY60" fmla="*/ 833284 h 1002890"/>
              <a:gd name="connsiteX61" fmla="*/ 2293374 w 2323043"/>
              <a:gd name="connsiteY61" fmla="*/ 855406 h 1002890"/>
              <a:gd name="connsiteX62" fmla="*/ 2308123 w 2323043"/>
              <a:gd name="connsiteY62" fmla="*/ 870155 h 1002890"/>
              <a:gd name="connsiteX63" fmla="*/ 2308123 w 2323043"/>
              <a:gd name="connsiteY63" fmla="*/ 936522 h 1002890"/>
              <a:gd name="connsiteX64" fmla="*/ 2293374 w 2323043"/>
              <a:gd name="connsiteY64" fmla="*/ 995516 h 1002890"/>
              <a:gd name="connsiteX65" fmla="*/ 1806678 w 2323043"/>
              <a:gd name="connsiteY65" fmla="*/ 1002890 h 1002890"/>
              <a:gd name="connsiteX66" fmla="*/ 1342103 w 2323043"/>
              <a:gd name="connsiteY66" fmla="*/ 988142 h 1002890"/>
              <a:gd name="connsiteX67" fmla="*/ 825910 w 2323043"/>
              <a:gd name="connsiteY67" fmla="*/ 980768 h 1002890"/>
              <a:gd name="connsiteX68" fmla="*/ 228600 w 2323043"/>
              <a:gd name="connsiteY68" fmla="*/ 995516 h 1002890"/>
              <a:gd name="connsiteX69" fmla="*/ 0 w 2323043"/>
              <a:gd name="connsiteY69" fmla="*/ 988142 h 1002890"/>
              <a:gd name="connsiteX70" fmla="*/ 51620 w 2323043"/>
              <a:gd name="connsiteY70" fmla="*/ 980768 h 1002890"/>
              <a:gd name="connsiteX0" fmla="*/ 51620 w 2323043"/>
              <a:gd name="connsiteY0" fmla="*/ 980768 h 1002890"/>
              <a:gd name="connsiteX1" fmla="*/ 132736 w 2323043"/>
              <a:gd name="connsiteY1" fmla="*/ 966019 h 1002890"/>
              <a:gd name="connsiteX2" fmla="*/ 243349 w 2323043"/>
              <a:gd name="connsiteY2" fmla="*/ 914400 h 1002890"/>
              <a:gd name="connsiteX3" fmla="*/ 280220 w 2323043"/>
              <a:gd name="connsiteY3" fmla="*/ 884903 h 1002890"/>
              <a:gd name="connsiteX4" fmla="*/ 309716 w 2323043"/>
              <a:gd name="connsiteY4" fmla="*/ 855406 h 1002890"/>
              <a:gd name="connsiteX5" fmla="*/ 324465 w 2323043"/>
              <a:gd name="connsiteY5" fmla="*/ 825909 h 1002890"/>
              <a:gd name="connsiteX6" fmla="*/ 339213 w 2323043"/>
              <a:gd name="connsiteY6" fmla="*/ 774290 h 1002890"/>
              <a:gd name="connsiteX7" fmla="*/ 353962 w 2323043"/>
              <a:gd name="connsiteY7" fmla="*/ 678426 h 1002890"/>
              <a:gd name="connsiteX8" fmla="*/ 368710 w 2323043"/>
              <a:gd name="connsiteY8" fmla="*/ 641555 h 1002890"/>
              <a:gd name="connsiteX9" fmla="*/ 383458 w 2323043"/>
              <a:gd name="connsiteY9" fmla="*/ 597309 h 1002890"/>
              <a:gd name="connsiteX10" fmla="*/ 442452 w 2323043"/>
              <a:gd name="connsiteY10" fmla="*/ 494071 h 1002890"/>
              <a:gd name="connsiteX11" fmla="*/ 501445 w 2323043"/>
              <a:gd name="connsiteY11" fmla="*/ 398206 h 1002890"/>
              <a:gd name="connsiteX12" fmla="*/ 530942 w 2323043"/>
              <a:gd name="connsiteY12" fmla="*/ 346587 h 1002890"/>
              <a:gd name="connsiteX13" fmla="*/ 589936 w 2323043"/>
              <a:gd name="connsiteY13" fmla="*/ 258097 h 1002890"/>
              <a:gd name="connsiteX14" fmla="*/ 619433 w 2323043"/>
              <a:gd name="connsiteY14" fmla="*/ 228600 h 1002890"/>
              <a:gd name="connsiteX15" fmla="*/ 663678 w 2323043"/>
              <a:gd name="connsiteY15" fmla="*/ 169606 h 1002890"/>
              <a:gd name="connsiteX16" fmla="*/ 707923 w 2323043"/>
              <a:gd name="connsiteY16" fmla="*/ 140109 h 1002890"/>
              <a:gd name="connsiteX17" fmla="*/ 737420 w 2323043"/>
              <a:gd name="connsiteY17" fmla="*/ 117987 h 1002890"/>
              <a:gd name="connsiteX18" fmla="*/ 759542 w 2323043"/>
              <a:gd name="connsiteY18" fmla="*/ 110613 h 1002890"/>
              <a:gd name="connsiteX19" fmla="*/ 803787 w 2323043"/>
              <a:gd name="connsiteY19" fmla="*/ 125361 h 1002890"/>
              <a:gd name="connsiteX20" fmla="*/ 825910 w 2323043"/>
              <a:gd name="connsiteY20" fmla="*/ 140109 h 1002890"/>
              <a:gd name="connsiteX21" fmla="*/ 884903 w 2323043"/>
              <a:gd name="connsiteY21" fmla="*/ 154858 h 1002890"/>
              <a:gd name="connsiteX22" fmla="*/ 995516 w 2323043"/>
              <a:gd name="connsiteY22" fmla="*/ 140109 h 1002890"/>
              <a:gd name="connsiteX23" fmla="*/ 1017639 w 2323043"/>
              <a:gd name="connsiteY23" fmla="*/ 132735 h 1002890"/>
              <a:gd name="connsiteX24" fmla="*/ 1084007 w 2323043"/>
              <a:gd name="connsiteY24" fmla="*/ 103238 h 1002890"/>
              <a:gd name="connsiteX25" fmla="*/ 1120878 w 2323043"/>
              <a:gd name="connsiteY25" fmla="*/ 81116 h 1002890"/>
              <a:gd name="connsiteX26" fmla="*/ 1165123 w 2323043"/>
              <a:gd name="connsiteY26" fmla="*/ 66368 h 1002890"/>
              <a:gd name="connsiteX27" fmla="*/ 1201994 w 2323043"/>
              <a:gd name="connsiteY27" fmla="*/ 44245 h 1002890"/>
              <a:gd name="connsiteX28" fmla="*/ 1283110 w 2323043"/>
              <a:gd name="connsiteY28" fmla="*/ 14748 h 1002890"/>
              <a:gd name="connsiteX29" fmla="*/ 1327355 w 2323043"/>
              <a:gd name="connsiteY29" fmla="*/ 7374 h 1002890"/>
              <a:gd name="connsiteX30" fmla="*/ 1364226 w 2323043"/>
              <a:gd name="connsiteY30" fmla="*/ 0 h 1002890"/>
              <a:gd name="connsiteX31" fmla="*/ 1541207 w 2323043"/>
              <a:gd name="connsiteY31" fmla="*/ 14748 h 1002890"/>
              <a:gd name="connsiteX32" fmla="*/ 1585452 w 2323043"/>
              <a:gd name="connsiteY32" fmla="*/ 29497 h 1002890"/>
              <a:gd name="connsiteX33" fmla="*/ 1607574 w 2323043"/>
              <a:gd name="connsiteY33" fmla="*/ 44245 h 1002890"/>
              <a:gd name="connsiteX34" fmla="*/ 1614949 w 2323043"/>
              <a:gd name="connsiteY34" fmla="*/ 140109 h 1002890"/>
              <a:gd name="connsiteX35" fmla="*/ 1600200 w 2323043"/>
              <a:gd name="connsiteY35" fmla="*/ 154858 h 1002890"/>
              <a:gd name="connsiteX36" fmla="*/ 1578078 w 2323043"/>
              <a:gd name="connsiteY36" fmla="*/ 199103 h 1002890"/>
              <a:gd name="connsiteX37" fmla="*/ 1563329 w 2323043"/>
              <a:gd name="connsiteY37" fmla="*/ 250722 h 1002890"/>
              <a:gd name="connsiteX38" fmla="*/ 1570703 w 2323043"/>
              <a:gd name="connsiteY38" fmla="*/ 272845 h 1002890"/>
              <a:gd name="connsiteX39" fmla="*/ 1703439 w 2323043"/>
              <a:gd name="connsiteY39" fmla="*/ 294968 h 1002890"/>
              <a:gd name="connsiteX40" fmla="*/ 1873045 w 2323043"/>
              <a:gd name="connsiteY40" fmla="*/ 280219 h 1002890"/>
              <a:gd name="connsiteX41" fmla="*/ 1968910 w 2323043"/>
              <a:gd name="connsiteY41" fmla="*/ 287593 h 1002890"/>
              <a:gd name="connsiteX42" fmla="*/ 1983658 w 2323043"/>
              <a:gd name="connsiteY42" fmla="*/ 302342 h 1002890"/>
              <a:gd name="connsiteX43" fmla="*/ 2027903 w 2323043"/>
              <a:gd name="connsiteY43" fmla="*/ 331838 h 1002890"/>
              <a:gd name="connsiteX44" fmla="*/ 2042652 w 2323043"/>
              <a:gd name="connsiteY44" fmla="*/ 353961 h 1002890"/>
              <a:gd name="connsiteX45" fmla="*/ 2050026 w 2323043"/>
              <a:gd name="connsiteY45" fmla="*/ 457200 h 1002890"/>
              <a:gd name="connsiteX46" fmla="*/ 2027903 w 2323043"/>
              <a:gd name="connsiteY46" fmla="*/ 494071 h 1002890"/>
              <a:gd name="connsiteX47" fmla="*/ 2020529 w 2323043"/>
              <a:gd name="connsiteY47" fmla="*/ 523568 h 1002890"/>
              <a:gd name="connsiteX48" fmla="*/ 2013155 w 2323043"/>
              <a:gd name="connsiteY48" fmla="*/ 545690 h 1002890"/>
              <a:gd name="connsiteX49" fmla="*/ 2035278 w 2323043"/>
              <a:gd name="connsiteY49" fmla="*/ 626806 h 1002890"/>
              <a:gd name="connsiteX50" fmla="*/ 2050026 w 2323043"/>
              <a:gd name="connsiteY50" fmla="*/ 641555 h 1002890"/>
              <a:gd name="connsiteX51" fmla="*/ 2072149 w 2323043"/>
              <a:gd name="connsiteY51" fmla="*/ 648929 h 1002890"/>
              <a:gd name="connsiteX52" fmla="*/ 2094271 w 2323043"/>
              <a:gd name="connsiteY52" fmla="*/ 663677 h 1002890"/>
              <a:gd name="connsiteX53" fmla="*/ 2101645 w 2323043"/>
              <a:gd name="connsiteY53" fmla="*/ 685800 h 1002890"/>
              <a:gd name="connsiteX54" fmla="*/ 2131142 w 2323043"/>
              <a:gd name="connsiteY54" fmla="*/ 730045 h 1002890"/>
              <a:gd name="connsiteX55" fmla="*/ 2145891 w 2323043"/>
              <a:gd name="connsiteY55" fmla="*/ 759542 h 1002890"/>
              <a:gd name="connsiteX56" fmla="*/ 2175387 w 2323043"/>
              <a:gd name="connsiteY56" fmla="*/ 781664 h 1002890"/>
              <a:gd name="connsiteX57" fmla="*/ 2190136 w 2323043"/>
              <a:gd name="connsiteY57" fmla="*/ 796413 h 1002890"/>
              <a:gd name="connsiteX58" fmla="*/ 2212258 w 2323043"/>
              <a:gd name="connsiteY58" fmla="*/ 811161 h 1002890"/>
              <a:gd name="connsiteX59" fmla="*/ 2227007 w 2323043"/>
              <a:gd name="connsiteY59" fmla="*/ 825909 h 1002890"/>
              <a:gd name="connsiteX60" fmla="*/ 2249129 w 2323043"/>
              <a:gd name="connsiteY60" fmla="*/ 833284 h 1002890"/>
              <a:gd name="connsiteX61" fmla="*/ 2293374 w 2323043"/>
              <a:gd name="connsiteY61" fmla="*/ 855406 h 1002890"/>
              <a:gd name="connsiteX62" fmla="*/ 2308123 w 2323043"/>
              <a:gd name="connsiteY62" fmla="*/ 870155 h 1002890"/>
              <a:gd name="connsiteX63" fmla="*/ 2308123 w 2323043"/>
              <a:gd name="connsiteY63" fmla="*/ 936522 h 1002890"/>
              <a:gd name="connsiteX64" fmla="*/ 2293374 w 2323043"/>
              <a:gd name="connsiteY64" fmla="*/ 995516 h 1002890"/>
              <a:gd name="connsiteX65" fmla="*/ 1806678 w 2323043"/>
              <a:gd name="connsiteY65" fmla="*/ 1002890 h 1002890"/>
              <a:gd name="connsiteX66" fmla="*/ 1342103 w 2323043"/>
              <a:gd name="connsiteY66" fmla="*/ 988142 h 1002890"/>
              <a:gd name="connsiteX67" fmla="*/ 825910 w 2323043"/>
              <a:gd name="connsiteY67" fmla="*/ 980768 h 1002890"/>
              <a:gd name="connsiteX68" fmla="*/ 228600 w 2323043"/>
              <a:gd name="connsiteY68" fmla="*/ 995516 h 1002890"/>
              <a:gd name="connsiteX69" fmla="*/ 0 w 2323043"/>
              <a:gd name="connsiteY69" fmla="*/ 988142 h 1002890"/>
              <a:gd name="connsiteX70" fmla="*/ 51620 w 2323043"/>
              <a:gd name="connsiteY70" fmla="*/ 980768 h 1002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323043" h="1002890" fill="none" extrusionOk="0">
                <a:moveTo>
                  <a:pt x="51620" y="980768"/>
                </a:moveTo>
                <a:cubicBezTo>
                  <a:pt x="70097" y="967534"/>
                  <a:pt x="104984" y="968840"/>
                  <a:pt x="132736" y="966019"/>
                </a:cubicBezTo>
                <a:cubicBezTo>
                  <a:pt x="177029" y="958930"/>
                  <a:pt x="207569" y="945273"/>
                  <a:pt x="243349" y="914400"/>
                </a:cubicBezTo>
                <a:cubicBezTo>
                  <a:pt x="252016" y="908199"/>
                  <a:pt x="268275" y="893688"/>
                  <a:pt x="280220" y="884903"/>
                </a:cubicBezTo>
                <a:cubicBezTo>
                  <a:pt x="291675" y="873343"/>
                  <a:pt x="303553" y="862411"/>
                  <a:pt x="309716" y="855406"/>
                </a:cubicBezTo>
                <a:cubicBezTo>
                  <a:pt x="316027" y="845362"/>
                  <a:pt x="318563" y="832145"/>
                  <a:pt x="324465" y="825909"/>
                </a:cubicBezTo>
                <a:cubicBezTo>
                  <a:pt x="330607" y="813463"/>
                  <a:pt x="339589" y="786045"/>
                  <a:pt x="339213" y="774290"/>
                </a:cubicBezTo>
                <a:cubicBezTo>
                  <a:pt x="346636" y="743437"/>
                  <a:pt x="348153" y="704765"/>
                  <a:pt x="353962" y="678426"/>
                </a:cubicBezTo>
                <a:cubicBezTo>
                  <a:pt x="360053" y="666396"/>
                  <a:pt x="367324" y="651833"/>
                  <a:pt x="368710" y="641555"/>
                </a:cubicBezTo>
                <a:cubicBezTo>
                  <a:pt x="373927" y="624733"/>
                  <a:pt x="376780" y="611783"/>
                  <a:pt x="383458" y="597309"/>
                </a:cubicBezTo>
                <a:cubicBezTo>
                  <a:pt x="399926" y="569792"/>
                  <a:pt x="406896" y="539621"/>
                  <a:pt x="442452" y="494071"/>
                </a:cubicBezTo>
                <a:cubicBezTo>
                  <a:pt x="500758" y="382230"/>
                  <a:pt x="431914" y="568185"/>
                  <a:pt x="501445" y="398206"/>
                </a:cubicBezTo>
                <a:cubicBezTo>
                  <a:pt x="513045" y="377491"/>
                  <a:pt x="516706" y="364011"/>
                  <a:pt x="530942" y="346587"/>
                </a:cubicBezTo>
                <a:cubicBezTo>
                  <a:pt x="550759" y="322631"/>
                  <a:pt x="575109" y="286611"/>
                  <a:pt x="589936" y="258097"/>
                </a:cubicBezTo>
                <a:cubicBezTo>
                  <a:pt x="601638" y="248049"/>
                  <a:pt x="614186" y="239352"/>
                  <a:pt x="619433" y="228600"/>
                </a:cubicBezTo>
                <a:cubicBezTo>
                  <a:pt x="638885" y="212022"/>
                  <a:pt x="652898" y="180013"/>
                  <a:pt x="663678" y="169606"/>
                </a:cubicBezTo>
                <a:cubicBezTo>
                  <a:pt x="678563" y="162007"/>
                  <a:pt x="694291" y="155025"/>
                  <a:pt x="707923" y="140109"/>
                </a:cubicBezTo>
                <a:cubicBezTo>
                  <a:pt x="716553" y="132166"/>
                  <a:pt x="726570" y="123731"/>
                  <a:pt x="737420" y="117987"/>
                </a:cubicBezTo>
                <a:cubicBezTo>
                  <a:pt x="744475" y="114493"/>
                  <a:pt x="750298" y="113246"/>
                  <a:pt x="759542" y="110613"/>
                </a:cubicBezTo>
                <a:cubicBezTo>
                  <a:pt x="769739" y="115162"/>
                  <a:pt x="789735" y="115398"/>
                  <a:pt x="803787" y="125361"/>
                </a:cubicBezTo>
                <a:cubicBezTo>
                  <a:pt x="812583" y="130963"/>
                  <a:pt x="818737" y="136915"/>
                  <a:pt x="825910" y="140109"/>
                </a:cubicBezTo>
                <a:cubicBezTo>
                  <a:pt x="844958" y="147036"/>
                  <a:pt x="884902" y="154858"/>
                  <a:pt x="884903" y="154858"/>
                </a:cubicBezTo>
                <a:cubicBezTo>
                  <a:pt x="920117" y="148109"/>
                  <a:pt x="950586" y="139488"/>
                  <a:pt x="995516" y="140109"/>
                </a:cubicBezTo>
                <a:cubicBezTo>
                  <a:pt x="1002648" y="136551"/>
                  <a:pt x="1011793" y="135154"/>
                  <a:pt x="1017639" y="132735"/>
                </a:cubicBezTo>
                <a:cubicBezTo>
                  <a:pt x="1045846" y="124282"/>
                  <a:pt x="1062547" y="115947"/>
                  <a:pt x="1084007" y="103238"/>
                </a:cubicBezTo>
                <a:cubicBezTo>
                  <a:pt x="1094862" y="95744"/>
                  <a:pt x="1105307" y="88970"/>
                  <a:pt x="1120878" y="81116"/>
                </a:cubicBezTo>
                <a:cubicBezTo>
                  <a:pt x="1137529" y="72792"/>
                  <a:pt x="1149856" y="72562"/>
                  <a:pt x="1165123" y="66368"/>
                </a:cubicBezTo>
                <a:cubicBezTo>
                  <a:pt x="1173495" y="61315"/>
                  <a:pt x="1187472" y="49993"/>
                  <a:pt x="1201994" y="44245"/>
                </a:cubicBezTo>
                <a:cubicBezTo>
                  <a:pt x="1217534" y="36323"/>
                  <a:pt x="1267995" y="19969"/>
                  <a:pt x="1283110" y="14748"/>
                </a:cubicBezTo>
                <a:cubicBezTo>
                  <a:pt x="1295221" y="12395"/>
                  <a:pt x="1315294" y="13615"/>
                  <a:pt x="1327355" y="7374"/>
                </a:cubicBezTo>
                <a:cubicBezTo>
                  <a:pt x="1344883" y="2070"/>
                  <a:pt x="1356137" y="718"/>
                  <a:pt x="1364226" y="0"/>
                </a:cubicBezTo>
                <a:cubicBezTo>
                  <a:pt x="1415258" y="-6066"/>
                  <a:pt x="1488125" y="-2865"/>
                  <a:pt x="1541207" y="14748"/>
                </a:cubicBezTo>
                <a:cubicBezTo>
                  <a:pt x="1558049" y="23403"/>
                  <a:pt x="1575638" y="21853"/>
                  <a:pt x="1585452" y="29497"/>
                </a:cubicBezTo>
                <a:cubicBezTo>
                  <a:pt x="1591608" y="34707"/>
                  <a:pt x="1596715" y="38582"/>
                  <a:pt x="1607574" y="44245"/>
                </a:cubicBezTo>
                <a:cubicBezTo>
                  <a:pt x="1629732" y="85238"/>
                  <a:pt x="1631733" y="79006"/>
                  <a:pt x="1614949" y="140109"/>
                </a:cubicBezTo>
                <a:cubicBezTo>
                  <a:pt x="1612444" y="146526"/>
                  <a:pt x="1605331" y="149913"/>
                  <a:pt x="1600200" y="154858"/>
                </a:cubicBezTo>
                <a:cubicBezTo>
                  <a:pt x="1593483" y="221617"/>
                  <a:pt x="1622022" y="150737"/>
                  <a:pt x="1578078" y="199103"/>
                </a:cubicBezTo>
                <a:cubicBezTo>
                  <a:pt x="1573074" y="209952"/>
                  <a:pt x="1564918" y="241621"/>
                  <a:pt x="1563329" y="250722"/>
                </a:cubicBezTo>
                <a:cubicBezTo>
                  <a:pt x="1568973" y="257929"/>
                  <a:pt x="1564821" y="268009"/>
                  <a:pt x="1570703" y="272845"/>
                </a:cubicBezTo>
                <a:cubicBezTo>
                  <a:pt x="1597021" y="300964"/>
                  <a:pt x="1692596" y="294008"/>
                  <a:pt x="1703439" y="294968"/>
                </a:cubicBezTo>
                <a:cubicBezTo>
                  <a:pt x="1753376" y="302857"/>
                  <a:pt x="1822990" y="281983"/>
                  <a:pt x="1873045" y="280219"/>
                </a:cubicBezTo>
                <a:cubicBezTo>
                  <a:pt x="1898464" y="276916"/>
                  <a:pt x="1931651" y="283315"/>
                  <a:pt x="1968910" y="287593"/>
                </a:cubicBezTo>
                <a:cubicBezTo>
                  <a:pt x="1974062" y="292761"/>
                  <a:pt x="1978999" y="297461"/>
                  <a:pt x="1983658" y="302342"/>
                </a:cubicBezTo>
                <a:cubicBezTo>
                  <a:pt x="1997837" y="312976"/>
                  <a:pt x="2027902" y="331838"/>
                  <a:pt x="2027903" y="331838"/>
                </a:cubicBezTo>
                <a:cubicBezTo>
                  <a:pt x="2031811" y="337060"/>
                  <a:pt x="2037881" y="344473"/>
                  <a:pt x="2042652" y="353961"/>
                </a:cubicBezTo>
                <a:cubicBezTo>
                  <a:pt x="2056656" y="389674"/>
                  <a:pt x="2062038" y="405892"/>
                  <a:pt x="2050026" y="457200"/>
                </a:cubicBezTo>
                <a:cubicBezTo>
                  <a:pt x="2048730" y="473492"/>
                  <a:pt x="2040900" y="484283"/>
                  <a:pt x="2027903" y="494071"/>
                </a:cubicBezTo>
                <a:cubicBezTo>
                  <a:pt x="2027710" y="505356"/>
                  <a:pt x="2023195" y="513602"/>
                  <a:pt x="2020529" y="523568"/>
                </a:cubicBezTo>
                <a:cubicBezTo>
                  <a:pt x="2017675" y="530810"/>
                  <a:pt x="2011240" y="539847"/>
                  <a:pt x="2013155" y="545690"/>
                </a:cubicBezTo>
                <a:cubicBezTo>
                  <a:pt x="2010144" y="591853"/>
                  <a:pt x="2012550" y="600535"/>
                  <a:pt x="2035278" y="626806"/>
                </a:cubicBezTo>
                <a:cubicBezTo>
                  <a:pt x="2039539" y="632747"/>
                  <a:pt x="2044399" y="638085"/>
                  <a:pt x="2050026" y="641555"/>
                </a:cubicBezTo>
                <a:cubicBezTo>
                  <a:pt x="2055453" y="643376"/>
                  <a:pt x="2064142" y="644272"/>
                  <a:pt x="2072149" y="648929"/>
                </a:cubicBezTo>
                <a:cubicBezTo>
                  <a:pt x="2079162" y="652933"/>
                  <a:pt x="2089373" y="657167"/>
                  <a:pt x="2094271" y="663677"/>
                </a:cubicBezTo>
                <a:cubicBezTo>
                  <a:pt x="2099805" y="668946"/>
                  <a:pt x="2096672" y="678577"/>
                  <a:pt x="2101645" y="685800"/>
                </a:cubicBezTo>
                <a:cubicBezTo>
                  <a:pt x="2108104" y="700072"/>
                  <a:pt x="2123506" y="716264"/>
                  <a:pt x="2131142" y="730045"/>
                </a:cubicBezTo>
                <a:cubicBezTo>
                  <a:pt x="2136895" y="741240"/>
                  <a:pt x="2136499" y="751384"/>
                  <a:pt x="2145891" y="759542"/>
                </a:cubicBezTo>
                <a:cubicBezTo>
                  <a:pt x="2155147" y="768159"/>
                  <a:pt x="2167246" y="772793"/>
                  <a:pt x="2175387" y="781664"/>
                </a:cubicBezTo>
                <a:cubicBezTo>
                  <a:pt x="2181236" y="785308"/>
                  <a:pt x="2184814" y="791127"/>
                  <a:pt x="2190136" y="796413"/>
                </a:cubicBezTo>
                <a:cubicBezTo>
                  <a:pt x="2197214" y="801733"/>
                  <a:pt x="2208464" y="806264"/>
                  <a:pt x="2212258" y="811161"/>
                </a:cubicBezTo>
                <a:cubicBezTo>
                  <a:pt x="2217623" y="815185"/>
                  <a:pt x="2221116" y="821623"/>
                  <a:pt x="2227007" y="825909"/>
                </a:cubicBezTo>
                <a:cubicBezTo>
                  <a:pt x="2234307" y="831514"/>
                  <a:pt x="2241574" y="830386"/>
                  <a:pt x="2249129" y="833284"/>
                </a:cubicBezTo>
                <a:cubicBezTo>
                  <a:pt x="2299355" y="873065"/>
                  <a:pt x="2240509" y="837684"/>
                  <a:pt x="2293374" y="855406"/>
                </a:cubicBezTo>
                <a:cubicBezTo>
                  <a:pt x="2298708" y="861158"/>
                  <a:pt x="2304910" y="865790"/>
                  <a:pt x="2308123" y="870155"/>
                </a:cubicBezTo>
                <a:cubicBezTo>
                  <a:pt x="2325074" y="895977"/>
                  <a:pt x="2312464" y="906312"/>
                  <a:pt x="2308123" y="936522"/>
                </a:cubicBezTo>
                <a:cubicBezTo>
                  <a:pt x="2308751" y="967751"/>
                  <a:pt x="2331738" y="998474"/>
                  <a:pt x="2293374" y="995516"/>
                </a:cubicBezTo>
                <a:cubicBezTo>
                  <a:pt x="2096831" y="999169"/>
                  <a:pt x="1998354" y="974355"/>
                  <a:pt x="1806678" y="1002890"/>
                </a:cubicBezTo>
                <a:cubicBezTo>
                  <a:pt x="1651004" y="981924"/>
                  <a:pt x="1453193" y="998125"/>
                  <a:pt x="1342103" y="988142"/>
                </a:cubicBezTo>
                <a:cubicBezTo>
                  <a:pt x="1151003" y="1016203"/>
                  <a:pt x="959470" y="988831"/>
                  <a:pt x="825910" y="980768"/>
                </a:cubicBezTo>
                <a:cubicBezTo>
                  <a:pt x="637505" y="1005478"/>
                  <a:pt x="374928" y="1003813"/>
                  <a:pt x="228600" y="995516"/>
                </a:cubicBezTo>
                <a:cubicBezTo>
                  <a:pt x="147604" y="994319"/>
                  <a:pt x="89515" y="988693"/>
                  <a:pt x="0" y="988142"/>
                </a:cubicBezTo>
                <a:cubicBezTo>
                  <a:pt x="48149" y="995742"/>
                  <a:pt x="32287" y="984799"/>
                  <a:pt x="51620" y="980768"/>
                </a:cubicBezTo>
                <a:close/>
              </a:path>
              <a:path w="2323043" h="1002890" stroke="0" extrusionOk="0">
                <a:moveTo>
                  <a:pt x="51620" y="980768"/>
                </a:moveTo>
                <a:cubicBezTo>
                  <a:pt x="74345" y="971156"/>
                  <a:pt x="104056" y="974192"/>
                  <a:pt x="132736" y="966019"/>
                </a:cubicBezTo>
                <a:cubicBezTo>
                  <a:pt x="164813" y="958189"/>
                  <a:pt x="212427" y="946650"/>
                  <a:pt x="243349" y="914400"/>
                </a:cubicBezTo>
                <a:cubicBezTo>
                  <a:pt x="255200" y="907452"/>
                  <a:pt x="269175" y="891256"/>
                  <a:pt x="280220" y="884903"/>
                </a:cubicBezTo>
                <a:cubicBezTo>
                  <a:pt x="290845" y="872124"/>
                  <a:pt x="303772" y="863285"/>
                  <a:pt x="309716" y="855406"/>
                </a:cubicBezTo>
                <a:cubicBezTo>
                  <a:pt x="315306" y="847102"/>
                  <a:pt x="317927" y="836039"/>
                  <a:pt x="324465" y="825909"/>
                </a:cubicBezTo>
                <a:cubicBezTo>
                  <a:pt x="329881" y="816276"/>
                  <a:pt x="336298" y="785246"/>
                  <a:pt x="339213" y="774290"/>
                </a:cubicBezTo>
                <a:cubicBezTo>
                  <a:pt x="338801" y="754941"/>
                  <a:pt x="348394" y="701844"/>
                  <a:pt x="353962" y="678426"/>
                </a:cubicBezTo>
                <a:cubicBezTo>
                  <a:pt x="358750" y="668275"/>
                  <a:pt x="365482" y="652606"/>
                  <a:pt x="368710" y="641555"/>
                </a:cubicBezTo>
                <a:cubicBezTo>
                  <a:pt x="376480" y="630295"/>
                  <a:pt x="372692" y="608786"/>
                  <a:pt x="383458" y="597309"/>
                </a:cubicBezTo>
                <a:cubicBezTo>
                  <a:pt x="398963" y="563716"/>
                  <a:pt x="423047" y="517534"/>
                  <a:pt x="442452" y="494071"/>
                </a:cubicBezTo>
                <a:cubicBezTo>
                  <a:pt x="530639" y="334209"/>
                  <a:pt x="403826" y="524795"/>
                  <a:pt x="501445" y="398206"/>
                </a:cubicBezTo>
                <a:cubicBezTo>
                  <a:pt x="513455" y="383776"/>
                  <a:pt x="519804" y="361169"/>
                  <a:pt x="530942" y="346587"/>
                </a:cubicBezTo>
                <a:cubicBezTo>
                  <a:pt x="540987" y="323499"/>
                  <a:pt x="574649" y="276127"/>
                  <a:pt x="589936" y="258097"/>
                </a:cubicBezTo>
                <a:cubicBezTo>
                  <a:pt x="602261" y="248569"/>
                  <a:pt x="610038" y="242309"/>
                  <a:pt x="619433" y="228600"/>
                </a:cubicBezTo>
                <a:cubicBezTo>
                  <a:pt x="635022" y="207659"/>
                  <a:pt x="638177" y="184999"/>
                  <a:pt x="663678" y="169606"/>
                </a:cubicBezTo>
                <a:cubicBezTo>
                  <a:pt x="672971" y="162709"/>
                  <a:pt x="689668" y="151598"/>
                  <a:pt x="707923" y="140109"/>
                </a:cubicBezTo>
                <a:cubicBezTo>
                  <a:pt x="716977" y="130192"/>
                  <a:pt x="726848" y="124782"/>
                  <a:pt x="737420" y="117987"/>
                </a:cubicBezTo>
                <a:cubicBezTo>
                  <a:pt x="742713" y="114435"/>
                  <a:pt x="752087" y="111668"/>
                  <a:pt x="759542" y="110613"/>
                </a:cubicBezTo>
                <a:cubicBezTo>
                  <a:pt x="774972" y="116670"/>
                  <a:pt x="788041" y="115729"/>
                  <a:pt x="803787" y="125361"/>
                </a:cubicBezTo>
                <a:cubicBezTo>
                  <a:pt x="813181" y="129833"/>
                  <a:pt x="818210" y="135978"/>
                  <a:pt x="825910" y="140109"/>
                </a:cubicBezTo>
                <a:cubicBezTo>
                  <a:pt x="844958" y="147036"/>
                  <a:pt x="884903" y="154858"/>
                  <a:pt x="884903" y="154858"/>
                </a:cubicBezTo>
                <a:cubicBezTo>
                  <a:pt x="928812" y="143087"/>
                  <a:pt x="959240" y="148898"/>
                  <a:pt x="995516" y="140109"/>
                </a:cubicBezTo>
                <a:cubicBezTo>
                  <a:pt x="1004354" y="138593"/>
                  <a:pt x="1010873" y="135583"/>
                  <a:pt x="1017639" y="132735"/>
                </a:cubicBezTo>
                <a:cubicBezTo>
                  <a:pt x="1042962" y="126539"/>
                  <a:pt x="1060433" y="113525"/>
                  <a:pt x="1084007" y="103238"/>
                </a:cubicBezTo>
                <a:cubicBezTo>
                  <a:pt x="1097756" y="95525"/>
                  <a:pt x="1107884" y="89849"/>
                  <a:pt x="1120878" y="81116"/>
                </a:cubicBezTo>
                <a:cubicBezTo>
                  <a:pt x="1134433" y="75121"/>
                  <a:pt x="1151155" y="72959"/>
                  <a:pt x="1165123" y="66368"/>
                </a:cubicBezTo>
                <a:cubicBezTo>
                  <a:pt x="1180307" y="62068"/>
                  <a:pt x="1188444" y="46868"/>
                  <a:pt x="1201994" y="44245"/>
                </a:cubicBezTo>
                <a:cubicBezTo>
                  <a:pt x="1220467" y="39310"/>
                  <a:pt x="1269045" y="15279"/>
                  <a:pt x="1283110" y="14748"/>
                </a:cubicBezTo>
                <a:cubicBezTo>
                  <a:pt x="1298861" y="11070"/>
                  <a:pt x="1311534" y="10210"/>
                  <a:pt x="1327355" y="7374"/>
                </a:cubicBezTo>
                <a:cubicBezTo>
                  <a:pt x="1339778" y="6555"/>
                  <a:pt x="1353554" y="-715"/>
                  <a:pt x="1364226" y="0"/>
                </a:cubicBezTo>
                <a:cubicBezTo>
                  <a:pt x="1410400" y="-7138"/>
                  <a:pt x="1486475" y="-644"/>
                  <a:pt x="1541207" y="14748"/>
                </a:cubicBezTo>
                <a:cubicBezTo>
                  <a:pt x="1556164" y="20833"/>
                  <a:pt x="1570083" y="19272"/>
                  <a:pt x="1585452" y="29497"/>
                </a:cubicBezTo>
                <a:cubicBezTo>
                  <a:pt x="1591359" y="32779"/>
                  <a:pt x="1601182" y="37937"/>
                  <a:pt x="1607574" y="44245"/>
                </a:cubicBezTo>
                <a:cubicBezTo>
                  <a:pt x="1627267" y="85992"/>
                  <a:pt x="1632492" y="79150"/>
                  <a:pt x="1614949" y="140109"/>
                </a:cubicBezTo>
                <a:cubicBezTo>
                  <a:pt x="1614573" y="145370"/>
                  <a:pt x="1604820" y="149382"/>
                  <a:pt x="1600200" y="154858"/>
                </a:cubicBezTo>
                <a:cubicBezTo>
                  <a:pt x="1578695" y="214141"/>
                  <a:pt x="1597784" y="147586"/>
                  <a:pt x="1578078" y="199103"/>
                </a:cubicBezTo>
                <a:cubicBezTo>
                  <a:pt x="1572332" y="208954"/>
                  <a:pt x="1568455" y="240837"/>
                  <a:pt x="1563329" y="250722"/>
                </a:cubicBezTo>
                <a:cubicBezTo>
                  <a:pt x="1564020" y="257714"/>
                  <a:pt x="1565311" y="268122"/>
                  <a:pt x="1570703" y="272845"/>
                </a:cubicBezTo>
                <a:cubicBezTo>
                  <a:pt x="1598124" y="300059"/>
                  <a:pt x="1693201" y="297828"/>
                  <a:pt x="1703439" y="294968"/>
                </a:cubicBezTo>
                <a:cubicBezTo>
                  <a:pt x="1750225" y="278407"/>
                  <a:pt x="1842486" y="271882"/>
                  <a:pt x="1873045" y="280219"/>
                </a:cubicBezTo>
                <a:cubicBezTo>
                  <a:pt x="1902514" y="283120"/>
                  <a:pt x="1936167" y="278629"/>
                  <a:pt x="1968910" y="287593"/>
                </a:cubicBezTo>
                <a:cubicBezTo>
                  <a:pt x="1974013" y="291899"/>
                  <a:pt x="1977011" y="296539"/>
                  <a:pt x="1983658" y="302342"/>
                </a:cubicBezTo>
                <a:cubicBezTo>
                  <a:pt x="1997838" y="312977"/>
                  <a:pt x="2027903" y="331838"/>
                  <a:pt x="2027903" y="331838"/>
                </a:cubicBezTo>
                <a:cubicBezTo>
                  <a:pt x="2033448" y="338394"/>
                  <a:pt x="2038098" y="347705"/>
                  <a:pt x="2042652" y="353961"/>
                </a:cubicBezTo>
                <a:cubicBezTo>
                  <a:pt x="2066809" y="396246"/>
                  <a:pt x="2062046" y="404814"/>
                  <a:pt x="2050026" y="457200"/>
                </a:cubicBezTo>
                <a:cubicBezTo>
                  <a:pt x="2045153" y="472616"/>
                  <a:pt x="2035568" y="481043"/>
                  <a:pt x="2027903" y="494071"/>
                </a:cubicBezTo>
                <a:cubicBezTo>
                  <a:pt x="2024286" y="504791"/>
                  <a:pt x="2022512" y="513961"/>
                  <a:pt x="2020529" y="523568"/>
                </a:cubicBezTo>
                <a:cubicBezTo>
                  <a:pt x="2017087" y="532027"/>
                  <a:pt x="2013232" y="537351"/>
                  <a:pt x="2013155" y="545690"/>
                </a:cubicBezTo>
                <a:cubicBezTo>
                  <a:pt x="2013478" y="591017"/>
                  <a:pt x="2012504" y="596838"/>
                  <a:pt x="2035278" y="626806"/>
                </a:cubicBezTo>
                <a:cubicBezTo>
                  <a:pt x="2040440" y="633037"/>
                  <a:pt x="2044559" y="638768"/>
                  <a:pt x="2050026" y="641555"/>
                </a:cubicBezTo>
                <a:cubicBezTo>
                  <a:pt x="2058798" y="645719"/>
                  <a:pt x="2062955" y="646574"/>
                  <a:pt x="2072149" y="648929"/>
                </a:cubicBezTo>
                <a:cubicBezTo>
                  <a:pt x="2080153" y="653040"/>
                  <a:pt x="2090709" y="657791"/>
                  <a:pt x="2094271" y="663677"/>
                </a:cubicBezTo>
                <a:cubicBezTo>
                  <a:pt x="2100074" y="668023"/>
                  <a:pt x="2099574" y="680226"/>
                  <a:pt x="2101645" y="685800"/>
                </a:cubicBezTo>
                <a:cubicBezTo>
                  <a:pt x="2107683" y="704044"/>
                  <a:pt x="2125448" y="714775"/>
                  <a:pt x="2131142" y="730045"/>
                </a:cubicBezTo>
                <a:cubicBezTo>
                  <a:pt x="2136309" y="739401"/>
                  <a:pt x="2138370" y="752182"/>
                  <a:pt x="2145891" y="759542"/>
                </a:cubicBezTo>
                <a:cubicBezTo>
                  <a:pt x="2152059" y="771055"/>
                  <a:pt x="2166357" y="773654"/>
                  <a:pt x="2175387" y="781664"/>
                </a:cubicBezTo>
                <a:cubicBezTo>
                  <a:pt x="2179262" y="786562"/>
                  <a:pt x="2185032" y="790610"/>
                  <a:pt x="2190136" y="796413"/>
                </a:cubicBezTo>
                <a:cubicBezTo>
                  <a:pt x="2198798" y="800602"/>
                  <a:pt x="2205317" y="806233"/>
                  <a:pt x="2212258" y="811161"/>
                </a:cubicBezTo>
                <a:cubicBezTo>
                  <a:pt x="2219511" y="816027"/>
                  <a:pt x="2222229" y="822974"/>
                  <a:pt x="2227007" y="825909"/>
                </a:cubicBezTo>
                <a:cubicBezTo>
                  <a:pt x="2234922" y="830188"/>
                  <a:pt x="2241868" y="828795"/>
                  <a:pt x="2249129" y="833284"/>
                </a:cubicBezTo>
                <a:cubicBezTo>
                  <a:pt x="2304215" y="868968"/>
                  <a:pt x="2243861" y="827247"/>
                  <a:pt x="2293374" y="855406"/>
                </a:cubicBezTo>
                <a:cubicBezTo>
                  <a:pt x="2297723" y="859268"/>
                  <a:pt x="2306366" y="863556"/>
                  <a:pt x="2308123" y="870155"/>
                </a:cubicBezTo>
                <a:cubicBezTo>
                  <a:pt x="2323684" y="892962"/>
                  <a:pt x="2310465" y="911176"/>
                  <a:pt x="2308123" y="936522"/>
                </a:cubicBezTo>
                <a:cubicBezTo>
                  <a:pt x="2310104" y="961563"/>
                  <a:pt x="2344283" y="995803"/>
                  <a:pt x="2293374" y="995516"/>
                </a:cubicBezTo>
                <a:cubicBezTo>
                  <a:pt x="2111790" y="1005641"/>
                  <a:pt x="1932454" y="972257"/>
                  <a:pt x="1806678" y="1002890"/>
                </a:cubicBezTo>
                <a:cubicBezTo>
                  <a:pt x="1661245" y="985873"/>
                  <a:pt x="1555751" y="1005917"/>
                  <a:pt x="1342103" y="988142"/>
                </a:cubicBezTo>
                <a:cubicBezTo>
                  <a:pt x="1105608" y="989591"/>
                  <a:pt x="993850" y="998356"/>
                  <a:pt x="825910" y="980768"/>
                </a:cubicBezTo>
                <a:cubicBezTo>
                  <a:pt x="616576" y="998535"/>
                  <a:pt x="384844" y="976118"/>
                  <a:pt x="228600" y="995516"/>
                </a:cubicBezTo>
                <a:cubicBezTo>
                  <a:pt x="158589" y="992391"/>
                  <a:pt x="80771" y="959152"/>
                  <a:pt x="0" y="988142"/>
                </a:cubicBezTo>
                <a:cubicBezTo>
                  <a:pt x="48430" y="989785"/>
                  <a:pt x="24736" y="980053"/>
                  <a:pt x="51620" y="980768"/>
                </a:cubicBezTo>
                <a:close/>
              </a:path>
              <a:path w="2323043" h="1002890" fill="none" stroke="0" extrusionOk="0">
                <a:moveTo>
                  <a:pt x="51620" y="980768"/>
                </a:moveTo>
                <a:cubicBezTo>
                  <a:pt x="71363" y="970822"/>
                  <a:pt x="102841" y="969897"/>
                  <a:pt x="132736" y="966019"/>
                </a:cubicBezTo>
                <a:cubicBezTo>
                  <a:pt x="170576" y="963855"/>
                  <a:pt x="208384" y="951707"/>
                  <a:pt x="243349" y="914400"/>
                </a:cubicBezTo>
                <a:cubicBezTo>
                  <a:pt x="252449" y="907069"/>
                  <a:pt x="271885" y="891390"/>
                  <a:pt x="280220" y="884903"/>
                </a:cubicBezTo>
                <a:cubicBezTo>
                  <a:pt x="291657" y="873364"/>
                  <a:pt x="304546" y="863153"/>
                  <a:pt x="309716" y="855406"/>
                </a:cubicBezTo>
                <a:cubicBezTo>
                  <a:pt x="314902" y="845563"/>
                  <a:pt x="318908" y="833913"/>
                  <a:pt x="324465" y="825909"/>
                </a:cubicBezTo>
                <a:cubicBezTo>
                  <a:pt x="332750" y="815661"/>
                  <a:pt x="334586" y="786471"/>
                  <a:pt x="339213" y="774290"/>
                </a:cubicBezTo>
                <a:cubicBezTo>
                  <a:pt x="347263" y="748954"/>
                  <a:pt x="342160" y="708288"/>
                  <a:pt x="353962" y="678426"/>
                </a:cubicBezTo>
                <a:cubicBezTo>
                  <a:pt x="358845" y="666118"/>
                  <a:pt x="365638" y="651519"/>
                  <a:pt x="368710" y="641555"/>
                </a:cubicBezTo>
                <a:cubicBezTo>
                  <a:pt x="372448" y="628520"/>
                  <a:pt x="376000" y="611344"/>
                  <a:pt x="383458" y="597309"/>
                </a:cubicBezTo>
                <a:cubicBezTo>
                  <a:pt x="389881" y="570548"/>
                  <a:pt x="414350" y="527640"/>
                  <a:pt x="442452" y="494071"/>
                </a:cubicBezTo>
                <a:cubicBezTo>
                  <a:pt x="530026" y="351207"/>
                  <a:pt x="437467" y="585162"/>
                  <a:pt x="501445" y="398206"/>
                </a:cubicBezTo>
                <a:cubicBezTo>
                  <a:pt x="512816" y="378239"/>
                  <a:pt x="515130" y="365268"/>
                  <a:pt x="530942" y="346587"/>
                </a:cubicBezTo>
                <a:cubicBezTo>
                  <a:pt x="552036" y="320657"/>
                  <a:pt x="574660" y="279222"/>
                  <a:pt x="589936" y="258097"/>
                </a:cubicBezTo>
                <a:cubicBezTo>
                  <a:pt x="603619" y="248138"/>
                  <a:pt x="612644" y="241905"/>
                  <a:pt x="619433" y="228600"/>
                </a:cubicBezTo>
                <a:cubicBezTo>
                  <a:pt x="633310" y="208057"/>
                  <a:pt x="648764" y="182519"/>
                  <a:pt x="663678" y="169606"/>
                </a:cubicBezTo>
                <a:cubicBezTo>
                  <a:pt x="675051" y="164510"/>
                  <a:pt x="695004" y="153978"/>
                  <a:pt x="707923" y="140109"/>
                </a:cubicBezTo>
                <a:cubicBezTo>
                  <a:pt x="713365" y="128701"/>
                  <a:pt x="725210" y="125493"/>
                  <a:pt x="737420" y="117987"/>
                </a:cubicBezTo>
                <a:cubicBezTo>
                  <a:pt x="743749" y="115354"/>
                  <a:pt x="752358" y="112143"/>
                  <a:pt x="759542" y="110613"/>
                </a:cubicBezTo>
                <a:cubicBezTo>
                  <a:pt x="772704" y="114259"/>
                  <a:pt x="788793" y="115413"/>
                  <a:pt x="803787" y="125361"/>
                </a:cubicBezTo>
                <a:cubicBezTo>
                  <a:pt x="812526" y="131708"/>
                  <a:pt x="819200" y="135533"/>
                  <a:pt x="825910" y="140109"/>
                </a:cubicBezTo>
                <a:cubicBezTo>
                  <a:pt x="844957" y="147036"/>
                  <a:pt x="884903" y="154858"/>
                  <a:pt x="884903" y="154858"/>
                </a:cubicBezTo>
                <a:cubicBezTo>
                  <a:pt x="912980" y="138438"/>
                  <a:pt x="956103" y="147043"/>
                  <a:pt x="995516" y="140109"/>
                </a:cubicBezTo>
                <a:cubicBezTo>
                  <a:pt x="1004186" y="137933"/>
                  <a:pt x="1011143" y="135625"/>
                  <a:pt x="1017639" y="132735"/>
                </a:cubicBezTo>
                <a:cubicBezTo>
                  <a:pt x="1045455" y="126425"/>
                  <a:pt x="1060013" y="113947"/>
                  <a:pt x="1084007" y="103238"/>
                </a:cubicBezTo>
                <a:cubicBezTo>
                  <a:pt x="1097117" y="94798"/>
                  <a:pt x="1107063" y="89219"/>
                  <a:pt x="1120878" y="81116"/>
                </a:cubicBezTo>
                <a:cubicBezTo>
                  <a:pt x="1137628" y="75015"/>
                  <a:pt x="1150426" y="72596"/>
                  <a:pt x="1165123" y="66368"/>
                </a:cubicBezTo>
                <a:cubicBezTo>
                  <a:pt x="1173790" y="59603"/>
                  <a:pt x="1188595" y="47175"/>
                  <a:pt x="1201994" y="44245"/>
                </a:cubicBezTo>
                <a:cubicBezTo>
                  <a:pt x="1217787" y="41848"/>
                  <a:pt x="1267829" y="16595"/>
                  <a:pt x="1283110" y="14748"/>
                </a:cubicBezTo>
                <a:cubicBezTo>
                  <a:pt x="1298414" y="11403"/>
                  <a:pt x="1313169" y="9642"/>
                  <a:pt x="1327355" y="7374"/>
                </a:cubicBezTo>
                <a:cubicBezTo>
                  <a:pt x="1341188" y="5649"/>
                  <a:pt x="1349724" y="4357"/>
                  <a:pt x="1364226" y="0"/>
                </a:cubicBezTo>
                <a:cubicBezTo>
                  <a:pt x="1418229" y="-8383"/>
                  <a:pt x="1484734" y="-7266"/>
                  <a:pt x="1541207" y="14748"/>
                </a:cubicBezTo>
                <a:cubicBezTo>
                  <a:pt x="1558072" y="20536"/>
                  <a:pt x="1576745" y="20651"/>
                  <a:pt x="1585452" y="29497"/>
                </a:cubicBezTo>
                <a:cubicBezTo>
                  <a:pt x="1592515" y="34016"/>
                  <a:pt x="1597085" y="38753"/>
                  <a:pt x="1607574" y="44245"/>
                </a:cubicBezTo>
                <a:cubicBezTo>
                  <a:pt x="1627274" y="85105"/>
                  <a:pt x="1633020" y="80046"/>
                  <a:pt x="1614949" y="140109"/>
                </a:cubicBezTo>
                <a:cubicBezTo>
                  <a:pt x="1613442" y="145845"/>
                  <a:pt x="1605805" y="151203"/>
                  <a:pt x="1600200" y="154858"/>
                </a:cubicBezTo>
                <a:cubicBezTo>
                  <a:pt x="1573417" y="220754"/>
                  <a:pt x="1602803" y="153739"/>
                  <a:pt x="1578078" y="199103"/>
                </a:cubicBezTo>
                <a:cubicBezTo>
                  <a:pt x="1571048" y="210462"/>
                  <a:pt x="1567563" y="241500"/>
                  <a:pt x="1563329" y="250722"/>
                </a:cubicBezTo>
                <a:cubicBezTo>
                  <a:pt x="1567675" y="257664"/>
                  <a:pt x="1562554" y="266962"/>
                  <a:pt x="1570703" y="272845"/>
                </a:cubicBezTo>
                <a:cubicBezTo>
                  <a:pt x="1597942" y="301022"/>
                  <a:pt x="1693032" y="296443"/>
                  <a:pt x="1703439" y="294968"/>
                </a:cubicBezTo>
                <a:cubicBezTo>
                  <a:pt x="1744890" y="288943"/>
                  <a:pt x="1834278" y="277136"/>
                  <a:pt x="1873045" y="280219"/>
                </a:cubicBezTo>
                <a:cubicBezTo>
                  <a:pt x="1904072" y="276829"/>
                  <a:pt x="1934876" y="284731"/>
                  <a:pt x="1968910" y="287593"/>
                </a:cubicBezTo>
                <a:cubicBezTo>
                  <a:pt x="1974497" y="291115"/>
                  <a:pt x="1977526" y="297427"/>
                  <a:pt x="1983658" y="302342"/>
                </a:cubicBezTo>
                <a:cubicBezTo>
                  <a:pt x="1997837" y="312977"/>
                  <a:pt x="2027903" y="331838"/>
                  <a:pt x="2027903" y="331838"/>
                </a:cubicBezTo>
                <a:cubicBezTo>
                  <a:pt x="2033432" y="337174"/>
                  <a:pt x="2038273" y="346297"/>
                  <a:pt x="2042652" y="353961"/>
                </a:cubicBezTo>
                <a:cubicBezTo>
                  <a:pt x="2064369" y="392005"/>
                  <a:pt x="2064096" y="408196"/>
                  <a:pt x="2050026" y="457200"/>
                </a:cubicBezTo>
                <a:cubicBezTo>
                  <a:pt x="2047546" y="472398"/>
                  <a:pt x="2038242" y="482323"/>
                  <a:pt x="2027903" y="494071"/>
                </a:cubicBezTo>
                <a:cubicBezTo>
                  <a:pt x="2025091" y="505731"/>
                  <a:pt x="2021175" y="513325"/>
                  <a:pt x="2020529" y="523568"/>
                </a:cubicBezTo>
                <a:cubicBezTo>
                  <a:pt x="2019257" y="532220"/>
                  <a:pt x="2011485" y="538446"/>
                  <a:pt x="2013155" y="545690"/>
                </a:cubicBezTo>
                <a:cubicBezTo>
                  <a:pt x="2011966" y="591481"/>
                  <a:pt x="2012563" y="598654"/>
                  <a:pt x="2035278" y="626806"/>
                </a:cubicBezTo>
                <a:cubicBezTo>
                  <a:pt x="2040867" y="632784"/>
                  <a:pt x="2044357" y="637644"/>
                  <a:pt x="2050026" y="641555"/>
                </a:cubicBezTo>
                <a:cubicBezTo>
                  <a:pt x="2057580" y="646225"/>
                  <a:pt x="2064047" y="644457"/>
                  <a:pt x="2072149" y="648929"/>
                </a:cubicBezTo>
                <a:cubicBezTo>
                  <a:pt x="2079301" y="654724"/>
                  <a:pt x="2091553" y="655524"/>
                  <a:pt x="2094271" y="663677"/>
                </a:cubicBezTo>
                <a:cubicBezTo>
                  <a:pt x="2098540" y="668519"/>
                  <a:pt x="2098496" y="679705"/>
                  <a:pt x="2101645" y="685800"/>
                </a:cubicBezTo>
                <a:cubicBezTo>
                  <a:pt x="2108880" y="702820"/>
                  <a:pt x="2125467" y="715029"/>
                  <a:pt x="2131142" y="730045"/>
                </a:cubicBezTo>
                <a:cubicBezTo>
                  <a:pt x="2137689" y="738277"/>
                  <a:pt x="2136857" y="754009"/>
                  <a:pt x="2145891" y="759542"/>
                </a:cubicBezTo>
                <a:cubicBezTo>
                  <a:pt x="2154990" y="768200"/>
                  <a:pt x="2165532" y="774001"/>
                  <a:pt x="2175387" y="781664"/>
                </a:cubicBezTo>
                <a:cubicBezTo>
                  <a:pt x="2182202" y="786430"/>
                  <a:pt x="2182680" y="791475"/>
                  <a:pt x="2190136" y="796413"/>
                </a:cubicBezTo>
                <a:cubicBezTo>
                  <a:pt x="2198405" y="800884"/>
                  <a:pt x="2206657" y="806123"/>
                  <a:pt x="2212258" y="811161"/>
                </a:cubicBezTo>
                <a:cubicBezTo>
                  <a:pt x="2218085" y="814994"/>
                  <a:pt x="2222299" y="823377"/>
                  <a:pt x="2227007" y="825909"/>
                </a:cubicBezTo>
                <a:cubicBezTo>
                  <a:pt x="2233683" y="831829"/>
                  <a:pt x="2243061" y="829107"/>
                  <a:pt x="2249129" y="833284"/>
                </a:cubicBezTo>
                <a:cubicBezTo>
                  <a:pt x="2306632" y="873156"/>
                  <a:pt x="2244535" y="830655"/>
                  <a:pt x="2293374" y="855406"/>
                </a:cubicBezTo>
                <a:cubicBezTo>
                  <a:pt x="2298428" y="860831"/>
                  <a:pt x="2305159" y="865253"/>
                  <a:pt x="2308123" y="870155"/>
                </a:cubicBezTo>
                <a:cubicBezTo>
                  <a:pt x="2322536" y="893362"/>
                  <a:pt x="2314350" y="912415"/>
                  <a:pt x="2308123" y="936522"/>
                </a:cubicBezTo>
                <a:cubicBezTo>
                  <a:pt x="2301472" y="967438"/>
                  <a:pt x="2341725" y="995374"/>
                  <a:pt x="2293374" y="995516"/>
                </a:cubicBezTo>
                <a:cubicBezTo>
                  <a:pt x="2120922" y="994849"/>
                  <a:pt x="1983402" y="971894"/>
                  <a:pt x="1806678" y="1002890"/>
                </a:cubicBezTo>
                <a:cubicBezTo>
                  <a:pt x="1641129" y="987617"/>
                  <a:pt x="1456138" y="982437"/>
                  <a:pt x="1342103" y="988142"/>
                </a:cubicBezTo>
                <a:cubicBezTo>
                  <a:pt x="1135968" y="1010648"/>
                  <a:pt x="975080" y="971750"/>
                  <a:pt x="825910" y="980768"/>
                </a:cubicBezTo>
                <a:cubicBezTo>
                  <a:pt x="660632" y="995708"/>
                  <a:pt x="456777" y="1026074"/>
                  <a:pt x="228600" y="995516"/>
                </a:cubicBezTo>
                <a:cubicBezTo>
                  <a:pt x="151171" y="995589"/>
                  <a:pt x="89713" y="982819"/>
                  <a:pt x="0" y="988142"/>
                </a:cubicBezTo>
                <a:cubicBezTo>
                  <a:pt x="48756" y="990397"/>
                  <a:pt x="28543" y="983390"/>
                  <a:pt x="51620" y="980768"/>
                </a:cubicBezTo>
                <a:close/>
              </a:path>
            </a:pathLst>
          </a:custGeom>
          <a:pattFill prst="pct80">
            <a:fgClr>
              <a:srgbClr val="AFABAB"/>
            </a:fgClr>
            <a:bgClr>
              <a:schemeClr val="bg1"/>
            </a:bgClr>
          </a:pattFill>
          <a:ln>
            <a:extLst>
              <a:ext uri="{C807C97D-BFC1-408E-A445-0C87EB9F89A2}">
                <ask:lineSketchStyleProps xmlns:ask="http://schemas.microsoft.com/office/drawing/2018/sketchyshapes" sd="3054754007">
                  <a:custGeom>
                    <a:avLst/>
                    <a:gdLst>
                      <a:gd name="connsiteX0" fmla="*/ 51620 w 2323043"/>
                      <a:gd name="connsiteY0" fmla="*/ 980768 h 1002890"/>
                      <a:gd name="connsiteX1" fmla="*/ 132736 w 2323043"/>
                      <a:gd name="connsiteY1" fmla="*/ 966019 h 1002890"/>
                      <a:gd name="connsiteX2" fmla="*/ 243349 w 2323043"/>
                      <a:gd name="connsiteY2" fmla="*/ 914400 h 1002890"/>
                      <a:gd name="connsiteX3" fmla="*/ 280220 w 2323043"/>
                      <a:gd name="connsiteY3" fmla="*/ 884903 h 1002890"/>
                      <a:gd name="connsiteX4" fmla="*/ 309716 w 2323043"/>
                      <a:gd name="connsiteY4" fmla="*/ 855406 h 1002890"/>
                      <a:gd name="connsiteX5" fmla="*/ 324465 w 2323043"/>
                      <a:gd name="connsiteY5" fmla="*/ 825909 h 1002890"/>
                      <a:gd name="connsiteX6" fmla="*/ 339213 w 2323043"/>
                      <a:gd name="connsiteY6" fmla="*/ 774290 h 1002890"/>
                      <a:gd name="connsiteX7" fmla="*/ 353962 w 2323043"/>
                      <a:gd name="connsiteY7" fmla="*/ 678426 h 1002890"/>
                      <a:gd name="connsiteX8" fmla="*/ 368710 w 2323043"/>
                      <a:gd name="connsiteY8" fmla="*/ 641555 h 1002890"/>
                      <a:gd name="connsiteX9" fmla="*/ 383458 w 2323043"/>
                      <a:gd name="connsiteY9" fmla="*/ 597309 h 1002890"/>
                      <a:gd name="connsiteX10" fmla="*/ 442452 w 2323043"/>
                      <a:gd name="connsiteY10" fmla="*/ 494071 h 1002890"/>
                      <a:gd name="connsiteX11" fmla="*/ 501445 w 2323043"/>
                      <a:gd name="connsiteY11" fmla="*/ 398206 h 1002890"/>
                      <a:gd name="connsiteX12" fmla="*/ 530942 w 2323043"/>
                      <a:gd name="connsiteY12" fmla="*/ 346587 h 1002890"/>
                      <a:gd name="connsiteX13" fmla="*/ 589936 w 2323043"/>
                      <a:gd name="connsiteY13" fmla="*/ 258097 h 1002890"/>
                      <a:gd name="connsiteX14" fmla="*/ 619433 w 2323043"/>
                      <a:gd name="connsiteY14" fmla="*/ 228600 h 1002890"/>
                      <a:gd name="connsiteX15" fmla="*/ 663678 w 2323043"/>
                      <a:gd name="connsiteY15" fmla="*/ 169606 h 1002890"/>
                      <a:gd name="connsiteX16" fmla="*/ 707923 w 2323043"/>
                      <a:gd name="connsiteY16" fmla="*/ 140109 h 1002890"/>
                      <a:gd name="connsiteX17" fmla="*/ 737420 w 2323043"/>
                      <a:gd name="connsiteY17" fmla="*/ 117987 h 1002890"/>
                      <a:gd name="connsiteX18" fmla="*/ 759542 w 2323043"/>
                      <a:gd name="connsiteY18" fmla="*/ 110613 h 1002890"/>
                      <a:gd name="connsiteX19" fmla="*/ 803787 w 2323043"/>
                      <a:gd name="connsiteY19" fmla="*/ 125361 h 1002890"/>
                      <a:gd name="connsiteX20" fmla="*/ 825910 w 2323043"/>
                      <a:gd name="connsiteY20" fmla="*/ 140109 h 1002890"/>
                      <a:gd name="connsiteX21" fmla="*/ 884903 w 2323043"/>
                      <a:gd name="connsiteY21" fmla="*/ 154858 h 1002890"/>
                      <a:gd name="connsiteX22" fmla="*/ 995516 w 2323043"/>
                      <a:gd name="connsiteY22" fmla="*/ 140109 h 1002890"/>
                      <a:gd name="connsiteX23" fmla="*/ 1017639 w 2323043"/>
                      <a:gd name="connsiteY23" fmla="*/ 132735 h 1002890"/>
                      <a:gd name="connsiteX24" fmla="*/ 1084007 w 2323043"/>
                      <a:gd name="connsiteY24" fmla="*/ 103238 h 1002890"/>
                      <a:gd name="connsiteX25" fmla="*/ 1120878 w 2323043"/>
                      <a:gd name="connsiteY25" fmla="*/ 81116 h 1002890"/>
                      <a:gd name="connsiteX26" fmla="*/ 1165123 w 2323043"/>
                      <a:gd name="connsiteY26" fmla="*/ 66368 h 1002890"/>
                      <a:gd name="connsiteX27" fmla="*/ 1201994 w 2323043"/>
                      <a:gd name="connsiteY27" fmla="*/ 44245 h 1002890"/>
                      <a:gd name="connsiteX28" fmla="*/ 1283110 w 2323043"/>
                      <a:gd name="connsiteY28" fmla="*/ 14748 h 1002890"/>
                      <a:gd name="connsiteX29" fmla="*/ 1327355 w 2323043"/>
                      <a:gd name="connsiteY29" fmla="*/ 7374 h 1002890"/>
                      <a:gd name="connsiteX30" fmla="*/ 1364226 w 2323043"/>
                      <a:gd name="connsiteY30" fmla="*/ 0 h 1002890"/>
                      <a:gd name="connsiteX31" fmla="*/ 1541207 w 2323043"/>
                      <a:gd name="connsiteY31" fmla="*/ 14748 h 1002890"/>
                      <a:gd name="connsiteX32" fmla="*/ 1585452 w 2323043"/>
                      <a:gd name="connsiteY32" fmla="*/ 29497 h 1002890"/>
                      <a:gd name="connsiteX33" fmla="*/ 1607574 w 2323043"/>
                      <a:gd name="connsiteY33" fmla="*/ 44245 h 1002890"/>
                      <a:gd name="connsiteX34" fmla="*/ 1614949 w 2323043"/>
                      <a:gd name="connsiteY34" fmla="*/ 140109 h 1002890"/>
                      <a:gd name="connsiteX35" fmla="*/ 1600200 w 2323043"/>
                      <a:gd name="connsiteY35" fmla="*/ 154858 h 1002890"/>
                      <a:gd name="connsiteX36" fmla="*/ 1578078 w 2323043"/>
                      <a:gd name="connsiteY36" fmla="*/ 199103 h 1002890"/>
                      <a:gd name="connsiteX37" fmla="*/ 1563329 w 2323043"/>
                      <a:gd name="connsiteY37" fmla="*/ 250722 h 1002890"/>
                      <a:gd name="connsiteX38" fmla="*/ 1570703 w 2323043"/>
                      <a:gd name="connsiteY38" fmla="*/ 272845 h 1002890"/>
                      <a:gd name="connsiteX39" fmla="*/ 1703439 w 2323043"/>
                      <a:gd name="connsiteY39" fmla="*/ 294968 h 1002890"/>
                      <a:gd name="connsiteX40" fmla="*/ 1873045 w 2323043"/>
                      <a:gd name="connsiteY40" fmla="*/ 280219 h 1002890"/>
                      <a:gd name="connsiteX41" fmla="*/ 1968910 w 2323043"/>
                      <a:gd name="connsiteY41" fmla="*/ 287593 h 1002890"/>
                      <a:gd name="connsiteX42" fmla="*/ 1983658 w 2323043"/>
                      <a:gd name="connsiteY42" fmla="*/ 302342 h 1002890"/>
                      <a:gd name="connsiteX43" fmla="*/ 2027903 w 2323043"/>
                      <a:gd name="connsiteY43" fmla="*/ 331838 h 1002890"/>
                      <a:gd name="connsiteX44" fmla="*/ 2042652 w 2323043"/>
                      <a:gd name="connsiteY44" fmla="*/ 353961 h 1002890"/>
                      <a:gd name="connsiteX45" fmla="*/ 2050026 w 2323043"/>
                      <a:gd name="connsiteY45" fmla="*/ 457200 h 1002890"/>
                      <a:gd name="connsiteX46" fmla="*/ 2027903 w 2323043"/>
                      <a:gd name="connsiteY46" fmla="*/ 494071 h 1002890"/>
                      <a:gd name="connsiteX47" fmla="*/ 2020529 w 2323043"/>
                      <a:gd name="connsiteY47" fmla="*/ 523568 h 1002890"/>
                      <a:gd name="connsiteX48" fmla="*/ 2013155 w 2323043"/>
                      <a:gd name="connsiteY48" fmla="*/ 545690 h 1002890"/>
                      <a:gd name="connsiteX49" fmla="*/ 2035278 w 2323043"/>
                      <a:gd name="connsiteY49" fmla="*/ 626806 h 1002890"/>
                      <a:gd name="connsiteX50" fmla="*/ 2050026 w 2323043"/>
                      <a:gd name="connsiteY50" fmla="*/ 641555 h 1002890"/>
                      <a:gd name="connsiteX51" fmla="*/ 2072149 w 2323043"/>
                      <a:gd name="connsiteY51" fmla="*/ 648929 h 1002890"/>
                      <a:gd name="connsiteX52" fmla="*/ 2094271 w 2323043"/>
                      <a:gd name="connsiteY52" fmla="*/ 663677 h 1002890"/>
                      <a:gd name="connsiteX53" fmla="*/ 2101645 w 2323043"/>
                      <a:gd name="connsiteY53" fmla="*/ 685800 h 1002890"/>
                      <a:gd name="connsiteX54" fmla="*/ 2131142 w 2323043"/>
                      <a:gd name="connsiteY54" fmla="*/ 730045 h 1002890"/>
                      <a:gd name="connsiteX55" fmla="*/ 2145891 w 2323043"/>
                      <a:gd name="connsiteY55" fmla="*/ 759542 h 1002890"/>
                      <a:gd name="connsiteX56" fmla="*/ 2175387 w 2323043"/>
                      <a:gd name="connsiteY56" fmla="*/ 781664 h 1002890"/>
                      <a:gd name="connsiteX57" fmla="*/ 2190136 w 2323043"/>
                      <a:gd name="connsiteY57" fmla="*/ 796413 h 1002890"/>
                      <a:gd name="connsiteX58" fmla="*/ 2212258 w 2323043"/>
                      <a:gd name="connsiteY58" fmla="*/ 811161 h 1002890"/>
                      <a:gd name="connsiteX59" fmla="*/ 2227007 w 2323043"/>
                      <a:gd name="connsiteY59" fmla="*/ 825909 h 1002890"/>
                      <a:gd name="connsiteX60" fmla="*/ 2249129 w 2323043"/>
                      <a:gd name="connsiteY60" fmla="*/ 833284 h 1002890"/>
                      <a:gd name="connsiteX61" fmla="*/ 2293374 w 2323043"/>
                      <a:gd name="connsiteY61" fmla="*/ 855406 h 1002890"/>
                      <a:gd name="connsiteX62" fmla="*/ 2308123 w 2323043"/>
                      <a:gd name="connsiteY62" fmla="*/ 870155 h 1002890"/>
                      <a:gd name="connsiteX63" fmla="*/ 2308123 w 2323043"/>
                      <a:gd name="connsiteY63" fmla="*/ 936522 h 1002890"/>
                      <a:gd name="connsiteX64" fmla="*/ 2293374 w 2323043"/>
                      <a:gd name="connsiteY64" fmla="*/ 995516 h 1002890"/>
                      <a:gd name="connsiteX65" fmla="*/ 1806678 w 2323043"/>
                      <a:gd name="connsiteY65" fmla="*/ 1002890 h 1002890"/>
                      <a:gd name="connsiteX66" fmla="*/ 1342103 w 2323043"/>
                      <a:gd name="connsiteY66" fmla="*/ 988142 h 1002890"/>
                      <a:gd name="connsiteX67" fmla="*/ 825910 w 2323043"/>
                      <a:gd name="connsiteY67" fmla="*/ 980768 h 1002890"/>
                      <a:gd name="connsiteX68" fmla="*/ 228600 w 2323043"/>
                      <a:gd name="connsiteY68" fmla="*/ 995516 h 1002890"/>
                      <a:gd name="connsiteX69" fmla="*/ 0 w 2323043"/>
                      <a:gd name="connsiteY69" fmla="*/ 988142 h 1002890"/>
                      <a:gd name="connsiteX70" fmla="*/ 51620 w 2323043"/>
                      <a:gd name="connsiteY70" fmla="*/ 980768 h 1002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2323043" h="1002890" fill="none" extrusionOk="0">
                        <a:moveTo>
                          <a:pt x="51620" y="980768"/>
                        </a:moveTo>
                        <a:cubicBezTo>
                          <a:pt x="70213" y="971597"/>
                          <a:pt x="107551" y="972827"/>
                          <a:pt x="132736" y="966019"/>
                        </a:cubicBezTo>
                        <a:cubicBezTo>
                          <a:pt x="174053" y="959327"/>
                          <a:pt x="206190" y="943527"/>
                          <a:pt x="243349" y="914400"/>
                        </a:cubicBezTo>
                        <a:cubicBezTo>
                          <a:pt x="253274" y="906016"/>
                          <a:pt x="269577" y="893545"/>
                          <a:pt x="280220" y="884903"/>
                        </a:cubicBezTo>
                        <a:cubicBezTo>
                          <a:pt x="290564" y="875142"/>
                          <a:pt x="303714" y="864159"/>
                          <a:pt x="309716" y="855406"/>
                        </a:cubicBezTo>
                        <a:cubicBezTo>
                          <a:pt x="315766" y="845626"/>
                          <a:pt x="319517" y="833868"/>
                          <a:pt x="324465" y="825909"/>
                        </a:cubicBezTo>
                        <a:cubicBezTo>
                          <a:pt x="331062" y="815043"/>
                          <a:pt x="337168" y="785656"/>
                          <a:pt x="339213" y="774290"/>
                        </a:cubicBezTo>
                        <a:cubicBezTo>
                          <a:pt x="347226" y="741449"/>
                          <a:pt x="346495" y="707523"/>
                          <a:pt x="353962" y="678426"/>
                        </a:cubicBezTo>
                        <a:cubicBezTo>
                          <a:pt x="358731" y="665206"/>
                          <a:pt x="366696" y="652185"/>
                          <a:pt x="368710" y="641555"/>
                        </a:cubicBezTo>
                        <a:cubicBezTo>
                          <a:pt x="371347" y="626594"/>
                          <a:pt x="378356" y="611990"/>
                          <a:pt x="383458" y="597309"/>
                        </a:cubicBezTo>
                        <a:cubicBezTo>
                          <a:pt x="392629" y="566731"/>
                          <a:pt x="415227" y="534875"/>
                          <a:pt x="442452" y="494071"/>
                        </a:cubicBezTo>
                        <a:cubicBezTo>
                          <a:pt x="515051" y="370147"/>
                          <a:pt x="442825" y="545983"/>
                          <a:pt x="501445" y="398206"/>
                        </a:cubicBezTo>
                        <a:cubicBezTo>
                          <a:pt x="512378" y="377008"/>
                          <a:pt x="516413" y="366323"/>
                          <a:pt x="530942" y="346587"/>
                        </a:cubicBezTo>
                        <a:cubicBezTo>
                          <a:pt x="553494" y="320565"/>
                          <a:pt x="571753" y="282949"/>
                          <a:pt x="589936" y="258097"/>
                        </a:cubicBezTo>
                        <a:cubicBezTo>
                          <a:pt x="600332" y="248090"/>
                          <a:pt x="611632" y="240142"/>
                          <a:pt x="619433" y="228600"/>
                        </a:cubicBezTo>
                        <a:cubicBezTo>
                          <a:pt x="635718" y="209548"/>
                          <a:pt x="648977" y="181220"/>
                          <a:pt x="663678" y="169606"/>
                        </a:cubicBezTo>
                        <a:cubicBezTo>
                          <a:pt x="678081" y="162176"/>
                          <a:pt x="694672" y="152373"/>
                          <a:pt x="707923" y="140109"/>
                        </a:cubicBezTo>
                        <a:cubicBezTo>
                          <a:pt x="715639" y="130562"/>
                          <a:pt x="727090" y="124265"/>
                          <a:pt x="737420" y="117987"/>
                        </a:cubicBezTo>
                        <a:cubicBezTo>
                          <a:pt x="743722" y="114094"/>
                          <a:pt x="751931" y="113380"/>
                          <a:pt x="759542" y="110613"/>
                        </a:cubicBezTo>
                        <a:cubicBezTo>
                          <a:pt x="771187" y="113277"/>
                          <a:pt x="791093" y="116384"/>
                          <a:pt x="803787" y="125361"/>
                        </a:cubicBezTo>
                        <a:cubicBezTo>
                          <a:pt x="811869" y="132010"/>
                          <a:pt x="818272" y="135778"/>
                          <a:pt x="825910" y="140109"/>
                        </a:cubicBezTo>
                        <a:cubicBezTo>
                          <a:pt x="844958" y="147036"/>
                          <a:pt x="884903" y="154858"/>
                          <a:pt x="884903" y="154858"/>
                        </a:cubicBezTo>
                        <a:cubicBezTo>
                          <a:pt x="914566" y="146382"/>
                          <a:pt x="955356" y="141844"/>
                          <a:pt x="995516" y="140109"/>
                        </a:cubicBezTo>
                        <a:cubicBezTo>
                          <a:pt x="1003060" y="137072"/>
                          <a:pt x="1011843" y="135869"/>
                          <a:pt x="1017639" y="132735"/>
                        </a:cubicBezTo>
                        <a:cubicBezTo>
                          <a:pt x="1043392" y="123612"/>
                          <a:pt x="1060770" y="114730"/>
                          <a:pt x="1084007" y="103238"/>
                        </a:cubicBezTo>
                        <a:cubicBezTo>
                          <a:pt x="1094900" y="97634"/>
                          <a:pt x="1107457" y="87187"/>
                          <a:pt x="1120878" y="81116"/>
                        </a:cubicBezTo>
                        <a:cubicBezTo>
                          <a:pt x="1137938" y="72638"/>
                          <a:pt x="1148774" y="73323"/>
                          <a:pt x="1165123" y="66368"/>
                        </a:cubicBezTo>
                        <a:cubicBezTo>
                          <a:pt x="1176169" y="60680"/>
                          <a:pt x="1189279" y="49774"/>
                          <a:pt x="1201994" y="44245"/>
                        </a:cubicBezTo>
                        <a:cubicBezTo>
                          <a:pt x="1217137" y="39641"/>
                          <a:pt x="1267683" y="18226"/>
                          <a:pt x="1283110" y="14748"/>
                        </a:cubicBezTo>
                        <a:cubicBezTo>
                          <a:pt x="1298736" y="12314"/>
                          <a:pt x="1313454" y="11657"/>
                          <a:pt x="1327355" y="7374"/>
                        </a:cubicBezTo>
                        <a:cubicBezTo>
                          <a:pt x="1342504" y="4282"/>
                          <a:pt x="1352157" y="2658"/>
                          <a:pt x="1364226" y="0"/>
                        </a:cubicBezTo>
                        <a:cubicBezTo>
                          <a:pt x="1421349" y="-9060"/>
                          <a:pt x="1485258" y="-4859"/>
                          <a:pt x="1541207" y="14748"/>
                        </a:cubicBezTo>
                        <a:cubicBezTo>
                          <a:pt x="1557375" y="20128"/>
                          <a:pt x="1574178" y="22138"/>
                          <a:pt x="1585452" y="29497"/>
                        </a:cubicBezTo>
                        <a:cubicBezTo>
                          <a:pt x="1592130" y="34956"/>
                          <a:pt x="1596963" y="38637"/>
                          <a:pt x="1607574" y="44245"/>
                        </a:cubicBezTo>
                        <a:cubicBezTo>
                          <a:pt x="1628434" y="85251"/>
                          <a:pt x="1631599" y="79381"/>
                          <a:pt x="1614949" y="140109"/>
                        </a:cubicBezTo>
                        <a:cubicBezTo>
                          <a:pt x="1612487" y="145704"/>
                          <a:pt x="1605540" y="150281"/>
                          <a:pt x="1600200" y="154858"/>
                        </a:cubicBezTo>
                        <a:cubicBezTo>
                          <a:pt x="1590009" y="218840"/>
                          <a:pt x="1612562" y="141233"/>
                          <a:pt x="1578078" y="199103"/>
                        </a:cubicBezTo>
                        <a:cubicBezTo>
                          <a:pt x="1571245" y="210167"/>
                          <a:pt x="1566160" y="241234"/>
                          <a:pt x="1563329" y="250722"/>
                        </a:cubicBezTo>
                        <a:cubicBezTo>
                          <a:pt x="1567628" y="258017"/>
                          <a:pt x="1564042" y="268042"/>
                          <a:pt x="1570703" y="272845"/>
                        </a:cubicBezTo>
                        <a:cubicBezTo>
                          <a:pt x="1598484" y="300094"/>
                          <a:pt x="1692854" y="296135"/>
                          <a:pt x="1703439" y="294968"/>
                        </a:cubicBezTo>
                        <a:cubicBezTo>
                          <a:pt x="1748209" y="296340"/>
                          <a:pt x="1824854" y="278716"/>
                          <a:pt x="1873045" y="280219"/>
                        </a:cubicBezTo>
                        <a:cubicBezTo>
                          <a:pt x="1902636" y="278771"/>
                          <a:pt x="1936190" y="285989"/>
                          <a:pt x="1968910" y="287593"/>
                        </a:cubicBezTo>
                        <a:cubicBezTo>
                          <a:pt x="1974395" y="292389"/>
                          <a:pt x="1978324" y="297604"/>
                          <a:pt x="1983658" y="302342"/>
                        </a:cubicBezTo>
                        <a:cubicBezTo>
                          <a:pt x="1997837" y="312977"/>
                          <a:pt x="2027903" y="331838"/>
                          <a:pt x="2027903" y="331838"/>
                        </a:cubicBezTo>
                        <a:cubicBezTo>
                          <a:pt x="2032734" y="338879"/>
                          <a:pt x="2038228" y="345827"/>
                          <a:pt x="2042652" y="353961"/>
                        </a:cubicBezTo>
                        <a:cubicBezTo>
                          <a:pt x="2060514" y="391409"/>
                          <a:pt x="2064420" y="408593"/>
                          <a:pt x="2050026" y="457200"/>
                        </a:cubicBezTo>
                        <a:cubicBezTo>
                          <a:pt x="2048466" y="472472"/>
                          <a:pt x="2038289" y="482646"/>
                          <a:pt x="2027903" y="494071"/>
                        </a:cubicBezTo>
                        <a:cubicBezTo>
                          <a:pt x="2026006" y="504867"/>
                          <a:pt x="2022561" y="512511"/>
                          <a:pt x="2020529" y="523568"/>
                        </a:cubicBezTo>
                        <a:cubicBezTo>
                          <a:pt x="2018142" y="531624"/>
                          <a:pt x="2011733" y="538707"/>
                          <a:pt x="2013155" y="545690"/>
                        </a:cubicBezTo>
                        <a:cubicBezTo>
                          <a:pt x="2011933" y="590859"/>
                          <a:pt x="2012796" y="600060"/>
                          <a:pt x="2035278" y="626806"/>
                        </a:cubicBezTo>
                        <a:cubicBezTo>
                          <a:pt x="2039773" y="632440"/>
                          <a:pt x="2043624" y="637043"/>
                          <a:pt x="2050026" y="641555"/>
                        </a:cubicBezTo>
                        <a:cubicBezTo>
                          <a:pt x="2056268" y="645109"/>
                          <a:pt x="2064625" y="644781"/>
                          <a:pt x="2072149" y="648929"/>
                        </a:cubicBezTo>
                        <a:cubicBezTo>
                          <a:pt x="2079291" y="654382"/>
                          <a:pt x="2089773" y="656240"/>
                          <a:pt x="2094271" y="663677"/>
                        </a:cubicBezTo>
                        <a:cubicBezTo>
                          <a:pt x="2098540" y="669576"/>
                          <a:pt x="2097727" y="678885"/>
                          <a:pt x="2101645" y="685800"/>
                        </a:cubicBezTo>
                        <a:cubicBezTo>
                          <a:pt x="2109587" y="701316"/>
                          <a:pt x="2125063" y="716215"/>
                          <a:pt x="2131142" y="730045"/>
                        </a:cubicBezTo>
                        <a:cubicBezTo>
                          <a:pt x="2135532" y="739748"/>
                          <a:pt x="2137582" y="751651"/>
                          <a:pt x="2145891" y="759542"/>
                        </a:cubicBezTo>
                        <a:cubicBezTo>
                          <a:pt x="2156333" y="767692"/>
                          <a:pt x="2165416" y="773677"/>
                          <a:pt x="2175387" y="781664"/>
                        </a:cubicBezTo>
                        <a:cubicBezTo>
                          <a:pt x="2181485" y="785364"/>
                          <a:pt x="2184330" y="791608"/>
                          <a:pt x="2190136" y="796413"/>
                        </a:cubicBezTo>
                        <a:cubicBezTo>
                          <a:pt x="2197355" y="801906"/>
                          <a:pt x="2207058" y="806467"/>
                          <a:pt x="2212258" y="811161"/>
                        </a:cubicBezTo>
                        <a:cubicBezTo>
                          <a:pt x="2217164" y="814961"/>
                          <a:pt x="2221835" y="822369"/>
                          <a:pt x="2227007" y="825909"/>
                        </a:cubicBezTo>
                        <a:cubicBezTo>
                          <a:pt x="2233300" y="831467"/>
                          <a:pt x="2241700" y="829856"/>
                          <a:pt x="2249129" y="833284"/>
                        </a:cubicBezTo>
                        <a:cubicBezTo>
                          <a:pt x="2302893" y="872711"/>
                          <a:pt x="2241696" y="833907"/>
                          <a:pt x="2293374" y="855406"/>
                        </a:cubicBezTo>
                        <a:cubicBezTo>
                          <a:pt x="2298275" y="861486"/>
                          <a:pt x="2304917" y="865261"/>
                          <a:pt x="2308123" y="870155"/>
                        </a:cubicBezTo>
                        <a:cubicBezTo>
                          <a:pt x="2323260" y="890752"/>
                          <a:pt x="2311464" y="909624"/>
                          <a:pt x="2308123" y="936522"/>
                        </a:cubicBezTo>
                        <a:cubicBezTo>
                          <a:pt x="2310134" y="966960"/>
                          <a:pt x="2337966" y="995422"/>
                          <a:pt x="2293374" y="995516"/>
                        </a:cubicBezTo>
                        <a:cubicBezTo>
                          <a:pt x="2123157" y="989068"/>
                          <a:pt x="2004557" y="984595"/>
                          <a:pt x="1806678" y="1002890"/>
                        </a:cubicBezTo>
                        <a:cubicBezTo>
                          <a:pt x="1643811" y="985120"/>
                          <a:pt x="1466400" y="1009669"/>
                          <a:pt x="1342103" y="988142"/>
                        </a:cubicBezTo>
                        <a:cubicBezTo>
                          <a:pt x="1157554" y="1009129"/>
                          <a:pt x="959641" y="985533"/>
                          <a:pt x="825910" y="980768"/>
                        </a:cubicBezTo>
                        <a:cubicBezTo>
                          <a:pt x="621413" y="985489"/>
                          <a:pt x="414619" y="1014618"/>
                          <a:pt x="228600" y="995516"/>
                        </a:cubicBezTo>
                        <a:cubicBezTo>
                          <a:pt x="155084" y="998041"/>
                          <a:pt x="91554" y="986118"/>
                          <a:pt x="0" y="988142"/>
                        </a:cubicBezTo>
                        <a:cubicBezTo>
                          <a:pt x="47417" y="995063"/>
                          <a:pt x="30122" y="985431"/>
                          <a:pt x="51620" y="980768"/>
                        </a:cubicBezTo>
                        <a:close/>
                      </a:path>
                      <a:path w="2323043" h="1002890" stroke="0" extrusionOk="0">
                        <a:moveTo>
                          <a:pt x="51620" y="980768"/>
                        </a:moveTo>
                        <a:cubicBezTo>
                          <a:pt x="76489" y="975232"/>
                          <a:pt x="101408" y="970058"/>
                          <a:pt x="132736" y="966019"/>
                        </a:cubicBezTo>
                        <a:cubicBezTo>
                          <a:pt x="167579" y="960736"/>
                          <a:pt x="212590" y="945129"/>
                          <a:pt x="243349" y="914400"/>
                        </a:cubicBezTo>
                        <a:cubicBezTo>
                          <a:pt x="254697" y="907898"/>
                          <a:pt x="268902" y="894944"/>
                          <a:pt x="280220" y="884903"/>
                        </a:cubicBezTo>
                        <a:cubicBezTo>
                          <a:pt x="291519" y="874190"/>
                          <a:pt x="303148" y="864384"/>
                          <a:pt x="309716" y="855406"/>
                        </a:cubicBezTo>
                        <a:cubicBezTo>
                          <a:pt x="315777" y="846573"/>
                          <a:pt x="317515" y="836208"/>
                          <a:pt x="324465" y="825909"/>
                        </a:cubicBezTo>
                        <a:cubicBezTo>
                          <a:pt x="331198" y="815465"/>
                          <a:pt x="336269" y="784888"/>
                          <a:pt x="339213" y="774290"/>
                        </a:cubicBezTo>
                        <a:cubicBezTo>
                          <a:pt x="343747" y="754103"/>
                          <a:pt x="344291" y="706841"/>
                          <a:pt x="353962" y="678426"/>
                        </a:cubicBezTo>
                        <a:cubicBezTo>
                          <a:pt x="358151" y="668839"/>
                          <a:pt x="363675" y="653674"/>
                          <a:pt x="368710" y="641555"/>
                        </a:cubicBezTo>
                        <a:cubicBezTo>
                          <a:pt x="374901" y="628481"/>
                          <a:pt x="374313" y="610613"/>
                          <a:pt x="383458" y="597309"/>
                        </a:cubicBezTo>
                        <a:cubicBezTo>
                          <a:pt x="398870" y="565070"/>
                          <a:pt x="422345" y="524837"/>
                          <a:pt x="442452" y="494071"/>
                        </a:cubicBezTo>
                        <a:cubicBezTo>
                          <a:pt x="539698" y="330531"/>
                          <a:pt x="419523" y="536680"/>
                          <a:pt x="501445" y="398206"/>
                        </a:cubicBezTo>
                        <a:cubicBezTo>
                          <a:pt x="512817" y="384096"/>
                          <a:pt x="519439" y="362585"/>
                          <a:pt x="530942" y="346587"/>
                        </a:cubicBezTo>
                        <a:cubicBezTo>
                          <a:pt x="543120" y="317038"/>
                          <a:pt x="568838" y="278076"/>
                          <a:pt x="589936" y="258097"/>
                        </a:cubicBezTo>
                        <a:cubicBezTo>
                          <a:pt x="602814" y="248309"/>
                          <a:pt x="611740" y="241389"/>
                          <a:pt x="619433" y="228600"/>
                        </a:cubicBezTo>
                        <a:cubicBezTo>
                          <a:pt x="634408" y="209246"/>
                          <a:pt x="642552" y="187352"/>
                          <a:pt x="663678" y="169606"/>
                        </a:cubicBezTo>
                        <a:cubicBezTo>
                          <a:pt x="675269" y="162206"/>
                          <a:pt x="693963" y="151810"/>
                          <a:pt x="707923" y="140109"/>
                        </a:cubicBezTo>
                        <a:cubicBezTo>
                          <a:pt x="716947" y="132073"/>
                          <a:pt x="726065" y="124532"/>
                          <a:pt x="737420" y="117987"/>
                        </a:cubicBezTo>
                        <a:cubicBezTo>
                          <a:pt x="744186" y="114930"/>
                          <a:pt x="752323" y="112623"/>
                          <a:pt x="759542" y="110613"/>
                        </a:cubicBezTo>
                        <a:cubicBezTo>
                          <a:pt x="777316" y="117488"/>
                          <a:pt x="787816" y="115457"/>
                          <a:pt x="803787" y="125361"/>
                        </a:cubicBezTo>
                        <a:cubicBezTo>
                          <a:pt x="812131" y="129831"/>
                          <a:pt x="818424" y="136857"/>
                          <a:pt x="825910" y="140109"/>
                        </a:cubicBezTo>
                        <a:cubicBezTo>
                          <a:pt x="844958" y="147036"/>
                          <a:pt x="884903" y="154858"/>
                          <a:pt x="884903" y="154858"/>
                        </a:cubicBezTo>
                        <a:cubicBezTo>
                          <a:pt x="921127" y="146700"/>
                          <a:pt x="958985" y="147340"/>
                          <a:pt x="995516" y="140109"/>
                        </a:cubicBezTo>
                        <a:cubicBezTo>
                          <a:pt x="1003867" y="139355"/>
                          <a:pt x="1010044" y="135354"/>
                          <a:pt x="1017639" y="132735"/>
                        </a:cubicBezTo>
                        <a:cubicBezTo>
                          <a:pt x="1043369" y="123921"/>
                          <a:pt x="1059555" y="114845"/>
                          <a:pt x="1084007" y="103238"/>
                        </a:cubicBezTo>
                        <a:cubicBezTo>
                          <a:pt x="1097961" y="94453"/>
                          <a:pt x="1107204" y="90277"/>
                          <a:pt x="1120878" y="81116"/>
                        </a:cubicBezTo>
                        <a:cubicBezTo>
                          <a:pt x="1134931" y="75453"/>
                          <a:pt x="1151758" y="72454"/>
                          <a:pt x="1165123" y="66368"/>
                        </a:cubicBezTo>
                        <a:cubicBezTo>
                          <a:pt x="1177762" y="60252"/>
                          <a:pt x="1188495" y="48075"/>
                          <a:pt x="1201994" y="44245"/>
                        </a:cubicBezTo>
                        <a:cubicBezTo>
                          <a:pt x="1217397" y="39453"/>
                          <a:pt x="1269630" y="15052"/>
                          <a:pt x="1283110" y="14748"/>
                        </a:cubicBezTo>
                        <a:cubicBezTo>
                          <a:pt x="1297332" y="10321"/>
                          <a:pt x="1312286" y="7520"/>
                          <a:pt x="1327355" y="7374"/>
                        </a:cubicBezTo>
                        <a:cubicBezTo>
                          <a:pt x="1340021" y="5418"/>
                          <a:pt x="1353793" y="803"/>
                          <a:pt x="1364226" y="0"/>
                        </a:cubicBezTo>
                        <a:cubicBezTo>
                          <a:pt x="1414339" y="-1727"/>
                          <a:pt x="1488470" y="-75"/>
                          <a:pt x="1541207" y="14748"/>
                        </a:cubicBezTo>
                        <a:cubicBezTo>
                          <a:pt x="1559065" y="20743"/>
                          <a:pt x="1570636" y="18987"/>
                          <a:pt x="1585452" y="29497"/>
                        </a:cubicBezTo>
                        <a:cubicBezTo>
                          <a:pt x="1591839" y="34242"/>
                          <a:pt x="1602030" y="39153"/>
                          <a:pt x="1607574" y="44245"/>
                        </a:cubicBezTo>
                        <a:cubicBezTo>
                          <a:pt x="1627333" y="85546"/>
                          <a:pt x="1632293" y="79297"/>
                          <a:pt x="1614949" y="140109"/>
                        </a:cubicBezTo>
                        <a:cubicBezTo>
                          <a:pt x="1614626" y="147039"/>
                          <a:pt x="1605185" y="150182"/>
                          <a:pt x="1600200" y="154858"/>
                        </a:cubicBezTo>
                        <a:cubicBezTo>
                          <a:pt x="1567731" y="212066"/>
                          <a:pt x="1598798" y="152009"/>
                          <a:pt x="1578078" y="199103"/>
                        </a:cubicBezTo>
                        <a:cubicBezTo>
                          <a:pt x="1572607" y="209955"/>
                          <a:pt x="1566619" y="241441"/>
                          <a:pt x="1563329" y="250722"/>
                        </a:cubicBezTo>
                        <a:cubicBezTo>
                          <a:pt x="1565894" y="257292"/>
                          <a:pt x="1565015" y="267209"/>
                          <a:pt x="1570703" y="272845"/>
                        </a:cubicBezTo>
                        <a:cubicBezTo>
                          <a:pt x="1597787" y="302021"/>
                          <a:pt x="1692313" y="295956"/>
                          <a:pt x="1703439" y="294968"/>
                        </a:cubicBezTo>
                        <a:cubicBezTo>
                          <a:pt x="1749033" y="282781"/>
                          <a:pt x="1837128" y="278728"/>
                          <a:pt x="1873045" y="280219"/>
                        </a:cubicBezTo>
                        <a:cubicBezTo>
                          <a:pt x="1905931" y="279086"/>
                          <a:pt x="1933392" y="281724"/>
                          <a:pt x="1968910" y="287593"/>
                        </a:cubicBezTo>
                        <a:cubicBezTo>
                          <a:pt x="1973844" y="292281"/>
                          <a:pt x="1977405" y="298017"/>
                          <a:pt x="1983658" y="302342"/>
                        </a:cubicBezTo>
                        <a:cubicBezTo>
                          <a:pt x="1997838" y="312977"/>
                          <a:pt x="2027903" y="331838"/>
                          <a:pt x="2027903" y="331838"/>
                        </a:cubicBezTo>
                        <a:cubicBezTo>
                          <a:pt x="2033127" y="338461"/>
                          <a:pt x="2038811" y="347323"/>
                          <a:pt x="2042652" y="353961"/>
                        </a:cubicBezTo>
                        <a:cubicBezTo>
                          <a:pt x="2065148" y="394074"/>
                          <a:pt x="2062143" y="405173"/>
                          <a:pt x="2050026" y="457200"/>
                        </a:cubicBezTo>
                        <a:cubicBezTo>
                          <a:pt x="2043704" y="470788"/>
                          <a:pt x="2035074" y="480375"/>
                          <a:pt x="2027903" y="494071"/>
                        </a:cubicBezTo>
                        <a:cubicBezTo>
                          <a:pt x="2024755" y="504554"/>
                          <a:pt x="2022895" y="514068"/>
                          <a:pt x="2020529" y="523568"/>
                        </a:cubicBezTo>
                        <a:cubicBezTo>
                          <a:pt x="2018614" y="531159"/>
                          <a:pt x="2012374" y="537096"/>
                          <a:pt x="2013155" y="545690"/>
                        </a:cubicBezTo>
                        <a:cubicBezTo>
                          <a:pt x="2013288" y="591004"/>
                          <a:pt x="2012997" y="597387"/>
                          <a:pt x="2035278" y="626806"/>
                        </a:cubicBezTo>
                        <a:cubicBezTo>
                          <a:pt x="2040105" y="632387"/>
                          <a:pt x="2044844" y="638617"/>
                          <a:pt x="2050026" y="641555"/>
                        </a:cubicBezTo>
                        <a:cubicBezTo>
                          <a:pt x="2057968" y="646640"/>
                          <a:pt x="2063681" y="645858"/>
                          <a:pt x="2072149" y="648929"/>
                        </a:cubicBezTo>
                        <a:cubicBezTo>
                          <a:pt x="2079555" y="654938"/>
                          <a:pt x="2089763" y="656344"/>
                          <a:pt x="2094271" y="663677"/>
                        </a:cubicBezTo>
                        <a:cubicBezTo>
                          <a:pt x="2099127" y="669039"/>
                          <a:pt x="2099177" y="680399"/>
                          <a:pt x="2101645" y="685800"/>
                        </a:cubicBezTo>
                        <a:cubicBezTo>
                          <a:pt x="2109466" y="702970"/>
                          <a:pt x="2124127" y="711515"/>
                          <a:pt x="2131142" y="730045"/>
                        </a:cubicBezTo>
                        <a:cubicBezTo>
                          <a:pt x="2136363" y="739669"/>
                          <a:pt x="2138507" y="751945"/>
                          <a:pt x="2145891" y="759542"/>
                        </a:cubicBezTo>
                        <a:cubicBezTo>
                          <a:pt x="2151394" y="769818"/>
                          <a:pt x="2166233" y="774599"/>
                          <a:pt x="2175387" y="781664"/>
                        </a:cubicBezTo>
                        <a:cubicBezTo>
                          <a:pt x="2180888" y="786353"/>
                          <a:pt x="2184479" y="792052"/>
                          <a:pt x="2190136" y="796413"/>
                        </a:cubicBezTo>
                        <a:cubicBezTo>
                          <a:pt x="2198329" y="800710"/>
                          <a:pt x="2205066" y="805392"/>
                          <a:pt x="2212258" y="811161"/>
                        </a:cubicBezTo>
                        <a:cubicBezTo>
                          <a:pt x="2219277" y="815561"/>
                          <a:pt x="2221752" y="823868"/>
                          <a:pt x="2227007" y="825909"/>
                        </a:cubicBezTo>
                        <a:cubicBezTo>
                          <a:pt x="2234329" y="830529"/>
                          <a:pt x="2243256" y="829214"/>
                          <a:pt x="2249129" y="833284"/>
                        </a:cubicBezTo>
                        <a:cubicBezTo>
                          <a:pt x="2312471" y="862605"/>
                          <a:pt x="2246511" y="826869"/>
                          <a:pt x="2293374" y="855406"/>
                        </a:cubicBezTo>
                        <a:cubicBezTo>
                          <a:pt x="2298467" y="859564"/>
                          <a:pt x="2304997" y="864178"/>
                          <a:pt x="2308123" y="870155"/>
                        </a:cubicBezTo>
                        <a:cubicBezTo>
                          <a:pt x="2321812" y="895702"/>
                          <a:pt x="2313333" y="909489"/>
                          <a:pt x="2308123" y="936522"/>
                        </a:cubicBezTo>
                        <a:cubicBezTo>
                          <a:pt x="2310545" y="963896"/>
                          <a:pt x="2345070" y="993354"/>
                          <a:pt x="2293374" y="995516"/>
                        </a:cubicBezTo>
                        <a:cubicBezTo>
                          <a:pt x="2120924" y="1029227"/>
                          <a:pt x="1938488" y="982167"/>
                          <a:pt x="1806678" y="1002890"/>
                        </a:cubicBezTo>
                        <a:cubicBezTo>
                          <a:pt x="1668095" y="988457"/>
                          <a:pt x="1559711" y="997850"/>
                          <a:pt x="1342103" y="988142"/>
                        </a:cubicBezTo>
                        <a:cubicBezTo>
                          <a:pt x="1137961" y="1003859"/>
                          <a:pt x="982826" y="995483"/>
                          <a:pt x="825910" y="980768"/>
                        </a:cubicBezTo>
                        <a:cubicBezTo>
                          <a:pt x="642899" y="992316"/>
                          <a:pt x="395712" y="974187"/>
                          <a:pt x="228600" y="995516"/>
                        </a:cubicBezTo>
                        <a:cubicBezTo>
                          <a:pt x="150788" y="992698"/>
                          <a:pt x="81298" y="972835"/>
                          <a:pt x="0" y="988142"/>
                        </a:cubicBezTo>
                        <a:cubicBezTo>
                          <a:pt x="45781" y="993863"/>
                          <a:pt x="29352" y="979388"/>
                          <a:pt x="51620" y="980768"/>
                        </a:cubicBezTo>
                        <a:close/>
                      </a:path>
                    </a:pathLst>
                  </a:cu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914" name="Group 29913">
            <a:extLst>
              <a:ext uri="{FF2B5EF4-FFF2-40B4-BE49-F238E27FC236}">
                <a16:creationId xmlns:a16="http://schemas.microsoft.com/office/drawing/2014/main" id="{E2ED75B9-CDED-276C-E5EB-142FA8B25FED}"/>
              </a:ext>
            </a:extLst>
          </p:cNvPr>
          <p:cNvGrpSpPr/>
          <p:nvPr/>
        </p:nvGrpSpPr>
        <p:grpSpPr>
          <a:xfrm>
            <a:off x="11239996" y="4005275"/>
            <a:ext cx="363537" cy="371707"/>
            <a:chOff x="3694771" y="1918010"/>
            <a:chExt cx="4088780" cy="4475356"/>
          </a:xfrm>
        </p:grpSpPr>
        <p:sp>
          <p:nvSpPr>
            <p:cNvPr id="29915" name="Freeform 29914">
              <a:extLst>
                <a:ext uri="{FF2B5EF4-FFF2-40B4-BE49-F238E27FC236}">
                  <a16:creationId xmlns:a16="http://schemas.microsoft.com/office/drawing/2014/main" id="{295D81F7-6368-1377-8B17-97589979F9C6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548">
              <p14:nvContentPartPr>
                <p14:cNvPr id="29916" name="Ink 29915">
                  <a:extLst>
                    <a:ext uri="{FF2B5EF4-FFF2-40B4-BE49-F238E27FC236}">
                      <a16:creationId xmlns:a16="http://schemas.microsoft.com/office/drawing/2014/main" id="{EE9B4F98-005B-DA69-8669-C4E80E7D0EB9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9917" name="Freeform 29916">
              <a:extLst>
                <a:ext uri="{FF2B5EF4-FFF2-40B4-BE49-F238E27FC236}">
                  <a16:creationId xmlns:a16="http://schemas.microsoft.com/office/drawing/2014/main" id="{D9F51212-5CC4-15CC-B93A-71E1376D43AB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18" name="Freeform 29917">
              <a:extLst>
                <a:ext uri="{FF2B5EF4-FFF2-40B4-BE49-F238E27FC236}">
                  <a16:creationId xmlns:a16="http://schemas.microsoft.com/office/drawing/2014/main" id="{87B27136-7D38-2E64-AD96-FD9BB98D8CA7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19" name="Freeform 29918">
              <a:extLst>
                <a:ext uri="{FF2B5EF4-FFF2-40B4-BE49-F238E27FC236}">
                  <a16:creationId xmlns:a16="http://schemas.microsoft.com/office/drawing/2014/main" id="{E7CF3EF0-A72B-751D-B4E0-DB704B9CE63B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0" name="Freeform 29919">
              <a:extLst>
                <a:ext uri="{FF2B5EF4-FFF2-40B4-BE49-F238E27FC236}">
                  <a16:creationId xmlns:a16="http://schemas.microsoft.com/office/drawing/2014/main" id="{D52202AB-A68D-9476-FEC7-3868C031BA0A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1" name="Freeform 29920">
              <a:extLst>
                <a:ext uri="{FF2B5EF4-FFF2-40B4-BE49-F238E27FC236}">
                  <a16:creationId xmlns:a16="http://schemas.microsoft.com/office/drawing/2014/main" id="{82B9A67A-8D70-B43D-BD3B-2E59AC4CD667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2" name="Freeform 29921">
              <a:extLst>
                <a:ext uri="{FF2B5EF4-FFF2-40B4-BE49-F238E27FC236}">
                  <a16:creationId xmlns:a16="http://schemas.microsoft.com/office/drawing/2014/main" id="{DAAE3689-AAEA-409C-FA79-F35135B460E0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3" name="Freeform 29922">
              <a:extLst>
                <a:ext uri="{FF2B5EF4-FFF2-40B4-BE49-F238E27FC236}">
                  <a16:creationId xmlns:a16="http://schemas.microsoft.com/office/drawing/2014/main" id="{FFB5B17B-8D83-BB11-BC9E-BE593A9BBF07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4" name="Freeform 29923">
              <a:extLst>
                <a:ext uri="{FF2B5EF4-FFF2-40B4-BE49-F238E27FC236}">
                  <a16:creationId xmlns:a16="http://schemas.microsoft.com/office/drawing/2014/main" id="{41423698-5686-657A-8DE5-9DEEF833ADA7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5" name="Freeform 29924">
              <a:extLst>
                <a:ext uri="{FF2B5EF4-FFF2-40B4-BE49-F238E27FC236}">
                  <a16:creationId xmlns:a16="http://schemas.microsoft.com/office/drawing/2014/main" id="{A1DC3FE4-BC7A-3C0D-A975-3A5EDD7D7632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6" name="Freeform 29925">
              <a:extLst>
                <a:ext uri="{FF2B5EF4-FFF2-40B4-BE49-F238E27FC236}">
                  <a16:creationId xmlns:a16="http://schemas.microsoft.com/office/drawing/2014/main" id="{D3AD340C-F0D2-5BDB-F05E-E6D769FD834A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7" name="Freeform 29926">
              <a:extLst>
                <a:ext uri="{FF2B5EF4-FFF2-40B4-BE49-F238E27FC236}">
                  <a16:creationId xmlns:a16="http://schemas.microsoft.com/office/drawing/2014/main" id="{5FDFCEAC-4616-4AB8-AEF1-B0F9D96B0811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8" name="Freeform 29927">
              <a:extLst>
                <a:ext uri="{FF2B5EF4-FFF2-40B4-BE49-F238E27FC236}">
                  <a16:creationId xmlns:a16="http://schemas.microsoft.com/office/drawing/2014/main" id="{4A4916DC-752A-4405-0EEE-46A98F7347B1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29" name="Freeform 29928">
              <a:extLst>
                <a:ext uri="{FF2B5EF4-FFF2-40B4-BE49-F238E27FC236}">
                  <a16:creationId xmlns:a16="http://schemas.microsoft.com/office/drawing/2014/main" id="{3A5CBC05-98F5-FFA3-693D-19E38D0A9408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0" name="Freeform 29929">
              <a:extLst>
                <a:ext uri="{FF2B5EF4-FFF2-40B4-BE49-F238E27FC236}">
                  <a16:creationId xmlns:a16="http://schemas.microsoft.com/office/drawing/2014/main" id="{26F54D72-BA53-849F-302C-EAAC62881D09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1" name="Freeform 29930">
              <a:extLst>
                <a:ext uri="{FF2B5EF4-FFF2-40B4-BE49-F238E27FC236}">
                  <a16:creationId xmlns:a16="http://schemas.microsoft.com/office/drawing/2014/main" id="{5A5625F3-62BE-DB1B-031D-6AD6277AA635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2" name="Freeform 29931">
              <a:extLst>
                <a:ext uri="{FF2B5EF4-FFF2-40B4-BE49-F238E27FC236}">
                  <a16:creationId xmlns:a16="http://schemas.microsoft.com/office/drawing/2014/main" id="{A25868F4-18EB-FE85-1F17-FAC82DE653F9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3" name="Freeform 29932">
              <a:extLst>
                <a:ext uri="{FF2B5EF4-FFF2-40B4-BE49-F238E27FC236}">
                  <a16:creationId xmlns:a16="http://schemas.microsoft.com/office/drawing/2014/main" id="{2A094F31-652F-71CF-9724-C6406615E421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4" name="Freeform 29933">
              <a:extLst>
                <a:ext uri="{FF2B5EF4-FFF2-40B4-BE49-F238E27FC236}">
                  <a16:creationId xmlns:a16="http://schemas.microsoft.com/office/drawing/2014/main" id="{8A095D4A-98FB-996D-6176-9CE4AD93C2E7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5" name="Freeform 29934">
              <a:extLst>
                <a:ext uri="{FF2B5EF4-FFF2-40B4-BE49-F238E27FC236}">
                  <a16:creationId xmlns:a16="http://schemas.microsoft.com/office/drawing/2014/main" id="{BF8575F2-1B82-94BE-1F40-A58C651662D4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6" name="Freeform 29935">
              <a:extLst>
                <a:ext uri="{FF2B5EF4-FFF2-40B4-BE49-F238E27FC236}">
                  <a16:creationId xmlns:a16="http://schemas.microsoft.com/office/drawing/2014/main" id="{1B7A42D1-8128-C4C8-24B4-6D495C5EF4D2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7" name="Freeform 29936">
              <a:extLst>
                <a:ext uri="{FF2B5EF4-FFF2-40B4-BE49-F238E27FC236}">
                  <a16:creationId xmlns:a16="http://schemas.microsoft.com/office/drawing/2014/main" id="{C3D32854-930F-C8FF-749D-2CE48F95D239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8" name="Freeform 29937">
              <a:extLst>
                <a:ext uri="{FF2B5EF4-FFF2-40B4-BE49-F238E27FC236}">
                  <a16:creationId xmlns:a16="http://schemas.microsoft.com/office/drawing/2014/main" id="{1C56599C-0658-3512-1D27-BC509DF127E8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39" name="Freeform 29938">
              <a:extLst>
                <a:ext uri="{FF2B5EF4-FFF2-40B4-BE49-F238E27FC236}">
                  <a16:creationId xmlns:a16="http://schemas.microsoft.com/office/drawing/2014/main" id="{9FF1CB10-CC95-3E0E-0C83-BE171A857BF2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0" name="Freeform 29939">
              <a:extLst>
                <a:ext uri="{FF2B5EF4-FFF2-40B4-BE49-F238E27FC236}">
                  <a16:creationId xmlns:a16="http://schemas.microsoft.com/office/drawing/2014/main" id="{8A2C6189-626C-26BB-9EF8-1CFC8A2B3560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1" name="Freeform 29940">
              <a:extLst>
                <a:ext uri="{FF2B5EF4-FFF2-40B4-BE49-F238E27FC236}">
                  <a16:creationId xmlns:a16="http://schemas.microsoft.com/office/drawing/2014/main" id="{84BEFDAD-F0CA-E6E4-C950-10EAFBF76844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2" name="Freeform 29941">
              <a:extLst>
                <a:ext uri="{FF2B5EF4-FFF2-40B4-BE49-F238E27FC236}">
                  <a16:creationId xmlns:a16="http://schemas.microsoft.com/office/drawing/2014/main" id="{3D46904C-553B-602D-2DDF-5F1C33C9ED87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3" name="Freeform 29942">
              <a:extLst>
                <a:ext uri="{FF2B5EF4-FFF2-40B4-BE49-F238E27FC236}">
                  <a16:creationId xmlns:a16="http://schemas.microsoft.com/office/drawing/2014/main" id="{28AE7093-7206-B74F-5D7B-D42392F02DA4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4" name="Freeform 29943">
              <a:extLst>
                <a:ext uri="{FF2B5EF4-FFF2-40B4-BE49-F238E27FC236}">
                  <a16:creationId xmlns:a16="http://schemas.microsoft.com/office/drawing/2014/main" id="{76FA6B55-63C6-D0DF-95FA-19ED8914E6DB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5" name="Freeform 29944">
              <a:extLst>
                <a:ext uri="{FF2B5EF4-FFF2-40B4-BE49-F238E27FC236}">
                  <a16:creationId xmlns:a16="http://schemas.microsoft.com/office/drawing/2014/main" id="{CD76AA7B-618C-D142-1004-990202D1F987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6" name="Freeform 29945">
              <a:extLst>
                <a:ext uri="{FF2B5EF4-FFF2-40B4-BE49-F238E27FC236}">
                  <a16:creationId xmlns:a16="http://schemas.microsoft.com/office/drawing/2014/main" id="{4C51355E-7392-627B-FA25-501A03CDC625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7" name="Freeform 29946">
              <a:extLst>
                <a:ext uri="{FF2B5EF4-FFF2-40B4-BE49-F238E27FC236}">
                  <a16:creationId xmlns:a16="http://schemas.microsoft.com/office/drawing/2014/main" id="{18657E97-BFA0-A0E3-99D1-DD0D19F8BBEA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8" name="Freeform 29947">
              <a:extLst>
                <a:ext uri="{FF2B5EF4-FFF2-40B4-BE49-F238E27FC236}">
                  <a16:creationId xmlns:a16="http://schemas.microsoft.com/office/drawing/2014/main" id="{C4404982-9FDE-C6C7-31F6-6137B58D5870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49" name="Freeform 29948">
              <a:extLst>
                <a:ext uri="{FF2B5EF4-FFF2-40B4-BE49-F238E27FC236}">
                  <a16:creationId xmlns:a16="http://schemas.microsoft.com/office/drawing/2014/main" id="{D639F890-DAB4-7CEC-744E-A8B833A56B52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0" name="Freeform 29949">
              <a:extLst>
                <a:ext uri="{FF2B5EF4-FFF2-40B4-BE49-F238E27FC236}">
                  <a16:creationId xmlns:a16="http://schemas.microsoft.com/office/drawing/2014/main" id="{FB691778-D3B9-17F0-3E96-235A464D0606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1" name="Freeform 29950">
              <a:extLst>
                <a:ext uri="{FF2B5EF4-FFF2-40B4-BE49-F238E27FC236}">
                  <a16:creationId xmlns:a16="http://schemas.microsoft.com/office/drawing/2014/main" id="{5444389A-4087-78D5-85FD-9CFD3A014D95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2" name="Freeform 29951">
              <a:extLst>
                <a:ext uri="{FF2B5EF4-FFF2-40B4-BE49-F238E27FC236}">
                  <a16:creationId xmlns:a16="http://schemas.microsoft.com/office/drawing/2014/main" id="{1858AD12-5332-C626-BCF4-7A6AC449D736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3" name="Freeform 29952">
              <a:extLst>
                <a:ext uri="{FF2B5EF4-FFF2-40B4-BE49-F238E27FC236}">
                  <a16:creationId xmlns:a16="http://schemas.microsoft.com/office/drawing/2014/main" id="{DCF5C2B6-33A5-3092-AD19-7FB81370317D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4" name="Freeform 29953">
              <a:extLst>
                <a:ext uri="{FF2B5EF4-FFF2-40B4-BE49-F238E27FC236}">
                  <a16:creationId xmlns:a16="http://schemas.microsoft.com/office/drawing/2014/main" id="{3A6107B1-009E-470A-E722-342AD8D5BA48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5" name="Freeform 29954">
              <a:extLst>
                <a:ext uri="{FF2B5EF4-FFF2-40B4-BE49-F238E27FC236}">
                  <a16:creationId xmlns:a16="http://schemas.microsoft.com/office/drawing/2014/main" id="{F83CB48A-CB05-B02A-6F49-A67AC2D37E04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6" name="Freeform 29955">
              <a:extLst>
                <a:ext uri="{FF2B5EF4-FFF2-40B4-BE49-F238E27FC236}">
                  <a16:creationId xmlns:a16="http://schemas.microsoft.com/office/drawing/2014/main" id="{C324B4D7-8786-3C57-3888-A2EA911D6CE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7" name="Freeform 29956">
              <a:extLst>
                <a:ext uri="{FF2B5EF4-FFF2-40B4-BE49-F238E27FC236}">
                  <a16:creationId xmlns:a16="http://schemas.microsoft.com/office/drawing/2014/main" id="{5287B61A-DFA7-1E17-089D-1441BCF9441E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8" name="Freeform 29957">
              <a:extLst>
                <a:ext uri="{FF2B5EF4-FFF2-40B4-BE49-F238E27FC236}">
                  <a16:creationId xmlns:a16="http://schemas.microsoft.com/office/drawing/2014/main" id="{7508B900-8477-7B7C-06BE-74B670BD2FE7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59" name="Freeform 29958">
              <a:extLst>
                <a:ext uri="{FF2B5EF4-FFF2-40B4-BE49-F238E27FC236}">
                  <a16:creationId xmlns:a16="http://schemas.microsoft.com/office/drawing/2014/main" id="{78774B99-75D2-1983-5759-2EF7F8D03EEF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0" name="Freeform 29959">
              <a:extLst>
                <a:ext uri="{FF2B5EF4-FFF2-40B4-BE49-F238E27FC236}">
                  <a16:creationId xmlns:a16="http://schemas.microsoft.com/office/drawing/2014/main" id="{64AB6BED-50EE-F922-17EE-EBCE2F9F61E7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1" name="Freeform 29960">
              <a:extLst>
                <a:ext uri="{FF2B5EF4-FFF2-40B4-BE49-F238E27FC236}">
                  <a16:creationId xmlns:a16="http://schemas.microsoft.com/office/drawing/2014/main" id="{A5ECD4FF-31E2-25CF-A166-C65EDBDABC27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2" name="Freeform 29961">
              <a:extLst>
                <a:ext uri="{FF2B5EF4-FFF2-40B4-BE49-F238E27FC236}">
                  <a16:creationId xmlns:a16="http://schemas.microsoft.com/office/drawing/2014/main" id="{07DAD63A-9A3C-5A78-1ED7-E39CA9490A70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3" name="Freeform 29962">
              <a:extLst>
                <a:ext uri="{FF2B5EF4-FFF2-40B4-BE49-F238E27FC236}">
                  <a16:creationId xmlns:a16="http://schemas.microsoft.com/office/drawing/2014/main" id="{13188B14-339F-B069-EE7D-9E04AE76A1F2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4" name="Freeform 29963">
              <a:extLst>
                <a:ext uri="{FF2B5EF4-FFF2-40B4-BE49-F238E27FC236}">
                  <a16:creationId xmlns:a16="http://schemas.microsoft.com/office/drawing/2014/main" id="{3568A5C0-B8E9-FF7E-DFFE-274AE1C61025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5" name="Freeform 29964">
              <a:extLst>
                <a:ext uri="{FF2B5EF4-FFF2-40B4-BE49-F238E27FC236}">
                  <a16:creationId xmlns:a16="http://schemas.microsoft.com/office/drawing/2014/main" id="{B6F2E7EA-EDAE-5598-C91C-518C17B73157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6" name="Freeform 29965">
              <a:extLst>
                <a:ext uri="{FF2B5EF4-FFF2-40B4-BE49-F238E27FC236}">
                  <a16:creationId xmlns:a16="http://schemas.microsoft.com/office/drawing/2014/main" id="{A3889F3C-1F12-FE28-8085-84174E8EAA28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7" name="Freeform 29966">
              <a:extLst>
                <a:ext uri="{FF2B5EF4-FFF2-40B4-BE49-F238E27FC236}">
                  <a16:creationId xmlns:a16="http://schemas.microsoft.com/office/drawing/2014/main" id="{7EB87E69-1A5B-F52F-B374-FF6BD45DD48F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8" name="Freeform 29967">
              <a:extLst>
                <a:ext uri="{FF2B5EF4-FFF2-40B4-BE49-F238E27FC236}">
                  <a16:creationId xmlns:a16="http://schemas.microsoft.com/office/drawing/2014/main" id="{662E9AD0-9404-E0D9-4DEB-EEEE19DB3020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69" name="Freeform 29968">
              <a:extLst>
                <a:ext uri="{FF2B5EF4-FFF2-40B4-BE49-F238E27FC236}">
                  <a16:creationId xmlns:a16="http://schemas.microsoft.com/office/drawing/2014/main" id="{2AF21CE6-CCDE-6B3C-B135-FBAE165DA72D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0" name="Freeform 29969">
              <a:extLst>
                <a:ext uri="{FF2B5EF4-FFF2-40B4-BE49-F238E27FC236}">
                  <a16:creationId xmlns:a16="http://schemas.microsoft.com/office/drawing/2014/main" id="{968E8894-A263-57A5-9B16-0B76EB316403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1" name="Freeform 29970">
              <a:extLst>
                <a:ext uri="{FF2B5EF4-FFF2-40B4-BE49-F238E27FC236}">
                  <a16:creationId xmlns:a16="http://schemas.microsoft.com/office/drawing/2014/main" id="{7B000871-B69D-47E3-83DD-F0D243FF3841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2" name="Freeform 29971">
              <a:extLst>
                <a:ext uri="{FF2B5EF4-FFF2-40B4-BE49-F238E27FC236}">
                  <a16:creationId xmlns:a16="http://schemas.microsoft.com/office/drawing/2014/main" id="{EBB3D44A-FFCD-E357-1BC3-6EE3FA5E212F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3" name="Freeform 29972">
              <a:extLst>
                <a:ext uri="{FF2B5EF4-FFF2-40B4-BE49-F238E27FC236}">
                  <a16:creationId xmlns:a16="http://schemas.microsoft.com/office/drawing/2014/main" id="{2210C214-D896-C852-CE32-4E1AB13FE32C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4" name="Freeform 29973">
              <a:extLst>
                <a:ext uri="{FF2B5EF4-FFF2-40B4-BE49-F238E27FC236}">
                  <a16:creationId xmlns:a16="http://schemas.microsoft.com/office/drawing/2014/main" id="{A6FB3F94-54FF-9D18-8B1D-A4F9AADA8D10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5" name="Freeform 29974">
              <a:extLst>
                <a:ext uri="{FF2B5EF4-FFF2-40B4-BE49-F238E27FC236}">
                  <a16:creationId xmlns:a16="http://schemas.microsoft.com/office/drawing/2014/main" id="{82373D8D-6524-6082-3B74-D4D3AC4266FD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6" name="Freeform 29975">
              <a:extLst>
                <a:ext uri="{FF2B5EF4-FFF2-40B4-BE49-F238E27FC236}">
                  <a16:creationId xmlns:a16="http://schemas.microsoft.com/office/drawing/2014/main" id="{BB8F618E-9FF3-31D2-94AF-4A0D26216003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7" name="Freeform 29976">
              <a:extLst>
                <a:ext uri="{FF2B5EF4-FFF2-40B4-BE49-F238E27FC236}">
                  <a16:creationId xmlns:a16="http://schemas.microsoft.com/office/drawing/2014/main" id="{152FFA16-483C-ED6B-5896-3DB712760A15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8" name="Freeform 29977">
              <a:extLst>
                <a:ext uri="{FF2B5EF4-FFF2-40B4-BE49-F238E27FC236}">
                  <a16:creationId xmlns:a16="http://schemas.microsoft.com/office/drawing/2014/main" id="{D1D48E51-8F33-F2E5-0753-B0E525427F78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79" name="Freeform 29978">
              <a:extLst>
                <a:ext uri="{FF2B5EF4-FFF2-40B4-BE49-F238E27FC236}">
                  <a16:creationId xmlns:a16="http://schemas.microsoft.com/office/drawing/2014/main" id="{EDFBE47D-07F4-5092-8D5C-270041712907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0" name="Freeform 29979">
              <a:extLst>
                <a:ext uri="{FF2B5EF4-FFF2-40B4-BE49-F238E27FC236}">
                  <a16:creationId xmlns:a16="http://schemas.microsoft.com/office/drawing/2014/main" id="{C7C4EC92-37C8-1ADD-4108-4C2109D87809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1" name="Freeform 29980">
              <a:extLst>
                <a:ext uri="{FF2B5EF4-FFF2-40B4-BE49-F238E27FC236}">
                  <a16:creationId xmlns:a16="http://schemas.microsoft.com/office/drawing/2014/main" id="{627293F1-71EA-9AA1-C8AE-785168BB3C3A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2" name="Freeform 29981">
              <a:extLst>
                <a:ext uri="{FF2B5EF4-FFF2-40B4-BE49-F238E27FC236}">
                  <a16:creationId xmlns:a16="http://schemas.microsoft.com/office/drawing/2014/main" id="{7F5226EC-A467-2FD5-D1DB-6D0F069FB643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3" name="Freeform 29982">
              <a:extLst>
                <a:ext uri="{FF2B5EF4-FFF2-40B4-BE49-F238E27FC236}">
                  <a16:creationId xmlns:a16="http://schemas.microsoft.com/office/drawing/2014/main" id="{50618FE1-C4C8-2C1E-CE76-336270699B1A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4" name="Freeform 29983">
              <a:extLst>
                <a:ext uri="{FF2B5EF4-FFF2-40B4-BE49-F238E27FC236}">
                  <a16:creationId xmlns:a16="http://schemas.microsoft.com/office/drawing/2014/main" id="{A57E31DF-A55D-1804-A549-BE432D4EEAC0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5" name="Freeform 29984">
              <a:extLst>
                <a:ext uri="{FF2B5EF4-FFF2-40B4-BE49-F238E27FC236}">
                  <a16:creationId xmlns:a16="http://schemas.microsoft.com/office/drawing/2014/main" id="{BB1A0966-0B2C-8B9A-9753-6E00BBFC711B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6" name="Freeform 29985">
              <a:extLst>
                <a:ext uri="{FF2B5EF4-FFF2-40B4-BE49-F238E27FC236}">
                  <a16:creationId xmlns:a16="http://schemas.microsoft.com/office/drawing/2014/main" id="{41209F62-6C31-FC77-4F14-5292E876A95B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7" name="Freeform 29986">
              <a:extLst>
                <a:ext uri="{FF2B5EF4-FFF2-40B4-BE49-F238E27FC236}">
                  <a16:creationId xmlns:a16="http://schemas.microsoft.com/office/drawing/2014/main" id="{1230909A-3892-6C07-8C79-BA8ECFB1EFC3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8" name="Freeform 29987">
              <a:extLst>
                <a:ext uri="{FF2B5EF4-FFF2-40B4-BE49-F238E27FC236}">
                  <a16:creationId xmlns:a16="http://schemas.microsoft.com/office/drawing/2014/main" id="{CA570BAB-FD0A-E78E-D60A-770BC32A5C88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89" name="Freeform 29988">
              <a:extLst>
                <a:ext uri="{FF2B5EF4-FFF2-40B4-BE49-F238E27FC236}">
                  <a16:creationId xmlns:a16="http://schemas.microsoft.com/office/drawing/2014/main" id="{5AB7A62F-447F-9DCE-BBD8-47A0E505E5DB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0" name="Freeform 29989">
              <a:extLst>
                <a:ext uri="{FF2B5EF4-FFF2-40B4-BE49-F238E27FC236}">
                  <a16:creationId xmlns:a16="http://schemas.microsoft.com/office/drawing/2014/main" id="{3FE5ED61-4CC5-E89F-43DE-72F468E54573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1" name="Freeform 29990">
              <a:extLst>
                <a:ext uri="{FF2B5EF4-FFF2-40B4-BE49-F238E27FC236}">
                  <a16:creationId xmlns:a16="http://schemas.microsoft.com/office/drawing/2014/main" id="{D2473AFA-1292-1C5E-86B4-F13117737016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2" name="Freeform 29991">
              <a:extLst>
                <a:ext uri="{FF2B5EF4-FFF2-40B4-BE49-F238E27FC236}">
                  <a16:creationId xmlns:a16="http://schemas.microsoft.com/office/drawing/2014/main" id="{F357700E-EAED-E034-3A06-6DE0916876D0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3" name="Freeform 29992">
              <a:extLst>
                <a:ext uri="{FF2B5EF4-FFF2-40B4-BE49-F238E27FC236}">
                  <a16:creationId xmlns:a16="http://schemas.microsoft.com/office/drawing/2014/main" id="{A1BFA6CF-7FCB-D667-FD91-ABDFDE115620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4" name="Freeform 29993">
              <a:extLst>
                <a:ext uri="{FF2B5EF4-FFF2-40B4-BE49-F238E27FC236}">
                  <a16:creationId xmlns:a16="http://schemas.microsoft.com/office/drawing/2014/main" id="{224112EB-173F-6A4D-9DF2-B53E9AC77FF8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5" name="Freeform 29994">
              <a:extLst>
                <a:ext uri="{FF2B5EF4-FFF2-40B4-BE49-F238E27FC236}">
                  <a16:creationId xmlns:a16="http://schemas.microsoft.com/office/drawing/2014/main" id="{A23DA91B-2F9B-FECE-3E56-E7CAB784F4B1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6" name="Freeform 29995">
              <a:extLst>
                <a:ext uri="{FF2B5EF4-FFF2-40B4-BE49-F238E27FC236}">
                  <a16:creationId xmlns:a16="http://schemas.microsoft.com/office/drawing/2014/main" id="{4BB5F56D-E4FB-3E42-2BB0-0773F4FF9E9D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7" name="Freeform 29996">
              <a:extLst>
                <a:ext uri="{FF2B5EF4-FFF2-40B4-BE49-F238E27FC236}">
                  <a16:creationId xmlns:a16="http://schemas.microsoft.com/office/drawing/2014/main" id="{C549953B-7C85-E96C-6075-F2BF6610616E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98" name="Freeform 29997">
              <a:extLst>
                <a:ext uri="{FF2B5EF4-FFF2-40B4-BE49-F238E27FC236}">
                  <a16:creationId xmlns:a16="http://schemas.microsoft.com/office/drawing/2014/main" id="{0D8A14F4-C084-7264-31D7-D8FBE2D3FF85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9999" name="Group 29998">
            <a:extLst>
              <a:ext uri="{FF2B5EF4-FFF2-40B4-BE49-F238E27FC236}">
                <a16:creationId xmlns:a16="http://schemas.microsoft.com/office/drawing/2014/main" id="{26BB9C4A-6E37-AA59-2A9E-41A42A681713}"/>
              </a:ext>
            </a:extLst>
          </p:cNvPr>
          <p:cNvGrpSpPr/>
          <p:nvPr/>
        </p:nvGrpSpPr>
        <p:grpSpPr>
          <a:xfrm>
            <a:off x="11813454" y="3977392"/>
            <a:ext cx="363537" cy="371707"/>
            <a:chOff x="3694771" y="1918010"/>
            <a:chExt cx="4088780" cy="4475356"/>
          </a:xfrm>
        </p:grpSpPr>
        <p:sp>
          <p:nvSpPr>
            <p:cNvPr id="30000" name="Freeform 29999">
              <a:extLst>
                <a:ext uri="{FF2B5EF4-FFF2-40B4-BE49-F238E27FC236}">
                  <a16:creationId xmlns:a16="http://schemas.microsoft.com/office/drawing/2014/main" id="{B1CCBDC8-5BCB-D980-95E1-5DC0953AED85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4549">
              <p14:nvContentPartPr>
                <p14:cNvPr id="30001" name="Ink 30000">
                  <a:extLst>
                    <a:ext uri="{FF2B5EF4-FFF2-40B4-BE49-F238E27FC236}">
                      <a16:creationId xmlns:a16="http://schemas.microsoft.com/office/drawing/2014/main" id="{BD7B3AFE-6249-8901-25DF-759AB4AA0DD3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30002" name="Freeform 30001">
              <a:extLst>
                <a:ext uri="{FF2B5EF4-FFF2-40B4-BE49-F238E27FC236}">
                  <a16:creationId xmlns:a16="http://schemas.microsoft.com/office/drawing/2014/main" id="{7F18C944-6F7D-EF79-8081-5C9F287564AA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3" name="Freeform 30002">
              <a:extLst>
                <a:ext uri="{FF2B5EF4-FFF2-40B4-BE49-F238E27FC236}">
                  <a16:creationId xmlns:a16="http://schemas.microsoft.com/office/drawing/2014/main" id="{FD705DA7-FE2B-4136-EA6F-EC021E9C7DE9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4" name="Freeform 30003">
              <a:extLst>
                <a:ext uri="{FF2B5EF4-FFF2-40B4-BE49-F238E27FC236}">
                  <a16:creationId xmlns:a16="http://schemas.microsoft.com/office/drawing/2014/main" id="{3F99FF2B-EF9E-FC8C-4B60-5AAB0D65D7F0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5" name="Freeform 30004">
              <a:extLst>
                <a:ext uri="{FF2B5EF4-FFF2-40B4-BE49-F238E27FC236}">
                  <a16:creationId xmlns:a16="http://schemas.microsoft.com/office/drawing/2014/main" id="{E0793404-03E7-EEFD-E1D8-F9E7AF8AE746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6" name="Freeform 30005">
              <a:extLst>
                <a:ext uri="{FF2B5EF4-FFF2-40B4-BE49-F238E27FC236}">
                  <a16:creationId xmlns:a16="http://schemas.microsoft.com/office/drawing/2014/main" id="{0EE025EE-694F-997D-7F27-550EE292E4B8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7" name="Freeform 30006">
              <a:extLst>
                <a:ext uri="{FF2B5EF4-FFF2-40B4-BE49-F238E27FC236}">
                  <a16:creationId xmlns:a16="http://schemas.microsoft.com/office/drawing/2014/main" id="{B80B0B7B-C5CB-A636-BA62-31F08BC53FBC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8" name="Freeform 30007">
              <a:extLst>
                <a:ext uri="{FF2B5EF4-FFF2-40B4-BE49-F238E27FC236}">
                  <a16:creationId xmlns:a16="http://schemas.microsoft.com/office/drawing/2014/main" id="{A45686A1-9072-F039-0BAA-313AB50A8AD6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09" name="Freeform 30008">
              <a:extLst>
                <a:ext uri="{FF2B5EF4-FFF2-40B4-BE49-F238E27FC236}">
                  <a16:creationId xmlns:a16="http://schemas.microsoft.com/office/drawing/2014/main" id="{7D45FA32-0B82-0FA8-B8F7-7F654E5103B0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0" name="Freeform 30009">
              <a:extLst>
                <a:ext uri="{FF2B5EF4-FFF2-40B4-BE49-F238E27FC236}">
                  <a16:creationId xmlns:a16="http://schemas.microsoft.com/office/drawing/2014/main" id="{F9B4576D-9831-7E81-81B2-216C48474963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1" name="Freeform 30010">
              <a:extLst>
                <a:ext uri="{FF2B5EF4-FFF2-40B4-BE49-F238E27FC236}">
                  <a16:creationId xmlns:a16="http://schemas.microsoft.com/office/drawing/2014/main" id="{34280B17-C9F4-B8A6-1603-9D147028541F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2" name="Freeform 30011">
              <a:extLst>
                <a:ext uri="{FF2B5EF4-FFF2-40B4-BE49-F238E27FC236}">
                  <a16:creationId xmlns:a16="http://schemas.microsoft.com/office/drawing/2014/main" id="{32C13E10-21DD-87EC-E9D9-0FEF5EC56450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3" name="Freeform 30012">
              <a:extLst>
                <a:ext uri="{FF2B5EF4-FFF2-40B4-BE49-F238E27FC236}">
                  <a16:creationId xmlns:a16="http://schemas.microsoft.com/office/drawing/2014/main" id="{FC791A00-F609-A11E-D1AC-09DD15AB87AB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4" name="Freeform 30013">
              <a:extLst>
                <a:ext uri="{FF2B5EF4-FFF2-40B4-BE49-F238E27FC236}">
                  <a16:creationId xmlns:a16="http://schemas.microsoft.com/office/drawing/2014/main" id="{34DD2455-A41B-D5A2-4EAC-E1EDE5A22CEF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5" name="Freeform 30014">
              <a:extLst>
                <a:ext uri="{FF2B5EF4-FFF2-40B4-BE49-F238E27FC236}">
                  <a16:creationId xmlns:a16="http://schemas.microsoft.com/office/drawing/2014/main" id="{F30D1B09-2A9D-931B-A5B4-3E1F6B2B97AC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6" name="Freeform 30015">
              <a:extLst>
                <a:ext uri="{FF2B5EF4-FFF2-40B4-BE49-F238E27FC236}">
                  <a16:creationId xmlns:a16="http://schemas.microsoft.com/office/drawing/2014/main" id="{66F4D215-F295-5650-BCAE-3B5E0C66D8AA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7" name="Freeform 30016">
              <a:extLst>
                <a:ext uri="{FF2B5EF4-FFF2-40B4-BE49-F238E27FC236}">
                  <a16:creationId xmlns:a16="http://schemas.microsoft.com/office/drawing/2014/main" id="{BEC3ED55-6C50-F30F-3E92-456E6A353D58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8" name="Freeform 30017">
              <a:extLst>
                <a:ext uri="{FF2B5EF4-FFF2-40B4-BE49-F238E27FC236}">
                  <a16:creationId xmlns:a16="http://schemas.microsoft.com/office/drawing/2014/main" id="{3C28E247-1C64-3707-4502-697DC2D27440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19" name="Freeform 30018">
              <a:extLst>
                <a:ext uri="{FF2B5EF4-FFF2-40B4-BE49-F238E27FC236}">
                  <a16:creationId xmlns:a16="http://schemas.microsoft.com/office/drawing/2014/main" id="{1ADE83BE-AA50-2F7F-99AF-63D2FD1BBF58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0" name="Freeform 30019">
              <a:extLst>
                <a:ext uri="{FF2B5EF4-FFF2-40B4-BE49-F238E27FC236}">
                  <a16:creationId xmlns:a16="http://schemas.microsoft.com/office/drawing/2014/main" id="{14253DF4-8432-5BD6-5A35-020DE7DDD859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1" name="Freeform 30020">
              <a:extLst>
                <a:ext uri="{FF2B5EF4-FFF2-40B4-BE49-F238E27FC236}">
                  <a16:creationId xmlns:a16="http://schemas.microsoft.com/office/drawing/2014/main" id="{6147B79A-82B8-1EDC-C3A8-92DA4722B5A6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2" name="Freeform 30021">
              <a:extLst>
                <a:ext uri="{FF2B5EF4-FFF2-40B4-BE49-F238E27FC236}">
                  <a16:creationId xmlns:a16="http://schemas.microsoft.com/office/drawing/2014/main" id="{50AC34C1-DA76-D4DA-8296-DB18277E0D9A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3" name="Freeform 30022">
              <a:extLst>
                <a:ext uri="{FF2B5EF4-FFF2-40B4-BE49-F238E27FC236}">
                  <a16:creationId xmlns:a16="http://schemas.microsoft.com/office/drawing/2014/main" id="{39F10B57-5B64-7AEA-A4ED-C29A0FA6F3FB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4" name="Freeform 30023">
              <a:extLst>
                <a:ext uri="{FF2B5EF4-FFF2-40B4-BE49-F238E27FC236}">
                  <a16:creationId xmlns:a16="http://schemas.microsoft.com/office/drawing/2014/main" id="{3B59A07B-0A47-12F8-2F2B-74D542DD2D67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5" name="Freeform 30024">
              <a:extLst>
                <a:ext uri="{FF2B5EF4-FFF2-40B4-BE49-F238E27FC236}">
                  <a16:creationId xmlns:a16="http://schemas.microsoft.com/office/drawing/2014/main" id="{019F3CF0-CED6-EE07-EC01-C2D5062C3E5F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6" name="Freeform 30025">
              <a:extLst>
                <a:ext uri="{FF2B5EF4-FFF2-40B4-BE49-F238E27FC236}">
                  <a16:creationId xmlns:a16="http://schemas.microsoft.com/office/drawing/2014/main" id="{AAAFACCD-9F55-89E9-FD82-807B9A3C91BE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7" name="Freeform 30026">
              <a:extLst>
                <a:ext uri="{FF2B5EF4-FFF2-40B4-BE49-F238E27FC236}">
                  <a16:creationId xmlns:a16="http://schemas.microsoft.com/office/drawing/2014/main" id="{4B2850EB-3D09-3B2E-A623-553FCCA23037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8" name="Freeform 30027">
              <a:extLst>
                <a:ext uri="{FF2B5EF4-FFF2-40B4-BE49-F238E27FC236}">
                  <a16:creationId xmlns:a16="http://schemas.microsoft.com/office/drawing/2014/main" id="{1F5C6598-F0A0-3D4B-4684-81E90BD888C3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29" name="Freeform 30028">
              <a:extLst>
                <a:ext uri="{FF2B5EF4-FFF2-40B4-BE49-F238E27FC236}">
                  <a16:creationId xmlns:a16="http://schemas.microsoft.com/office/drawing/2014/main" id="{2E185E07-9634-485B-AAA3-54C0DB15BFDE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0" name="Freeform 30029">
              <a:extLst>
                <a:ext uri="{FF2B5EF4-FFF2-40B4-BE49-F238E27FC236}">
                  <a16:creationId xmlns:a16="http://schemas.microsoft.com/office/drawing/2014/main" id="{3A61745F-4566-C28B-752F-630CEE0CA560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1" name="Freeform 30030">
              <a:extLst>
                <a:ext uri="{FF2B5EF4-FFF2-40B4-BE49-F238E27FC236}">
                  <a16:creationId xmlns:a16="http://schemas.microsoft.com/office/drawing/2014/main" id="{62FBBD62-53D6-A22E-E5E5-A6AC0542BF40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2" name="Freeform 30031">
              <a:extLst>
                <a:ext uri="{FF2B5EF4-FFF2-40B4-BE49-F238E27FC236}">
                  <a16:creationId xmlns:a16="http://schemas.microsoft.com/office/drawing/2014/main" id="{073C2ABB-5F4D-533D-B00A-88C00DE69FEF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3" name="Freeform 30032">
              <a:extLst>
                <a:ext uri="{FF2B5EF4-FFF2-40B4-BE49-F238E27FC236}">
                  <a16:creationId xmlns:a16="http://schemas.microsoft.com/office/drawing/2014/main" id="{84327D1B-4FC4-1D48-1422-1174290D9FC6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4" name="Freeform 30033">
              <a:extLst>
                <a:ext uri="{FF2B5EF4-FFF2-40B4-BE49-F238E27FC236}">
                  <a16:creationId xmlns:a16="http://schemas.microsoft.com/office/drawing/2014/main" id="{D95B0EA9-05BE-9744-6584-9F1012CF8CE2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5" name="Freeform 30034">
              <a:extLst>
                <a:ext uri="{FF2B5EF4-FFF2-40B4-BE49-F238E27FC236}">
                  <a16:creationId xmlns:a16="http://schemas.microsoft.com/office/drawing/2014/main" id="{18B7B4B0-5C3C-13EE-12A4-A388F6E342FD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6" name="Freeform 30035">
              <a:extLst>
                <a:ext uri="{FF2B5EF4-FFF2-40B4-BE49-F238E27FC236}">
                  <a16:creationId xmlns:a16="http://schemas.microsoft.com/office/drawing/2014/main" id="{28DAAD65-CB73-2785-7438-E54C53442BA2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7" name="Freeform 30036">
              <a:extLst>
                <a:ext uri="{FF2B5EF4-FFF2-40B4-BE49-F238E27FC236}">
                  <a16:creationId xmlns:a16="http://schemas.microsoft.com/office/drawing/2014/main" id="{EE5317B3-18FB-F591-DBC5-9FD5BE624AAF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8" name="Freeform 30037">
              <a:extLst>
                <a:ext uri="{FF2B5EF4-FFF2-40B4-BE49-F238E27FC236}">
                  <a16:creationId xmlns:a16="http://schemas.microsoft.com/office/drawing/2014/main" id="{16171C16-1309-8B05-892C-479353C7B6F3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39" name="Freeform 30038">
              <a:extLst>
                <a:ext uri="{FF2B5EF4-FFF2-40B4-BE49-F238E27FC236}">
                  <a16:creationId xmlns:a16="http://schemas.microsoft.com/office/drawing/2014/main" id="{87ACBB3D-3E94-5E34-56F7-C0D0D5808554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0" name="Freeform 30039">
              <a:extLst>
                <a:ext uri="{FF2B5EF4-FFF2-40B4-BE49-F238E27FC236}">
                  <a16:creationId xmlns:a16="http://schemas.microsoft.com/office/drawing/2014/main" id="{912A4CA3-199A-EC38-7AB9-6024F4D5C67E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1" name="Freeform 30040">
              <a:extLst>
                <a:ext uri="{FF2B5EF4-FFF2-40B4-BE49-F238E27FC236}">
                  <a16:creationId xmlns:a16="http://schemas.microsoft.com/office/drawing/2014/main" id="{72AF2101-CCAC-AA85-D6EA-9BD1DB394B73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2" name="Freeform 30041">
              <a:extLst>
                <a:ext uri="{FF2B5EF4-FFF2-40B4-BE49-F238E27FC236}">
                  <a16:creationId xmlns:a16="http://schemas.microsoft.com/office/drawing/2014/main" id="{2A355683-FE87-248E-D602-2BBE86A47623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3" name="Freeform 30042">
              <a:extLst>
                <a:ext uri="{FF2B5EF4-FFF2-40B4-BE49-F238E27FC236}">
                  <a16:creationId xmlns:a16="http://schemas.microsoft.com/office/drawing/2014/main" id="{3831EB77-7A0D-BEB6-910D-9A5D644AA12C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4" name="Freeform 30043">
              <a:extLst>
                <a:ext uri="{FF2B5EF4-FFF2-40B4-BE49-F238E27FC236}">
                  <a16:creationId xmlns:a16="http://schemas.microsoft.com/office/drawing/2014/main" id="{EAB1A5C6-4114-AB9C-5588-D735D07A723D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5" name="Freeform 30044">
              <a:extLst>
                <a:ext uri="{FF2B5EF4-FFF2-40B4-BE49-F238E27FC236}">
                  <a16:creationId xmlns:a16="http://schemas.microsoft.com/office/drawing/2014/main" id="{DACCC7BF-8BAA-B8CE-A47E-5EEBC0B04242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6" name="Freeform 30045">
              <a:extLst>
                <a:ext uri="{FF2B5EF4-FFF2-40B4-BE49-F238E27FC236}">
                  <a16:creationId xmlns:a16="http://schemas.microsoft.com/office/drawing/2014/main" id="{F064EE42-37AC-7290-B255-832F2F4DB338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7" name="Freeform 30046">
              <a:extLst>
                <a:ext uri="{FF2B5EF4-FFF2-40B4-BE49-F238E27FC236}">
                  <a16:creationId xmlns:a16="http://schemas.microsoft.com/office/drawing/2014/main" id="{C18A891E-562B-9AD6-5B1F-60261CF709C8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8" name="Freeform 30047">
              <a:extLst>
                <a:ext uri="{FF2B5EF4-FFF2-40B4-BE49-F238E27FC236}">
                  <a16:creationId xmlns:a16="http://schemas.microsoft.com/office/drawing/2014/main" id="{9BE0512F-E1FF-7722-BCDD-337F564483AE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49" name="Freeform 30048">
              <a:extLst>
                <a:ext uri="{FF2B5EF4-FFF2-40B4-BE49-F238E27FC236}">
                  <a16:creationId xmlns:a16="http://schemas.microsoft.com/office/drawing/2014/main" id="{805306AC-83F5-F3EA-D4F8-D33653F2F5BB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0" name="Freeform 30049">
              <a:extLst>
                <a:ext uri="{FF2B5EF4-FFF2-40B4-BE49-F238E27FC236}">
                  <a16:creationId xmlns:a16="http://schemas.microsoft.com/office/drawing/2014/main" id="{97B7E089-BEF7-79ED-81CC-3D507541F35B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1" name="Freeform 30050">
              <a:extLst>
                <a:ext uri="{FF2B5EF4-FFF2-40B4-BE49-F238E27FC236}">
                  <a16:creationId xmlns:a16="http://schemas.microsoft.com/office/drawing/2014/main" id="{EBBFE0AC-B8B3-F630-ECEE-B0C8CB798519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2" name="Freeform 30051">
              <a:extLst>
                <a:ext uri="{FF2B5EF4-FFF2-40B4-BE49-F238E27FC236}">
                  <a16:creationId xmlns:a16="http://schemas.microsoft.com/office/drawing/2014/main" id="{EC9B4ED2-6792-A473-F022-A2010C90B545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3" name="Freeform 30052">
              <a:extLst>
                <a:ext uri="{FF2B5EF4-FFF2-40B4-BE49-F238E27FC236}">
                  <a16:creationId xmlns:a16="http://schemas.microsoft.com/office/drawing/2014/main" id="{EBB9BB9B-724E-EAC3-03C2-74B7362CA3A7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4" name="Freeform 30053">
              <a:extLst>
                <a:ext uri="{FF2B5EF4-FFF2-40B4-BE49-F238E27FC236}">
                  <a16:creationId xmlns:a16="http://schemas.microsoft.com/office/drawing/2014/main" id="{27063127-4096-AF53-7910-07D163B62D39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5" name="Freeform 30054">
              <a:extLst>
                <a:ext uri="{FF2B5EF4-FFF2-40B4-BE49-F238E27FC236}">
                  <a16:creationId xmlns:a16="http://schemas.microsoft.com/office/drawing/2014/main" id="{EAFA6EFA-4F2C-52D7-B3FD-CABDB59864E2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6" name="Freeform 30055">
              <a:extLst>
                <a:ext uri="{FF2B5EF4-FFF2-40B4-BE49-F238E27FC236}">
                  <a16:creationId xmlns:a16="http://schemas.microsoft.com/office/drawing/2014/main" id="{1FF9544E-85FF-43C7-874E-0EAFD7FEB45F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7" name="Freeform 30056">
              <a:extLst>
                <a:ext uri="{FF2B5EF4-FFF2-40B4-BE49-F238E27FC236}">
                  <a16:creationId xmlns:a16="http://schemas.microsoft.com/office/drawing/2014/main" id="{FA6BA6A3-B4BA-2E92-7698-AF8258B8A539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8" name="Freeform 30057">
              <a:extLst>
                <a:ext uri="{FF2B5EF4-FFF2-40B4-BE49-F238E27FC236}">
                  <a16:creationId xmlns:a16="http://schemas.microsoft.com/office/drawing/2014/main" id="{129F7103-1C74-7635-2923-031E05A72E1D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59" name="Freeform 30058">
              <a:extLst>
                <a:ext uri="{FF2B5EF4-FFF2-40B4-BE49-F238E27FC236}">
                  <a16:creationId xmlns:a16="http://schemas.microsoft.com/office/drawing/2014/main" id="{5CD6940B-1C3A-A0BE-C9FA-93493318324D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0" name="Freeform 30059">
              <a:extLst>
                <a:ext uri="{FF2B5EF4-FFF2-40B4-BE49-F238E27FC236}">
                  <a16:creationId xmlns:a16="http://schemas.microsoft.com/office/drawing/2014/main" id="{953C4846-2FEF-6C3E-71A4-DB0E6C81935D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1" name="Freeform 30060">
              <a:extLst>
                <a:ext uri="{FF2B5EF4-FFF2-40B4-BE49-F238E27FC236}">
                  <a16:creationId xmlns:a16="http://schemas.microsoft.com/office/drawing/2014/main" id="{063FCB1C-F72D-6536-9362-85D43835EDB3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2" name="Freeform 30061">
              <a:extLst>
                <a:ext uri="{FF2B5EF4-FFF2-40B4-BE49-F238E27FC236}">
                  <a16:creationId xmlns:a16="http://schemas.microsoft.com/office/drawing/2014/main" id="{508CFD65-BB24-0DD8-BD32-22D4D7B1087B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3" name="Freeform 30062">
              <a:extLst>
                <a:ext uri="{FF2B5EF4-FFF2-40B4-BE49-F238E27FC236}">
                  <a16:creationId xmlns:a16="http://schemas.microsoft.com/office/drawing/2014/main" id="{F7A69E47-0F0F-A77C-0710-BF455DA71258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4" name="Freeform 30063">
              <a:extLst>
                <a:ext uri="{FF2B5EF4-FFF2-40B4-BE49-F238E27FC236}">
                  <a16:creationId xmlns:a16="http://schemas.microsoft.com/office/drawing/2014/main" id="{7E7318F7-E0A3-D6DA-2389-8F8D1A0C280A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5" name="Freeform 30064">
              <a:extLst>
                <a:ext uri="{FF2B5EF4-FFF2-40B4-BE49-F238E27FC236}">
                  <a16:creationId xmlns:a16="http://schemas.microsoft.com/office/drawing/2014/main" id="{1E08E0EA-A141-23A2-B049-5810FE02FABF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6" name="Freeform 30065">
              <a:extLst>
                <a:ext uri="{FF2B5EF4-FFF2-40B4-BE49-F238E27FC236}">
                  <a16:creationId xmlns:a16="http://schemas.microsoft.com/office/drawing/2014/main" id="{88D873BC-4728-1978-4215-A40213B36B72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7" name="Freeform 30066">
              <a:extLst>
                <a:ext uri="{FF2B5EF4-FFF2-40B4-BE49-F238E27FC236}">
                  <a16:creationId xmlns:a16="http://schemas.microsoft.com/office/drawing/2014/main" id="{EF99CA35-5A68-4896-B038-FD273B3F056B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8" name="Freeform 30067">
              <a:extLst>
                <a:ext uri="{FF2B5EF4-FFF2-40B4-BE49-F238E27FC236}">
                  <a16:creationId xmlns:a16="http://schemas.microsoft.com/office/drawing/2014/main" id="{609A195E-D5E8-8F3F-1C99-4DDF6F9EC1A3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69" name="Freeform 30068">
              <a:extLst>
                <a:ext uri="{FF2B5EF4-FFF2-40B4-BE49-F238E27FC236}">
                  <a16:creationId xmlns:a16="http://schemas.microsoft.com/office/drawing/2014/main" id="{24C66A69-480C-AB70-FAD9-CD90B46C4EA5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0" name="Freeform 30069">
              <a:extLst>
                <a:ext uri="{FF2B5EF4-FFF2-40B4-BE49-F238E27FC236}">
                  <a16:creationId xmlns:a16="http://schemas.microsoft.com/office/drawing/2014/main" id="{EE8F67CB-6158-2BA2-DDFD-F129B896474D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1" name="Freeform 30070">
              <a:extLst>
                <a:ext uri="{FF2B5EF4-FFF2-40B4-BE49-F238E27FC236}">
                  <a16:creationId xmlns:a16="http://schemas.microsoft.com/office/drawing/2014/main" id="{22B1496D-EB86-EBB4-9D88-184AB5DFAB4B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2" name="Freeform 30071">
              <a:extLst>
                <a:ext uri="{FF2B5EF4-FFF2-40B4-BE49-F238E27FC236}">
                  <a16:creationId xmlns:a16="http://schemas.microsoft.com/office/drawing/2014/main" id="{54508EFF-BF2C-2CC0-ADA1-8D9CE13CEFB5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3" name="Freeform 30072">
              <a:extLst>
                <a:ext uri="{FF2B5EF4-FFF2-40B4-BE49-F238E27FC236}">
                  <a16:creationId xmlns:a16="http://schemas.microsoft.com/office/drawing/2014/main" id="{F2595D4C-82C5-455C-E660-AED9F9A1F3B6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4" name="Freeform 30073">
              <a:extLst>
                <a:ext uri="{FF2B5EF4-FFF2-40B4-BE49-F238E27FC236}">
                  <a16:creationId xmlns:a16="http://schemas.microsoft.com/office/drawing/2014/main" id="{5E8F60E6-AED3-25FB-7904-0146C5ACFB62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5" name="Freeform 30074">
              <a:extLst>
                <a:ext uri="{FF2B5EF4-FFF2-40B4-BE49-F238E27FC236}">
                  <a16:creationId xmlns:a16="http://schemas.microsoft.com/office/drawing/2014/main" id="{622B3361-25A3-A0F2-A83A-6CB40E65956A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6" name="Freeform 30075">
              <a:extLst>
                <a:ext uri="{FF2B5EF4-FFF2-40B4-BE49-F238E27FC236}">
                  <a16:creationId xmlns:a16="http://schemas.microsoft.com/office/drawing/2014/main" id="{723E0844-0389-130C-5A9C-A0749358AAA9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7" name="Freeform 30076">
              <a:extLst>
                <a:ext uri="{FF2B5EF4-FFF2-40B4-BE49-F238E27FC236}">
                  <a16:creationId xmlns:a16="http://schemas.microsoft.com/office/drawing/2014/main" id="{87359F07-A17C-F27F-ED22-257B9AB2FF85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8" name="Freeform 30077">
              <a:extLst>
                <a:ext uri="{FF2B5EF4-FFF2-40B4-BE49-F238E27FC236}">
                  <a16:creationId xmlns:a16="http://schemas.microsoft.com/office/drawing/2014/main" id="{52032723-F9FF-9516-FBAD-A8F85E6CAA58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79" name="Freeform 30078">
              <a:extLst>
                <a:ext uri="{FF2B5EF4-FFF2-40B4-BE49-F238E27FC236}">
                  <a16:creationId xmlns:a16="http://schemas.microsoft.com/office/drawing/2014/main" id="{1B071C59-069F-00AF-9C19-ABE18694CC45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80" name="Freeform 30079">
              <a:extLst>
                <a:ext uri="{FF2B5EF4-FFF2-40B4-BE49-F238E27FC236}">
                  <a16:creationId xmlns:a16="http://schemas.microsoft.com/office/drawing/2014/main" id="{BBDFA2A5-373D-065B-C18D-A9A1B3A3A191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81" name="Freeform 30080">
              <a:extLst>
                <a:ext uri="{FF2B5EF4-FFF2-40B4-BE49-F238E27FC236}">
                  <a16:creationId xmlns:a16="http://schemas.microsoft.com/office/drawing/2014/main" id="{4BE2C769-3061-E777-143A-E8F3DD6058DF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82" name="Freeform 30081">
              <a:extLst>
                <a:ext uri="{FF2B5EF4-FFF2-40B4-BE49-F238E27FC236}">
                  <a16:creationId xmlns:a16="http://schemas.microsoft.com/office/drawing/2014/main" id="{F2FF7A5D-0CD6-C5D4-E085-F567C8B0F2E2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83" name="Freeform 30082">
              <a:extLst>
                <a:ext uri="{FF2B5EF4-FFF2-40B4-BE49-F238E27FC236}">
                  <a16:creationId xmlns:a16="http://schemas.microsoft.com/office/drawing/2014/main" id="{64197CF2-0B35-F029-562A-5A51911B7874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30336" name="Picture 30335">
            <a:extLst>
              <a:ext uri="{FF2B5EF4-FFF2-40B4-BE49-F238E27FC236}">
                <a16:creationId xmlns:a16="http://schemas.microsoft.com/office/drawing/2014/main" id="{0A28794E-1823-056A-3097-8C5F9B4E97CC}"/>
              </a:ext>
            </a:extLst>
          </p:cNvPr>
          <p:cNvPicPr>
            <a:picLocks noChangeAspect="1"/>
          </p:cNvPicPr>
          <p:nvPr/>
        </p:nvPicPr>
        <p:blipFill>
          <a:blip r:embed="rId4550"/>
          <a:stretch>
            <a:fillRect/>
          </a:stretch>
        </p:blipFill>
        <p:spPr>
          <a:xfrm>
            <a:off x="12984637" y="7455235"/>
            <a:ext cx="256643" cy="879913"/>
          </a:xfrm>
          <a:prstGeom prst="rect">
            <a:avLst/>
          </a:prstGeom>
        </p:spPr>
      </p:pic>
      <p:grpSp>
        <p:nvGrpSpPr>
          <p:cNvPr id="26769" name="Group 26768">
            <a:extLst>
              <a:ext uri="{FF2B5EF4-FFF2-40B4-BE49-F238E27FC236}">
                <a16:creationId xmlns:a16="http://schemas.microsoft.com/office/drawing/2014/main" id="{7260CF82-62D2-3F63-CFE0-865792D8E146}"/>
              </a:ext>
            </a:extLst>
          </p:cNvPr>
          <p:cNvGrpSpPr>
            <a:grpSpLocks noChangeAspect="1"/>
          </p:cNvGrpSpPr>
          <p:nvPr/>
        </p:nvGrpSpPr>
        <p:grpSpPr>
          <a:xfrm>
            <a:off x="5206861" y="9099497"/>
            <a:ext cx="342918" cy="182880"/>
            <a:chOff x="9395680" y="2795445"/>
            <a:chExt cx="1970280" cy="1750320"/>
          </a:xfrm>
        </p:grpSpPr>
        <p:grpSp>
          <p:nvGrpSpPr>
            <p:cNvPr id="26770" name="Group 79">
              <a:extLst>
                <a:ext uri="{FF2B5EF4-FFF2-40B4-BE49-F238E27FC236}">
                  <a16:creationId xmlns:a16="http://schemas.microsoft.com/office/drawing/2014/main" id="{6A3597BB-D7CC-A439-CE1A-B73454B2A6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6807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A2737AD4-B55C-FDA3-92AE-502FFF5A6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6808" name="Freeform 26807">
                <a:extLst>
                  <a:ext uri="{FF2B5EF4-FFF2-40B4-BE49-F238E27FC236}">
                    <a16:creationId xmlns:a16="http://schemas.microsoft.com/office/drawing/2014/main" id="{6FBE6DBF-B720-54F9-F229-D91A19AD5382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809" name="Straight Connector 26808">
                <a:extLst>
                  <a:ext uri="{FF2B5EF4-FFF2-40B4-BE49-F238E27FC236}">
                    <a16:creationId xmlns:a16="http://schemas.microsoft.com/office/drawing/2014/main" id="{EDE4B59D-F25D-7320-7B16-40D96B49C1CE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0" name="Straight Connector 26809">
                <a:extLst>
                  <a:ext uri="{FF2B5EF4-FFF2-40B4-BE49-F238E27FC236}">
                    <a16:creationId xmlns:a16="http://schemas.microsoft.com/office/drawing/2014/main" id="{63EA9D35-98AF-2B60-9FBA-6AEBCF9B8D32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1" name="Straight Connector 26810">
                <a:extLst>
                  <a:ext uri="{FF2B5EF4-FFF2-40B4-BE49-F238E27FC236}">
                    <a16:creationId xmlns:a16="http://schemas.microsoft.com/office/drawing/2014/main" id="{D227CB9D-9DA4-A21D-A6D8-C51501FE04E6}"/>
                  </a:ext>
                </a:extLst>
              </p:cNvPr>
              <p:cNvCxnSpPr>
                <a:cxnSpLocks/>
                <a:stCxn id="26807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2" name="Straight Connector 26811">
                <a:extLst>
                  <a:ext uri="{FF2B5EF4-FFF2-40B4-BE49-F238E27FC236}">
                    <a16:creationId xmlns:a16="http://schemas.microsoft.com/office/drawing/2014/main" id="{2D3C887B-147C-1B41-B73E-4ECF475D3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3" name="Straight Connector 26812">
                <a:extLst>
                  <a:ext uri="{FF2B5EF4-FFF2-40B4-BE49-F238E27FC236}">
                    <a16:creationId xmlns:a16="http://schemas.microsoft.com/office/drawing/2014/main" id="{E28069D2-C6A8-BBB7-B5A6-EB891FCD5F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4" name="Straight Connector 26813">
                <a:extLst>
                  <a:ext uri="{FF2B5EF4-FFF2-40B4-BE49-F238E27FC236}">
                    <a16:creationId xmlns:a16="http://schemas.microsoft.com/office/drawing/2014/main" id="{0159CED0-0091-F2D1-A64E-696DFB6DD5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5" name="Straight Connector 26814">
                <a:extLst>
                  <a:ext uri="{FF2B5EF4-FFF2-40B4-BE49-F238E27FC236}">
                    <a16:creationId xmlns:a16="http://schemas.microsoft.com/office/drawing/2014/main" id="{2A66C7C0-984E-0493-D00C-7117046AB9A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6" name="Straight Connector 26815">
                <a:extLst>
                  <a:ext uri="{FF2B5EF4-FFF2-40B4-BE49-F238E27FC236}">
                    <a16:creationId xmlns:a16="http://schemas.microsoft.com/office/drawing/2014/main" id="{EB300FF8-AB93-7D6A-B6AB-9221523195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7" name="Straight Connector 26816">
                <a:extLst>
                  <a:ext uri="{FF2B5EF4-FFF2-40B4-BE49-F238E27FC236}">
                    <a16:creationId xmlns:a16="http://schemas.microsoft.com/office/drawing/2014/main" id="{100EB508-F22E-617D-8669-F52427300F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8" name="Straight Connector 26817">
                <a:extLst>
                  <a:ext uri="{FF2B5EF4-FFF2-40B4-BE49-F238E27FC236}">
                    <a16:creationId xmlns:a16="http://schemas.microsoft.com/office/drawing/2014/main" id="{7DC94651-6B4B-9B92-ED00-2347F5BBEE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19" name="Straight Connector 26818">
                <a:extLst>
                  <a:ext uri="{FF2B5EF4-FFF2-40B4-BE49-F238E27FC236}">
                    <a16:creationId xmlns:a16="http://schemas.microsoft.com/office/drawing/2014/main" id="{1D8CA46B-B831-A4EF-51E7-503AF559FA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0" name="Straight Connector 26819">
                <a:extLst>
                  <a:ext uri="{FF2B5EF4-FFF2-40B4-BE49-F238E27FC236}">
                    <a16:creationId xmlns:a16="http://schemas.microsoft.com/office/drawing/2014/main" id="{AA226D12-7D0E-E9E8-BA13-6864696B19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1" name="Straight Connector 26820">
                <a:extLst>
                  <a:ext uri="{FF2B5EF4-FFF2-40B4-BE49-F238E27FC236}">
                    <a16:creationId xmlns:a16="http://schemas.microsoft.com/office/drawing/2014/main" id="{A2BD0FFF-2CB8-BDD6-3A86-5095BD428A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2" name="Straight Connector 26821">
                <a:extLst>
                  <a:ext uri="{FF2B5EF4-FFF2-40B4-BE49-F238E27FC236}">
                    <a16:creationId xmlns:a16="http://schemas.microsoft.com/office/drawing/2014/main" id="{3D3964C1-6A95-7FF2-139D-2245966BE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3" name="Straight Connector 26822">
                <a:extLst>
                  <a:ext uri="{FF2B5EF4-FFF2-40B4-BE49-F238E27FC236}">
                    <a16:creationId xmlns:a16="http://schemas.microsoft.com/office/drawing/2014/main" id="{FC0FDB79-A21C-08C0-B023-98F9D49E2A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4" name="Straight Connector 26823">
                <a:extLst>
                  <a:ext uri="{FF2B5EF4-FFF2-40B4-BE49-F238E27FC236}">
                    <a16:creationId xmlns:a16="http://schemas.microsoft.com/office/drawing/2014/main" id="{76938D79-B33E-189E-4B21-5539CE6EE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5" name="Straight Connector 26824">
                <a:extLst>
                  <a:ext uri="{FF2B5EF4-FFF2-40B4-BE49-F238E27FC236}">
                    <a16:creationId xmlns:a16="http://schemas.microsoft.com/office/drawing/2014/main" id="{866B1ECC-298C-5B84-2FB3-A7F5D01624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6" name="Straight Connector 26825">
                <a:extLst>
                  <a:ext uri="{FF2B5EF4-FFF2-40B4-BE49-F238E27FC236}">
                    <a16:creationId xmlns:a16="http://schemas.microsoft.com/office/drawing/2014/main" id="{7265BFC0-35A3-7924-4FEE-7C6CE99584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7" name="Straight Connector 26826">
                <a:extLst>
                  <a:ext uri="{FF2B5EF4-FFF2-40B4-BE49-F238E27FC236}">
                    <a16:creationId xmlns:a16="http://schemas.microsoft.com/office/drawing/2014/main" id="{1278C391-6F04-A7CE-3156-95E954F26AD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8" name="Straight Connector 26827">
                <a:extLst>
                  <a:ext uri="{FF2B5EF4-FFF2-40B4-BE49-F238E27FC236}">
                    <a16:creationId xmlns:a16="http://schemas.microsoft.com/office/drawing/2014/main" id="{048C6A46-AA39-F95D-0CED-02B261CD43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29" name="Straight Connector 26828">
                <a:extLst>
                  <a:ext uri="{FF2B5EF4-FFF2-40B4-BE49-F238E27FC236}">
                    <a16:creationId xmlns:a16="http://schemas.microsoft.com/office/drawing/2014/main" id="{7EC6FBC1-6111-5F33-9DE1-CDE1A3A15DC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0" name="Straight Connector 26829">
                <a:extLst>
                  <a:ext uri="{FF2B5EF4-FFF2-40B4-BE49-F238E27FC236}">
                    <a16:creationId xmlns:a16="http://schemas.microsoft.com/office/drawing/2014/main" id="{29443B70-1816-8F42-75A9-8794E90941C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1" name="Straight Connector 26830">
                <a:extLst>
                  <a:ext uri="{FF2B5EF4-FFF2-40B4-BE49-F238E27FC236}">
                    <a16:creationId xmlns:a16="http://schemas.microsoft.com/office/drawing/2014/main" id="{CC9D7F9A-D165-E84A-070A-FF4EC0DD40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2" name="Straight Connector 26831">
                <a:extLst>
                  <a:ext uri="{FF2B5EF4-FFF2-40B4-BE49-F238E27FC236}">
                    <a16:creationId xmlns:a16="http://schemas.microsoft.com/office/drawing/2014/main" id="{7A72E71D-1E23-20A3-E243-9E74230786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3" name="Straight Connector 26832">
                <a:extLst>
                  <a:ext uri="{FF2B5EF4-FFF2-40B4-BE49-F238E27FC236}">
                    <a16:creationId xmlns:a16="http://schemas.microsoft.com/office/drawing/2014/main" id="{DA74C012-9A7F-218D-210D-FBF17A051A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4" name="Straight Connector 26833">
                <a:extLst>
                  <a:ext uri="{FF2B5EF4-FFF2-40B4-BE49-F238E27FC236}">
                    <a16:creationId xmlns:a16="http://schemas.microsoft.com/office/drawing/2014/main" id="{D14FBF95-95D7-07FC-CE8C-689D9F3308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5" name="Straight Connector 26834">
                <a:extLst>
                  <a:ext uri="{FF2B5EF4-FFF2-40B4-BE49-F238E27FC236}">
                    <a16:creationId xmlns:a16="http://schemas.microsoft.com/office/drawing/2014/main" id="{B8BB21BE-F049-1ABE-72A5-E5EE149ADA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6" name="Straight Connector 26835">
                <a:extLst>
                  <a:ext uri="{FF2B5EF4-FFF2-40B4-BE49-F238E27FC236}">
                    <a16:creationId xmlns:a16="http://schemas.microsoft.com/office/drawing/2014/main" id="{DD2984D1-F080-3760-7015-817DE9CAA7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7" name="Straight Connector 26836">
                <a:extLst>
                  <a:ext uri="{FF2B5EF4-FFF2-40B4-BE49-F238E27FC236}">
                    <a16:creationId xmlns:a16="http://schemas.microsoft.com/office/drawing/2014/main" id="{49F2201F-074F-73FB-B9F8-F01A5D04BF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8" name="Straight Connector 26837">
                <a:extLst>
                  <a:ext uri="{FF2B5EF4-FFF2-40B4-BE49-F238E27FC236}">
                    <a16:creationId xmlns:a16="http://schemas.microsoft.com/office/drawing/2014/main" id="{863B7363-7ACF-8432-F7BA-6D703EAC8BE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9" name="Straight Connector 26838">
                <a:extLst>
                  <a:ext uri="{FF2B5EF4-FFF2-40B4-BE49-F238E27FC236}">
                    <a16:creationId xmlns:a16="http://schemas.microsoft.com/office/drawing/2014/main" id="{A2A0CC95-7074-6B43-08BC-D845890E22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0" name="Straight Connector 26839">
                <a:extLst>
                  <a:ext uri="{FF2B5EF4-FFF2-40B4-BE49-F238E27FC236}">
                    <a16:creationId xmlns:a16="http://schemas.microsoft.com/office/drawing/2014/main" id="{5D18C01E-79D8-B6E7-6D08-F9CB01E543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1" name="Straight Connector 26840">
                <a:extLst>
                  <a:ext uri="{FF2B5EF4-FFF2-40B4-BE49-F238E27FC236}">
                    <a16:creationId xmlns:a16="http://schemas.microsoft.com/office/drawing/2014/main" id="{2EE986D3-CC14-6767-C041-BD99CA6550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2" name="Straight Connector 26841">
                <a:extLst>
                  <a:ext uri="{FF2B5EF4-FFF2-40B4-BE49-F238E27FC236}">
                    <a16:creationId xmlns:a16="http://schemas.microsoft.com/office/drawing/2014/main" id="{B07BF70F-C9AF-2085-3C8E-FB8DFC044F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3" name="Straight Connector 26842">
                <a:extLst>
                  <a:ext uri="{FF2B5EF4-FFF2-40B4-BE49-F238E27FC236}">
                    <a16:creationId xmlns:a16="http://schemas.microsoft.com/office/drawing/2014/main" id="{E8B87760-F58B-248E-FE7C-392175D028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4" name="Straight Connector 26843">
                <a:extLst>
                  <a:ext uri="{FF2B5EF4-FFF2-40B4-BE49-F238E27FC236}">
                    <a16:creationId xmlns:a16="http://schemas.microsoft.com/office/drawing/2014/main" id="{8D546B38-E1CB-C7AF-458A-B1330427BE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5" name="Straight Connector 26844">
                <a:extLst>
                  <a:ext uri="{FF2B5EF4-FFF2-40B4-BE49-F238E27FC236}">
                    <a16:creationId xmlns:a16="http://schemas.microsoft.com/office/drawing/2014/main" id="{4EA7A821-1799-F3BA-6347-0EC5606674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6" name="Straight Connector 26845">
                <a:extLst>
                  <a:ext uri="{FF2B5EF4-FFF2-40B4-BE49-F238E27FC236}">
                    <a16:creationId xmlns:a16="http://schemas.microsoft.com/office/drawing/2014/main" id="{6B400424-CF9E-617B-256E-FEE4B377EC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7" name="Straight Connector 26846">
                <a:extLst>
                  <a:ext uri="{FF2B5EF4-FFF2-40B4-BE49-F238E27FC236}">
                    <a16:creationId xmlns:a16="http://schemas.microsoft.com/office/drawing/2014/main" id="{D8804FC5-68F5-C531-B2DD-AB4FE97A6E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8" name="Straight Connector 26847">
                <a:extLst>
                  <a:ext uri="{FF2B5EF4-FFF2-40B4-BE49-F238E27FC236}">
                    <a16:creationId xmlns:a16="http://schemas.microsoft.com/office/drawing/2014/main" id="{FE5D370A-1E91-DFB0-9208-C334B518B23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9" name="Straight Connector 26848">
                <a:extLst>
                  <a:ext uri="{FF2B5EF4-FFF2-40B4-BE49-F238E27FC236}">
                    <a16:creationId xmlns:a16="http://schemas.microsoft.com/office/drawing/2014/main" id="{DA1CF5AD-0857-789C-DF51-CEB4C2F298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0" name="Straight Connector 26849">
                <a:extLst>
                  <a:ext uri="{FF2B5EF4-FFF2-40B4-BE49-F238E27FC236}">
                    <a16:creationId xmlns:a16="http://schemas.microsoft.com/office/drawing/2014/main" id="{3E26DFC8-112B-3DBA-2F01-6DED3079D4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1" name="Straight Connector 26850">
                <a:extLst>
                  <a:ext uri="{FF2B5EF4-FFF2-40B4-BE49-F238E27FC236}">
                    <a16:creationId xmlns:a16="http://schemas.microsoft.com/office/drawing/2014/main" id="{3D632290-110C-0BDE-650A-90DF42666C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2" name="Straight Connector 26851">
                <a:extLst>
                  <a:ext uri="{FF2B5EF4-FFF2-40B4-BE49-F238E27FC236}">
                    <a16:creationId xmlns:a16="http://schemas.microsoft.com/office/drawing/2014/main" id="{A919CEF8-287F-7C87-D83F-EFC0E494C9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3" name="Straight Connector 26852">
                <a:extLst>
                  <a:ext uri="{FF2B5EF4-FFF2-40B4-BE49-F238E27FC236}">
                    <a16:creationId xmlns:a16="http://schemas.microsoft.com/office/drawing/2014/main" id="{A1B17554-821D-ED9D-2B2C-B4272443B6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4" name="Straight Connector 26853">
                <a:extLst>
                  <a:ext uri="{FF2B5EF4-FFF2-40B4-BE49-F238E27FC236}">
                    <a16:creationId xmlns:a16="http://schemas.microsoft.com/office/drawing/2014/main" id="{8742B0C8-E1C0-2F39-861A-B7109C9BC0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5" name="Straight Connector 26854">
                <a:extLst>
                  <a:ext uri="{FF2B5EF4-FFF2-40B4-BE49-F238E27FC236}">
                    <a16:creationId xmlns:a16="http://schemas.microsoft.com/office/drawing/2014/main" id="{B79A90EC-1C4D-A759-67E7-284D83C82F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6" name="Straight Connector 26855">
                <a:extLst>
                  <a:ext uri="{FF2B5EF4-FFF2-40B4-BE49-F238E27FC236}">
                    <a16:creationId xmlns:a16="http://schemas.microsoft.com/office/drawing/2014/main" id="{A300BD97-50F8-C51D-0600-38A782741FF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7" name="Straight Connector 26856">
                <a:extLst>
                  <a:ext uri="{FF2B5EF4-FFF2-40B4-BE49-F238E27FC236}">
                    <a16:creationId xmlns:a16="http://schemas.microsoft.com/office/drawing/2014/main" id="{C286985A-CFE4-C42C-F9BE-F39AF706A3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8" name="Straight Connector 26857">
                <a:extLst>
                  <a:ext uri="{FF2B5EF4-FFF2-40B4-BE49-F238E27FC236}">
                    <a16:creationId xmlns:a16="http://schemas.microsoft.com/office/drawing/2014/main" id="{ADE5F360-1B0D-7B16-961B-98F2A3D95F9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59" name="Straight Connector 26858">
                <a:extLst>
                  <a:ext uri="{FF2B5EF4-FFF2-40B4-BE49-F238E27FC236}">
                    <a16:creationId xmlns:a16="http://schemas.microsoft.com/office/drawing/2014/main" id="{D9711183-CF98-2245-FFB5-A9B4CEA187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0" name="Straight Connector 26859">
                <a:extLst>
                  <a:ext uri="{FF2B5EF4-FFF2-40B4-BE49-F238E27FC236}">
                    <a16:creationId xmlns:a16="http://schemas.microsoft.com/office/drawing/2014/main" id="{0B666D7B-F4B2-41FF-A272-2A8C473B5E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1" name="Straight Connector 26860">
                <a:extLst>
                  <a:ext uri="{FF2B5EF4-FFF2-40B4-BE49-F238E27FC236}">
                    <a16:creationId xmlns:a16="http://schemas.microsoft.com/office/drawing/2014/main" id="{AAD49D54-D348-1D13-641B-07DEFAEE7A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2" name="Straight Connector 26861">
                <a:extLst>
                  <a:ext uri="{FF2B5EF4-FFF2-40B4-BE49-F238E27FC236}">
                    <a16:creationId xmlns:a16="http://schemas.microsoft.com/office/drawing/2014/main" id="{D07B8100-6DC6-136A-13AF-0560F51964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3" name="Straight Connector 26862">
                <a:extLst>
                  <a:ext uri="{FF2B5EF4-FFF2-40B4-BE49-F238E27FC236}">
                    <a16:creationId xmlns:a16="http://schemas.microsoft.com/office/drawing/2014/main" id="{3FDAD100-18C3-6361-A2AC-D6E51F2D0F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4" name="Straight Connector 26863">
                <a:extLst>
                  <a:ext uri="{FF2B5EF4-FFF2-40B4-BE49-F238E27FC236}">
                    <a16:creationId xmlns:a16="http://schemas.microsoft.com/office/drawing/2014/main" id="{0D8980DF-EB8A-0D67-07BA-47692BB638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5" name="Straight Connector 26864">
                <a:extLst>
                  <a:ext uri="{FF2B5EF4-FFF2-40B4-BE49-F238E27FC236}">
                    <a16:creationId xmlns:a16="http://schemas.microsoft.com/office/drawing/2014/main" id="{A65F82A5-9F72-90A0-4739-CF3184ACF2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6" name="Straight Connector 26865">
                <a:extLst>
                  <a:ext uri="{FF2B5EF4-FFF2-40B4-BE49-F238E27FC236}">
                    <a16:creationId xmlns:a16="http://schemas.microsoft.com/office/drawing/2014/main" id="{3F537B2A-EB08-545B-D068-E12F65F907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7" name="Straight Connector 26866">
                <a:extLst>
                  <a:ext uri="{FF2B5EF4-FFF2-40B4-BE49-F238E27FC236}">
                    <a16:creationId xmlns:a16="http://schemas.microsoft.com/office/drawing/2014/main" id="{97BD0803-E96C-105E-6628-3B6D46F8D8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8" name="Straight Connector 26867">
                <a:extLst>
                  <a:ext uri="{FF2B5EF4-FFF2-40B4-BE49-F238E27FC236}">
                    <a16:creationId xmlns:a16="http://schemas.microsoft.com/office/drawing/2014/main" id="{9016C61A-28BC-286A-92FC-482415E435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69" name="Straight Connector 26868">
                <a:extLst>
                  <a:ext uri="{FF2B5EF4-FFF2-40B4-BE49-F238E27FC236}">
                    <a16:creationId xmlns:a16="http://schemas.microsoft.com/office/drawing/2014/main" id="{1C58FAD5-6559-7CE7-3AD0-BDD13DDF3F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0" name="Straight Connector 26869">
                <a:extLst>
                  <a:ext uri="{FF2B5EF4-FFF2-40B4-BE49-F238E27FC236}">
                    <a16:creationId xmlns:a16="http://schemas.microsoft.com/office/drawing/2014/main" id="{FBFDADC6-A285-E50C-4B34-92C150F8B53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1" name="Straight Connector 26870">
                <a:extLst>
                  <a:ext uri="{FF2B5EF4-FFF2-40B4-BE49-F238E27FC236}">
                    <a16:creationId xmlns:a16="http://schemas.microsoft.com/office/drawing/2014/main" id="{2B18856E-90A3-CFC3-BDE6-7192CCBB56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2" name="Straight Connector 26871">
                <a:extLst>
                  <a:ext uri="{FF2B5EF4-FFF2-40B4-BE49-F238E27FC236}">
                    <a16:creationId xmlns:a16="http://schemas.microsoft.com/office/drawing/2014/main" id="{CD16D5FE-ACB0-0806-3B65-B5A9E16F83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3" name="Straight Connector 26872">
                <a:extLst>
                  <a:ext uri="{FF2B5EF4-FFF2-40B4-BE49-F238E27FC236}">
                    <a16:creationId xmlns:a16="http://schemas.microsoft.com/office/drawing/2014/main" id="{71EA1996-57B7-BF71-5138-17676AD4D1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4" name="Straight Connector 26873">
                <a:extLst>
                  <a:ext uri="{FF2B5EF4-FFF2-40B4-BE49-F238E27FC236}">
                    <a16:creationId xmlns:a16="http://schemas.microsoft.com/office/drawing/2014/main" id="{35DBA879-CD8F-C1DB-1A1D-C84661DF44E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5" name="Straight Connector 26874">
                <a:extLst>
                  <a:ext uri="{FF2B5EF4-FFF2-40B4-BE49-F238E27FC236}">
                    <a16:creationId xmlns:a16="http://schemas.microsoft.com/office/drawing/2014/main" id="{BEA576AB-631B-2899-1A88-761040C688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6" name="Straight Connector 26875">
                <a:extLst>
                  <a:ext uri="{FF2B5EF4-FFF2-40B4-BE49-F238E27FC236}">
                    <a16:creationId xmlns:a16="http://schemas.microsoft.com/office/drawing/2014/main" id="{B0A342B5-B4CB-1AAC-72B2-C01DB54129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7" name="Straight Connector 26876">
                <a:extLst>
                  <a:ext uri="{FF2B5EF4-FFF2-40B4-BE49-F238E27FC236}">
                    <a16:creationId xmlns:a16="http://schemas.microsoft.com/office/drawing/2014/main" id="{6F4ACD80-9FE4-074B-615F-BEC312EDAD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8" name="Straight Connector 26877">
                <a:extLst>
                  <a:ext uri="{FF2B5EF4-FFF2-40B4-BE49-F238E27FC236}">
                    <a16:creationId xmlns:a16="http://schemas.microsoft.com/office/drawing/2014/main" id="{627FD951-4630-EB11-327A-6BEC60A2A3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79" name="Straight Connector 26878">
                <a:extLst>
                  <a:ext uri="{FF2B5EF4-FFF2-40B4-BE49-F238E27FC236}">
                    <a16:creationId xmlns:a16="http://schemas.microsoft.com/office/drawing/2014/main" id="{7F38DE8D-4BAD-A5AC-A339-736A849065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80" name="Straight Connector 26879">
                <a:extLst>
                  <a:ext uri="{FF2B5EF4-FFF2-40B4-BE49-F238E27FC236}">
                    <a16:creationId xmlns:a16="http://schemas.microsoft.com/office/drawing/2014/main" id="{D646084F-FD3F-E8ED-1FB0-53A1801D46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771" name="Group 26770">
              <a:extLst>
                <a:ext uri="{FF2B5EF4-FFF2-40B4-BE49-F238E27FC236}">
                  <a16:creationId xmlns:a16="http://schemas.microsoft.com/office/drawing/2014/main" id="{DBD8ACCD-DBCD-D34C-5783-54549272E555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552">
                <p14:nvContentPartPr>
                  <p14:cNvPr id="26772" name="Ink 26771">
                    <a:extLst>
                      <a:ext uri="{FF2B5EF4-FFF2-40B4-BE49-F238E27FC236}">
                        <a16:creationId xmlns:a16="http://schemas.microsoft.com/office/drawing/2014/main" id="{FAC01560-ADFE-E70B-A380-318E71F8FAA5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6772" name="Ink 26771">
                    <a:extLst>
                      <a:ext uri="{FF2B5EF4-FFF2-40B4-BE49-F238E27FC236}">
                        <a16:creationId xmlns:a16="http://schemas.microsoft.com/office/drawing/2014/main" id="{FAC01560-ADFE-E70B-A380-318E71F8FAA5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3">
                <p14:nvContentPartPr>
                  <p14:cNvPr id="26773" name="Ink 26772">
                    <a:extLst>
                      <a:ext uri="{FF2B5EF4-FFF2-40B4-BE49-F238E27FC236}">
                        <a16:creationId xmlns:a16="http://schemas.microsoft.com/office/drawing/2014/main" id="{2B627A24-F8C4-BFEF-E828-668866F98AF7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6773" name="Ink 26772">
                    <a:extLst>
                      <a:ext uri="{FF2B5EF4-FFF2-40B4-BE49-F238E27FC236}">
                        <a16:creationId xmlns:a16="http://schemas.microsoft.com/office/drawing/2014/main" id="{2B627A24-F8C4-BFEF-E828-668866F98AF7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4">
                <p14:nvContentPartPr>
                  <p14:cNvPr id="26774" name="Ink 26773">
                    <a:extLst>
                      <a:ext uri="{FF2B5EF4-FFF2-40B4-BE49-F238E27FC236}">
                        <a16:creationId xmlns:a16="http://schemas.microsoft.com/office/drawing/2014/main" id="{6F905ABF-726B-4BCE-64F5-02159C73383A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6774" name="Ink 26773">
                    <a:extLst>
                      <a:ext uri="{FF2B5EF4-FFF2-40B4-BE49-F238E27FC236}">
                        <a16:creationId xmlns:a16="http://schemas.microsoft.com/office/drawing/2014/main" id="{6F905ABF-726B-4BCE-64F5-02159C73383A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5">
                <p14:nvContentPartPr>
                  <p14:cNvPr id="26775" name="Ink 26774">
                    <a:extLst>
                      <a:ext uri="{FF2B5EF4-FFF2-40B4-BE49-F238E27FC236}">
                        <a16:creationId xmlns:a16="http://schemas.microsoft.com/office/drawing/2014/main" id="{6359F16F-E504-46A7-B8E4-69E6E1EFE6BA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6775" name="Ink 26774">
                    <a:extLst>
                      <a:ext uri="{FF2B5EF4-FFF2-40B4-BE49-F238E27FC236}">
                        <a16:creationId xmlns:a16="http://schemas.microsoft.com/office/drawing/2014/main" id="{6359F16F-E504-46A7-B8E4-69E6E1EFE6BA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6">
                <p14:nvContentPartPr>
                  <p14:cNvPr id="26776" name="Ink 26775">
                    <a:extLst>
                      <a:ext uri="{FF2B5EF4-FFF2-40B4-BE49-F238E27FC236}">
                        <a16:creationId xmlns:a16="http://schemas.microsoft.com/office/drawing/2014/main" id="{0F109DD2-BC0A-224E-9A21-5F1AE5EE1C47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6776" name="Ink 26775">
                    <a:extLst>
                      <a:ext uri="{FF2B5EF4-FFF2-40B4-BE49-F238E27FC236}">
                        <a16:creationId xmlns:a16="http://schemas.microsoft.com/office/drawing/2014/main" id="{0F109DD2-BC0A-224E-9A21-5F1AE5EE1C47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7">
                <p14:nvContentPartPr>
                  <p14:cNvPr id="26777" name="Ink 26776">
                    <a:extLst>
                      <a:ext uri="{FF2B5EF4-FFF2-40B4-BE49-F238E27FC236}">
                        <a16:creationId xmlns:a16="http://schemas.microsoft.com/office/drawing/2014/main" id="{9E85F821-556C-0A45-B263-640F4C9CF1B5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6777" name="Ink 26776">
                    <a:extLst>
                      <a:ext uri="{FF2B5EF4-FFF2-40B4-BE49-F238E27FC236}">
                        <a16:creationId xmlns:a16="http://schemas.microsoft.com/office/drawing/2014/main" id="{9E85F821-556C-0A45-B263-640F4C9CF1B5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8">
                <p14:nvContentPartPr>
                  <p14:cNvPr id="26778" name="Ink 26777">
                    <a:extLst>
                      <a:ext uri="{FF2B5EF4-FFF2-40B4-BE49-F238E27FC236}">
                        <a16:creationId xmlns:a16="http://schemas.microsoft.com/office/drawing/2014/main" id="{773AD007-E8E5-227D-7924-C8532695F114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6778" name="Ink 26777">
                    <a:extLst>
                      <a:ext uri="{FF2B5EF4-FFF2-40B4-BE49-F238E27FC236}">
                        <a16:creationId xmlns:a16="http://schemas.microsoft.com/office/drawing/2014/main" id="{773AD007-E8E5-227D-7924-C8532695F114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59">
                <p14:nvContentPartPr>
                  <p14:cNvPr id="26779" name="Ink 26778">
                    <a:extLst>
                      <a:ext uri="{FF2B5EF4-FFF2-40B4-BE49-F238E27FC236}">
                        <a16:creationId xmlns:a16="http://schemas.microsoft.com/office/drawing/2014/main" id="{A0779F78-1614-478D-8B74-FE1F0810CF25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6779" name="Ink 26778">
                    <a:extLst>
                      <a:ext uri="{FF2B5EF4-FFF2-40B4-BE49-F238E27FC236}">
                        <a16:creationId xmlns:a16="http://schemas.microsoft.com/office/drawing/2014/main" id="{A0779F78-1614-478D-8B74-FE1F0810CF25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0">
                <p14:nvContentPartPr>
                  <p14:cNvPr id="26780" name="Ink 26779">
                    <a:extLst>
                      <a:ext uri="{FF2B5EF4-FFF2-40B4-BE49-F238E27FC236}">
                        <a16:creationId xmlns:a16="http://schemas.microsoft.com/office/drawing/2014/main" id="{C843243B-4164-7AAD-D2F7-1FC2E397D65B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6780" name="Ink 26779">
                    <a:extLst>
                      <a:ext uri="{FF2B5EF4-FFF2-40B4-BE49-F238E27FC236}">
                        <a16:creationId xmlns:a16="http://schemas.microsoft.com/office/drawing/2014/main" id="{C843243B-4164-7AAD-D2F7-1FC2E397D65B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1">
                <p14:nvContentPartPr>
                  <p14:cNvPr id="26781" name="Ink 26780">
                    <a:extLst>
                      <a:ext uri="{FF2B5EF4-FFF2-40B4-BE49-F238E27FC236}">
                        <a16:creationId xmlns:a16="http://schemas.microsoft.com/office/drawing/2014/main" id="{ADF38AC8-401A-B690-5CAD-8AA1D386849F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6781" name="Ink 26780">
                    <a:extLst>
                      <a:ext uri="{FF2B5EF4-FFF2-40B4-BE49-F238E27FC236}">
                        <a16:creationId xmlns:a16="http://schemas.microsoft.com/office/drawing/2014/main" id="{ADF38AC8-401A-B690-5CAD-8AA1D386849F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2">
                <p14:nvContentPartPr>
                  <p14:cNvPr id="26782" name="Ink 26781">
                    <a:extLst>
                      <a:ext uri="{FF2B5EF4-FFF2-40B4-BE49-F238E27FC236}">
                        <a16:creationId xmlns:a16="http://schemas.microsoft.com/office/drawing/2014/main" id="{FD750D56-D8CB-EBB1-07D2-221C364D1838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6782" name="Ink 26781">
                    <a:extLst>
                      <a:ext uri="{FF2B5EF4-FFF2-40B4-BE49-F238E27FC236}">
                        <a16:creationId xmlns:a16="http://schemas.microsoft.com/office/drawing/2014/main" id="{FD750D56-D8CB-EBB1-07D2-221C364D1838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3">
                <p14:nvContentPartPr>
                  <p14:cNvPr id="26783" name="Ink 26782">
                    <a:extLst>
                      <a:ext uri="{FF2B5EF4-FFF2-40B4-BE49-F238E27FC236}">
                        <a16:creationId xmlns:a16="http://schemas.microsoft.com/office/drawing/2014/main" id="{B9E2AF69-A24F-1E9B-4FE4-2CC7B181B065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6783" name="Ink 26782">
                    <a:extLst>
                      <a:ext uri="{FF2B5EF4-FFF2-40B4-BE49-F238E27FC236}">
                        <a16:creationId xmlns:a16="http://schemas.microsoft.com/office/drawing/2014/main" id="{B9E2AF69-A24F-1E9B-4FE4-2CC7B181B065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4">
                <p14:nvContentPartPr>
                  <p14:cNvPr id="26784" name="Ink 26783">
                    <a:extLst>
                      <a:ext uri="{FF2B5EF4-FFF2-40B4-BE49-F238E27FC236}">
                        <a16:creationId xmlns:a16="http://schemas.microsoft.com/office/drawing/2014/main" id="{A873C65A-2BBC-0161-128D-24C3A405BB90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6784" name="Ink 26783">
                    <a:extLst>
                      <a:ext uri="{FF2B5EF4-FFF2-40B4-BE49-F238E27FC236}">
                        <a16:creationId xmlns:a16="http://schemas.microsoft.com/office/drawing/2014/main" id="{A873C65A-2BBC-0161-128D-24C3A405BB90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5">
                <p14:nvContentPartPr>
                  <p14:cNvPr id="26785" name="Ink 26784">
                    <a:extLst>
                      <a:ext uri="{FF2B5EF4-FFF2-40B4-BE49-F238E27FC236}">
                        <a16:creationId xmlns:a16="http://schemas.microsoft.com/office/drawing/2014/main" id="{843D2EF9-C6FD-FD54-F310-ABDEA3776733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6785" name="Ink 26784">
                    <a:extLst>
                      <a:ext uri="{FF2B5EF4-FFF2-40B4-BE49-F238E27FC236}">
                        <a16:creationId xmlns:a16="http://schemas.microsoft.com/office/drawing/2014/main" id="{843D2EF9-C6FD-FD54-F310-ABDEA3776733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6">
                <p14:nvContentPartPr>
                  <p14:cNvPr id="26786" name="Ink 26785">
                    <a:extLst>
                      <a:ext uri="{FF2B5EF4-FFF2-40B4-BE49-F238E27FC236}">
                        <a16:creationId xmlns:a16="http://schemas.microsoft.com/office/drawing/2014/main" id="{443A0D41-1933-75FE-2C5F-3426FA80B98D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6786" name="Ink 26785">
                    <a:extLst>
                      <a:ext uri="{FF2B5EF4-FFF2-40B4-BE49-F238E27FC236}">
                        <a16:creationId xmlns:a16="http://schemas.microsoft.com/office/drawing/2014/main" id="{443A0D41-1933-75FE-2C5F-3426FA80B98D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7">
                <p14:nvContentPartPr>
                  <p14:cNvPr id="26787" name="Ink 26786">
                    <a:extLst>
                      <a:ext uri="{FF2B5EF4-FFF2-40B4-BE49-F238E27FC236}">
                        <a16:creationId xmlns:a16="http://schemas.microsoft.com/office/drawing/2014/main" id="{1984CF5D-A014-86E1-5541-451754B24D15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6787" name="Ink 26786">
                    <a:extLst>
                      <a:ext uri="{FF2B5EF4-FFF2-40B4-BE49-F238E27FC236}">
                        <a16:creationId xmlns:a16="http://schemas.microsoft.com/office/drawing/2014/main" id="{1984CF5D-A014-86E1-5541-451754B24D15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8">
                <p14:nvContentPartPr>
                  <p14:cNvPr id="26788" name="Ink 26787">
                    <a:extLst>
                      <a:ext uri="{FF2B5EF4-FFF2-40B4-BE49-F238E27FC236}">
                        <a16:creationId xmlns:a16="http://schemas.microsoft.com/office/drawing/2014/main" id="{2D6F9193-B0FA-9355-FA50-913F4C404CCB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6788" name="Ink 26787">
                    <a:extLst>
                      <a:ext uri="{FF2B5EF4-FFF2-40B4-BE49-F238E27FC236}">
                        <a16:creationId xmlns:a16="http://schemas.microsoft.com/office/drawing/2014/main" id="{2D6F9193-B0FA-9355-FA50-913F4C404CCB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69">
                <p14:nvContentPartPr>
                  <p14:cNvPr id="26789" name="Ink 26788">
                    <a:extLst>
                      <a:ext uri="{FF2B5EF4-FFF2-40B4-BE49-F238E27FC236}">
                        <a16:creationId xmlns:a16="http://schemas.microsoft.com/office/drawing/2014/main" id="{794AB2F4-741F-CD91-9203-3DC0EFC28FE5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6789" name="Ink 26788">
                    <a:extLst>
                      <a:ext uri="{FF2B5EF4-FFF2-40B4-BE49-F238E27FC236}">
                        <a16:creationId xmlns:a16="http://schemas.microsoft.com/office/drawing/2014/main" id="{794AB2F4-741F-CD91-9203-3DC0EFC28FE5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0">
                <p14:nvContentPartPr>
                  <p14:cNvPr id="26790" name="Ink 26789">
                    <a:extLst>
                      <a:ext uri="{FF2B5EF4-FFF2-40B4-BE49-F238E27FC236}">
                        <a16:creationId xmlns:a16="http://schemas.microsoft.com/office/drawing/2014/main" id="{EF65B581-5CBF-0B33-67CB-31B46CFC2508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6790" name="Ink 26789">
                    <a:extLst>
                      <a:ext uri="{FF2B5EF4-FFF2-40B4-BE49-F238E27FC236}">
                        <a16:creationId xmlns:a16="http://schemas.microsoft.com/office/drawing/2014/main" id="{EF65B581-5CBF-0B33-67CB-31B46CFC2508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1">
                <p14:nvContentPartPr>
                  <p14:cNvPr id="26791" name="Ink 26790">
                    <a:extLst>
                      <a:ext uri="{FF2B5EF4-FFF2-40B4-BE49-F238E27FC236}">
                        <a16:creationId xmlns:a16="http://schemas.microsoft.com/office/drawing/2014/main" id="{900A4976-8EE0-E041-1081-93D29FAE0721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6791" name="Ink 26790">
                    <a:extLst>
                      <a:ext uri="{FF2B5EF4-FFF2-40B4-BE49-F238E27FC236}">
                        <a16:creationId xmlns:a16="http://schemas.microsoft.com/office/drawing/2014/main" id="{900A4976-8EE0-E041-1081-93D29FAE0721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2">
                <p14:nvContentPartPr>
                  <p14:cNvPr id="26792" name="Ink 26791">
                    <a:extLst>
                      <a:ext uri="{FF2B5EF4-FFF2-40B4-BE49-F238E27FC236}">
                        <a16:creationId xmlns:a16="http://schemas.microsoft.com/office/drawing/2014/main" id="{EB24117A-010D-1740-DE86-51BF51E1A832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6792" name="Ink 26791">
                    <a:extLst>
                      <a:ext uri="{FF2B5EF4-FFF2-40B4-BE49-F238E27FC236}">
                        <a16:creationId xmlns:a16="http://schemas.microsoft.com/office/drawing/2014/main" id="{EB24117A-010D-1740-DE86-51BF51E1A832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3">
                <p14:nvContentPartPr>
                  <p14:cNvPr id="26793" name="Ink 26792">
                    <a:extLst>
                      <a:ext uri="{FF2B5EF4-FFF2-40B4-BE49-F238E27FC236}">
                        <a16:creationId xmlns:a16="http://schemas.microsoft.com/office/drawing/2014/main" id="{21AA556F-3190-ADF7-BDAB-4C1F8DDF716C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6793" name="Ink 26792">
                    <a:extLst>
                      <a:ext uri="{FF2B5EF4-FFF2-40B4-BE49-F238E27FC236}">
                        <a16:creationId xmlns:a16="http://schemas.microsoft.com/office/drawing/2014/main" id="{21AA556F-3190-ADF7-BDAB-4C1F8DDF716C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4">
                <p14:nvContentPartPr>
                  <p14:cNvPr id="26794" name="Ink 26793">
                    <a:extLst>
                      <a:ext uri="{FF2B5EF4-FFF2-40B4-BE49-F238E27FC236}">
                        <a16:creationId xmlns:a16="http://schemas.microsoft.com/office/drawing/2014/main" id="{C6734931-B328-2C18-E3E3-A8B5DE6994BB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6794" name="Ink 26793">
                    <a:extLst>
                      <a:ext uri="{FF2B5EF4-FFF2-40B4-BE49-F238E27FC236}">
                        <a16:creationId xmlns:a16="http://schemas.microsoft.com/office/drawing/2014/main" id="{C6734931-B328-2C18-E3E3-A8B5DE6994BB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5">
                <p14:nvContentPartPr>
                  <p14:cNvPr id="26795" name="Ink 26794">
                    <a:extLst>
                      <a:ext uri="{FF2B5EF4-FFF2-40B4-BE49-F238E27FC236}">
                        <a16:creationId xmlns:a16="http://schemas.microsoft.com/office/drawing/2014/main" id="{50763C1F-A945-84DF-C64E-3BB086FC503E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6795" name="Ink 26794">
                    <a:extLst>
                      <a:ext uri="{FF2B5EF4-FFF2-40B4-BE49-F238E27FC236}">
                        <a16:creationId xmlns:a16="http://schemas.microsoft.com/office/drawing/2014/main" id="{50763C1F-A945-84DF-C64E-3BB086FC503E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6">
                <p14:nvContentPartPr>
                  <p14:cNvPr id="26796" name="Ink 26795">
                    <a:extLst>
                      <a:ext uri="{FF2B5EF4-FFF2-40B4-BE49-F238E27FC236}">
                        <a16:creationId xmlns:a16="http://schemas.microsoft.com/office/drawing/2014/main" id="{7D068B3A-0051-1A91-6701-BA9D56926065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6796" name="Ink 26795">
                    <a:extLst>
                      <a:ext uri="{FF2B5EF4-FFF2-40B4-BE49-F238E27FC236}">
                        <a16:creationId xmlns:a16="http://schemas.microsoft.com/office/drawing/2014/main" id="{7D068B3A-0051-1A91-6701-BA9D56926065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7">
                <p14:nvContentPartPr>
                  <p14:cNvPr id="26797" name="Ink 26796">
                    <a:extLst>
                      <a:ext uri="{FF2B5EF4-FFF2-40B4-BE49-F238E27FC236}">
                        <a16:creationId xmlns:a16="http://schemas.microsoft.com/office/drawing/2014/main" id="{236EBA6E-F9B5-116D-D9CF-6E92C3B04CC0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6797" name="Ink 26796">
                    <a:extLst>
                      <a:ext uri="{FF2B5EF4-FFF2-40B4-BE49-F238E27FC236}">
                        <a16:creationId xmlns:a16="http://schemas.microsoft.com/office/drawing/2014/main" id="{236EBA6E-F9B5-116D-D9CF-6E92C3B04CC0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406" y="2811876"/>
                    <a:ext cx="414667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8">
                <p14:nvContentPartPr>
                  <p14:cNvPr id="26798" name="Ink 26797">
                    <a:extLst>
                      <a:ext uri="{FF2B5EF4-FFF2-40B4-BE49-F238E27FC236}">
                        <a16:creationId xmlns:a16="http://schemas.microsoft.com/office/drawing/2014/main" id="{775DEC5D-F3A0-130E-8EA2-E7972895F9C8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6798" name="Ink 26797">
                    <a:extLst>
                      <a:ext uri="{FF2B5EF4-FFF2-40B4-BE49-F238E27FC236}">
                        <a16:creationId xmlns:a16="http://schemas.microsoft.com/office/drawing/2014/main" id="{775DEC5D-F3A0-130E-8EA2-E7972895F9C8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79">
                <p14:nvContentPartPr>
                  <p14:cNvPr id="26799" name="Ink 26798">
                    <a:extLst>
                      <a:ext uri="{FF2B5EF4-FFF2-40B4-BE49-F238E27FC236}">
                        <a16:creationId xmlns:a16="http://schemas.microsoft.com/office/drawing/2014/main" id="{2DEE9236-03F8-E41D-8B0A-DFD0B1D106D1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6799" name="Ink 26798">
                    <a:extLst>
                      <a:ext uri="{FF2B5EF4-FFF2-40B4-BE49-F238E27FC236}">
                        <a16:creationId xmlns:a16="http://schemas.microsoft.com/office/drawing/2014/main" id="{2DEE9236-03F8-E41D-8B0A-DFD0B1D106D1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0">
                <p14:nvContentPartPr>
                  <p14:cNvPr id="26800" name="Ink 26799">
                    <a:extLst>
                      <a:ext uri="{FF2B5EF4-FFF2-40B4-BE49-F238E27FC236}">
                        <a16:creationId xmlns:a16="http://schemas.microsoft.com/office/drawing/2014/main" id="{45D5A413-AFC4-ECCB-23AD-A68299863B5A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6800" name="Ink 26799">
                    <a:extLst>
                      <a:ext uri="{FF2B5EF4-FFF2-40B4-BE49-F238E27FC236}">
                        <a16:creationId xmlns:a16="http://schemas.microsoft.com/office/drawing/2014/main" id="{45D5A413-AFC4-ECCB-23AD-A68299863B5A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1">
                <p14:nvContentPartPr>
                  <p14:cNvPr id="26801" name="Ink 26800">
                    <a:extLst>
                      <a:ext uri="{FF2B5EF4-FFF2-40B4-BE49-F238E27FC236}">
                        <a16:creationId xmlns:a16="http://schemas.microsoft.com/office/drawing/2014/main" id="{B7799B76-4A30-0D13-30E4-89CE2E0EF65C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6801" name="Ink 26800">
                    <a:extLst>
                      <a:ext uri="{FF2B5EF4-FFF2-40B4-BE49-F238E27FC236}">
                        <a16:creationId xmlns:a16="http://schemas.microsoft.com/office/drawing/2014/main" id="{B7799B76-4A30-0D13-30E4-89CE2E0EF65C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2">
                <p14:nvContentPartPr>
                  <p14:cNvPr id="26802" name="Ink 26801">
                    <a:extLst>
                      <a:ext uri="{FF2B5EF4-FFF2-40B4-BE49-F238E27FC236}">
                        <a16:creationId xmlns:a16="http://schemas.microsoft.com/office/drawing/2014/main" id="{FD0D56D6-AA37-980E-0F9E-DD5686EE2856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6802" name="Ink 26801">
                    <a:extLst>
                      <a:ext uri="{FF2B5EF4-FFF2-40B4-BE49-F238E27FC236}">
                        <a16:creationId xmlns:a16="http://schemas.microsoft.com/office/drawing/2014/main" id="{FD0D56D6-AA37-980E-0F9E-DD5686EE2856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3">
                <p14:nvContentPartPr>
                  <p14:cNvPr id="26803" name="Ink 26802">
                    <a:extLst>
                      <a:ext uri="{FF2B5EF4-FFF2-40B4-BE49-F238E27FC236}">
                        <a16:creationId xmlns:a16="http://schemas.microsoft.com/office/drawing/2014/main" id="{BF354F8C-680D-5FE4-F2D0-96EE639B977B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6803" name="Ink 26802">
                    <a:extLst>
                      <a:ext uri="{FF2B5EF4-FFF2-40B4-BE49-F238E27FC236}">
                        <a16:creationId xmlns:a16="http://schemas.microsoft.com/office/drawing/2014/main" id="{BF354F8C-680D-5FE4-F2D0-96EE639B977B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4">
                <p14:nvContentPartPr>
                  <p14:cNvPr id="26804" name="Ink 26803">
                    <a:extLst>
                      <a:ext uri="{FF2B5EF4-FFF2-40B4-BE49-F238E27FC236}">
                        <a16:creationId xmlns:a16="http://schemas.microsoft.com/office/drawing/2014/main" id="{B7235BEC-84C6-95A6-5AEC-AFBF180997CE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6804" name="Ink 26803">
                    <a:extLst>
                      <a:ext uri="{FF2B5EF4-FFF2-40B4-BE49-F238E27FC236}">
                        <a16:creationId xmlns:a16="http://schemas.microsoft.com/office/drawing/2014/main" id="{B7235BEC-84C6-95A6-5AEC-AFBF180997CE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5">
                <p14:nvContentPartPr>
                  <p14:cNvPr id="26805" name="Ink 26804">
                    <a:extLst>
                      <a:ext uri="{FF2B5EF4-FFF2-40B4-BE49-F238E27FC236}">
                        <a16:creationId xmlns:a16="http://schemas.microsoft.com/office/drawing/2014/main" id="{48DF120C-3027-FC9D-A6B3-CA31B63205AC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6805" name="Ink 26804">
                    <a:extLst>
                      <a:ext uri="{FF2B5EF4-FFF2-40B4-BE49-F238E27FC236}">
                        <a16:creationId xmlns:a16="http://schemas.microsoft.com/office/drawing/2014/main" id="{48DF120C-3027-FC9D-A6B3-CA31B63205AC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6">
                <p14:nvContentPartPr>
                  <p14:cNvPr id="26806" name="Ink 26805">
                    <a:extLst>
                      <a:ext uri="{FF2B5EF4-FFF2-40B4-BE49-F238E27FC236}">
                        <a16:creationId xmlns:a16="http://schemas.microsoft.com/office/drawing/2014/main" id="{392E3B4D-CA50-AE2E-01FA-7515AC4561C9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6806" name="Ink 26805">
                    <a:extLst>
                      <a:ext uri="{FF2B5EF4-FFF2-40B4-BE49-F238E27FC236}">
                        <a16:creationId xmlns:a16="http://schemas.microsoft.com/office/drawing/2014/main" id="{392E3B4D-CA50-AE2E-01FA-7515AC4561C9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6993" name="Group 26992">
            <a:extLst>
              <a:ext uri="{FF2B5EF4-FFF2-40B4-BE49-F238E27FC236}">
                <a16:creationId xmlns:a16="http://schemas.microsoft.com/office/drawing/2014/main" id="{AED4950E-10BF-842A-0F9F-78C0B984BA78}"/>
              </a:ext>
            </a:extLst>
          </p:cNvPr>
          <p:cNvGrpSpPr>
            <a:grpSpLocks noChangeAspect="1"/>
          </p:cNvGrpSpPr>
          <p:nvPr/>
        </p:nvGrpSpPr>
        <p:grpSpPr>
          <a:xfrm>
            <a:off x="5123562" y="9307804"/>
            <a:ext cx="342918" cy="182880"/>
            <a:chOff x="9395680" y="2795445"/>
            <a:chExt cx="1970280" cy="1750320"/>
          </a:xfrm>
        </p:grpSpPr>
        <p:grpSp>
          <p:nvGrpSpPr>
            <p:cNvPr id="26994" name="Group 79">
              <a:extLst>
                <a:ext uri="{FF2B5EF4-FFF2-40B4-BE49-F238E27FC236}">
                  <a16:creationId xmlns:a16="http://schemas.microsoft.com/office/drawing/2014/main" id="{C19AD480-5DD1-4A6E-3584-A937514093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031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FE038883-6DCE-C99C-B578-B7D400728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032" name="Freeform 27031">
                <a:extLst>
                  <a:ext uri="{FF2B5EF4-FFF2-40B4-BE49-F238E27FC236}">
                    <a16:creationId xmlns:a16="http://schemas.microsoft.com/office/drawing/2014/main" id="{192673D6-4276-8D20-01A1-4B63C59FFC68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033" name="Straight Connector 27032">
                <a:extLst>
                  <a:ext uri="{FF2B5EF4-FFF2-40B4-BE49-F238E27FC236}">
                    <a16:creationId xmlns:a16="http://schemas.microsoft.com/office/drawing/2014/main" id="{E427EB3B-AB6D-1CCD-DA2E-042AFA609C13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4" name="Straight Connector 27033">
                <a:extLst>
                  <a:ext uri="{FF2B5EF4-FFF2-40B4-BE49-F238E27FC236}">
                    <a16:creationId xmlns:a16="http://schemas.microsoft.com/office/drawing/2014/main" id="{E182C100-4380-8FB7-F93C-16249C69DBA4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5" name="Straight Connector 27034">
                <a:extLst>
                  <a:ext uri="{FF2B5EF4-FFF2-40B4-BE49-F238E27FC236}">
                    <a16:creationId xmlns:a16="http://schemas.microsoft.com/office/drawing/2014/main" id="{134ADB71-E07B-8721-2EC4-48AD348A08BD}"/>
                  </a:ext>
                </a:extLst>
              </p:cNvPr>
              <p:cNvCxnSpPr>
                <a:cxnSpLocks/>
                <a:stCxn id="27031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6" name="Straight Connector 27035">
                <a:extLst>
                  <a:ext uri="{FF2B5EF4-FFF2-40B4-BE49-F238E27FC236}">
                    <a16:creationId xmlns:a16="http://schemas.microsoft.com/office/drawing/2014/main" id="{76DE3026-65D1-4B9E-C6EE-B32DF410DD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7" name="Straight Connector 27036">
                <a:extLst>
                  <a:ext uri="{FF2B5EF4-FFF2-40B4-BE49-F238E27FC236}">
                    <a16:creationId xmlns:a16="http://schemas.microsoft.com/office/drawing/2014/main" id="{532A4CAB-13FF-B133-EEF2-862E8EDE1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8" name="Straight Connector 27037">
                <a:extLst>
                  <a:ext uri="{FF2B5EF4-FFF2-40B4-BE49-F238E27FC236}">
                    <a16:creationId xmlns:a16="http://schemas.microsoft.com/office/drawing/2014/main" id="{246849B9-0465-467A-C1F5-F853CE906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39" name="Straight Connector 27038">
                <a:extLst>
                  <a:ext uri="{FF2B5EF4-FFF2-40B4-BE49-F238E27FC236}">
                    <a16:creationId xmlns:a16="http://schemas.microsoft.com/office/drawing/2014/main" id="{509C8F62-76D8-F733-77A2-CA6BA01C0ED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0" name="Straight Connector 27039">
                <a:extLst>
                  <a:ext uri="{FF2B5EF4-FFF2-40B4-BE49-F238E27FC236}">
                    <a16:creationId xmlns:a16="http://schemas.microsoft.com/office/drawing/2014/main" id="{CC8DE5FF-5BE4-F459-DE89-7DBDAF5A2F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1" name="Straight Connector 27040">
                <a:extLst>
                  <a:ext uri="{FF2B5EF4-FFF2-40B4-BE49-F238E27FC236}">
                    <a16:creationId xmlns:a16="http://schemas.microsoft.com/office/drawing/2014/main" id="{439472A9-82AB-AEE5-6239-B454988500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2" name="Straight Connector 27041">
                <a:extLst>
                  <a:ext uri="{FF2B5EF4-FFF2-40B4-BE49-F238E27FC236}">
                    <a16:creationId xmlns:a16="http://schemas.microsoft.com/office/drawing/2014/main" id="{D5222C5C-06A7-D7D9-F9B4-9DEAE2AD901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3" name="Straight Connector 27042">
                <a:extLst>
                  <a:ext uri="{FF2B5EF4-FFF2-40B4-BE49-F238E27FC236}">
                    <a16:creationId xmlns:a16="http://schemas.microsoft.com/office/drawing/2014/main" id="{943F5C3F-759A-E37B-6574-A49A441D4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4" name="Straight Connector 27043">
                <a:extLst>
                  <a:ext uri="{FF2B5EF4-FFF2-40B4-BE49-F238E27FC236}">
                    <a16:creationId xmlns:a16="http://schemas.microsoft.com/office/drawing/2014/main" id="{C172D9A9-E53C-1CFD-730E-64FAAA2832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5" name="Straight Connector 27044">
                <a:extLst>
                  <a:ext uri="{FF2B5EF4-FFF2-40B4-BE49-F238E27FC236}">
                    <a16:creationId xmlns:a16="http://schemas.microsoft.com/office/drawing/2014/main" id="{F2D07458-2082-23FD-2F70-594EAA94E7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6" name="Straight Connector 27045">
                <a:extLst>
                  <a:ext uri="{FF2B5EF4-FFF2-40B4-BE49-F238E27FC236}">
                    <a16:creationId xmlns:a16="http://schemas.microsoft.com/office/drawing/2014/main" id="{DAF356CD-0035-1BBC-52DB-586B85E18F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7" name="Straight Connector 27046">
                <a:extLst>
                  <a:ext uri="{FF2B5EF4-FFF2-40B4-BE49-F238E27FC236}">
                    <a16:creationId xmlns:a16="http://schemas.microsoft.com/office/drawing/2014/main" id="{64A88B34-DD1E-5AAC-4E95-A00B82556C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8" name="Straight Connector 27047">
                <a:extLst>
                  <a:ext uri="{FF2B5EF4-FFF2-40B4-BE49-F238E27FC236}">
                    <a16:creationId xmlns:a16="http://schemas.microsoft.com/office/drawing/2014/main" id="{C2406246-76A3-45B2-C83F-05E65F94CF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49" name="Straight Connector 27048">
                <a:extLst>
                  <a:ext uri="{FF2B5EF4-FFF2-40B4-BE49-F238E27FC236}">
                    <a16:creationId xmlns:a16="http://schemas.microsoft.com/office/drawing/2014/main" id="{2A863DC0-3186-70E6-A58B-B6FFDF4F31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0" name="Straight Connector 27049">
                <a:extLst>
                  <a:ext uri="{FF2B5EF4-FFF2-40B4-BE49-F238E27FC236}">
                    <a16:creationId xmlns:a16="http://schemas.microsoft.com/office/drawing/2014/main" id="{FA6CE983-3AA2-E07D-7BFE-7A0611A304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1" name="Straight Connector 27050">
                <a:extLst>
                  <a:ext uri="{FF2B5EF4-FFF2-40B4-BE49-F238E27FC236}">
                    <a16:creationId xmlns:a16="http://schemas.microsoft.com/office/drawing/2014/main" id="{5DEF5C44-0D49-F17A-2652-A17A2996D8F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2" name="Straight Connector 27051">
                <a:extLst>
                  <a:ext uri="{FF2B5EF4-FFF2-40B4-BE49-F238E27FC236}">
                    <a16:creationId xmlns:a16="http://schemas.microsoft.com/office/drawing/2014/main" id="{569F04F4-AB31-7CDD-FAC9-8B689CBB31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3" name="Straight Connector 27052">
                <a:extLst>
                  <a:ext uri="{FF2B5EF4-FFF2-40B4-BE49-F238E27FC236}">
                    <a16:creationId xmlns:a16="http://schemas.microsoft.com/office/drawing/2014/main" id="{221DE023-2A74-0FAE-9680-4885523A7C3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4" name="Straight Connector 27053">
                <a:extLst>
                  <a:ext uri="{FF2B5EF4-FFF2-40B4-BE49-F238E27FC236}">
                    <a16:creationId xmlns:a16="http://schemas.microsoft.com/office/drawing/2014/main" id="{14C6CFB1-B145-EA1C-DB02-9006D53C38A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5" name="Straight Connector 27054">
                <a:extLst>
                  <a:ext uri="{FF2B5EF4-FFF2-40B4-BE49-F238E27FC236}">
                    <a16:creationId xmlns:a16="http://schemas.microsoft.com/office/drawing/2014/main" id="{19AFA7C4-EA70-80EC-CF29-F665E1FAD6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6" name="Straight Connector 27055">
                <a:extLst>
                  <a:ext uri="{FF2B5EF4-FFF2-40B4-BE49-F238E27FC236}">
                    <a16:creationId xmlns:a16="http://schemas.microsoft.com/office/drawing/2014/main" id="{5098DC82-AD6C-CF47-9CCA-09C71D94B2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7" name="Straight Connector 27056">
                <a:extLst>
                  <a:ext uri="{FF2B5EF4-FFF2-40B4-BE49-F238E27FC236}">
                    <a16:creationId xmlns:a16="http://schemas.microsoft.com/office/drawing/2014/main" id="{CA1E3FA5-B5D0-5C07-69DE-54C981630E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8" name="Straight Connector 27057">
                <a:extLst>
                  <a:ext uri="{FF2B5EF4-FFF2-40B4-BE49-F238E27FC236}">
                    <a16:creationId xmlns:a16="http://schemas.microsoft.com/office/drawing/2014/main" id="{FEFD3DCC-B71A-DB48-5C48-003D831DA99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59" name="Straight Connector 27058">
                <a:extLst>
                  <a:ext uri="{FF2B5EF4-FFF2-40B4-BE49-F238E27FC236}">
                    <a16:creationId xmlns:a16="http://schemas.microsoft.com/office/drawing/2014/main" id="{7382276A-F657-2F79-1F64-CF9884B157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0" name="Straight Connector 27059">
                <a:extLst>
                  <a:ext uri="{FF2B5EF4-FFF2-40B4-BE49-F238E27FC236}">
                    <a16:creationId xmlns:a16="http://schemas.microsoft.com/office/drawing/2014/main" id="{75177066-89A4-B41A-AC62-4B3550E438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1" name="Straight Connector 27060">
                <a:extLst>
                  <a:ext uri="{FF2B5EF4-FFF2-40B4-BE49-F238E27FC236}">
                    <a16:creationId xmlns:a16="http://schemas.microsoft.com/office/drawing/2014/main" id="{7E5AE3CC-13B2-BED0-987B-710D7699E6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2" name="Straight Connector 27061">
                <a:extLst>
                  <a:ext uri="{FF2B5EF4-FFF2-40B4-BE49-F238E27FC236}">
                    <a16:creationId xmlns:a16="http://schemas.microsoft.com/office/drawing/2014/main" id="{78F6136B-441A-E201-91E0-08978970FD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3" name="Straight Connector 27062">
                <a:extLst>
                  <a:ext uri="{FF2B5EF4-FFF2-40B4-BE49-F238E27FC236}">
                    <a16:creationId xmlns:a16="http://schemas.microsoft.com/office/drawing/2014/main" id="{333B0BA9-B04F-C264-645E-06E1F56F5EE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4" name="Straight Connector 27063">
                <a:extLst>
                  <a:ext uri="{FF2B5EF4-FFF2-40B4-BE49-F238E27FC236}">
                    <a16:creationId xmlns:a16="http://schemas.microsoft.com/office/drawing/2014/main" id="{3DFB8B92-6780-5B52-BF0F-2093DFE974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5" name="Straight Connector 27064">
                <a:extLst>
                  <a:ext uri="{FF2B5EF4-FFF2-40B4-BE49-F238E27FC236}">
                    <a16:creationId xmlns:a16="http://schemas.microsoft.com/office/drawing/2014/main" id="{524964B4-48E0-7104-C453-FAB3B1EF9E3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6" name="Straight Connector 27065">
                <a:extLst>
                  <a:ext uri="{FF2B5EF4-FFF2-40B4-BE49-F238E27FC236}">
                    <a16:creationId xmlns:a16="http://schemas.microsoft.com/office/drawing/2014/main" id="{41A34B2F-62D3-396D-FBCD-815AAC36F9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7" name="Straight Connector 27066">
                <a:extLst>
                  <a:ext uri="{FF2B5EF4-FFF2-40B4-BE49-F238E27FC236}">
                    <a16:creationId xmlns:a16="http://schemas.microsoft.com/office/drawing/2014/main" id="{16F6A1ED-2CF4-E30A-4EDF-A1BC354389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8" name="Straight Connector 27067">
                <a:extLst>
                  <a:ext uri="{FF2B5EF4-FFF2-40B4-BE49-F238E27FC236}">
                    <a16:creationId xmlns:a16="http://schemas.microsoft.com/office/drawing/2014/main" id="{9737072E-930B-A16D-7741-46FA074AB5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69" name="Straight Connector 27068">
                <a:extLst>
                  <a:ext uri="{FF2B5EF4-FFF2-40B4-BE49-F238E27FC236}">
                    <a16:creationId xmlns:a16="http://schemas.microsoft.com/office/drawing/2014/main" id="{585AD7BD-E3D4-298F-B5C4-D16FDCAB35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0" name="Straight Connector 27069">
                <a:extLst>
                  <a:ext uri="{FF2B5EF4-FFF2-40B4-BE49-F238E27FC236}">
                    <a16:creationId xmlns:a16="http://schemas.microsoft.com/office/drawing/2014/main" id="{8254CAB5-5157-0F6D-0067-F53FF92A59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1" name="Straight Connector 27070">
                <a:extLst>
                  <a:ext uri="{FF2B5EF4-FFF2-40B4-BE49-F238E27FC236}">
                    <a16:creationId xmlns:a16="http://schemas.microsoft.com/office/drawing/2014/main" id="{6D4E3C67-DBDB-8D10-2849-57A0D7EEAF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2" name="Straight Connector 27071">
                <a:extLst>
                  <a:ext uri="{FF2B5EF4-FFF2-40B4-BE49-F238E27FC236}">
                    <a16:creationId xmlns:a16="http://schemas.microsoft.com/office/drawing/2014/main" id="{30207341-2A8D-0E83-6E6F-CF0679007F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3" name="Straight Connector 27072">
                <a:extLst>
                  <a:ext uri="{FF2B5EF4-FFF2-40B4-BE49-F238E27FC236}">
                    <a16:creationId xmlns:a16="http://schemas.microsoft.com/office/drawing/2014/main" id="{3D5D7DE8-F577-74A6-F58A-E39A8F484C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4" name="Straight Connector 27073">
                <a:extLst>
                  <a:ext uri="{FF2B5EF4-FFF2-40B4-BE49-F238E27FC236}">
                    <a16:creationId xmlns:a16="http://schemas.microsoft.com/office/drawing/2014/main" id="{ED82D66E-72F2-58EB-D5A7-AAD5B1D7CA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5" name="Straight Connector 27074">
                <a:extLst>
                  <a:ext uri="{FF2B5EF4-FFF2-40B4-BE49-F238E27FC236}">
                    <a16:creationId xmlns:a16="http://schemas.microsoft.com/office/drawing/2014/main" id="{62D2FB03-82F5-4345-CBB3-0E34B301B7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6" name="Straight Connector 27075">
                <a:extLst>
                  <a:ext uri="{FF2B5EF4-FFF2-40B4-BE49-F238E27FC236}">
                    <a16:creationId xmlns:a16="http://schemas.microsoft.com/office/drawing/2014/main" id="{C7F570C3-12FE-380D-4B82-2A1D8349D2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7" name="Straight Connector 27076">
                <a:extLst>
                  <a:ext uri="{FF2B5EF4-FFF2-40B4-BE49-F238E27FC236}">
                    <a16:creationId xmlns:a16="http://schemas.microsoft.com/office/drawing/2014/main" id="{453EA411-5849-7249-AB46-3FC54A6697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8" name="Straight Connector 27077">
                <a:extLst>
                  <a:ext uri="{FF2B5EF4-FFF2-40B4-BE49-F238E27FC236}">
                    <a16:creationId xmlns:a16="http://schemas.microsoft.com/office/drawing/2014/main" id="{759B7076-95BF-2C16-BE3F-CCAFDC275D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79" name="Straight Connector 27078">
                <a:extLst>
                  <a:ext uri="{FF2B5EF4-FFF2-40B4-BE49-F238E27FC236}">
                    <a16:creationId xmlns:a16="http://schemas.microsoft.com/office/drawing/2014/main" id="{58D7EC50-8942-0D29-76B7-32A60E70C94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0" name="Straight Connector 27079">
                <a:extLst>
                  <a:ext uri="{FF2B5EF4-FFF2-40B4-BE49-F238E27FC236}">
                    <a16:creationId xmlns:a16="http://schemas.microsoft.com/office/drawing/2014/main" id="{A923FAAD-2996-090C-9C1D-1F6B0F59DA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1" name="Straight Connector 27080">
                <a:extLst>
                  <a:ext uri="{FF2B5EF4-FFF2-40B4-BE49-F238E27FC236}">
                    <a16:creationId xmlns:a16="http://schemas.microsoft.com/office/drawing/2014/main" id="{C0A7A369-FD25-8682-CD4F-40B5C392755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2" name="Straight Connector 27081">
                <a:extLst>
                  <a:ext uri="{FF2B5EF4-FFF2-40B4-BE49-F238E27FC236}">
                    <a16:creationId xmlns:a16="http://schemas.microsoft.com/office/drawing/2014/main" id="{B3EA5DA8-40BA-101F-C393-B0CA70931D0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3" name="Straight Connector 27082">
                <a:extLst>
                  <a:ext uri="{FF2B5EF4-FFF2-40B4-BE49-F238E27FC236}">
                    <a16:creationId xmlns:a16="http://schemas.microsoft.com/office/drawing/2014/main" id="{BF0C1140-5650-722A-3352-45AB4E35B4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4" name="Straight Connector 27083">
                <a:extLst>
                  <a:ext uri="{FF2B5EF4-FFF2-40B4-BE49-F238E27FC236}">
                    <a16:creationId xmlns:a16="http://schemas.microsoft.com/office/drawing/2014/main" id="{DD03908E-FFD3-1BAB-FAE5-7A5065C7E8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5" name="Straight Connector 27084">
                <a:extLst>
                  <a:ext uri="{FF2B5EF4-FFF2-40B4-BE49-F238E27FC236}">
                    <a16:creationId xmlns:a16="http://schemas.microsoft.com/office/drawing/2014/main" id="{BF510727-FD47-1406-7F0A-BCB7F097C6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6" name="Straight Connector 27085">
                <a:extLst>
                  <a:ext uri="{FF2B5EF4-FFF2-40B4-BE49-F238E27FC236}">
                    <a16:creationId xmlns:a16="http://schemas.microsoft.com/office/drawing/2014/main" id="{53D6A33B-FC6C-8F27-23F1-C2BBD05E98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7" name="Straight Connector 27086">
                <a:extLst>
                  <a:ext uri="{FF2B5EF4-FFF2-40B4-BE49-F238E27FC236}">
                    <a16:creationId xmlns:a16="http://schemas.microsoft.com/office/drawing/2014/main" id="{E4C1E084-727E-433D-1796-F1D93AD03D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8" name="Straight Connector 27087">
                <a:extLst>
                  <a:ext uri="{FF2B5EF4-FFF2-40B4-BE49-F238E27FC236}">
                    <a16:creationId xmlns:a16="http://schemas.microsoft.com/office/drawing/2014/main" id="{336A743B-8C1C-5488-7396-A4CD6C4F05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89" name="Straight Connector 27088">
                <a:extLst>
                  <a:ext uri="{FF2B5EF4-FFF2-40B4-BE49-F238E27FC236}">
                    <a16:creationId xmlns:a16="http://schemas.microsoft.com/office/drawing/2014/main" id="{DCC1F9D1-1A23-B149-0ED8-FBA60507C6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0" name="Straight Connector 27089">
                <a:extLst>
                  <a:ext uri="{FF2B5EF4-FFF2-40B4-BE49-F238E27FC236}">
                    <a16:creationId xmlns:a16="http://schemas.microsoft.com/office/drawing/2014/main" id="{9C38BA60-F80C-AB51-C366-A251FFE340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1" name="Straight Connector 27090">
                <a:extLst>
                  <a:ext uri="{FF2B5EF4-FFF2-40B4-BE49-F238E27FC236}">
                    <a16:creationId xmlns:a16="http://schemas.microsoft.com/office/drawing/2014/main" id="{480CC952-3F2A-165D-55C2-11BB7EB3A02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2" name="Straight Connector 27091">
                <a:extLst>
                  <a:ext uri="{FF2B5EF4-FFF2-40B4-BE49-F238E27FC236}">
                    <a16:creationId xmlns:a16="http://schemas.microsoft.com/office/drawing/2014/main" id="{8ABA1FF3-A905-E9FC-18C1-A99DC70E1DE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3" name="Straight Connector 27092">
                <a:extLst>
                  <a:ext uri="{FF2B5EF4-FFF2-40B4-BE49-F238E27FC236}">
                    <a16:creationId xmlns:a16="http://schemas.microsoft.com/office/drawing/2014/main" id="{7663D7F3-3949-8E5F-9434-A6AB538BF99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4" name="Straight Connector 27093">
                <a:extLst>
                  <a:ext uri="{FF2B5EF4-FFF2-40B4-BE49-F238E27FC236}">
                    <a16:creationId xmlns:a16="http://schemas.microsoft.com/office/drawing/2014/main" id="{F9163472-8240-BFBC-E5A3-114E7BCF6B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5" name="Straight Connector 27094">
                <a:extLst>
                  <a:ext uri="{FF2B5EF4-FFF2-40B4-BE49-F238E27FC236}">
                    <a16:creationId xmlns:a16="http://schemas.microsoft.com/office/drawing/2014/main" id="{F24CF4AE-A1AF-BBC2-ECFC-344303BFD8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6" name="Straight Connector 27095">
                <a:extLst>
                  <a:ext uri="{FF2B5EF4-FFF2-40B4-BE49-F238E27FC236}">
                    <a16:creationId xmlns:a16="http://schemas.microsoft.com/office/drawing/2014/main" id="{6805D622-66A1-52E1-70E7-9B22EE4354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7" name="Straight Connector 27096">
                <a:extLst>
                  <a:ext uri="{FF2B5EF4-FFF2-40B4-BE49-F238E27FC236}">
                    <a16:creationId xmlns:a16="http://schemas.microsoft.com/office/drawing/2014/main" id="{A85B4761-A2BB-8FDC-81E6-81F86F432A1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8" name="Straight Connector 27097">
                <a:extLst>
                  <a:ext uri="{FF2B5EF4-FFF2-40B4-BE49-F238E27FC236}">
                    <a16:creationId xmlns:a16="http://schemas.microsoft.com/office/drawing/2014/main" id="{A135B76B-CAC8-1AAE-A3AD-D75061C83B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99" name="Straight Connector 27098">
                <a:extLst>
                  <a:ext uri="{FF2B5EF4-FFF2-40B4-BE49-F238E27FC236}">
                    <a16:creationId xmlns:a16="http://schemas.microsoft.com/office/drawing/2014/main" id="{6B7B6FC5-D98A-CB95-C4D9-E784A51EB4C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00" name="Straight Connector 27099">
                <a:extLst>
                  <a:ext uri="{FF2B5EF4-FFF2-40B4-BE49-F238E27FC236}">
                    <a16:creationId xmlns:a16="http://schemas.microsoft.com/office/drawing/2014/main" id="{FCAAF0B3-D0FD-8D51-66FB-3B70B06F0B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01" name="Straight Connector 27100">
                <a:extLst>
                  <a:ext uri="{FF2B5EF4-FFF2-40B4-BE49-F238E27FC236}">
                    <a16:creationId xmlns:a16="http://schemas.microsoft.com/office/drawing/2014/main" id="{A4FA720F-3BF7-1C74-A962-954E6C23D7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02" name="Straight Connector 27101">
                <a:extLst>
                  <a:ext uri="{FF2B5EF4-FFF2-40B4-BE49-F238E27FC236}">
                    <a16:creationId xmlns:a16="http://schemas.microsoft.com/office/drawing/2014/main" id="{222FFA01-3D23-CC15-093F-867A29950C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03" name="Straight Connector 27102">
                <a:extLst>
                  <a:ext uri="{FF2B5EF4-FFF2-40B4-BE49-F238E27FC236}">
                    <a16:creationId xmlns:a16="http://schemas.microsoft.com/office/drawing/2014/main" id="{4457D8CC-361C-61CE-7B4E-9D19B335B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04" name="Straight Connector 27103">
                <a:extLst>
                  <a:ext uri="{FF2B5EF4-FFF2-40B4-BE49-F238E27FC236}">
                    <a16:creationId xmlns:a16="http://schemas.microsoft.com/office/drawing/2014/main" id="{8FFE266E-2DCA-8479-A225-1F23A63724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995" name="Group 26994">
              <a:extLst>
                <a:ext uri="{FF2B5EF4-FFF2-40B4-BE49-F238E27FC236}">
                  <a16:creationId xmlns:a16="http://schemas.microsoft.com/office/drawing/2014/main" id="{44028468-D11E-C9AC-D7F5-E4DC8DC2112E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587">
                <p14:nvContentPartPr>
                  <p14:cNvPr id="26996" name="Ink 26995">
                    <a:extLst>
                      <a:ext uri="{FF2B5EF4-FFF2-40B4-BE49-F238E27FC236}">
                        <a16:creationId xmlns:a16="http://schemas.microsoft.com/office/drawing/2014/main" id="{6E62F733-C3B0-5575-795B-AFFCE0ACBC42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6996" name="Ink 26995">
                    <a:extLst>
                      <a:ext uri="{FF2B5EF4-FFF2-40B4-BE49-F238E27FC236}">
                        <a16:creationId xmlns:a16="http://schemas.microsoft.com/office/drawing/2014/main" id="{6E62F733-C3B0-5575-795B-AFFCE0ACBC42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8">
                <p14:nvContentPartPr>
                  <p14:cNvPr id="26997" name="Ink 26996">
                    <a:extLst>
                      <a:ext uri="{FF2B5EF4-FFF2-40B4-BE49-F238E27FC236}">
                        <a16:creationId xmlns:a16="http://schemas.microsoft.com/office/drawing/2014/main" id="{8ADEC331-002F-DEBA-4915-CC001872F422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6997" name="Ink 26996">
                    <a:extLst>
                      <a:ext uri="{FF2B5EF4-FFF2-40B4-BE49-F238E27FC236}">
                        <a16:creationId xmlns:a16="http://schemas.microsoft.com/office/drawing/2014/main" id="{8ADEC331-002F-DEBA-4915-CC001872F422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89">
                <p14:nvContentPartPr>
                  <p14:cNvPr id="26998" name="Ink 26997">
                    <a:extLst>
                      <a:ext uri="{FF2B5EF4-FFF2-40B4-BE49-F238E27FC236}">
                        <a16:creationId xmlns:a16="http://schemas.microsoft.com/office/drawing/2014/main" id="{74A77711-B7C7-CF79-A88F-65F4529EC14C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6998" name="Ink 26997">
                    <a:extLst>
                      <a:ext uri="{FF2B5EF4-FFF2-40B4-BE49-F238E27FC236}">
                        <a16:creationId xmlns:a16="http://schemas.microsoft.com/office/drawing/2014/main" id="{74A77711-B7C7-CF79-A88F-65F4529EC14C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0">
                <p14:nvContentPartPr>
                  <p14:cNvPr id="26999" name="Ink 26998">
                    <a:extLst>
                      <a:ext uri="{FF2B5EF4-FFF2-40B4-BE49-F238E27FC236}">
                        <a16:creationId xmlns:a16="http://schemas.microsoft.com/office/drawing/2014/main" id="{D86C33B1-9816-32E3-FFAE-3F8ECCCCA5B4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6999" name="Ink 26998">
                    <a:extLst>
                      <a:ext uri="{FF2B5EF4-FFF2-40B4-BE49-F238E27FC236}">
                        <a16:creationId xmlns:a16="http://schemas.microsoft.com/office/drawing/2014/main" id="{D86C33B1-9816-32E3-FFAE-3F8ECCCCA5B4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1">
                <p14:nvContentPartPr>
                  <p14:cNvPr id="27000" name="Ink 26999">
                    <a:extLst>
                      <a:ext uri="{FF2B5EF4-FFF2-40B4-BE49-F238E27FC236}">
                        <a16:creationId xmlns:a16="http://schemas.microsoft.com/office/drawing/2014/main" id="{36274064-8603-A174-747F-0A412CA13926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000" name="Ink 26999">
                    <a:extLst>
                      <a:ext uri="{FF2B5EF4-FFF2-40B4-BE49-F238E27FC236}">
                        <a16:creationId xmlns:a16="http://schemas.microsoft.com/office/drawing/2014/main" id="{36274064-8603-A174-747F-0A412CA13926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2">
                <p14:nvContentPartPr>
                  <p14:cNvPr id="27001" name="Ink 27000">
                    <a:extLst>
                      <a:ext uri="{FF2B5EF4-FFF2-40B4-BE49-F238E27FC236}">
                        <a16:creationId xmlns:a16="http://schemas.microsoft.com/office/drawing/2014/main" id="{5D8EEC4F-A728-4086-4015-049E67DABE74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001" name="Ink 27000">
                    <a:extLst>
                      <a:ext uri="{FF2B5EF4-FFF2-40B4-BE49-F238E27FC236}">
                        <a16:creationId xmlns:a16="http://schemas.microsoft.com/office/drawing/2014/main" id="{5D8EEC4F-A728-4086-4015-049E67DABE74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3">
                <p14:nvContentPartPr>
                  <p14:cNvPr id="27002" name="Ink 27001">
                    <a:extLst>
                      <a:ext uri="{FF2B5EF4-FFF2-40B4-BE49-F238E27FC236}">
                        <a16:creationId xmlns:a16="http://schemas.microsoft.com/office/drawing/2014/main" id="{D8A3D55E-6668-FBBC-ABFA-240C62F53BC3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002" name="Ink 27001">
                    <a:extLst>
                      <a:ext uri="{FF2B5EF4-FFF2-40B4-BE49-F238E27FC236}">
                        <a16:creationId xmlns:a16="http://schemas.microsoft.com/office/drawing/2014/main" id="{D8A3D55E-6668-FBBC-ABFA-240C62F53BC3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4">
                <p14:nvContentPartPr>
                  <p14:cNvPr id="27003" name="Ink 27002">
                    <a:extLst>
                      <a:ext uri="{FF2B5EF4-FFF2-40B4-BE49-F238E27FC236}">
                        <a16:creationId xmlns:a16="http://schemas.microsoft.com/office/drawing/2014/main" id="{3B9DEA5D-9398-859A-5C2F-62BF3E578079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003" name="Ink 27002">
                    <a:extLst>
                      <a:ext uri="{FF2B5EF4-FFF2-40B4-BE49-F238E27FC236}">
                        <a16:creationId xmlns:a16="http://schemas.microsoft.com/office/drawing/2014/main" id="{3B9DEA5D-9398-859A-5C2F-62BF3E578079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5">
                <p14:nvContentPartPr>
                  <p14:cNvPr id="27004" name="Ink 27003">
                    <a:extLst>
                      <a:ext uri="{FF2B5EF4-FFF2-40B4-BE49-F238E27FC236}">
                        <a16:creationId xmlns:a16="http://schemas.microsoft.com/office/drawing/2014/main" id="{B1A27A04-4544-427F-B221-AA19F48B1A90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004" name="Ink 27003">
                    <a:extLst>
                      <a:ext uri="{FF2B5EF4-FFF2-40B4-BE49-F238E27FC236}">
                        <a16:creationId xmlns:a16="http://schemas.microsoft.com/office/drawing/2014/main" id="{B1A27A04-4544-427F-B221-AA19F48B1A90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6">
                <p14:nvContentPartPr>
                  <p14:cNvPr id="27005" name="Ink 27004">
                    <a:extLst>
                      <a:ext uri="{FF2B5EF4-FFF2-40B4-BE49-F238E27FC236}">
                        <a16:creationId xmlns:a16="http://schemas.microsoft.com/office/drawing/2014/main" id="{8D3ED4F8-42D9-B77B-2CF5-490B0CEEA736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005" name="Ink 27004">
                    <a:extLst>
                      <a:ext uri="{FF2B5EF4-FFF2-40B4-BE49-F238E27FC236}">
                        <a16:creationId xmlns:a16="http://schemas.microsoft.com/office/drawing/2014/main" id="{8D3ED4F8-42D9-B77B-2CF5-490B0CEEA736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7">
                <p14:nvContentPartPr>
                  <p14:cNvPr id="27006" name="Ink 27005">
                    <a:extLst>
                      <a:ext uri="{FF2B5EF4-FFF2-40B4-BE49-F238E27FC236}">
                        <a16:creationId xmlns:a16="http://schemas.microsoft.com/office/drawing/2014/main" id="{410C872C-29D9-2E45-25E6-72B65F837064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006" name="Ink 27005">
                    <a:extLst>
                      <a:ext uri="{FF2B5EF4-FFF2-40B4-BE49-F238E27FC236}">
                        <a16:creationId xmlns:a16="http://schemas.microsoft.com/office/drawing/2014/main" id="{410C872C-29D9-2E45-25E6-72B65F837064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8">
                <p14:nvContentPartPr>
                  <p14:cNvPr id="27007" name="Ink 27006">
                    <a:extLst>
                      <a:ext uri="{FF2B5EF4-FFF2-40B4-BE49-F238E27FC236}">
                        <a16:creationId xmlns:a16="http://schemas.microsoft.com/office/drawing/2014/main" id="{4A1EAFC7-3BA9-2F28-59B7-1CF03259EE00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007" name="Ink 27006">
                    <a:extLst>
                      <a:ext uri="{FF2B5EF4-FFF2-40B4-BE49-F238E27FC236}">
                        <a16:creationId xmlns:a16="http://schemas.microsoft.com/office/drawing/2014/main" id="{4A1EAFC7-3BA9-2F28-59B7-1CF03259EE00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599">
                <p14:nvContentPartPr>
                  <p14:cNvPr id="27008" name="Ink 27007">
                    <a:extLst>
                      <a:ext uri="{FF2B5EF4-FFF2-40B4-BE49-F238E27FC236}">
                        <a16:creationId xmlns:a16="http://schemas.microsoft.com/office/drawing/2014/main" id="{9CB348AA-F717-40EC-A906-85F93F7DCC67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008" name="Ink 27007">
                    <a:extLst>
                      <a:ext uri="{FF2B5EF4-FFF2-40B4-BE49-F238E27FC236}">
                        <a16:creationId xmlns:a16="http://schemas.microsoft.com/office/drawing/2014/main" id="{9CB348AA-F717-40EC-A906-85F93F7DCC67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0">
                <p14:nvContentPartPr>
                  <p14:cNvPr id="27009" name="Ink 27008">
                    <a:extLst>
                      <a:ext uri="{FF2B5EF4-FFF2-40B4-BE49-F238E27FC236}">
                        <a16:creationId xmlns:a16="http://schemas.microsoft.com/office/drawing/2014/main" id="{C44D6F89-0D45-C709-1082-6C4E6790EA02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009" name="Ink 27008">
                    <a:extLst>
                      <a:ext uri="{FF2B5EF4-FFF2-40B4-BE49-F238E27FC236}">
                        <a16:creationId xmlns:a16="http://schemas.microsoft.com/office/drawing/2014/main" id="{C44D6F89-0D45-C709-1082-6C4E6790EA02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1">
                <p14:nvContentPartPr>
                  <p14:cNvPr id="27010" name="Ink 27009">
                    <a:extLst>
                      <a:ext uri="{FF2B5EF4-FFF2-40B4-BE49-F238E27FC236}">
                        <a16:creationId xmlns:a16="http://schemas.microsoft.com/office/drawing/2014/main" id="{0CF5AD33-BEF8-9BFC-1BBE-465743A307F2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010" name="Ink 27009">
                    <a:extLst>
                      <a:ext uri="{FF2B5EF4-FFF2-40B4-BE49-F238E27FC236}">
                        <a16:creationId xmlns:a16="http://schemas.microsoft.com/office/drawing/2014/main" id="{0CF5AD33-BEF8-9BFC-1BBE-465743A307F2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2">
                <p14:nvContentPartPr>
                  <p14:cNvPr id="27011" name="Ink 27010">
                    <a:extLst>
                      <a:ext uri="{FF2B5EF4-FFF2-40B4-BE49-F238E27FC236}">
                        <a16:creationId xmlns:a16="http://schemas.microsoft.com/office/drawing/2014/main" id="{381CBBC0-92D8-3760-B4DF-BC5A51B98862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011" name="Ink 27010">
                    <a:extLst>
                      <a:ext uri="{FF2B5EF4-FFF2-40B4-BE49-F238E27FC236}">
                        <a16:creationId xmlns:a16="http://schemas.microsoft.com/office/drawing/2014/main" id="{381CBBC0-92D8-3760-B4DF-BC5A51B98862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3">
                <p14:nvContentPartPr>
                  <p14:cNvPr id="27012" name="Ink 27011">
                    <a:extLst>
                      <a:ext uri="{FF2B5EF4-FFF2-40B4-BE49-F238E27FC236}">
                        <a16:creationId xmlns:a16="http://schemas.microsoft.com/office/drawing/2014/main" id="{3DC50C09-3F2E-E114-3C1A-ACF7A27BB4A3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012" name="Ink 27011">
                    <a:extLst>
                      <a:ext uri="{FF2B5EF4-FFF2-40B4-BE49-F238E27FC236}">
                        <a16:creationId xmlns:a16="http://schemas.microsoft.com/office/drawing/2014/main" id="{3DC50C09-3F2E-E114-3C1A-ACF7A27BB4A3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4">
                <p14:nvContentPartPr>
                  <p14:cNvPr id="27013" name="Ink 27012">
                    <a:extLst>
                      <a:ext uri="{FF2B5EF4-FFF2-40B4-BE49-F238E27FC236}">
                        <a16:creationId xmlns:a16="http://schemas.microsoft.com/office/drawing/2014/main" id="{CDE0C29D-BC88-ED64-8085-46BC001B9AEF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013" name="Ink 27012">
                    <a:extLst>
                      <a:ext uri="{FF2B5EF4-FFF2-40B4-BE49-F238E27FC236}">
                        <a16:creationId xmlns:a16="http://schemas.microsoft.com/office/drawing/2014/main" id="{CDE0C29D-BC88-ED64-8085-46BC001B9AEF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5">
                <p14:nvContentPartPr>
                  <p14:cNvPr id="27014" name="Ink 27013">
                    <a:extLst>
                      <a:ext uri="{FF2B5EF4-FFF2-40B4-BE49-F238E27FC236}">
                        <a16:creationId xmlns:a16="http://schemas.microsoft.com/office/drawing/2014/main" id="{C1D1DB1B-1334-21B2-DDF2-A349EA90C55C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014" name="Ink 27013">
                    <a:extLst>
                      <a:ext uri="{FF2B5EF4-FFF2-40B4-BE49-F238E27FC236}">
                        <a16:creationId xmlns:a16="http://schemas.microsoft.com/office/drawing/2014/main" id="{C1D1DB1B-1334-21B2-DDF2-A349EA90C55C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6">
                <p14:nvContentPartPr>
                  <p14:cNvPr id="27015" name="Ink 27014">
                    <a:extLst>
                      <a:ext uri="{FF2B5EF4-FFF2-40B4-BE49-F238E27FC236}">
                        <a16:creationId xmlns:a16="http://schemas.microsoft.com/office/drawing/2014/main" id="{C53B2C71-90FB-8B85-9FD4-D1C77D9555A8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015" name="Ink 27014">
                    <a:extLst>
                      <a:ext uri="{FF2B5EF4-FFF2-40B4-BE49-F238E27FC236}">
                        <a16:creationId xmlns:a16="http://schemas.microsoft.com/office/drawing/2014/main" id="{C53B2C71-90FB-8B85-9FD4-D1C77D9555A8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7">
                <p14:nvContentPartPr>
                  <p14:cNvPr id="27016" name="Ink 27015">
                    <a:extLst>
                      <a:ext uri="{FF2B5EF4-FFF2-40B4-BE49-F238E27FC236}">
                        <a16:creationId xmlns:a16="http://schemas.microsoft.com/office/drawing/2014/main" id="{63E45094-6A3D-B31E-4450-7BC09CE0B400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016" name="Ink 27015">
                    <a:extLst>
                      <a:ext uri="{FF2B5EF4-FFF2-40B4-BE49-F238E27FC236}">
                        <a16:creationId xmlns:a16="http://schemas.microsoft.com/office/drawing/2014/main" id="{63E45094-6A3D-B31E-4450-7BC09CE0B400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8">
                <p14:nvContentPartPr>
                  <p14:cNvPr id="27017" name="Ink 27016">
                    <a:extLst>
                      <a:ext uri="{FF2B5EF4-FFF2-40B4-BE49-F238E27FC236}">
                        <a16:creationId xmlns:a16="http://schemas.microsoft.com/office/drawing/2014/main" id="{792F9465-8D33-C626-1B25-8DC0C4D1552E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017" name="Ink 27016">
                    <a:extLst>
                      <a:ext uri="{FF2B5EF4-FFF2-40B4-BE49-F238E27FC236}">
                        <a16:creationId xmlns:a16="http://schemas.microsoft.com/office/drawing/2014/main" id="{792F9465-8D33-C626-1B25-8DC0C4D1552E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09">
                <p14:nvContentPartPr>
                  <p14:cNvPr id="27018" name="Ink 27017">
                    <a:extLst>
                      <a:ext uri="{FF2B5EF4-FFF2-40B4-BE49-F238E27FC236}">
                        <a16:creationId xmlns:a16="http://schemas.microsoft.com/office/drawing/2014/main" id="{A54DD470-4E5D-EC9E-4F44-5A0FACA0212E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018" name="Ink 27017">
                    <a:extLst>
                      <a:ext uri="{FF2B5EF4-FFF2-40B4-BE49-F238E27FC236}">
                        <a16:creationId xmlns:a16="http://schemas.microsoft.com/office/drawing/2014/main" id="{A54DD470-4E5D-EC9E-4F44-5A0FACA0212E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0">
                <p14:nvContentPartPr>
                  <p14:cNvPr id="27019" name="Ink 27018">
                    <a:extLst>
                      <a:ext uri="{FF2B5EF4-FFF2-40B4-BE49-F238E27FC236}">
                        <a16:creationId xmlns:a16="http://schemas.microsoft.com/office/drawing/2014/main" id="{36E95450-ABC4-5A3F-72AA-ED06F800D02C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019" name="Ink 27018">
                    <a:extLst>
                      <a:ext uri="{FF2B5EF4-FFF2-40B4-BE49-F238E27FC236}">
                        <a16:creationId xmlns:a16="http://schemas.microsoft.com/office/drawing/2014/main" id="{36E95450-ABC4-5A3F-72AA-ED06F800D02C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1">
                <p14:nvContentPartPr>
                  <p14:cNvPr id="27020" name="Ink 27019">
                    <a:extLst>
                      <a:ext uri="{FF2B5EF4-FFF2-40B4-BE49-F238E27FC236}">
                        <a16:creationId xmlns:a16="http://schemas.microsoft.com/office/drawing/2014/main" id="{5AE28C55-5C34-EF93-60A4-40268736087E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020" name="Ink 27019">
                    <a:extLst>
                      <a:ext uri="{FF2B5EF4-FFF2-40B4-BE49-F238E27FC236}">
                        <a16:creationId xmlns:a16="http://schemas.microsoft.com/office/drawing/2014/main" id="{5AE28C55-5C34-EF93-60A4-40268736087E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2">
                <p14:nvContentPartPr>
                  <p14:cNvPr id="27021" name="Ink 27020">
                    <a:extLst>
                      <a:ext uri="{FF2B5EF4-FFF2-40B4-BE49-F238E27FC236}">
                        <a16:creationId xmlns:a16="http://schemas.microsoft.com/office/drawing/2014/main" id="{437AD9FB-E299-C273-C468-12F99B1B8426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021" name="Ink 27020">
                    <a:extLst>
                      <a:ext uri="{FF2B5EF4-FFF2-40B4-BE49-F238E27FC236}">
                        <a16:creationId xmlns:a16="http://schemas.microsoft.com/office/drawing/2014/main" id="{437AD9FB-E299-C273-C468-12F99B1B8426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3">
                <p14:nvContentPartPr>
                  <p14:cNvPr id="27022" name="Ink 27021">
                    <a:extLst>
                      <a:ext uri="{FF2B5EF4-FFF2-40B4-BE49-F238E27FC236}">
                        <a16:creationId xmlns:a16="http://schemas.microsoft.com/office/drawing/2014/main" id="{93D196A7-5A94-14BE-E74D-A6A0FEB6D5AD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022" name="Ink 27021">
                    <a:extLst>
                      <a:ext uri="{FF2B5EF4-FFF2-40B4-BE49-F238E27FC236}">
                        <a16:creationId xmlns:a16="http://schemas.microsoft.com/office/drawing/2014/main" id="{93D196A7-5A94-14BE-E74D-A6A0FEB6D5AD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4">
                <p14:nvContentPartPr>
                  <p14:cNvPr id="27023" name="Ink 27022">
                    <a:extLst>
                      <a:ext uri="{FF2B5EF4-FFF2-40B4-BE49-F238E27FC236}">
                        <a16:creationId xmlns:a16="http://schemas.microsoft.com/office/drawing/2014/main" id="{A15FE811-2672-F16F-73AB-643DDBF7D56D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023" name="Ink 27022">
                    <a:extLst>
                      <a:ext uri="{FF2B5EF4-FFF2-40B4-BE49-F238E27FC236}">
                        <a16:creationId xmlns:a16="http://schemas.microsoft.com/office/drawing/2014/main" id="{A15FE811-2672-F16F-73AB-643DDBF7D56D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5">
                <p14:nvContentPartPr>
                  <p14:cNvPr id="27024" name="Ink 27023">
                    <a:extLst>
                      <a:ext uri="{FF2B5EF4-FFF2-40B4-BE49-F238E27FC236}">
                        <a16:creationId xmlns:a16="http://schemas.microsoft.com/office/drawing/2014/main" id="{CA64AB8D-4DDE-239B-1F66-6869EFCFA0D6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024" name="Ink 27023">
                    <a:extLst>
                      <a:ext uri="{FF2B5EF4-FFF2-40B4-BE49-F238E27FC236}">
                        <a16:creationId xmlns:a16="http://schemas.microsoft.com/office/drawing/2014/main" id="{CA64AB8D-4DDE-239B-1F66-6869EFCFA0D6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6">
                <p14:nvContentPartPr>
                  <p14:cNvPr id="27025" name="Ink 27024">
                    <a:extLst>
                      <a:ext uri="{FF2B5EF4-FFF2-40B4-BE49-F238E27FC236}">
                        <a16:creationId xmlns:a16="http://schemas.microsoft.com/office/drawing/2014/main" id="{6EDC7543-6B32-8524-B21D-E83F8F430DAC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025" name="Ink 27024">
                    <a:extLst>
                      <a:ext uri="{FF2B5EF4-FFF2-40B4-BE49-F238E27FC236}">
                        <a16:creationId xmlns:a16="http://schemas.microsoft.com/office/drawing/2014/main" id="{6EDC7543-6B32-8524-B21D-E83F8F430DAC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7">
                <p14:nvContentPartPr>
                  <p14:cNvPr id="27026" name="Ink 27025">
                    <a:extLst>
                      <a:ext uri="{FF2B5EF4-FFF2-40B4-BE49-F238E27FC236}">
                        <a16:creationId xmlns:a16="http://schemas.microsoft.com/office/drawing/2014/main" id="{AAABADA8-F2B0-F96E-2C99-67FFC9D70C61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026" name="Ink 27025">
                    <a:extLst>
                      <a:ext uri="{FF2B5EF4-FFF2-40B4-BE49-F238E27FC236}">
                        <a16:creationId xmlns:a16="http://schemas.microsoft.com/office/drawing/2014/main" id="{AAABADA8-F2B0-F96E-2C99-67FFC9D70C61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8">
                <p14:nvContentPartPr>
                  <p14:cNvPr id="27027" name="Ink 27026">
                    <a:extLst>
                      <a:ext uri="{FF2B5EF4-FFF2-40B4-BE49-F238E27FC236}">
                        <a16:creationId xmlns:a16="http://schemas.microsoft.com/office/drawing/2014/main" id="{60C40C1E-E384-ED54-0579-2824F7486FC0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027" name="Ink 27026">
                    <a:extLst>
                      <a:ext uri="{FF2B5EF4-FFF2-40B4-BE49-F238E27FC236}">
                        <a16:creationId xmlns:a16="http://schemas.microsoft.com/office/drawing/2014/main" id="{60C40C1E-E384-ED54-0579-2824F7486FC0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19">
                <p14:nvContentPartPr>
                  <p14:cNvPr id="27028" name="Ink 27027">
                    <a:extLst>
                      <a:ext uri="{FF2B5EF4-FFF2-40B4-BE49-F238E27FC236}">
                        <a16:creationId xmlns:a16="http://schemas.microsoft.com/office/drawing/2014/main" id="{5F106FAF-654E-7EB8-D037-E172E2476F2B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028" name="Ink 27027">
                    <a:extLst>
                      <a:ext uri="{FF2B5EF4-FFF2-40B4-BE49-F238E27FC236}">
                        <a16:creationId xmlns:a16="http://schemas.microsoft.com/office/drawing/2014/main" id="{5F106FAF-654E-7EB8-D037-E172E2476F2B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0">
                <p14:nvContentPartPr>
                  <p14:cNvPr id="27029" name="Ink 27028">
                    <a:extLst>
                      <a:ext uri="{FF2B5EF4-FFF2-40B4-BE49-F238E27FC236}">
                        <a16:creationId xmlns:a16="http://schemas.microsoft.com/office/drawing/2014/main" id="{36084C83-997F-0C98-9D08-832FFCC36C98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029" name="Ink 27028">
                    <a:extLst>
                      <a:ext uri="{FF2B5EF4-FFF2-40B4-BE49-F238E27FC236}">
                        <a16:creationId xmlns:a16="http://schemas.microsoft.com/office/drawing/2014/main" id="{36084C83-997F-0C98-9D08-832FFCC36C98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1">
                <p14:nvContentPartPr>
                  <p14:cNvPr id="27030" name="Ink 27029">
                    <a:extLst>
                      <a:ext uri="{FF2B5EF4-FFF2-40B4-BE49-F238E27FC236}">
                        <a16:creationId xmlns:a16="http://schemas.microsoft.com/office/drawing/2014/main" id="{07C6E0B8-1729-0F98-A238-16BE245D5031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030" name="Ink 27029">
                    <a:extLst>
                      <a:ext uri="{FF2B5EF4-FFF2-40B4-BE49-F238E27FC236}">
                        <a16:creationId xmlns:a16="http://schemas.microsoft.com/office/drawing/2014/main" id="{07C6E0B8-1729-0F98-A238-16BE245D5031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7105" name="Group 27104">
            <a:extLst>
              <a:ext uri="{FF2B5EF4-FFF2-40B4-BE49-F238E27FC236}">
                <a16:creationId xmlns:a16="http://schemas.microsoft.com/office/drawing/2014/main" id="{93E97D2F-4AC4-12BB-192F-92F5DD6EEA6A}"/>
              </a:ext>
            </a:extLst>
          </p:cNvPr>
          <p:cNvGrpSpPr>
            <a:grpSpLocks noChangeAspect="1"/>
          </p:cNvGrpSpPr>
          <p:nvPr/>
        </p:nvGrpSpPr>
        <p:grpSpPr>
          <a:xfrm>
            <a:off x="5415173" y="9423648"/>
            <a:ext cx="342918" cy="182880"/>
            <a:chOff x="9395680" y="2795445"/>
            <a:chExt cx="1970280" cy="1750320"/>
          </a:xfrm>
        </p:grpSpPr>
        <p:grpSp>
          <p:nvGrpSpPr>
            <p:cNvPr id="27106" name="Group 79">
              <a:extLst>
                <a:ext uri="{FF2B5EF4-FFF2-40B4-BE49-F238E27FC236}">
                  <a16:creationId xmlns:a16="http://schemas.microsoft.com/office/drawing/2014/main" id="{7678456B-40F5-5B76-3BB4-FE1BD215B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143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20ED84DF-7C45-8A7A-AF4A-BA73DAC1A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144" name="Freeform 27143">
                <a:extLst>
                  <a:ext uri="{FF2B5EF4-FFF2-40B4-BE49-F238E27FC236}">
                    <a16:creationId xmlns:a16="http://schemas.microsoft.com/office/drawing/2014/main" id="{6E1ABC27-6515-FCE6-9A39-867AA9F6AC72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145" name="Straight Connector 27144">
                <a:extLst>
                  <a:ext uri="{FF2B5EF4-FFF2-40B4-BE49-F238E27FC236}">
                    <a16:creationId xmlns:a16="http://schemas.microsoft.com/office/drawing/2014/main" id="{F86FA523-B138-DBF4-4540-85BA1DFA9A54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46" name="Straight Connector 27145">
                <a:extLst>
                  <a:ext uri="{FF2B5EF4-FFF2-40B4-BE49-F238E27FC236}">
                    <a16:creationId xmlns:a16="http://schemas.microsoft.com/office/drawing/2014/main" id="{8BAFEE10-3954-7402-A105-4086CC30CB58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47" name="Straight Connector 27146">
                <a:extLst>
                  <a:ext uri="{FF2B5EF4-FFF2-40B4-BE49-F238E27FC236}">
                    <a16:creationId xmlns:a16="http://schemas.microsoft.com/office/drawing/2014/main" id="{77F851D0-C0BB-9A89-ACF2-C4C869E82A61}"/>
                  </a:ext>
                </a:extLst>
              </p:cNvPr>
              <p:cNvCxnSpPr>
                <a:cxnSpLocks/>
                <a:stCxn id="27143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48" name="Straight Connector 27147">
                <a:extLst>
                  <a:ext uri="{FF2B5EF4-FFF2-40B4-BE49-F238E27FC236}">
                    <a16:creationId xmlns:a16="http://schemas.microsoft.com/office/drawing/2014/main" id="{F701F73E-AB32-0315-528D-CC0820E491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49" name="Straight Connector 27148">
                <a:extLst>
                  <a:ext uri="{FF2B5EF4-FFF2-40B4-BE49-F238E27FC236}">
                    <a16:creationId xmlns:a16="http://schemas.microsoft.com/office/drawing/2014/main" id="{693499B6-1C92-1D78-55A1-D0CFA90537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0" name="Straight Connector 27149">
                <a:extLst>
                  <a:ext uri="{FF2B5EF4-FFF2-40B4-BE49-F238E27FC236}">
                    <a16:creationId xmlns:a16="http://schemas.microsoft.com/office/drawing/2014/main" id="{CD4283AE-10C9-02BE-F2DA-96850D60F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1" name="Straight Connector 27150">
                <a:extLst>
                  <a:ext uri="{FF2B5EF4-FFF2-40B4-BE49-F238E27FC236}">
                    <a16:creationId xmlns:a16="http://schemas.microsoft.com/office/drawing/2014/main" id="{D11BB70D-108D-6002-2C77-B320B422F9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2" name="Straight Connector 27151">
                <a:extLst>
                  <a:ext uri="{FF2B5EF4-FFF2-40B4-BE49-F238E27FC236}">
                    <a16:creationId xmlns:a16="http://schemas.microsoft.com/office/drawing/2014/main" id="{8108B9A6-0E3A-1F87-CE25-7614155808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3" name="Straight Connector 27152">
                <a:extLst>
                  <a:ext uri="{FF2B5EF4-FFF2-40B4-BE49-F238E27FC236}">
                    <a16:creationId xmlns:a16="http://schemas.microsoft.com/office/drawing/2014/main" id="{78CEEAAB-4A77-8702-F00F-DE8B5A9FC6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4" name="Straight Connector 27153">
                <a:extLst>
                  <a:ext uri="{FF2B5EF4-FFF2-40B4-BE49-F238E27FC236}">
                    <a16:creationId xmlns:a16="http://schemas.microsoft.com/office/drawing/2014/main" id="{B5E67587-2717-9B1E-DF65-46C471860B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5" name="Straight Connector 27154">
                <a:extLst>
                  <a:ext uri="{FF2B5EF4-FFF2-40B4-BE49-F238E27FC236}">
                    <a16:creationId xmlns:a16="http://schemas.microsoft.com/office/drawing/2014/main" id="{345873C6-2CCC-E140-51ED-4862FFE10A9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6" name="Straight Connector 27155">
                <a:extLst>
                  <a:ext uri="{FF2B5EF4-FFF2-40B4-BE49-F238E27FC236}">
                    <a16:creationId xmlns:a16="http://schemas.microsoft.com/office/drawing/2014/main" id="{7F987D0A-3D00-6460-8FEF-890099677D1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7" name="Straight Connector 27156">
                <a:extLst>
                  <a:ext uri="{FF2B5EF4-FFF2-40B4-BE49-F238E27FC236}">
                    <a16:creationId xmlns:a16="http://schemas.microsoft.com/office/drawing/2014/main" id="{8B699C54-7A2D-425E-87AB-28E8B6F96A2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8" name="Straight Connector 27157">
                <a:extLst>
                  <a:ext uri="{FF2B5EF4-FFF2-40B4-BE49-F238E27FC236}">
                    <a16:creationId xmlns:a16="http://schemas.microsoft.com/office/drawing/2014/main" id="{74D344F3-2F84-9B0C-FF18-17A4DA617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59" name="Straight Connector 27158">
                <a:extLst>
                  <a:ext uri="{FF2B5EF4-FFF2-40B4-BE49-F238E27FC236}">
                    <a16:creationId xmlns:a16="http://schemas.microsoft.com/office/drawing/2014/main" id="{293C5ACA-3E49-51C3-1B68-509E49F6A9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0" name="Straight Connector 27159">
                <a:extLst>
                  <a:ext uri="{FF2B5EF4-FFF2-40B4-BE49-F238E27FC236}">
                    <a16:creationId xmlns:a16="http://schemas.microsoft.com/office/drawing/2014/main" id="{F28B59A1-9414-F34B-52B0-2F9EA5F777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1" name="Straight Connector 27160">
                <a:extLst>
                  <a:ext uri="{FF2B5EF4-FFF2-40B4-BE49-F238E27FC236}">
                    <a16:creationId xmlns:a16="http://schemas.microsoft.com/office/drawing/2014/main" id="{875877B3-FCF3-F69C-C5CF-BCB039CC12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2" name="Straight Connector 27161">
                <a:extLst>
                  <a:ext uri="{FF2B5EF4-FFF2-40B4-BE49-F238E27FC236}">
                    <a16:creationId xmlns:a16="http://schemas.microsoft.com/office/drawing/2014/main" id="{68C16B17-D58F-CD3B-10A0-590EA35E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3" name="Straight Connector 27162">
                <a:extLst>
                  <a:ext uri="{FF2B5EF4-FFF2-40B4-BE49-F238E27FC236}">
                    <a16:creationId xmlns:a16="http://schemas.microsoft.com/office/drawing/2014/main" id="{AECECCEE-3147-77DF-CEDA-C094FA228F6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4" name="Straight Connector 27163">
                <a:extLst>
                  <a:ext uri="{FF2B5EF4-FFF2-40B4-BE49-F238E27FC236}">
                    <a16:creationId xmlns:a16="http://schemas.microsoft.com/office/drawing/2014/main" id="{F61DAA14-BF95-2ECD-1242-C4B8D88D0DA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5" name="Straight Connector 27164">
                <a:extLst>
                  <a:ext uri="{FF2B5EF4-FFF2-40B4-BE49-F238E27FC236}">
                    <a16:creationId xmlns:a16="http://schemas.microsoft.com/office/drawing/2014/main" id="{E01FC2E7-1149-964C-C103-476E5801BE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6" name="Straight Connector 27165">
                <a:extLst>
                  <a:ext uri="{FF2B5EF4-FFF2-40B4-BE49-F238E27FC236}">
                    <a16:creationId xmlns:a16="http://schemas.microsoft.com/office/drawing/2014/main" id="{AA3D7EF3-46DB-D508-F37E-44449A6541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7" name="Straight Connector 27166">
                <a:extLst>
                  <a:ext uri="{FF2B5EF4-FFF2-40B4-BE49-F238E27FC236}">
                    <a16:creationId xmlns:a16="http://schemas.microsoft.com/office/drawing/2014/main" id="{A112457F-7A56-87F5-34CE-BAC5F81157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8" name="Straight Connector 27167">
                <a:extLst>
                  <a:ext uri="{FF2B5EF4-FFF2-40B4-BE49-F238E27FC236}">
                    <a16:creationId xmlns:a16="http://schemas.microsoft.com/office/drawing/2014/main" id="{375214F8-56A8-A658-91FF-F8F9409FF0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69" name="Straight Connector 27168">
                <a:extLst>
                  <a:ext uri="{FF2B5EF4-FFF2-40B4-BE49-F238E27FC236}">
                    <a16:creationId xmlns:a16="http://schemas.microsoft.com/office/drawing/2014/main" id="{E553F8D5-970B-754F-13E4-365AAEDB2B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0" name="Straight Connector 27169">
                <a:extLst>
                  <a:ext uri="{FF2B5EF4-FFF2-40B4-BE49-F238E27FC236}">
                    <a16:creationId xmlns:a16="http://schemas.microsoft.com/office/drawing/2014/main" id="{CC247E48-B7F1-F6F9-D160-A948F18990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1" name="Straight Connector 27170">
                <a:extLst>
                  <a:ext uri="{FF2B5EF4-FFF2-40B4-BE49-F238E27FC236}">
                    <a16:creationId xmlns:a16="http://schemas.microsoft.com/office/drawing/2014/main" id="{2F6F7B9A-A46D-3F58-6FBA-EEE484CFF6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2" name="Straight Connector 27171">
                <a:extLst>
                  <a:ext uri="{FF2B5EF4-FFF2-40B4-BE49-F238E27FC236}">
                    <a16:creationId xmlns:a16="http://schemas.microsoft.com/office/drawing/2014/main" id="{DDA71E11-C85D-A86A-9EFB-B669E799B6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3" name="Straight Connector 27172">
                <a:extLst>
                  <a:ext uri="{FF2B5EF4-FFF2-40B4-BE49-F238E27FC236}">
                    <a16:creationId xmlns:a16="http://schemas.microsoft.com/office/drawing/2014/main" id="{1546F9E4-E16C-EF94-673F-DDEC0BD860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4" name="Straight Connector 27173">
                <a:extLst>
                  <a:ext uri="{FF2B5EF4-FFF2-40B4-BE49-F238E27FC236}">
                    <a16:creationId xmlns:a16="http://schemas.microsoft.com/office/drawing/2014/main" id="{5735FD6C-1C54-7976-95EE-08416D4F3E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5" name="Straight Connector 27174">
                <a:extLst>
                  <a:ext uri="{FF2B5EF4-FFF2-40B4-BE49-F238E27FC236}">
                    <a16:creationId xmlns:a16="http://schemas.microsoft.com/office/drawing/2014/main" id="{3CCE1832-8838-4FD9-45D9-B982E1CAAA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6" name="Straight Connector 27175">
                <a:extLst>
                  <a:ext uri="{FF2B5EF4-FFF2-40B4-BE49-F238E27FC236}">
                    <a16:creationId xmlns:a16="http://schemas.microsoft.com/office/drawing/2014/main" id="{79D59E85-0C4B-4C2B-0497-F5D957B85EE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7" name="Straight Connector 27176">
                <a:extLst>
                  <a:ext uri="{FF2B5EF4-FFF2-40B4-BE49-F238E27FC236}">
                    <a16:creationId xmlns:a16="http://schemas.microsoft.com/office/drawing/2014/main" id="{BFC6C7F9-B763-4A90-5F6B-35C60FC983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8" name="Straight Connector 27177">
                <a:extLst>
                  <a:ext uri="{FF2B5EF4-FFF2-40B4-BE49-F238E27FC236}">
                    <a16:creationId xmlns:a16="http://schemas.microsoft.com/office/drawing/2014/main" id="{0C20814D-91B7-41CC-9EDC-F4F4F18163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79" name="Straight Connector 27178">
                <a:extLst>
                  <a:ext uri="{FF2B5EF4-FFF2-40B4-BE49-F238E27FC236}">
                    <a16:creationId xmlns:a16="http://schemas.microsoft.com/office/drawing/2014/main" id="{6F56EE4C-D04E-67EE-8B5F-FF2F6380CC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0" name="Straight Connector 27179">
                <a:extLst>
                  <a:ext uri="{FF2B5EF4-FFF2-40B4-BE49-F238E27FC236}">
                    <a16:creationId xmlns:a16="http://schemas.microsoft.com/office/drawing/2014/main" id="{D03B41C7-7BEE-74B1-06E7-90C5D72CFC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1" name="Straight Connector 27180">
                <a:extLst>
                  <a:ext uri="{FF2B5EF4-FFF2-40B4-BE49-F238E27FC236}">
                    <a16:creationId xmlns:a16="http://schemas.microsoft.com/office/drawing/2014/main" id="{E27B7E84-8F75-9FFC-67CB-E69DC1322E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2" name="Straight Connector 27181">
                <a:extLst>
                  <a:ext uri="{FF2B5EF4-FFF2-40B4-BE49-F238E27FC236}">
                    <a16:creationId xmlns:a16="http://schemas.microsoft.com/office/drawing/2014/main" id="{9E5A00E3-2407-A0CB-A9E5-D834F94255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3" name="Straight Connector 27182">
                <a:extLst>
                  <a:ext uri="{FF2B5EF4-FFF2-40B4-BE49-F238E27FC236}">
                    <a16:creationId xmlns:a16="http://schemas.microsoft.com/office/drawing/2014/main" id="{792C3D70-3698-5566-8ABA-94DF72D3AB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4" name="Straight Connector 27183">
                <a:extLst>
                  <a:ext uri="{FF2B5EF4-FFF2-40B4-BE49-F238E27FC236}">
                    <a16:creationId xmlns:a16="http://schemas.microsoft.com/office/drawing/2014/main" id="{56A3B7BF-D0D5-77FC-C1F4-5C1CE6F247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5" name="Straight Connector 27184">
                <a:extLst>
                  <a:ext uri="{FF2B5EF4-FFF2-40B4-BE49-F238E27FC236}">
                    <a16:creationId xmlns:a16="http://schemas.microsoft.com/office/drawing/2014/main" id="{A745CA9C-EC26-3E9D-A69C-5440172F0D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6" name="Straight Connector 27185">
                <a:extLst>
                  <a:ext uri="{FF2B5EF4-FFF2-40B4-BE49-F238E27FC236}">
                    <a16:creationId xmlns:a16="http://schemas.microsoft.com/office/drawing/2014/main" id="{77FD320F-17BD-FE0A-205E-1177A76CB7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7" name="Straight Connector 27186">
                <a:extLst>
                  <a:ext uri="{FF2B5EF4-FFF2-40B4-BE49-F238E27FC236}">
                    <a16:creationId xmlns:a16="http://schemas.microsoft.com/office/drawing/2014/main" id="{493F3FF6-6D73-33F1-6D7A-03373A8E82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8" name="Straight Connector 27187">
                <a:extLst>
                  <a:ext uri="{FF2B5EF4-FFF2-40B4-BE49-F238E27FC236}">
                    <a16:creationId xmlns:a16="http://schemas.microsoft.com/office/drawing/2014/main" id="{31719B9B-2ED3-3386-152B-E74389250C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89" name="Straight Connector 27188">
                <a:extLst>
                  <a:ext uri="{FF2B5EF4-FFF2-40B4-BE49-F238E27FC236}">
                    <a16:creationId xmlns:a16="http://schemas.microsoft.com/office/drawing/2014/main" id="{9BB5C218-226A-86DC-36D8-AA33FC4B29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0" name="Straight Connector 27189">
                <a:extLst>
                  <a:ext uri="{FF2B5EF4-FFF2-40B4-BE49-F238E27FC236}">
                    <a16:creationId xmlns:a16="http://schemas.microsoft.com/office/drawing/2014/main" id="{421AEC45-927D-46A6-4314-3F9BA68370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1" name="Straight Connector 27190">
                <a:extLst>
                  <a:ext uri="{FF2B5EF4-FFF2-40B4-BE49-F238E27FC236}">
                    <a16:creationId xmlns:a16="http://schemas.microsoft.com/office/drawing/2014/main" id="{B0F508CB-F09D-1CB0-4734-D75F0031C08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2" name="Straight Connector 27191">
                <a:extLst>
                  <a:ext uri="{FF2B5EF4-FFF2-40B4-BE49-F238E27FC236}">
                    <a16:creationId xmlns:a16="http://schemas.microsoft.com/office/drawing/2014/main" id="{5302AB4B-035A-444C-091A-78E32875BB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3" name="Straight Connector 27192">
                <a:extLst>
                  <a:ext uri="{FF2B5EF4-FFF2-40B4-BE49-F238E27FC236}">
                    <a16:creationId xmlns:a16="http://schemas.microsoft.com/office/drawing/2014/main" id="{03CFAC19-0FAE-428B-3EB2-613FDBF4EC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4" name="Straight Connector 27193">
                <a:extLst>
                  <a:ext uri="{FF2B5EF4-FFF2-40B4-BE49-F238E27FC236}">
                    <a16:creationId xmlns:a16="http://schemas.microsoft.com/office/drawing/2014/main" id="{F52F9B35-51DD-DDD9-9618-8A6F967DA4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5" name="Straight Connector 27194">
                <a:extLst>
                  <a:ext uri="{FF2B5EF4-FFF2-40B4-BE49-F238E27FC236}">
                    <a16:creationId xmlns:a16="http://schemas.microsoft.com/office/drawing/2014/main" id="{CC851D00-F85A-0D1E-3C29-1B40262278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6" name="Straight Connector 27195">
                <a:extLst>
                  <a:ext uri="{FF2B5EF4-FFF2-40B4-BE49-F238E27FC236}">
                    <a16:creationId xmlns:a16="http://schemas.microsoft.com/office/drawing/2014/main" id="{BED4A981-3CB0-5BFE-0048-3BE168B9A52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7" name="Straight Connector 27196">
                <a:extLst>
                  <a:ext uri="{FF2B5EF4-FFF2-40B4-BE49-F238E27FC236}">
                    <a16:creationId xmlns:a16="http://schemas.microsoft.com/office/drawing/2014/main" id="{6F13E240-8754-940A-CC47-0FC9BC4EC9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8" name="Straight Connector 27197">
                <a:extLst>
                  <a:ext uri="{FF2B5EF4-FFF2-40B4-BE49-F238E27FC236}">
                    <a16:creationId xmlns:a16="http://schemas.microsoft.com/office/drawing/2014/main" id="{1434F28D-06BB-BA1B-CBA5-AD055E5B77C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99" name="Straight Connector 27198">
                <a:extLst>
                  <a:ext uri="{FF2B5EF4-FFF2-40B4-BE49-F238E27FC236}">
                    <a16:creationId xmlns:a16="http://schemas.microsoft.com/office/drawing/2014/main" id="{9761A4A3-DE25-DC9E-6A8F-EA2F4D92C2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0" name="Straight Connector 27199">
                <a:extLst>
                  <a:ext uri="{FF2B5EF4-FFF2-40B4-BE49-F238E27FC236}">
                    <a16:creationId xmlns:a16="http://schemas.microsoft.com/office/drawing/2014/main" id="{E5F63CCC-EAFD-E495-5D63-98CBB071535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1" name="Straight Connector 27200">
                <a:extLst>
                  <a:ext uri="{FF2B5EF4-FFF2-40B4-BE49-F238E27FC236}">
                    <a16:creationId xmlns:a16="http://schemas.microsoft.com/office/drawing/2014/main" id="{801D44E0-1CC3-B44A-9F08-846387CD36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2" name="Straight Connector 27201">
                <a:extLst>
                  <a:ext uri="{FF2B5EF4-FFF2-40B4-BE49-F238E27FC236}">
                    <a16:creationId xmlns:a16="http://schemas.microsoft.com/office/drawing/2014/main" id="{C14012FF-4A2D-EF11-F572-ABCE18FB9B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3" name="Straight Connector 27202">
                <a:extLst>
                  <a:ext uri="{FF2B5EF4-FFF2-40B4-BE49-F238E27FC236}">
                    <a16:creationId xmlns:a16="http://schemas.microsoft.com/office/drawing/2014/main" id="{33718456-0F3B-09C4-2ABA-74786CF71E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4" name="Straight Connector 27203">
                <a:extLst>
                  <a:ext uri="{FF2B5EF4-FFF2-40B4-BE49-F238E27FC236}">
                    <a16:creationId xmlns:a16="http://schemas.microsoft.com/office/drawing/2014/main" id="{468B0C1D-2722-1109-AAB1-B4258D7970A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5" name="Straight Connector 27204">
                <a:extLst>
                  <a:ext uri="{FF2B5EF4-FFF2-40B4-BE49-F238E27FC236}">
                    <a16:creationId xmlns:a16="http://schemas.microsoft.com/office/drawing/2014/main" id="{CA364202-01FB-231B-3B01-8F244EB636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6" name="Straight Connector 27205">
                <a:extLst>
                  <a:ext uri="{FF2B5EF4-FFF2-40B4-BE49-F238E27FC236}">
                    <a16:creationId xmlns:a16="http://schemas.microsoft.com/office/drawing/2014/main" id="{D354FF54-42F0-0FB8-631A-84408EDF34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7" name="Straight Connector 27206">
                <a:extLst>
                  <a:ext uri="{FF2B5EF4-FFF2-40B4-BE49-F238E27FC236}">
                    <a16:creationId xmlns:a16="http://schemas.microsoft.com/office/drawing/2014/main" id="{A18B3703-387E-D06B-6A00-AB0D62406B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8" name="Straight Connector 27207">
                <a:extLst>
                  <a:ext uri="{FF2B5EF4-FFF2-40B4-BE49-F238E27FC236}">
                    <a16:creationId xmlns:a16="http://schemas.microsoft.com/office/drawing/2014/main" id="{797ABC4E-22E3-D0B9-BDC9-9FD380B524E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09" name="Straight Connector 27208">
                <a:extLst>
                  <a:ext uri="{FF2B5EF4-FFF2-40B4-BE49-F238E27FC236}">
                    <a16:creationId xmlns:a16="http://schemas.microsoft.com/office/drawing/2014/main" id="{DE66DA8B-5B7D-D408-CD91-4104EFF4FD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0" name="Straight Connector 27209">
                <a:extLst>
                  <a:ext uri="{FF2B5EF4-FFF2-40B4-BE49-F238E27FC236}">
                    <a16:creationId xmlns:a16="http://schemas.microsoft.com/office/drawing/2014/main" id="{7BC44725-90A7-C14A-4BEA-026FFB41167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1" name="Straight Connector 27210">
                <a:extLst>
                  <a:ext uri="{FF2B5EF4-FFF2-40B4-BE49-F238E27FC236}">
                    <a16:creationId xmlns:a16="http://schemas.microsoft.com/office/drawing/2014/main" id="{B923D6C3-71CE-87EF-7A0C-766F349242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2" name="Straight Connector 27211">
                <a:extLst>
                  <a:ext uri="{FF2B5EF4-FFF2-40B4-BE49-F238E27FC236}">
                    <a16:creationId xmlns:a16="http://schemas.microsoft.com/office/drawing/2014/main" id="{7CFD7EE5-4205-6C5D-15AA-D34A4C4DBF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3" name="Straight Connector 27212">
                <a:extLst>
                  <a:ext uri="{FF2B5EF4-FFF2-40B4-BE49-F238E27FC236}">
                    <a16:creationId xmlns:a16="http://schemas.microsoft.com/office/drawing/2014/main" id="{4E4C0320-417F-EFCD-084C-50468AA09C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4" name="Straight Connector 27213">
                <a:extLst>
                  <a:ext uri="{FF2B5EF4-FFF2-40B4-BE49-F238E27FC236}">
                    <a16:creationId xmlns:a16="http://schemas.microsoft.com/office/drawing/2014/main" id="{EDFBA05C-4565-4371-EA05-81660796E0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5" name="Straight Connector 27214">
                <a:extLst>
                  <a:ext uri="{FF2B5EF4-FFF2-40B4-BE49-F238E27FC236}">
                    <a16:creationId xmlns:a16="http://schemas.microsoft.com/office/drawing/2014/main" id="{1208A939-4A77-36EF-4867-0C839124A9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16" name="Straight Connector 27215">
                <a:extLst>
                  <a:ext uri="{FF2B5EF4-FFF2-40B4-BE49-F238E27FC236}">
                    <a16:creationId xmlns:a16="http://schemas.microsoft.com/office/drawing/2014/main" id="{3F946AE9-5257-CA2C-35B0-1B8C27C2DBA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107" name="Group 27106">
              <a:extLst>
                <a:ext uri="{FF2B5EF4-FFF2-40B4-BE49-F238E27FC236}">
                  <a16:creationId xmlns:a16="http://schemas.microsoft.com/office/drawing/2014/main" id="{E84347C1-6075-2C79-C3E1-4D6089510F05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622">
                <p14:nvContentPartPr>
                  <p14:cNvPr id="27108" name="Ink 27107">
                    <a:extLst>
                      <a:ext uri="{FF2B5EF4-FFF2-40B4-BE49-F238E27FC236}">
                        <a16:creationId xmlns:a16="http://schemas.microsoft.com/office/drawing/2014/main" id="{B721E0B9-C1D8-DB22-05C8-BA9E4B62AEBB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7108" name="Ink 27107">
                    <a:extLst>
                      <a:ext uri="{FF2B5EF4-FFF2-40B4-BE49-F238E27FC236}">
                        <a16:creationId xmlns:a16="http://schemas.microsoft.com/office/drawing/2014/main" id="{B721E0B9-C1D8-DB22-05C8-BA9E4B62AEBB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3">
                <p14:nvContentPartPr>
                  <p14:cNvPr id="27109" name="Ink 27108">
                    <a:extLst>
                      <a:ext uri="{FF2B5EF4-FFF2-40B4-BE49-F238E27FC236}">
                        <a16:creationId xmlns:a16="http://schemas.microsoft.com/office/drawing/2014/main" id="{9558FA64-7992-043F-6481-BFE9F5E3026A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7109" name="Ink 27108">
                    <a:extLst>
                      <a:ext uri="{FF2B5EF4-FFF2-40B4-BE49-F238E27FC236}">
                        <a16:creationId xmlns:a16="http://schemas.microsoft.com/office/drawing/2014/main" id="{9558FA64-7992-043F-6481-BFE9F5E3026A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4">
                <p14:nvContentPartPr>
                  <p14:cNvPr id="27110" name="Ink 27109">
                    <a:extLst>
                      <a:ext uri="{FF2B5EF4-FFF2-40B4-BE49-F238E27FC236}">
                        <a16:creationId xmlns:a16="http://schemas.microsoft.com/office/drawing/2014/main" id="{38E54BD6-79E4-379D-BB91-EDC680026F93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7110" name="Ink 27109">
                    <a:extLst>
                      <a:ext uri="{FF2B5EF4-FFF2-40B4-BE49-F238E27FC236}">
                        <a16:creationId xmlns:a16="http://schemas.microsoft.com/office/drawing/2014/main" id="{38E54BD6-79E4-379D-BB91-EDC680026F93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5">
                <p14:nvContentPartPr>
                  <p14:cNvPr id="27111" name="Ink 27110">
                    <a:extLst>
                      <a:ext uri="{FF2B5EF4-FFF2-40B4-BE49-F238E27FC236}">
                        <a16:creationId xmlns:a16="http://schemas.microsoft.com/office/drawing/2014/main" id="{DB67B288-031A-1A79-8001-8255BAE3CD2A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7111" name="Ink 27110">
                    <a:extLst>
                      <a:ext uri="{FF2B5EF4-FFF2-40B4-BE49-F238E27FC236}">
                        <a16:creationId xmlns:a16="http://schemas.microsoft.com/office/drawing/2014/main" id="{DB67B288-031A-1A79-8001-8255BAE3CD2A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6">
                <p14:nvContentPartPr>
                  <p14:cNvPr id="27112" name="Ink 27111">
                    <a:extLst>
                      <a:ext uri="{FF2B5EF4-FFF2-40B4-BE49-F238E27FC236}">
                        <a16:creationId xmlns:a16="http://schemas.microsoft.com/office/drawing/2014/main" id="{BCAAAFEB-08FE-BEB2-5834-D5DEDDE956B5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112" name="Ink 27111">
                    <a:extLst>
                      <a:ext uri="{FF2B5EF4-FFF2-40B4-BE49-F238E27FC236}">
                        <a16:creationId xmlns:a16="http://schemas.microsoft.com/office/drawing/2014/main" id="{BCAAAFEB-08FE-BEB2-5834-D5DEDDE956B5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7">
                <p14:nvContentPartPr>
                  <p14:cNvPr id="27113" name="Ink 27112">
                    <a:extLst>
                      <a:ext uri="{FF2B5EF4-FFF2-40B4-BE49-F238E27FC236}">
                        <a16:creationId xmlns:a16="http://schemas.microsoft.com/office/drawing/2014/main" id="{76F37C38-C964-D23E-1325-DC8034839007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113" name="Ink 27112">
                    <a:extLst>
                      <a:ext uri="{FF2B5EF4-FFF2-40B4-BE49-F238E27FC236}">
                        <a16:creationId xmlns:a16="http://schemas.microsoft.com/office/drawing/2014/main" id="{76F37C38-C964-D23E-1325-DC8034839007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8">
                <p14:nvContentPartPr>
                  <p14:cNvPr id="27114" name="Ink 27113">
                    <a:extLst>
                      <a:ext uri="{FF2B5EF4-FFF2-40B4-BE49-F238E27FC236}">
                        <a16:creationId xmlns:a16="http://schemas.microsoft.com/office/drawing/2014/main" id="{F458AADF-7608-8D46-EE98-DC6666BB3633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114" name="Ink 27113">
                    <a:extLst>
                      <a:ext uri="{FF2B5EF4-FFF2-40B4-BE49-F238E27FC236}">
                        <a16:creationId xmlns:a16="http://schemas.microsoft.com/office/drawing/2014/main" id="{F458AADF-7608-8D46-EE98-DC6666BB3633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29">
                <p14:nvContentPartPr>
                  <p14:cNvPr id="27115" name="Ink 27114">
                    <a:extLst>
                      <a:ext uri="{FF2B5EF4-FFF2-40B4-BE49-F238E27FC236}">
                        <a16:creationId xmlns:a16="http://schemas.microsoft.com/office/drawing/2014/main" id="{1D58156A-51E5-8CBF-4228-8EFA86781921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115" name="Ink 27114">
                    <a:extLst>
                      <a:ext uri="{FF2B5EF4-FFF2-40B4-BE49-F238E27FC236}">
                        <a16:creationId xmlns:a16="http://schemas.microsoft.com/office/drawing/2014/main" id="{1D58156A-51E5-8CBF-4228-8EFA86781921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0">
                <p14:nvContentPartPr>
                  <p14:cNvPr id="27116" name="Ink 27115">
                    <a:extLst>
                      <a:ext uri="{FF2B5EF4-FFF2-40B4-BE49-F238E27FC236}">
                        <a16:creationId xmlns:a16="http://schemas.microsoft.com/office/drawing/2014/main" id="{DF4B7295-C52F-11EB-0182-F7DC0D3BD963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116" name="Ink 27115">
                    <a:extLst>
                      <a:ext uri="{FF2B5EF4-FFF2-40B4-BE49-F238E27FC236}">
                        <a16:creationId xmlns:a16="http://schemas.microsoft.com/office/drawing/2014/main" id="{DF4B7295-C52F-11EB-0182-F7DC0D3BD963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1">
                <p14:nvContentPartPr>
                  <p14:cNvPr id="27117" name="Ink 27116">
                    <a:extLst>
                      <a:ext uri="{FF2B5EF4-FFF2-40B4-BE49-F238E27FC236}">
                        <a16:creationId xmlns:a16="http://schemas.microsoft.com/office/drawing/2014/main" id="{E8D710D1-AA70-01F3-1BC8-B1F596D0B6BD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117" name="Ink 27116">
                    <a:extLst>
                      <a:ext uri="{FF2B5EF4-FFF2-40B4-BE49-F238E27FC236}">
                        <a16:creationId xmlns:a16="http://schemas.microsoft.com/office/drawing/2014/main" id="{E8D710D1-AA70-01F3-1BC8-B1F596D0B6BD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2">
                <p14:nvContentPartPr>
                  <p14:cNvPr id="27118" name="Ink 27117">
                    <a:extLst>
                      <a:ext uri="{FF2B5EF4-FFF2-40B4-BE49-F238E27FC236}">
                        <a16:creationId xmlns:a16="http://schemas.microsoft.com/office/drawing/2014/main" id="{2AC5B58C-4186-FD5B-E1A8-5215A94A9110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118" name="Ink 27117">
                    <a:extLst>
                      <a:ext uri="{FF2B5EF4-FFF2-40B4-BE49-F238E27FC236}">
                        <a16:creationId xmlns:a16="http://schemas.microsoft.com/office/drawing/2014/main" id="{2AC5B58C-4186-FD5B-E1A8-5215A94A9110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3">
                <p14:nvContentPartPr>
                  <p14:cNvPr id="27119" name="Ink 27118">
                    <a:extLst>
                      <a:ext uri="{FF2B5EF4-FFF2-40B4-BE49-F238E27FC236}">
                        <a16:creationId xmlns:a16="http://schemas.microsoft.com/office/drawing/2014/main" id="{6EE70153-5835-270E-2A8D-F838312846A8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119" name="Ink 27118">
                    <a:extLst>
                      <a:ext uri="{FF2B5EF4-FFF2-40B4-BE49-F238E27FC236}">
                        <a16:creationId xmlns:a16="http://schemas.microsoft.com/office/drawing/2014/main" id="{6EE70153-5835-270E-2A8D-F838312846A8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4">
                <p14:nvContentPartPr>
                  <p14:cNvPr id="27120" name="Ink 27119">
                    <a:extLst>
                      <a:ext uri="{FF2B5EF4-FFF2-40B4-BE49-F238E27FC236}">
                        <a16:creationId xmlns:a16="http://schemas.microsoft.com/office/drawing/2014/main" id="{AF182F72-73DF-03B4-E7AA-9D29CE2673B8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120" name="Ink 27119">
                    <a:extLst>
                      <a:ext uri="{FF2B5EF4-FFF2-40B4-BE49-F238E27FC236}">
                        <a16:creationId xmlns:a16="http://schemas.microsoft.com/office/drawing/2014/main" id="{AF182F72-73DF-03B4-E7AA-9D29CE2673B8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5">
                <p14:nvContentPartPr>
                  <p14:cNvPr id="27121" name="Ink 27120">
                    <a:extLst>
                      <a:ext uri="{FF2B5EF4-FFF2-40B4-BE49-F238E27FC236}">
                        <a16:creationId xmlns:a16="http://schemas.microsoft.com/office/drawing/2014/main" id="{AC514166-08B2-C452-1290-3D3C7D4D2BC5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121" name="Ink 27120">
                    <a:extLst>
                      <a:ext uri="{FF2B5EF4-FFF2-40B4-BE49-F238E27FC236}">
                        <a16:creationId xmlns:a16="http://schemas.microsoft.com/office/drawing/2014/main" id="{AC514166-08B2-C452-1290-3D3C7D4D2BC5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6">
                <p14:nvContentPartPr>
                  <p14:cNvPr id="27122" name="Ink 27121">
                    <a:extLst>
                      <a:ext uri="{FF2B5EF4-FFF2-40B4-BE49-F238E27FC236}">
                        <a16:creationId xmlns:a16="http://schemas.microsoft.com/office/drawing/2014/main" id="{E532BCDD-9B62-0DAD-1755-D1363ED1B5CC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122" name="Ink 27121">
                    <a:extLst>
                      <a:ext uri="{FF2B5EF4-FFF2-40B4-BE49-F238E27FC236}">
                        <a16:creationId xmlns:a16="http://schemas.microsoft.com/office/drawing/2014/main" id="{E532BCDD-9B62-0DAD-1755-D1363ED1B5CC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7">
                <p14:nvContentPartPr>
                  <p14:cNvPr id="27123" name="Ink 27122">
                    <a:extLst>
                      <a:ext uri="{FF2B5EF4-FFF2-40B4-BE49-F238E27FC236}">
                        <a16:creationId xmlns:a16="http://schemas.microsoft.com/office/drawing/2014/main" id="{4D2B0C92-DE79-6F1E-2CC8-5BCD677BAB98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123" name="Ink 27122">
                    <a:extLst>
                      <a:ext uri="{FF2B5EF4-FFF2-40B4-BE49-F238E27FC236}">
                        <a16:creationId xmlns:a16="http://schemas.microsoft.com/office/drawing/2014/main" id="{4D2B0C92-DE79-6F1E-2CC8-5BCD677BAB98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8">
                <p14:nvContentPartPr>
                  <p14:cNvPr id="27124" name="Ink 27123">
                    <a:extLst>
                      <a:ext uri="{FF2B5EF4-FFF2-40B4-BE49-F238E27FC236}">
                        <a16:creationId xmlns:a16="http://schemas.microsoft.com/office/drawing/2014/main" id="{2D227216-9379-273E-268F-367229992837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124" name="Ink 27123">
                    <a:extLst>
                      <a:ext uri="{FF2B5EF4-FFF2-40B4-BE49-F238E27FC236}">
                        <a16:creationId xmlns:a16="http://schemas.microsoft.com/office/drawing/2014/main" id="{2D227216-9379-273E-268F-367229992837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39">
                <p14:nvContentPartPr>
                  <p14:cNvPr id="27125" name="Ink 27124">
                    <a:extLst>
                      <a:ext uri="{FF2B5EF4-FFF2-40B4-BE49-F238E27FC236}">
                        <a16:creationId xmlns:a16="http://schemas.microsoft.com/office/drawing/2014/main" id="{253E605A-6C40-6725-E587-17B226BA4F5E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125" name="Ink 27124">
                    <a:extLst>
                      <a:ext uri="{FF2B5EF4-FFF2-40B4-BE49-F238E27FC236}">
                        <a16:creationId xmlns:a16="http://schemas.microsoft.com/office/drawing/2014/main" id="{253E605A-6C40-6725-E587-17B226BA4F5E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0">
                <p14:nvContentPartPr>
                  <p14:cNvPr id="27126" name="Ink 27125">
                    <a:extLst>
                      <a:ext uri="{FF2B5EF4-FFF2-40B4-BE49-F238E27FC236}">
                        <a16:creationId xmlns:a16="http://schemas.microsoft.com/office/drawing/2014/main" id="{E61EA06C-B66B-416B-CBB6-F1A9A6E29A39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126" name="Ink 27125">
                    <a:extLst>
                      <a:ext uri="{FF2B5EF4-FFF2-40B4-BE49-F238E27FC236}">
                        <a16:creationId xmlns:a16="http://schemas.microsoft.com/office/drawing/2014/main" id="{E61EA06C-B66B-416B-CBB6-F1A9A6E29A39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1">
                <p14:nvContentPartPr>
                  <p14:cNvPr id="27127" name="Ink 27126">
                    <a:extLst>
                      <a:ext uri="{FF2B5EF4-FFF2-40B4-BE49-F238E27FC236}">
                        <a16:creationId xmlns:a16="http://schemas.microsoft.com/office/drawing/2014/main" id="{C7A3A79D-6120-7CEC-697B-C27DA77D527D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127" name="Ink 27126">
                    <a:extLst>
                      <a:ext uri="{FF2B5EF4-FFF2-40B4-BE49-F238E27FC236}">
                        <a16:creationId xmlns:a16="http://schemas.microsoft.com/office/drawing/2014/main" id="{C7A3A79D-6120-7CEC-697B-C27DA77D527D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2">
                <p14:nvContentPartPr>
                  <p14:cNvPr id="27128" name="Ink 27127">
                    <a:extLst>
                      <a:ext uri="{FF2B5EF4-FFF2-40B4-BE49-F238E27FC236}">
                        <a16:creationId xmlns:a16="http://schemas.microsoft.com/office/drawing/2014/main" id="{8B11060D-CF99-2FED-5199-5C039BF4F9E3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128" name="Ink 27127">
                    <a:extLst>
                      <a:ext uri="{FF2B5EF4-FFF2-40B4-BE49-F238E27FC236}">
                        <a16:creationId xmlns:a16="http://schemas.microsoft.com/office/drawing/2014/main" id="{8B11060D-CF99-2FED-5199-5C039BF4F9E3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3">
                <p14:nvContentPartPr>
                  <p14:cNvPr id="27129" name="Ink 27128">
                    <a:extLst>
                      <a:ext uri="{FF2B5EF4-FFF2-40B4-BE49-F238E27FC236}">
                        <a16:creationId xmlns:a16="http://schemas.microsoft.com/office/drawing/2014/main" id="{A08D4BF2-F31B-E789-632D-A65C96C219F8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129" name="Ink 27128">
                    <a:extLst>
                      <a:ext uri="{FF2B5EF4-FFF2-40B4-BE49-F238E27FC236}">
                        <a16:creationId xmlns:a16="http://schemas.microsoft.com/office/drawing/2014/main" id="{A08D4BF2-F31B-E789-632D-A65C96C219F8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4">
                <p14:nvContentPartPr>
                  <p14:cNvPr id="27130" name="Ink 27129">
                    <a:extLst>
                      <a:ext uri="{FF2B5EF4-FFF2-40B4-BE49-F238E27FC236}">
                        <a16:creationId xmlns:a16="http://schemas.microsoft.com/office/drawing/2014/main" id="{FEB73AD1-B67A-E5D1-ED5C-50F4DCD2CAAD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130" name="Ink 27129">
                    <a:extLst>
                      <a:ext uri="{FF2B5EF4-FFF2-40B4-BE49-F238E27FC236}">
                        <a16:creationId xmlns:a16="http://schemas.microsoft.com/office/drawing/2014/main" id="{FEB73AD1-B67A-E5D1-ED5C-50F4DCD2CAAD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5">
                <p14:nvContentPartPr>
                  <p14:cNvPr id="27131" name="Ink 27130">
                    <a:extLst>
                      <a:ext uri="{FF2B5EF4-FFF2-40B4-BE49-F238E27FC236}">
                        <a16:creationId xmlns:a16="http://schemas.microsoft.com/office/drawing/2014/main" id="{65EE828D-DC16-B3BE-A7FC-04A7EDF919CE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131" name="Ink 27130">
                    <a:extLst>
                      <a:ext uri="{FF2B5EF4-FFF2-40B4-BE49-F238E27FC236}">
                        <a16:creationId xmlns:a16="http://schemas.microsoft.com/office/drawing/2014/main" id="{65EE828D-DC16-B3BE-A7FC-04A7EDF919CE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6">
                <p14:nvContentPartPr>
                  <p14:cNvPr id="27132" name="Ink 27131">
                    <a:extLst>
                      <a:ext uri="{FF2B5EF4-FFF2-40B4-BE49-F238E27FC236}">
                        <a16:creationId xmlns:a16="http://schemas.microsoft.com/office/drawing/2014/main" id="{4DE3DA81-396F-8CBD-046E-5494CA4309A5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132" name="Ink 27131">
                    <a:extLst>
                      <a:ext uri="{FF2B5EF4-FFF2-40B4-BE49-F238E27FC236}">
                        <a16:creationId xmlns:a16="http://schemas.microsoft.com/office/drawing/2014/main" id="{4DE3DA81-396F-8CBD-046E-5494CA4309A5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7">
                <p14:nvContentPartPr>
                  <p14:cNvPr id="27133" name="Ink 27132">
                    <a:extLst>
                      <a:ext uri="{FF2B5EF4-FFF2-40B4-BE49-F238E27FC236}">
                        <a16:creationId xmlns:a16="http://schemas.microsoft.com/office/drawing/2014/main" id="{35B80059-B9A1-6F6C-90AB-F72BBC92F784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133" name="Ink 27132">
                    <a:extLst>
                      <a:ext uri="{FF2B5EF4-FFF2-40B4-BE49-F238E27FC236}">
                        <a16:creationId xmlns:a16="http://schemas.microsoft.com/office/drawing/2014/main" id="{35B80059-B9A1-6F6C-90AB-F72BBC92F784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8">
                <p14:nvContentPartPr>
                  <p14:cNvPr id="27134" name="Ink 27133">
                    <a:extLst>
                      <a:ext uri="{FF2B5EF4-FFF2-40B4-BE49-F238E27FC236}">
                        <a16:creationId xmlns:a16="http://schemas.microsoft.com/office/drawing/2014/main" id="{31447E21-B560-5658-9DD2-B7EAA1B501BC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134" name="Ink 27133">
                    <a:extLst>
                      <a:ext uri="{FF2B5EF4-FFF2-40B4-BE49-F238E27FC236}">
                        <a16:creationId xmlns:a16="http://schemas.microsoft.com/office/drawing/2014/main" id="{31447E21-B560-5658-9DD2-B7EAA1B501BC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49">
                <p14:nvContentPartPr>
                  <p14:cNvPr id="27135" name="Ink 27134">
                    <a:extLst>
                      <a:ext uri="{FF2B5EF4-FFF2-40B4-BE49-F238E27FC236}">
                        <a16:creationId xmlns:a16="http://schemas.microsoft.com/office/drawing/2014/main" id="{8C9B140D-7360-E63D-50B6-7DA24D7AE0A2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135" name="Ink 27134">
                    <a:extLst>
                      <a:ext uri="{FF2B5EF4-FFF2-40B4-BE49-F238E27FC236}">
                        <a16:creationId xmlns:a16="http://schemas.microsoft.com/office/drawing/2014/main" id="{8C9B140D-7360-E63D-50B6-7DA24D7AE0A2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0">
                <p14:nvContentPartPr>
                  <p14:cNvPr id="27136" name="Ink 27135">
                    <a:extLst>
                      <a:ext uri="{FF2B5EF4-FFF2-40B4-BE49-F238E27FC236}">
                        <a16:creationId xmlns:a16="http://schemas.microsoft.com/office/drawing/2014/main" id="{1DB1379B-0AE6-2963-0B8B-49B591C9AA4F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136" name="Ink 27135">
                    <a:extLst>
                      <a:ext uri="{FF2B5EF4-FFF2-40B4-BE49-F238E27FC236}">
                        <a16:creationId xmlns:a16="http://schemas.microsoft.com/office/drawing/2014/main" id="{1DB1379B-0AE6-2963-0B8B-49B591C9AA4F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1">
                <p14:nvContentPartPr>
                  <p14:cNvPr id="27137" name="Ink 27136">
                    <a:extLst>
                      <a:ext uri="{FF2B5EF4-FFF2-40B4-BE49-F238E27FC236}">
                        <a16:creationId xmlns:a16="http://schemas.microsoft.com/office/drawing/2014/main" id="{E0BAE05A-5030-89CD-929C-30DEC693C5A5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137" name="Ink 27136">
                    <a:extLst>
                      <a:ext uri="{FF2B5EF4-FFF2-40B4-BE49-F238E27FC236}">
                        <a16:creationId xmlns:a16="http://schemas.microsoft.com/office/drawing/2014/main" id="{E0BAE05A-5030-89CD-929C-30DEC693C5A5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2">
                <p14:nvContentPartPr>
                  <p14:cNvPr id="27138" name="Ink 27137">
                    <a:extLst>
                      <a:ext uri="{FF2B5EF4-FFF2-40B4-BE49-F238E27FC236}">
                        <a16:creationId xmlns:a16="http://schemas.microsoft.com/office/drawing/2014/main" id="{A1C4B31C-B094-D6C2-0645-36C80F2B19B0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138" name="Ink 27137">
                    <a:extLst>
                      <a:ext uri="{FF2B5EF4-FFF2-40B4-BE49-F238E27FC236}">
                        <a16:creationId xmlns:a16="http://schemas.microsoft.com/office/drawing/2014/main" id="{A1C4B31C-B094-D6C2-0645-36C80F2B19B0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3">
                <p14:nvContentPartPr>
                  <p14:cNvPr id="27139" name="Ink 27138">
                    <a:extLst>
                      <a:ext uri="{FF2B5EF4-FFF2-40B4-BE49-F238E27FC236}">
                        <a16:creationId xmlns:a16="http://schemas.microsoft.com/office/drawing/2014/main" id="{540C5B70-F6C3-8A70-F9FB-E9FAB68A2DC3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139" name="Ink 27138">
                    <a:extLst>
                      <a:ext uri="{FF2B5EF4-FFF2-40B4-BE49-F238E27FC236}">
                        <a16:creationId xmlns:a16="http://schemas.microsoft.com/office/drawing/2014/main" id="{540C5B70-F6C3-8A70-F9FB-E9FAB68A2DC3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4">
                <p14:nvContentPartPr>
                  <p14:cNvPr id="27140" name="Ink 27139">
                    <a:extLst>
                      <a:ext uri="{FF2B5EF4-FFF2-40B4-BE49-F238E27FC236}">
                        <a16:creationId xmlns:a16="http://schemas.microsoft.com/office/drawing/2014/main" id="{40263D24-E759-4F0B-3394-40E28A4E2D11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140" name="Ink 27139">
                    <a:extLst>
                      <a:ext uri="{FF2B5EF4-FFF2-40B4-BE49-F238E27FC236}">
                        <a16:creationId xmlns:a16="http://schemas.microsoft.com/office/drawing/2014/main" id="{40263D24-E759-4F0B-3394-40E28A4E2D11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5">
                <p14:nvContentPartPr>
                  <p14:cNvPr id="27141" name="Ink 27140">
                    <a:extLst>
                      <a:ext uri="{FF2B5EF4-FFF2-40B4-BE49-F238E27FC236}">
                        <a16:creationId xmlns:a16="http://schemas.microsoft.com/office/drawing/2014/main" id="{97330F58-167E-8C1B-F8E0-AF809B756E5A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141" name="Ink 27140">
                    <a:extLst>
                      <a:ext uri="{FF2B5EF4-FFF2-40B4-BE49-F238E27FC236}">
                        <a16:creationId xmlns:a16="http://schemas.microsoft.com/office/drawing/2014/main" id="{97330F58-167E-8C1B-F8E0-AF809B756E5A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6">
                <p14:nvContentPartPr>
                  <p14:cNvPr id="27142" name="Ink 27141">
                    <a:extLst>
                      <a:ext uri="{FF2B5EF4-FFF2-40B4-BE49-F238E27FC236}">
                        <a16:creationId xmlns:a16="http://schemas.microsoft.com/office/drawing/2014/main" id="{4E703FF0-D2B2-061B-51C7-773E8F4447DF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142" name="Ink 27141">
                    <a:extLst>
                      <a:ext uri="{FF2B5EF4-FFF2-40B4-BE49-F238E27FC236}">
                        <a16:creationId xmlns:a16="http://schemas.microsoft.com/office/drawing/2014/main" id="{4E703FF0-D2B2-061B-51C7-773E8F4447DF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5537" name="Group 25536">
            <a:extLst>
              <a:ext uri="{FF2B5EF4-FFF2-40B4-BE49-F238E27FC236}">
                <a16:creationId xmlns:a16="http://schemas.microsoft.com/office/drawing/2014/main" id="{A67EAF97-C8C9-9985-EF77-04CEF347C18F}"/>
              </a:ext>
            </a:extLst>
          </p:cNvPr>
          <p:cNvGrpSpPr>
            <a:grpSpLocks noChangeAspect="1"/>
          </p:cNvGrpSpPr>
          <p:nvPr/>
        </p:nvGrpSpPr>
        <p:grpSpPr>
          <a:xfrm>
            <a:off x="370090" y="7676813"/>
            <a:ext cx="342918" cy="182880"/>
            <a:chOff x="9395680" y="2795445"/>
            <a:chExt cx="1970280" cy="1750320"/>
          </a:xfrm>
        </p:grpSpPr>
        <p:grpSp>
          <p:nvGrpSpPr>
            <p:cNvPr id="25538" name="Group 79">
              <a:extLst>
                <a:ext uri="{FF2B5EF4-FFF2-40B4-BE49-F238E27FC236}">
                  <a16:creationId xmlns:a16="http://schemas.microsoft.com/office/drawing/2014/main" id="{8EC9260F-9B32-47AF-A8A2-38D42B5358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5575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8B428DDB-7936-FDEA-EB7C-4388D77DA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5576" name="Freeform 25575">
                <a:extLst>
                  <a:ext uri="{FF2B5EF4-FFF2-40B4-BE49-F238E27FC236}">
                    <a16:creationId xmlns:a16="http://schemas.microsoft.com/office/drawing/2014/main" id="{9BE789E3-4EEE-FDAD-1585-3290034AC2D4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577" name="Straight Connector 25576">
                <a:extLst>
                  <a:ext uri="{FF2B5EF4-FFF2-40B4-BE49-F238E27FC236}">
                    <a16:creationId xmlns:a16="http://schemas.microsoft.com/office/drawing/2014/main" id="{277BB62B-856C-22C7-6D64-5196526C550A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78" name="Straight Connector 25577">
                <a:extLst>
                  <a:ext uri="{FF2B5EF4-FFF2-40B4-BE49-F238E27FC236}">
                    <a16:creationId xmlns:a16="http://schemas.microsoft.com/office/drawing/2014/main" id="{294215FA-04B5-ADF8-0332-965E3BE69991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79" name="Straight Connector 25578">
                <a:extLst>
                  <a:ext uri="{FF2B5EF4-FFF2-40B4-BE49-F238E27FC236}">
                    <a16:creationId xmlns:a16="http://schemas.microsoft.com/office/drawing/2014/main" id="{9CF5EE75-13FD-9106-A710-E981055DC0E4}"/>
                  </a:ext>
                </a:extLst>
              </p:cNvPr>
              <p:cNvCxnSpPr>
                <a:cxnSpLocks/>
                <a:stCxn id="25575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0" name="Straight Connector 25579">
                <a:extLst>
                  <a:ext uri="{FF2B5EF4-FFF2-40B4-BE49-F238E27FC236}">
                    <a16:creationId xmlns:a16="http://schemas.microsoft.com/office/drawing/2014/main" id="{19303B52-41F9-2777-9BEF-B25A544A75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1" name="Straight Connector 25580">
                <a:extLst>
                  <a:ext uri="{FF2B5EF4-FFF2-40B4-BE49-F238E27FC236}">
                    <a16:creationId xmlns:a16="http://schemas.microsoft.com/office/drawing/2014/main" id="{6B4915B5-B5F9-23C2-B1A0-DA37917D8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2" name="Straight Connector 25581">
                <a:extLst>
                  <a:ext uri="{FF2B5EF4-FFF2-40B4-BE49-F238E27FC236}">
                    <a16:creationId xmlns:a16="http://schemas.microsoft.com/office/drawing/2014/main" id="{D7E0192D-5830-47F4-2328-3ADF621D6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3" name="Straight Connector 25582">
                <a:extLst>
                  <a:ext uri="{FF2B5EF4-FFF2-40B4-BE49-F238E27FC236}">
                    <a16:creationId xmlns:a16="http://schemas.microsoft.com/office/drawing/2014/main" id="{4162ECE2-384D-3024-C5D8-498714CCA30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4" name="Straight Connector 25583">
                <a:extLst>
                  <a:ext uri="{FF2B5EF4-FFF2-40B4-BE49-F238E27FC236}">
                    <a16:creationId xmlns:a16="http://schemas.microsoft.com/office/drawing/2014/main" id="{8B67D777-E634-8378-AF1D-9944A5F54B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5" name="Straight Connector 25584">
                <a:extLst>
                  <a:ext uri="{FF2B5EF4-FFF2-40B4-BE49-F238E27FC236}">
                    <a16:creationId xmlns:a16="http://schemas.microsoft.com/office/drawing/2014/main" id="{861B5F67-FE06-8415-C2CC-364C474EE4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6" name="Straight Connector 25585">
                <a:extLst>
                  <a:ext uri="{FF2B5EF4-FFF2-40B4-BE49-F238E27FC236}">
                    <a16:creationId xmlns:a16="http://schemas.microsoft.com/office/drawing/2014/main" id="{14D941A6-B347-7F07-13CC-FEDD72F0AA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7" name="Straight Connector 25586">
                <a:extLst>
                  <a:ext uri="{FF2B5EF4-FFF2-40B4-BE49-F238E27FC236}">
                    <a16:creationId xmlns:a16="http://schemas.microsoft.com/office/drawing/2014/main" id="{F5773A77-8ABD-256D-7581-0BA3E2FF65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8" name="Straight Connector 25587">
                <a:extLst>
                  <a:ext uri="{FF2B5EF4-FFF2-40B4-BE49-F238E27FC236}">
                    <a16:creationId xmlns:a16="http://schemas.microsoft.com/office/drawing/2014/main" id="{96C8D8F5-98A5-C315-8B8E-5BF40695D8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89" name="Straight Connector 25588">
                <a:extLst>
                  <a:ext uri="{FF2B5EF4-FFF2-40B4-BE49-F238E27FC236}">
                    <a16:creationId xmlns:a16="http://schemas.microsoft.com/office/drawing/2014/main" id="{0DCA97A9-8E77-2F29-F4F4-4AE60530A4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0" name="Straight Connector 25589">
                <a:extLst>
                  <a:ext uri="{FF2B5EF4-FFF2-40B4-BE49-F238E27FC236}">
                    <a16:creationId xmlns:a16="http://schemas.microsoft.com/office/drawing/2014/main" id="{3CAEE417-9258-0AFC-3557-3E617DE1CD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1" name="Straight Connector 25590">
                <a:extLst>
                  <a:ext uri="{FF2B5EF4-FFF2-40B4-BE49-F238E27FC236}">
                    <a16:creationId xmlns:a16="http://schemas.microsoft.com/office/drawing/2014/main" id="{C6F92B61-0544-AC48-EC0B-99C88103C0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2" name="Straight Connector 25591">
                <a:extLst>
                  <a:ext uri="{FF2B5EF4-FFF2-40B4-BE49-F238E27FC236}">
                    <a16:creationId xmlns:a16="http://schemas.microsoft.com/office/drawing/2014/main" id="{334EEAB9-9B78-C856-D497-D576446F69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3" name="Straight Connector 25592">
                <a:extLst>
                  <a:ext uri="{FF2B5EF4-FFF2-40B4-BE49-F238E27FC236}">
                    <a16:creationId xmlns:a16="http://schemas.microsoft.com/office/drawing/2014/main" id="{3610D126-2CA7-6153-1BF3-C95D42485D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4" name="Straight Connector 25593">
                <a:extLst>
                  <a:ext uri="{FF2B5EF4-FFF2-40B4-BE49-F238E27FC236}">
                    <a16:creationId xmlns:a16="http://schemas.microsoft.com/office/drawing/2014/main" id="{30FE2D13-02F6-EA32-4FD8-DF8716EB97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5" name="Straight Connector 25594">
                <a:extLst>
                  <a:ext uri="{FF2B5EF4-FFF2-40B4-BE49-F238E27FC236}">
                    <a16:creationId xmlns:a16="http://schemas.microsoft.com/office/drawing/2014/main" id="{796F528B-2A98-B282-7E00-525297C939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6" name="Straight Connector 25595">
                <a:extLst>
                  <a:ext uri="{FF2B5EF4-FFF2-40B4-BE49-F238E27FC236}">
                    <a16:creationId xmlns:a16="http://schemas.microsoft.com/office/drawing/2014/main" id="{1C3CCBEF-73EB-1478-F3D9-F444D3EA34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7" name="Straight Connector 25596">
                <a:extLst>
                  <a:ext uri="{FF2B5EF4-FFF2-40B4-BE49-F238E27FC236}">
                    <a16:creationId xmlns:a16="http://schemas.microsoft.com/office/drawing/2014/main" id="{4B22942F-9B8B-0CB9-0F67-7B65F9106F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8" name="Straight Connector 25597">
                <a:extLst>
                  <a:ext uri="{FF2B5EF4-FFF2-40B4-BE49-F238E27FC236}">
                    <a16:creationId xmlns:a16="http://schemas.microsoft.com/office/drawing/2014/main" id="{A6C844DE-5298-C1D3-7BC2-783C0BA609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99" name="Straight Connector 25598">
                <a:extLst>
                  <a:ext uri="{FF2B5EF4-FFF2-40B4-BE49-F238E27FC236}">
                    <a16:creationId xmlns:a16="http://schemas.microsoft.com/office/drawing/2014/main" id="{E5C1B925-97F9-E3F2-5881-A8200FC082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0" name="Straight Connector 25599">
                <a:extLst>
                  <a:ext uri="{FF2B5EF4-FFF2-40B4-BE49-F238E27FC236}">
                    <a16:creationId xmlns:a16="http://schemas.microsoft.com/office/drawing/2014/main" id="{E5C621D0-C5FE-A3BE-98BF-B5902EEA48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1" name="Straight Connector 25600">
                <a:extLst>
                  <a:ext uri="{FF2B5EF4-FFF2-40B4-BE49-F238E27FC236}">
                    <a16:creationId xmlns:a16="http://schemas.microsoft.com/office/drawing/2014/main" id="{806DE73D-C97B-6D78-6254-9B143CF50A6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2" name="Straight Connector 25601">
                <a:extLst>
                  <a:ext uri="{FF2B5EF4-FFF2-40B4-BE49-F238E27FC236}">
                    <a16:creationId xmlns:a16="http://schemas.microsoft.com/office/drawing/2014/main" id="{7A8BD8B2-7964-D1C9-9B14-9CEB49B38F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3" name="Straight Connector 25602">
                <a:extLst>
                  <a:ext uri="{FF2B5EF4-FFF2-40B4-BE49-F238E27FC236}">
                    <a16:creationId xmlns:a16="http://schemas.microsoft.com/office/drawing/2014/main" id="{832AB47F-4454-8832-2AC1-EB09962458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4" name="Straight Connector 25603">
                <a:extLst>
                  <a:ext uri="{FF2B5EF4-FFF2-40B4-BE49-F238E27FC236}">
                    <a16:creationId xmlns:a16="http://schemas.microsoft.com/office/drawing/2014/main" id="{A7C2CC36-F05B-5CE2-B372-CB5B9B7FD8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5" name="Straight Connector 25604">
                <a:extLst>
                  <a:ext uri="{FF2B5EF4-FFF2-40B4-BE49-F238E27FC236}">
                    <a16:creationId xmlns:a16="http://schemas.microsoft.com/office/drawing/2014/main" id="{24123ACA-6D39-E547-F3C1-BF31D1174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6" name="Straight Connector 25605">
                <a:extLst>
                  <a:ext uri="{FF2B5EF4-FFF2-40B4-BE49-F238E27FC236}">
                    <a16:creationId xmlns:a16="http://schemas.microsoft.com/office/drawing/2014/main" id="{02CD20B5-4042-9ADF-268A-41865CCAF1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7" name="Straight Connector 25606">
                <a:extLst>
                  <a:ext uri="{FF2B5EF4-FFF2-40B4-BE49-F238E27FC236}">
                    <a16:creationId xmlns:a16="http://schemas.microsoft.com/office/drawing/2014/main" id="{9CBEBFF8-8690-CD32-AA48-A5C7CE8770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8" name="Straight Connector 25607">
                <a:extLst>
                  <a:ext uri="{FF2B5EF4-FFF2-40B4-BE49-F238E27FC236}">
                    <a16:creationId xmlns:a16="http://schemas.microsoft.com/office/drawing/2014/main" id="{DE664A69-D29F-9202-C040-C0C5A6782BE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09" name="Straight Connector 25608">
                <a:extLst>
                  <a:ext uri="{FF2B5EF4-FFF2-40B4-BE49-F238E27FC236}">
                    <a16:creationId xmlns:a16="http://schemas.microsoft.com/office/drawing/2014/main" id="{B7F3B42E-6D56-C3B2-D236-76953D129C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0" name="Straight Connector 25609">
                <a:extLst>
                  <a:ext uri="{FF2B5EF4-FFF2-40B4-BE49-F238E27FC236}">
                    <a16:creationId xmlns:a16="http://schemas.microsoft.com/office/drawing/2014/main" id="{6D0F8441-8808-26BA-FFD3-0F19A950E6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1" name="Straight Connector 25610">
                <a:extLst>
                  <a:ext uri="{FF2B5EF4-FFF2-40B4-BE49-F238E27FC236}">
                    <a16:creationId xmlns:a16="http://schemas.microsoft.com/office/drawing/2014/main" id="{9097C8E5-77F8-D909-4694-10AC327850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2" name="Straight Connector 25611">
                <a:extLst>
                  <a:ext uri="{FF2B5EF4-FFF2-40B4-BE49-F238E27FC236}">
                    <a16:creationId xmlns:a16="http://schemas.microsoft.com/office/drawing/2014/main" id="{5A15C2EB-C537-9EC1-A367-C35CE7475F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3" name="Straight Connector 25612">
                <a:extLst>
                  <a:ext uri="{FF2B5EF4-FFF2-40B4-BE49-F238E27FC236}">
                    <a16:creationId xmlns:a16="http://schemas.microsoft.com/office/drawing/2014/main" id="{93A2A404-B652-4D1B-3594-B627B86868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4" name="Straight Connector 25613">
                <a:extLst>
                  <a:ext uri="{FF2B5EF4-FFF2-40B4-BE49-F238E27FC236}">
                    <a16:creationId xmlns:a16="http://schemas.microsoft.com/office/drawing/2014/main" id="{DAC7157B-80EE-ED25-7C37-A492475789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5" name="Straight Connector 25614">
                <a:extLst>
                  <a:ext uri="{FF2B5EF4-FFF2-40B4-BE49-F238E27FC236}">
                    <a16:creationId xmlns:a16="http://schemas.microsoft.com/office/drawing/2014/main" id="{3202157B-0A2C-6055-71B7-EC89492F11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6" name="Straight Connector 25615">
                <a:extLst>
                  <a:ext uri="{FF2B5EF4-FFF2-40B4-BE49-F238E27FC236}">
                    <a16:creationId xmlns:a16="http://schemas.microsoft.com/office/drawing/2014/main" id="{BF7FD425-9045-3AC2-B780-FA01420BBFA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7" name="Straight Connector 25616">
                <a:extLst>
                  <a:ext uri="{FF2B5EF4-FFF2-40B4-BE49-F238E27FC236}">
                    <a16:creationId xmlns:a16="http://schemas.microsoft.com/office/drawing/2014/main" id="{BF2BA01C-A157-DBE7-FDCA-38416FCFC5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8" name="Straight Connector 25617">
                <a:extLst>
                  <a:ext uri="{FF2B5EF4-FFF2-40B4-BE49-F238E27FC236}">
                    <a16:creationId xmlns:a16="http://schemas.microsoft.com/office/drawing/2014/main" id="{5817020E-2C49-C237-FAE9-9591A9CD51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19" name="Straight Connector 25618">
                <a:extLst>
                  <a:ext uri="{FF2B5EF4-FFF2-40B4-BE49-F238E27FC236}">
                    <a16:creationId xmlns:a16="http://schemas.microsoft.com/office/drawing/2014/main" id="{D6ABD694-65F6-6D53-42BE-005384A1731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0" name="Straight Connector 25619">
                <a:extLst>
                  <a:ext uri="{FF2B5EF4-FFF2-40B4-BE49-F238E27FC236}">
                    <a16:creationId xmlns:a16="http://schemas.microsoft.com/office/drawing/2014/main" id="{CE45EF14-1B21-A311-1416-8E1DE1A3F0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1" name="Straight Connector 25620">
                <a:extLst>
                  <a:ext uri="{FF2B5EF4-FFF2-40B4-BE49-F238E27FC236}">
                    <a16:creationId xmlns:a16="http://schemas.microsoft.com/office/drawing/2014/main" id="{DD77BDF8-66D3-5775-B23F-6533586F498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2" name="Straight Connector 25621">
                <a:extLst>
                  <a:ext uri="{FF2B5EF4-FFF2-40B4-BE49-F238E27FC236}">
                    <a16:creationId xmlns:a16="http://schemas.microsoft.com/office/drawing/2014/main" id="{0CA1D8D1-B86E-D899-E833-034795C3C2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3" name="Straight Connector 25622">
                <a:extLst>
                  <a:ext uri="{FF2B5EF4-FFF2-40B4-BE49-F238E27FC236}">
                    <a16:creationId xmlns:a16="http://schemas.microsoft.com/office/drawing/2014/main" id="{D6A0DA8C-503D-8F92-2628-89139B5F15F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4" name="Straight Connector 25623">
                <a:extLst>
                  <a:ext uri="{FF2B5EF4-FFF2-40B4-BE49-F238E27FC236}">
                    <a16:creationId xmlns:a16="http://schemas.microsoft.com/office/drawing/2014/main" id="{E77371F3-5519-403E-0CC0-126D43B67D2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5" name="Straight Connector 25624">
                <a:extLst>
                  <a:ext uri="{FF2B5EF4-FFF2-40B4-BE49-F238E27FC236}">
                    <a16:creationId xmlns:a16="http://schemas.microsoft.com/office/drawing/2014/main" id="{2BC0E202-4089-4606-852F-BD900B982F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6" name="Straight Connector 25625">
                <a:extLst>
                  <a:ext uri="{FF2B5EF4-FFF2-40B4-BE49-F238E27FC236}">
                    <a16:creationId xmlns:a16="http://schemas.microsoft.com/office/drawing/2014/main" id="{DD35638F-5253-F6BE-4604-108DABE05B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7" name="Straight Connector 25626">
                <a:extLst>
                  <a:ext uri="{FF2B5EF4-FFF2-40B4-BE49-F238E27FC236}">
                    <a16:creationId xmlns:a16="http://schemas.microsoft.com/office/drawing/2014/main" id="{AE603D89-E061-387B-2672-611478E43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8" name="Straight Connector 25627">
                <a:extLst>
                  <a:ext uri="{FF2B5EF4-FFF2-40B4-BE49-F238E27FC236}">
                    <a16:creationId xmlns:a16="http://schemas.microsoft.com/office/drawing/2014/main" id="{CC5011DD-53F4-5109-58F7-0AC67B38B0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29" name="Straight Connector 25628">
                <a:extLst>
                  <a:ext uri="{FF2B5EF4-FFF2-40B4-BE49-F238E27FC236}">
                    <a16:creationId xmlns:a16="http://schemas.microsoft.com/office/drawing/2014/main" id="{F13993F9-292A-FF3D-2264-4AD12A6604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0" name="Straight Connector 25629">
                <a:extLst>
                  <a:ext uri="{FF2B5EF4-FFF2-40B4-BE49-F238E27FC236}">
                    <a16:creationId xmlns:a16="http://schemas.microsoft.com/office/drawing/2014/main" id="{F9FA3E06-0AAA-D747-A62A-9F732C4308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1" name="Straight Connector 25630">
                <a:extLst>
                  <a:ext uri="{FF2B5EF4-FFF2-40B4-BE49-F238E27FC236}">
                    <a16:creationId xmlns:a16="http://schemas.microsoft.com/office/drawing/2014/main" id="{87AC0FE4-119C-0584-62CB-4E3B04E068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2" name="Straight Connector 25631">
                <a:extLst>
                  <a:ext uri="{FF2B5EF4-FFF2-40B4-BE49-F238E27FC236}">
                    <a16:creationId xmlns:a16="http://schemas.microsoft.com/office/drawing/2014/main" id="{3FF67535-0B62-8AEE-2EEA-E3C14A7149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3" name="Straight Connector 25632">
                <a:extLst>
                  <a:ext uri="{FF2B5EF4-FFF2-40B4-BE49-F238E27FC236}">
                    <a16:creationId xmlns:a16="http://schemas.microsoft.com/office/drawing/2014/main" id="{5EA9BC98-1AC2-A14C-DBCE-1C22DA3064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4" name="Straight Connector 25633">
                <a:extLst>
                  <a:ext uri="{FF2B5EF4-FFF2-40B4-BE49-F238E27FC236}">
                    <a16:creationId xmlns:a16="http://schemas.microsoft.com/office/drawing/2014/main" id="{54C6512F-AEEF-D4E7-04B1-140D184B9A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5" name="Straight Connector 25634">
                <a:extLst>
                  <a:ext uri="{FF2B5EF4-FFF2-40B4-BE49-F238E27FC236}">
                    <a16:creationId xmlns:a16="http://schemas.microsoft.com/office/drawing/2014/main" id="{F44AE643-4392-9DD6-8DFF-7D60C00574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6" name="Straight Connector 25635">
                <a:extLst>
                  <a:ext uri="{FF2B5EF4-FFF2-40B4-BE49-F238E27FC236}">
                    <a16:creationId xmlns:a16="http://schemas.microsoft.com/office/drawing/2014/main" id="{94230E73-9009-5C1A-FC28-99E7AEA11B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7" name="Straight Connector 25636">
                <a:extLst>
                  <a:ext uri="{FF2B5EF4-FFF2-40B4-BE49-F238E27FC236}">
                    <a16:creationId xmlns:a16="http://schemas.microsoft.com/office/drawing/2014/main" id="{091D5E83-0BAC-E2AE-1C02-FD88145ED6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8" name="Straight Connector 25637">
                <a:extLst>
                  <a:ext uri="{FF2B5EF4-FFF2-40B4-BE49-F238E27FC236}">
                    <a16:creationId xmlns:a16="http://schemas.microsoft.com/office/drawing/2014/main" id="{79412F39-E0A6-7859-54B1-28F4DEFFD0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39" name="Straight Connector 25638">
                <a:extLst>
                  <a:ext uri="{FF2B5EF4-FFF2-40B4-BE49-F238E27FC236}">
                    <a16:creationId xmlns:a16="http://schemas.microsoft.com/office/drawing/2014/main" id="{37BFED7B-CB0E-9F2C-24CF-0A95BDA7BA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0" name="Straight Connector 25639">
                <a:extLst>
                  <a:ext uri="{FF2B5EF4-FFF2-40B4-BE49-F238E27FC236}">
                    <a16:creationId xmlns:a16="http://schemas.microsoft.com/office/drawing/2014/main" id="{D3FE6EF7-0752-13C9-C287-86AAFE5792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1" name="Straight Connector 25640">
                <a:extLst>
                  <a:ext uri="{FF2B5EF4-FFF2-40B4-BE49-F238E27FC236}">
                    <a16:creationId xmlns:a16="http://schemas.microsoft.com/office/drawing/2014/main" id="{E38B046A-DA20-C108-6048-1F819D97867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2" name="Straight Connector 25641">
                <a:extLst>
                  <a:ext uri="{FF2B5EF4-FFF2-40B4-BE49-F238E27FC236}">
                    <a16:creationId xmlns:a16="http://schemas.microsoft.com/office/drawing/2014/main" id="{FEDDB382-EB68-879D-EB62-B78F2313D9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3" name="Straight Connector 25642">
                <a:extLst>
                  <a:ext uri="{FF2B5EF4-FFF2-40B4-BE49-F238E27FC236}">
                    <a16:creationId xmlns:a16="http://schemas.microsoft.com/office/drawing/2014/main" id="{E00C4A58-04B3-39C5-2A9B-529A8176B4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4" name="Straight Connector 25643">
                <a:extLst>
                  <a:ext uri="{FF2B5EF4-FFF2-40B4-BE49-F238E27FC236}">
                    <a16:creationId xmlns:a16="http://schemas.microsoft.com/office/drawing/2014/main" id="{4CDA6949-1CAC-26B9-AAE4-511DECCF9B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5" name="Straight Connector 25644">
                <a:extLst>
                  <a:ext uri="{FF2B5EF4-FFF2-40B4-BE49-F238E27FC236}">
                    <a16:creationId xmlns:a16="http://schemas.microsoft.com/office/drawing/2014/main" id="{3E1CFE02-34BE-9513-8062-D4F86DD49E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6" name="Straight Connector 25645">
                <a:extLst>
                  <a:ext uri="{FF2B5EF4-FFF2-40B4-BE49-F238E27FC236}">
                    <a16:creationId xmlns:a16="http://schemas.microsoft.com/office/drawing/2014/main" id="{C72952C7-BB22-C2A8-43F4-DDFAB81C504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7" name="Straight Connector 25646">
                <a:extLst>
                  <a:ext uri="{FF2B5EF4-FFF2-40B4-BE49-F238E27FC236}">
                    <a16:creationId xmlns:a16="http://schemas.microsoft.com/office/drawing/2014/main" id="{7F68A0E0-032B-C88A-1655-B54052BBA6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48" name="Straight Connector 25647">
                <a:extLst>
                  <a:ext uri="{FF2B5EF4-FFF2-40B4-BE49-F238E27FC236}">
                    <a16:creationId xmlns:a16="http://schemas.microsoft.com/office/drawing/2014/main" id="{AB4416C1-0351-B3D3-AC69-92BCB0A84C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539" name="Group 25538">
              <a:extLst>
                <a:ext uri="{FF2B5EF4-FFF2-40B4-BE49-F238E27FC236}">
                  <a16:creationId xmlns:a16="http://schemas.microsoft.com/office/drawing/2014/main" id="{CDF5DC18-8EC4-3652-58E5-13D1268F778D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657">
                <p14:nvContentPartPr>
                  <p14:cNvPr id="25540" name="Ink 25539">
                    <a:extLst>
                      <a:ext uri="{FF2B5EF4-FFF2-40B4-BE49-F238E27FC236}">
                        <a16:creationId xmlns:a16="http://schemas.microsoft.com/office/drawing/2014/main" id="{C180E237-14CF-77E2-2CDB-7D48A02C8D91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5540" name="Ink 25539">
                    <a:extLst>
                      <a:ext uri="{FF2B5EF4-FFF2-40B4-BE49-F238E27FC236}">
                        <a16:creationId xmlns:a16="http://schemas.microsoft.com/office/drawing/2014/main" id="{C180E237-14CF-77E2-2CDB-7D48A02C8D91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8">
                <p14:nvContentPartPr>
                  <p14:cNvPr id="25541" name="Ink 25540">
                    <a:extLst>
                      <a:ext uri="{FF2B5EF4-FFF2-40B4-BE49-F238E27FC236}">
                        <a16:creationId xmlns:a16="http://schemas.microsoft.com/office/drawing/2014/main" id="{F5A70733-3F6A-9F09-2134-9F225991DD87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5541" name="Ink 25540">
                    <a:extLst>
                      <a:ext uri="{FF2B5EF4-FFF2-40B4-BE49-F238E27FC236}">
                        <a16:creationId xmlns:a16="http://schemas.microsoft.com/office/drawing/2014/main" id="{F5A70733-3F6A-9F09-2134-9F225991DD87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59">
                <p14:nvContentPartPr>
                  <p14:cNvPr id="25542" name="Ink 25541">
                    <a:extLst>
                      <a:ext uri="{FF2B5EF4-FFF2-40B4-BE49-F238E27FC236}">
                        <a16:creationId xmlns:a16="http://schemas.microsoft.com/office/drawing/2014/main" id="{2B70326E-5163-AB70-6192-629E3119B682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5542" name="Ink 25541">
                    <a:extLst>
                      <a:ext uri="{FF2B5EF4-FFF2-40B4-BE49-F238E27FC236}">
                        <a16:creationId xmlns:a16="http://schemas.microsoft.com/office/drawing/2014/main" id="{2B70326E-5163-AB70-6192-629E3119B682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0">
                <p14:nvContentPartPr>
                  <p14:cNvPr id="25543" name="Ink 25542">
                    <a:extLst>
                      <a:ext uri="{FF2B5EF4-FFF2-40B4-BE49-F238E27FC236}">
                        <a16:creationId xmlns:a16="http://schemas.microsoft.com/office/drawing/2014/main" id="{A76AA12A-48CF-24B3-5A31-35B1EAAA2ADC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5543" name="Ink 25542">
                    <a:extLst>
                      <a:ext uri="{FF2B5EF4-FFF2-40B4-BE49-F238E27FC236}">
                        <a16:creationId xmlns:a16="http://schemas.microsoft.com/office/drawing/2014/main" id="{A76AA12A-48CF-24B3-5A31-35B1EAAA2ADC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1">
                <p14:nvContentPartPr>
                  <p14:cNvPr id="25544" name="Ink 25543">
                    <a:extLst>
                      <a:ext uri="{FF2B5EF4-FFF2-40B4-BE49-F238E27FC236}">
                        <a16:creationId xmlns:a16="http://schemas.microsoft.com/office/drawing/2014/main" id="{E68E32A8-A8C1-030E-6CA7-7D84339A0410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5544" name="Ink 25543">
                    <a:extLst>
                      <a:ext uri="{FF2B5EF4-FFF2-40B4-BE49-F238E27FC236}">
                        <a16:creationId xmlns:a16="http://schemas.microsoft.com/office/drawing/2014/main" id="{E68E32A8-A8C1-030E-6CA7-7D84339A0410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2">
                <p14:nvContentPartPr>
                  <p14:cNvPr id="25545" name="Ink 25544">
                    <a:extLst>
                      <a:ext uri="{FF2B5EF4-FFF2-40B4-BE49-F238E27FC236}">
                        <a16:creationId xmlns:a16="http://schemas.microsoft.com/office/drawing/2014/main" id="{002B2362-445B-CE17-75E9-F669D263DF0A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5545" name="Ink 25544">
                    <a:extLst>
                      <a:ext uri="{FF2B5EF4-FFF2-40B4-BE49-F238E27FC236}">
                        <a16:creationId xmlns:a16="http://schemas.microsoft.com/office/drawing/2014/main" id="{002B2362-445B-CE17-75E9-F669D263DF0A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3">
                <p14:nvContentPartPr>
                  <p14:cNvPr id="25546" name="Ink 25545">
                    <a:extLst>
                      <a:ext uri="{FF2B5EF4-FFF2-40B4-BE49-F238E27FC236}">
                        <a16:creationId xmlns:a16="http://schemas.microsoft.com/office/drawing/2014/main" id="{92BB47AD-4D79-4295-764D-1E8FEF903331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5546" name="Ink 25545">
                    <a:extLst>
                      <a:ext uri="{FF2B5EF4-FFF2-40B4-BE49-F238E27FC236}">
                        <a16:creationId xmlns:a16="http://schemas.microsoft.com/office/drawing/2014/main" id="{92BB47AD-4D79-4295-764D-1E8FEF903331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4">
                <p14:nvContentPartPr>
                  <p14:cNvPr id="25547" name="Ink 25546">
                    <a:extLst>
                      <a:ext uri="{FF2B5EF4-FFF2-40B4-BE49-F238E27FC236}">
                        <a16:creationId xmlns:a16="http://schemas.microsoft.com/office/drawing/2014/main" id="{61F07848-529B-5363-BCA0-6A585165922E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5547" name="Ink 25546">
                    <a:extLst>
                      <a:ext uri="{FF2B5EF4-FFF2-40B4-BE49-F238E27FC236}">
                        <a16:creationId xmlns:a16="http://schemas.microsoft.com/office/drawing/2014/main" id="{61F07848-529B-5363-BCA0-6A585165922E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5">
                <p14:nvContentPartPr>
                  <p14:cNvPr id="25548" name="Ink 25547">
                    <a:extLst>
                      <a:ext uri="{FF2B5EF4-FFF2-40B4-BE49-F238E27FC236}">
                        <a16:creationId xmlns:a16="http://schemas.microsoft.com/office/drawing/2014/main" id="{4D2B19E3-F48E-0803-1295-CBE02EAA660C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5548" name="Ink 25547">
                    <a:extLst>
                      <a:ext uri="{FF2B5EF4-FFF2-40B4-BE49-F238E27FC236}">
                        <a16:creationId xmlns:a16="http://schemas.microsoft.com/office/drawing/2014/main" id="{4D2B19E3-F48E-0803-1295-CBE02EAA660C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6">
                <p14:nvContentPartPr>
                  <p14:cNvPr id="25549" name="Ink 25548">
                    <a:extLst>
                      <a:ext uri="{FF2B5EF4-FFF2-40B4-BE49-F238E27FC236}">
                        <a16:creationId xmlns:a16="http://schemas.microsoft.com/office/drawing/2014/main" id="{0C0A6AA9-C04F-4234-7557-4ABA0C1815AE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5549" name="Ink 25548">
                    <a:extLst>
                      <a:ext uri="{FF2B5EF4-FFF2-40B4-BE49-F238E27FC236}">
                        <a16:creationId xmlns:a16="http://schemas.microsoft.com/office/drawing/2014/main" id="{0C0A6AA9-C04F-4234-7557-4ABA0C1815AE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7">
                <p14:nvContentPartPr>
                  <p14:cNvPr id="25550" name="Ink 25549">
                    <a:extLst>
                      <a:ext uri="{FF2B5EF4-FFF2-40B4-BE49-F238E27FC236}">
                        <a16:creationId xmlns:a16="http://schemas.microsoft.com/office/drawing/2014/main" id="{37126BE4-3B2B-7ED7-9784-55E33105B344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5550" name="Ink 25549">
                    <a:extLst>
                      <a:ext uri="{FF2B5EF4-FFF2-40B4-BE49-F238E27FC236}">
                        <a16:creationId xmlns:a16="http://schemas.microsoft.com/office/drawing/2014/main" id="{37126BE4-3B2B-7ED7-9784-55E33105B344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8">
                <p14:nvContentPartPr>
                  <p14:cNvPr id="25551" name="Ink 25550">
                    <a:extLst>
                      <a:ext uri="{FF2B5EF4-FFF2-40B4-BE49-F238E27FC236}">
                        <a16:creationId xmlns:a16="http://schemas.microsoft.com/office/drawing/2014/main" id="{2A6B25DD-3FC7-55B9-60FE-F159B9647FDB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5551" name="Ink 25550">
                    <a:extLst>
                      <a:ext uri="{FF2B5EF4-FFF2-40B4-BE49-F238E27FC236}">
                        <a16:creationId xmlns:a16="http://schemas.microsoft.com/office/drawing/2014/main" id="{2A6B25DD-3FC7-55B9-60FE-F159B9647FDB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69">
                <p14:nvContentPartPr>
                  <p14:cNvPr id="25552" name="Ink 25551">
                    <a:extLst>
                      <a:ext uri="{FF2B5EF4-FFF2-40B4-BE49-F238E27FC236}">
                        <a16:creationId xmlns:a16="http://schemas.microsoft.com/office/drawing/2014/main" id="{0609EAD4-B138-91BF-DF5B-317633D5A6ED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5552" name="Ink 25551">
                    <a:extLst>
                      <a:ext uri="{FF2B5EF4-FFF2-40B4-BE49-F238E27FC236}">
                        <a16:creationId xmlns:a16="http://schemas.microsoft.com/office/drawing/2014/main" id="{0609EAD4-B138-91BF-DF5B-317633D5A6ED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0">
                <p14:nvContentPartPr>
                  <p14:cNvPr id="25553" name="Ink 25552">
                    <a:extLst>
                      <a:ext uri="{FF2B5EF4-FFF2-40B4-BE49-F238E27FC236}">
                        <a16:creationId xmlns:a16="http://schemas.microsoft.com/office/drawing/2014/main" id="{94FE16E1-6BDC-821A-A2C8-5F8E6ABB22C1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5553" name="Ink 25552">
                    <a:extLst>
                      <a:ext uri="{FF2B5EF4-FFF2-40B4-BE49-F238E27FC236}">
                        <a16:creationId xmlns:a16="http://schemas.microsoft.com/office/drawing/2014/main" id="{94FE16E1-6BDC-821A-A2C8-5F8E6ABB22C1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1">
                <p14:nvContentPartPr>
                  <p14:cNvPr id="25554" name="Ink 25553">
                    <a:extLst>
                      <a:ext uri="{FF2B5EF4-FFF2-40B4-BE49-F238E27FC236}">
                        <a16:creationId xmlns:a16="http://schemas.microsoft.com/office/drawing/2014/main" id="{9223A4A9-3871-D08C-5F3B-1CD3438D40D0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5554" name="Ink 25553">
                    <a:extLst>
                      <a:ext uri="{FF2B5EF4-FFF2-40B4-BE49-F238E27FC236}">
                        <a16:creationId xmlns:a16="http://schemas.microsoft.com/office/drawing/2014/main" id="{9223A4A9-3871-D08C-5F3B-1CD3438D40D0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2">
                <p14:nvContentPartPr>
                  <p14:cNvPr id="25555" name="Ink 25554">
                    <a:extLst>
                      <a:ext uri="{FF2B5EF4-FFF2-40B4-BE49-F238E27FC236}">
                        <a16:creationId xmlns:a16="http://schemas.microsoft.com/office/drawing/2014/main" id="{07A08EEB-87A5-E244-CFC1-0A6A610610F7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5555" name="Ink 25554">
                    <a:extLst>
                      <a:ext uri="{FF2B5EF4-FFF2-40B4-BE49-F238E27FC236}">
                        <a16:creationId xmlns:a16="http://schemas.microsoft.com/office/drawing/2014/main" id="{07A08EEB-87A5-E244-CFC1-0A6A610610F7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3">
                <p14:nvContentPartPr>
                  <p14:cNvPr id="25556" name="Ink 25555">
                    <a:extLst>
                      <a:ext uri="{FF2B5EF4-FFF2-40B4-BE49-F238E27FC236}">
                        <a16:creationId xmlns:a16="http://schemas.microsoft.com/office/drawing/2014/main" id="{07C36E79-F247-1567-52EF-CADB02FA89B3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5556" name="Ink 25555">
                    <a:extLst>
                      <a:ext uri="{FF2B5EF4-FFF2-40B4-BE49-F238E27FC236}">
                        <a16:creationId xmlns:a16="http://schemas.microsoft.com/office/drawing/2014/main" id="{07C36E79-F247-1567-52EF-CADB02FA89B3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4">
                <p14:nvContentPartPr>
                  <p14:cNvPr id="25557" name="Ink 25556">
                    <a:extLst>
                      <a:ext uri="{FF2B5EF4-FFF2-40B4-BE49-F238E27FC236}">
                        <a16:creationId xmlns:a16="http://schemas.microsoft.com/office/drawing/2014/main" id="{581714BF-A21D-5CE9-A75F-1FAD6F5EFB1D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5557" name="Ink 25556">
                    <a:extLst>
                      <a:ext uri="{FF2B5EF4-FFF2-40B4-BE49-F238E27FC236}">
                        <a16:creationId xmlns:a16="http://schemas.microsoft.com/office/drawing/2014/main" id="{581714BF-A21D-5CE9-A75F-1FAD6F5EFB1D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5">
                <p14:nvContentPartPr>
                  <p14:cNvPr id="25558" name="Ink 25557">
                    <a:extLst>
                      <a:ext uri="{FF2B5EF4-FFF2-40B4-BE49-F238E27FC236}">
                        <a16:creationId xmlns:a16="http://schemas.microsoft.com/office/drawing/2014/main" id="{EFF5C926-F968-08EB-3390-80E332C1DB0D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5558" name="Ink 25557">
                    <a:extLst>
                      <a:ext uri="{FF2B5EF4-FFF2-40B4-BE49-F238E27FC236}">
                        <a16:creationId xmlns:a16="http://schemas.microsoft.com/office/drawing/2014/main" id="{EFF5C926-F968-08EB-3390-80E332C1DB0D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6">
                <p14:nvContentPartPr>
                  <p14:cNvPr id="25559" name="Ink 25558">
                    <a:extLst>
                      <a:ext uri="{FF2B5EF4-FFF2-40B4-BE49-F238E27FC236}">
                        <a16:creationId xmlns:a16="http://schemas.microsoft.com/office/drawing/2014/main" id="{FF80D3F8-C81F-3B12-D5D6-B7A080805768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5559" name="Ink 25558">
                    <a:extLst>
                      <a:ext uri="{FF2B5EF4-FFF2-40B4-BE49-F238E27FC236}">
                        <a16:creationId xmlns:a16="http://schemas.microsoft.com/office/drawing/2014/main" id="{FF80D3F8-C81F-3B12-D5D6-B7A080805768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7">
                <p14:nvContentPartPr>
                  <p14:cNvPr id="25560" name="Ink 25559">
                    <a:extLst>
                      <a:ext uri="{FF2B5EF4-FFF2-40B4-BE49-F238E27FC236}">
                        <a16:creationId xmlns:a16="http://schemas.microsoft.com/office/drawing/2014/main" id="{D9A11B3F-D3DC-EE65-399F-CA13454D66AC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5560" name="Ink 25559">
                    <a:extLst>
                      <a:ext uri="{FF2B5EF4-FFF2-40B4-BE49-F238E27FC236}">
                        <a16:creationId xmlns:a16="http://schemas.microsoft.com/office/drawing/2014/main" id="{D9A11B3F-D3DC-EE65-399F-CA13454D66AC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8">
                <p14:nvContentPartPr>
                  <p14:cNvPr id="25561" name="Ink 25560">
                    <a:extLst>
                      <a:ext uri="{FF2B5EF4-FFF2-40B4-BE49-F238E27FC236}">
                        <a16:creationId xmlns:a16="http://schemas.microsoft.com/office/drawing/2014/main" id="{19D96178-D0F3-F07F-0F3D-5498BDF10E87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5561" name="Ink 25560">
                    <a:extLst>
                      <a:ext uri="{FF2B5EF4-FFF2-40B4-BE49-F238E27FC236}">
                        <a16:creationId xmlns:a16="http://schemas.microsoft.com/office/drawing/2014/main" id="{19D96178-D0F3-F07F-0F3D-5498BDF10E87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79">
                <p14:nvContentPartPr>
                  <p14:cNvPr id="25562" name="Ink 25561">
                    <a:extLst>
                      <a:ext uri="{FF2B5EF4-FFF2-40B4-BE49-F238E27FC236}">
                        <a16:creationId xmlns:a16="http://schemas.microsoft.com/office/drawing/2014/main" id="{CF4EC808-6106-32FE-83EF-999F963CEF64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5562" name="Ink 25561">
                    <a:extLst>
                      <a:ext uri="{FF2B5EF4-FFF2-40B4-BE49-F238E27FC236}">
                        <a16:creationId xmlns:a16="http://schemas.microsoft.com/office/drawing/2014/main" id="{CF4EC808-6106-32FE-83EF-999F963CEF64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0">
                <p14:nvContentPartPr>
                  <p14:cNvPr id="25563" name="Ink 25562">
                    <a:extLst>
                      <a:ext uri="{FF2B5EF4-FFF2-40B4-BE49-F238E27FC236}">
                        <a16:creationId xmlns:a16="http://schemas.microsoft.com/office/drawing/2014/main" id="{89CC31ED-D42B-6766-F2D5-461707CEC8FB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5563" name="Ink 25562">
                    <a:extLst>
                      <a:ext uri="{FF2B5EF4-FFF2-40B4-BE49-F238E27FC236}">
                        <a16:creationId xmlns:a16="http://schemas.microsoft.com/office/drawing/2014/main" id="{89CC31ED-D42B-6766-F2D5-461707CEC8FB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1">
                <p14:nvContentPartPr>
                  <p14:cNvPr id="25564" name="Ink 25563">
                    <a:extLst>
                      <a:ext uri="{FF2B5EF4-FFF2-40B4-BE49-F238E27FC236}">
                        <a16:creationId xmlns:a16="http://schemas.microsoft.com/office/drawing/2014/main" id="{4D027407-6A25-0DBF-7F74-73FB8A3C1C7B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5564" name="Ink 25563">
                    <a:extLst>
                      <a:ext uri="{FF2B5EF4-FFF2-40B4-BE49-F238E27FC236}">
                        <a16:creationId xmlns:a16="http://schemas.microsoft.com/office/drawing/2014/main" id="{4D027407-6A25-0DBF-7F74-73FB8A3C1C7B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2">
                <p14:nvContentPartPr>
                  <p14:cNvPr id="25565" name="Ink 25564">
                    <a:extLst>
                      <a:ext uri="{FF2B5EF4-FFF2-40B4-BE49-F238E27FC236}">
                        <a16:creationId xmlns:a16="http://schemas.microsoft.com/office/drawing/2014/main" id="{85E9DDAA-8886-E94A-E82E-95BE26B97D96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5565" name="Ink 25564">
                    <a:extLst>
                      <a:ext uri="{FF2B5EF4-FFF2-40B4-BE49-F238E27FC236}">
                        <a16:creationId xmlns:a16="http://schemas.microsoft.com/office/drawing/2014/main" id="{85E9DDAA-8886-E94A-E82E-95BE26B97D96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3">
                <p14:nvContentPartPr>
                  <p14:cNvPr id="25566" name="Ink 25565">
                    <a:extLst>
                      <a:ext uri="{FF2B5EF4-FFF2-40B4-BE49-F238E27FC236}">
                        <a16:creationId xmlns:a16="http://schemas.microsoft.com/office/drawing/2014/main" id="{D89CF18B-A5B1-CFA5-0341-B4A6623AABE1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5566" name="Ink 25565">
                    <a:extLst>
                      <a:ext uri="{FF2B5EF4-FFF2-40B4-BE49-F238E27FC236}">
                        <a16:creationId xmlns:a16="http://schemas.microsoft.com/office/drawing/2014/main" id="{D89CF18B-A5B1-CFA5-0341-B4A6623AABE1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4">
                <p14:nvContentPartPr>
                  <p14:cNvPr id="25567" name="Ink 25566">
                    <a:extLst>
                      <a:ext uri="{FF2B5EF4-FFF2-40B4-BE49-F238E27FC236}">
                        <a16:creationId xmlns:a16="http://schemas.microsoft.com/office/drawing/2014/main" id="{7E538CB5-495B-9294-19FB-F75B92ECB312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5567" name="Ink 25566">
                    <a:extLst>
                      <a:ext uri="{FF2B5EF4-FFF2-40B4-BE49-F238E27FC236}">
                        <a16:creationId xmlns:a16="http://schemas.microsoft.com/office/drawing/2014/main" id="{7E538CB5-495B-9294-19FB-F75B92ECB312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5">
                <p14:nvContentPartPr>
                  <p14:cNvPr id="25568" name="Ink 25567">
                    <a:extLst>
                      <a:ext uri="{FF2B5EF4-FFF2-40B4-BE49-F238E27FC236}">
                        <a16:creationId xmlns:a16="http://schemas.microsoft.com/office/drawing/2014/main" id="{122DF988-9977-AD48-EB24-5910AB1AB5C1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5568" name="Ink 25567">
                    <a:extLst>
                      <a:ext uri="{FF2B5EF4-FFF2-40B4-BE49-F238E27FC236}">
                        <a16:creationId xmlns:a16="http://schemas.microsoft.com/office/drawing/2014/main" id="{122DF988-9977-AD48-EB24-5910AB1AB5C1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6">
                <p14:nvContentPartPr>
                  <p14:cNvPr id="25569" name="Ink 25568">
                    <a:extLst>
                      <a:ext uri="{FF2B5EF4-FFF2-40B4-BE49-F238E27FC236}">
                        <a16:creationId xmlns:a16="http://schemas.microsoft.com/office/drawing/2014/main" id="{E61BFBF5-1B2F-0C7C-7058-C670A6757993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5569" name="Ink 25568">
                    <a:extLst>
                      <a:ext uri="{FF2B5EF4-FFF2-40B4-BE49-F238E27FC236}">
                        <a16:creationId xmlns:a16="http://schemas.microsoft.com/office/drawing/2014/main" id="{E61BFBF5-1B2F-0C7C-7058-C670A6757993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7">
                <p14:nvContentPartPr>
                  <p14:cNvPr id="25570" name="Ink 25569">
                    <a:extLst>
                      <a:ext uri="{FF2B5EF4-FFF2-40B4-BE49-F238E27FC236}">
                        <a16:creationId xmlns:a16="http://schemas.microsoft.com/office/drawing/2014/main" id="{290E1CE1-B5B2-2E2F-CFD7-69BCA15B7C41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5570" name="Ink 25569">
                    <a:extLst>
                      <a:ext uri="{FF2B5EF4-FFF2-40B4-BE49-F238E27FC236}">
                        <a16:creationId xmlns:a16="http://schemas.microsoft.com/office/drawing/2014/main" id="{290E1CE1-B5B2-2E2F-CFD7-69BCA15B7C41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8">
                <p14:nvContentPartPr>
                  <p14:cNvPr id="25571" name="Ink 25570">
                    <a:extLst>
                      <a:ext uri="{FF2B5EF4-FFF2-40B4-BE49-F238E27FC236}">
                        <a16:creationId xmlns:a16="http://schemas.microsoft.com/office/drawing/2014/main" id="{8B0D40D1-5705-A11E-6BA3-F19D80BA9DDC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5571" name="Ink 25570">
                    <a:extLst>
                      <a:ext uri="{FF2B5EF4-FFF2-40B4-BE49-F238E27FC236}">
                        <a16:creationId xmlns:a16="http://schemas.microsoft.com/office/drawing/2014/main" id="{8B0D40D1-5705-A11E-6BA3-F19D80BA9DDC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89">
                <p14:nvContentPartPr>
                  <p14:cNvPr id="25572" name="Ink 25571">
                    <a:extLst>
                      <a:ext uri="{FF2B5EF4-FFF2-40B4-BE49-F238E27FC236}">
                        <a16:creationId xmlns:a16="http://schemas.microsoft.com/office/drawing/2014/main" id="{AD9F30C6-9827-8C93-4687-C6E8D0564CCE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5572" name="Ink 25571">
                    <a:extLst>
                      <a:ext uri="{FF2B5EF4-FFF2-40B4-BE49-F238E27FC236}">
                        <a16:creationId xmlns:a16="http://schemas.microsoft.com/office/drawing/2014/main" id="{AD9F30C6-9827-8C93-4687-C6E8D0564CCE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0">
                <p14:nvContentPartPr>
                  <p14:cNvPr id="25573" name="Ink 25572">
                    <a:extLst>
                      <a:ext uri="{FF2B5EF4-FFF2-40B4-BE49-F238E27FC236}">
                        <a16:creationId xmlns:a16="http://schemas.microsoft.com/office/drawing/2014/main" id="{664917E8-0C5B-3FB0-9C2B-45455B02EF77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5573" name="Ink 25572">
                    <a:extLst>
                      <a:ext uri="{FF2B5EF4-FFF2-40B4-BE49-F238E27FC236}">
                        <a16:creationId xmlns:a16="http://schemas.microsoft.com/office/drawing/2014/main" id="{664917E8-0C5B-3FB0-9C2B-45455B02EF77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1">
                <p14:nvContentPartPr>
                  <p14:cNvPr id="25574" name="Ink 25573">
                    <a:extLst>
                      <a:ext uri="{FF2B5EF4-FFF2-40B4-BE49-F238E27FC236}">
                        <a16:creationId xmlns:a16="http://schemas.microsoft.com/office/drawing/2014/main" id="{5289F7C5-4597-DEA8-E94C-D822B89497D8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5574" name="Ink 25573">
                    <a:extLst>
                      <a:ext uri="{FF2B5EF4-FFF2-40B4-BE49-F238E27FC236}">
                        <a16:creationId xmlns:a16="http://schemas.microsoft.com/office/drawing/2014/main" id="{5289F7C5-4597-DEA8-E94C-D822B89497D8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5649" name="Group 25648">
            <a:extLst>
              <a:ext uri="{FF2B5EF4-FFF2-40B4-BE49-F238E27FC236}">
                <a16:creationId xmlns:a16="http://schemas.microsoft.com/office/drawing/2014/main" id="{507F4847-1339-6CA1-03F2-B156D3339B55}"/>
              </a:ext>
            </a:extLst>
          </p:cNvPr>
          <p:cNvGrpSpPr>
            <a:grpSpLocks noChangeAspect="1"/>
          </p:cNvGrpSpPr>
          <p:nvPr/>
        </p:nvGrpSpPr>
        <p:grpSpPr>
          <a:xfrm>
            <a:off x="682515" y="7756335"/>
            <a:ext cx="342918" cy="182880"/>
            <a:chOff x="9395680" y="2795445"/>
            <a:chExt cx="1970280" cy="1750320"/>
          </a:xfrm>
        </p:grpSpPr>
        <p:grpSp>
          <p:nvGrpSpPr>
            <p:cNvPr id="25650" name="Group 79">
              <a:extLst>
                <a:ext uri="{FF2B5EF4-FFF2-40B4-BE49-F238E27FC236}">
                  <a16:creationId xmlns:a16="http://schemas.microsoft.com/office/drawing/2014/main" id="{BE6D0003-E39A-F1B1-A8D9-29C2A4D16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5687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A04FAFEE-D0C8-5F0D-A913-8042A7A08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5688" name="Freeform 25687">
                <a:extLst>
                  <a:ext uri="{FF2B5EF4-FFF2-40B4-BE49-F238E27FC236}">
                    <a16:creationId xmlns:a16="http://schemas.microsoft.com/office/drawing/2014/main" id="{C2F63DE5-BD29-1E38-E995-E67E48D3DA25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689" name="Straight Connector 25688">
                <a:extLst>
                  <a:ext uri="{FF2B5EF4-FFF2-40B4-BE49-F238E27FC236}">
                    <a16:creationId xmlns:a16="http://schemas.microsoft.com/office/drawing/2014/main" id="{803E4DEE-48EF-1265-EA2A-8DCF473EF696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0" name="Straight Connector 25689">
                <a:extLst>
                  <a:ext uri="{FF2B5EF4-FFF2-40B4-BE49-F238E27FC236}">
                    <a16:creationId xmlns:a16="http://schemas.microsoft.com/office/drawing/2014/main" id="{57108D58-F5E2-81AA-E2BE-D84B7E52E91C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1" name="Straight Connector 25690">
                <a:extLst>
                  <a:ext uri="{FF2B5EF4-FFF2-40B4-BE49-F238E27FC236}">
                    <a16:creationId xmlns:a16="http://schemas.microsoft.com/office/drawing/2014/main" id="{0F1623D1-F123-A9E3-A022-843D76A51534}"/>
                  </a:ext>
                </a:extLst>
              </p:cNvPr>
              <p:cNvCxnSpPr>
                <a:cxnSpLocks/>
                <a:stCxn id="25687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2" name="Straight Connector 25691">
                <a:extLst>
                  <a:ext uri="{FF2B5EF4-FFF2-40B4-BE49-F238E27FC236}">
                    <a16:creationId xmlns:a16="http://schemas.microsoft.com/office/drawing/2014/main" id="{AA66D9CD-E8C6-4576-0DAE-CA10EC0F7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3" name="Straight Connector 25692">
                <a:extLst>
                  <a:ext uri="{FF2B5EF4-FFF2-40B4-BE49-F238E27FC236}">
                    <a16:creationId xmlns:a16="http://schemas.microsoft.com/office/drawing/2014/main" id="{DF95E45C-B502-8900-9DCB-A3ABF1CD7D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4" name="Straight Connector 25693">
                <a:extLst>
                  <a:ext uri="{FF2B5EF4-FFF2-40B4-BE49-F238E27FC236}">
                    <a16:creationId xmlns:a16="http://schemas.microsoft.com/office/drawing/2014/main" id="{05E5C374-0489-B48C-90F1-88E8FC19EF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5" name="Straight Connector 25694">
                <a:extLst>
                  <a:ext uri="{FF2B5EF4-FFF2-40B4-BE49-F238E27FC236}">
                    <a16:creationId xmlns:a16="http://schemas.microsoft.com/office/drawing/2014/main" id="{177C5425-9A35-37B0-58CE-C6AA09C509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6" name="Straight Connector 25695">
                <a:extLst>
                  <a:ext uri="{FF2B5EF4-FFF2-40B4-BE49-F238E27FC236}">
                    <a16:creationId xmlns:a16="http://schemas.microsoft.com/office/drawing/2014/main" id="{7112FBA9-A03D-3BD8-7DFF-6888156F464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7" name="Straight Connector 25696">
                <a:extLst>
                  <a:ext uri="{FF2B5EF4-FFF2-40B4-BE49-F238E27FC236}">
                    <a16:creationId xmlns:a16="http://schemas.microsoft.com/office/drawing/2014/main" id="{E630A4B0-39DA-AEF4-F7C7-48EF4032DF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8" name="Straight Connector 25697">
                <a:extLst>
                  <a:ext uri="{FF2B5EF4-FFF2-40B4-BE49-F238E27FC236}">
                    <a16:creationId xmlns:a16="http://schemas.microsoft.com/office/drawing/2014/main" id="{D16BE73D-9DCA-C1C2-393B-88C5F6D90B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99" name="Straight Connector 25698">
                <a:extLst>
                  <a:ext uri="{FF2B5EF4-FFF2-40B4-BE49-F238E27FC236}">
                    <a16:creationId xmlns:a16="http://schemas.microsoft.com/office/drawing/2014/main" id="{C6B30CB1-69A5-38A0-2D7D-9B69B4465D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0" name="Straight Connector 25699">
                <a:extLst>
                  <a:ext uri="{FF2B5EF4-FFF2-40B4-BE49-F238E27FC236}">
                    <a16:creationId xmlns:a16="http://schemas.microsoft.com/office/drawing/2014/main" id="{6C64CA81-BD29-BA89-3B25-F66DCD3C22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1" name="Straight Connector 25700">
                <a:extLst>
                  <a:ext uri="{FF2B5EF4-FFF2-40B4-BE49-F238E27FC236}">
                    <a16:creationId xmlns:a16="http://schemas.microsoft.com/office/drawing/2014/main" id="{1BFBC164-18AE-6A75-DEA3-DD7E7D5BED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2" name="Straight Connector 25701">
                <a:extLst>
                  <a:ext uri="{FF2B5EF4-FFF2-40B4-BE49-F238E27FC236}">
                    <a16:creationId xmlns:a16="http://schemas.microsoft.com/office/drawing/2014/main" id="{3A5CAA93-4FB4-92BB-0E9A-3F93C6D5FB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3" name="Straight Connector 25702">
                <a:extLst>
                  <a:ext uri="{FF2B5EF4-FFF2-40B4-BE49-F238E27FC236}">
                    <a16:creationId xmlns:a16="http://schemas.microsoft.com/office/drawing/2014/main" id="{02BB56CA-FA71-CEB0-C31D-BB24F85DE7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4" name="Straight Connector 25703">
                <a:extLst>
                  <a:ext uri="{FF2B5EF4-FFF2-40B4-BE49-F238E27FC236}">
                    <a16:creationId xmlns:a16="http://schemas.microsoft.com/office/drawing/2014/main" id="{64AFA832-BDBE-2816-401E-0B4F26DCA8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5" name="Straight Connector 25704">
                <a:extLst>
                  <a:ext uri="{FF2B5EF4-FFF2-40B4-BE49-F238E27FC236}">
                    <a16:creationId xmlns:a16="http://schemas.microsoft.com/office/drawing/2014/main" id="{A968012B-098C-3CB3-4C55-8824D45A22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6" name="Straight Connector 25705">
                <a:extLst>
                  <a:ext uri="{FF2B5EF4-FFF2-40B4-BE49-F238E27FC236}">
                    <a16:creationId xmlns:a16="http://schemas.microsoft.com/office/drawing/2014/main" id="{7057F913-1279-0360-8D24-41108C2AF3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7" name="Straight Connector 25706">
                <a:extLst>
                  <a:ext uri="{FF2B5EF4-FFF2-40B4-BE49-F238E27FC236}">
                    <a16:creationId xmlns:a16="http://schemas.microsoft.com/office/drawing/2014/main" id="{E2E17D52-8399-B19E-8B9A-D4328CE1C1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8" name="Straight Connector 25707">
                <a:extLst>
                  <a:ext uri="{FF2B5EF4-FFF2-40B4-BE49-F238E27FC236}">
                    <a16:creationId xmlns:a16="http://schemas.microsoft.com/office/drawing/2014/main" id="{8625DCB7-2B6D-6FB4-3DC8-F2FB20DC08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09" name="Straight Connector 25708">
                <a:extLst>
                  <a:ext uri="{FF2B5EF4-FFF2-40B4-BE49-F238E27FC236}">
                    <a16:creationId xmlns:a16="http://schemas.microsoft.com/office/drawing/2014/main" id="{0A16FAA3-F4B5-637B-F77E-CA804569101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0" name="Straight Connector 25709">
                <a:extLst>
                  <a:ext uri="{FF2B5EF4-FFF2-40B4-BE49-F238E27FC236}">
                    <a16:creationId xmlns:a16="http://schemas.microsoft.com/office/drawing/2014/main" id="{1536041E-CB9E-5C2E-E337-A03BD5F1EA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1" name="Straight Connector 25710">
                <a:extLst>
                  <a:ext uri="{FF2B5EF4-FFF2-40B4-BE49-F238E27FC236}">
                    <a16:creationId xmlns:a16="http://schemas.microsoft.com/office/drawing/2014/main" id="{7C93AFBB-762A-0810-5FA3-F33B824B0C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2" name="Straight Connector 25711">
                <a:extLst>
                  <a:ext uri="{FF2B5EF4-FFF2-40B4-BE49-F238E27FC236}">
                    <a16:creationId xmlns:a16="http://schemas.microsoft.com/office/drawing/2014/main" id="{383BC19E-0080-7C2F-5A96-6D7D6F2F82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3" name="Straight Connector 25712">
                <a:extLst>
                  <a:ext uri="{FF2B5EF4-FFF2-40B4-BE49-F238E27FC236}">
                    <a16:creationId xmlns:a16="http://schemas.microsoft.com/office/drawing/2014/main" id="{AACFBDDC-8D12-F8BF-68CD-492B3B43D5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4" name="Straight Connector 25713">
                <a:extLst>
                  <a:ext uri="{FF2B5EF4-FFF2-40B4-BE49-F238E27FC236}">
                    <a16:creationId xmlns:a16="http://schemas.microsoft.com/office/drawing/2014/main" id="{0A75F682-54E2-CE91-5CA3-CBDFC5BC53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5" name="Straight Connector 25714">
                <a:extLst>
                  <a:ext uri="{FF2B5EF4-FFF2-40B4-BE49-F238E27FC236}">
                    <a16:creationId xmlns:a16="http://schemas.microsoft.com/office/drawing/2014/main" id="{4802EDA8-5FB3-3117-D6E5-81DDEBB4EB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6" name="Straight Connector 25715">
                <a:extLst>
                  <a:ext uri="{FF2B5EF4-FFF2-40B4-BE49-F238E27FC236}">
                    <a16:creationId xmlns:a16="http://schemas.microsoft.com/office/drawing/2014/main" id="{C404AF3D-1DB3-225D-40CC-D2ACA9AB96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7" name="Straight Connector 25716">
                <a:extLst>
                  <a:ext uri="{FF2B5EF4-FFF2-40B4-BE49-F238E27FC236}">
                    <a16:creationId xmlns:a16="http://schemas.microsoft.com/office/drawing/2014/main" id="{28E35DE8-8247-3B05-EC08-CCA8A0C3F9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8" name="Straight Connector 25717">
                <a:extLst>
                  <a:ext uri="{FF2B5EF4-FFF2-40B4-BE49-F238E27FC236}">
                    <a16:creationId xmlns:a16="http://schemas.microsoft.com/office/drawing/2014/main" id="{71C1FB7A-4881-40B6-FCC3-055CCEFA1A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19" name="Straight Connector 25718">
                <a:extLst>
                  <a:ext uri="{FF2B5EF4-FFF2-40B4-BE49-F238E27FC236}">
                    <a16:creationId xmlns:a16="http://schemas.microsoft.com/office/drawing/2014/main" id="{7CEB305E-D70D-19C0-8440-DA27197DD2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0" name="Straight Connector 25719">
                <a:extLst>
                  <a:ext uri="{FF2B5EF4-FFF2-40B4-BE49-F238E27FC236}">
                    <a16:creationId xmlns:a16="http://schemas.microsoft.com/office/drawing/2014/main" id="{E9F8889A-4885-3D52-0B3A-3D96E81736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1" name="Straight Connector 25720">
                <a:extLst>
                  <a:ext uri="{FF2B5EF4-FFF2-40B4-BE49-F238E27FC236}">
                    <a16:creationId xmlns:a16="http://schemas.microsoft.com/office/drawing/2014/main" id="{072130B3-DA64-05AE-A4C2-8505802A8B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2" name="Straight Connector 25721">
                <a:extLst>
                  <a:ext uri="{FF2B5EF4-FFF2-40B4-BE49-F238E27FC236}">
                    <a16:creationId xmlns:a16="http://schemas.microsoft.com/office/drawing/2014/main" id="{2D610571-401B-5F59-FFF9-DE9BA67D61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3" name="Straight Connector 25722">
                <a:extLst>
                  <a:ext uri="{FF2B5EF4-FFF2-40B4-BE49-F238E27FC236}">
                    <a16:creationId xmlns:a16="http://schemas.microsoft.com/office/drawing/2014/main" id="{F37C3969-9E6E-959F-C3B6-1AFDBA21FE7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4" name="Straight Connector 25723">
                <a:extLst>
                  <a:ext uri="{FF2B5EF4-FFF2-40B4-BE49-F238E27FC236}">
                    <a16:creationId xmlns:a16="http://schemas.microsoft.com/office/drawing/2014/main" id="{DD3AEC99-13B9-F632-FAB3-ACD0903835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5" name="Straight Connector 25724">
                <a:extLst>
                  <a:ext uri="{FF2B5EF4-FFF2-40B4-BE49-F238E27FC236}">
                    <a16:creationId xmlns:a16="http://schemas.microsoft.com/office/drawing/2014/main" id="{F4A69453-603D-DEED-3792-29BCC91641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6" name="Straight Connector 25725">
                <a:extLst>
                  <a:ext uri="{FF2B5EF4-FFF2-40B4-BE49-F238E27FC236}">
                    <a16:creationId xmlns:a16="http://schemas.microsoft.com/office/drawing/2014/main" id="{738B5A06-523B-0863-4717-CB68702EE8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7" name="Straight Connector 25726">
                <a:extLst>
                  <a:ext uri="{FF2B5EF4-FFF2-40B4-BE49-F238E27FC236}">
                    <a16:creationId xmlns:a16="http://schemas.microsoft.com/office/drawing/2014/main" id="{E7465D6A-7EDB-A82A-B19A-07EDB086E6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8" name="Straight Connector 25727">
                <a:extLst>
                  <a:ext uri="{FF2B5EF4-FFF2-40B4-BE49-F238E27FC236}">
                    <a16:creationId xmlns:a16="http://schemas.microsoft.com/office/drawing/2014/main" id="{59EC2223-2D1D-C62E-C505-B2DC85B4C77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29" name="Straight Connector 25728">
                <a:extLst>
                  <a:ext uri="{FF2B5EF4-FFF2-40B4-BE49-F238E27FC236}">
                    <a16:creationId xmlns:a16="http://schemas.microsoft.com/office/drawing/2014/main" id="{1F0519D5-0EF2-BCB4-ADA0-9104067303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0" name="Straight Connector 25729">
                <a:extLst>
                  <a:ext uri="{FF2B5EF4-FFF2-40B4-BE49-F238E27FC236}">
                    <a16:creationId xmlns:a16="http://schemas.microsoft.com/office/drawing/2014/main" id="{F31EEE5C-7CD2-27E5-82F8-6CCB77FBA6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1" name="Straight Connector 25730">
                <a:extLst>
                  <a:ext uri="{FF2B5EF4-FFF2-40B4-BE49-F238E27FC236}">
                    <a16:creationId xmlns:a16="http://schemas.microsoft.com/office/drawing/2014/main" id="{0BE7E7F3-0EDC-B15E-6BB9-15D983BF4C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2" name="Straight Connector 25731">
                <a:extLst>
                  <a:ext uri="{FF2B5EF4-FFF2-40B4-BE49-F238E27FC236}">
                    <a16:creationId xmlns:a16="http://schemas.microsoft.com/office/drawing/2014/main" id="{19F3360E-5727-DCC8-B669-F0387B0482F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3" name="Straight Connector 25732">
                <a:extLst>
                  <a:ext uri="{FF2B5EF4-FFF2-40B4-BE49-F238E27FC236}">
                    <a16:creationId xmlns:a16="http://schemas.microsoft.com/office/drawing/2014/main" id="{8FADB130-AB4D-3C08-96D6-5E06DA3F72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4" name="Straight Connector 25733">
                <a:extLst>
                  <a:ext uri="{FF2B5EF4-FFF2-40B4-BE49-F238E27FC236}">
                    <a16:creationId xmlns:a16="http://schemas.microsoft.com/office/drawing/2014/main" id="{BD04E22E-397A-720C-67AF-665D13B345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5" name="Straight Connector 25734">
                <a:extLst>
                  <a:ext uri="{FF2B5EF4-FFF2-40B4-BE49-F238E27FC236}">
                    <a16:creationId xmlns:a16="http://schemas.microsoft.com/office/drawing/2014/main" id="{8E6D45CC-B9D5-523C-C082-902AE185217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6" name="Straight Connector 25735">
                <a:extLst>
                  <a:ext uri="{FF2B5EF4-FFF2-40B4-BE49-F238E27FC236}">
                    <a16:creationId xmlns:a16="http://schemas.microsoft.com/office/drawing/2014/main" id="{E27BA06A-C50B-64DE-4C74-DBA0853796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7" name="Straight Connector 25736">
                <a:extLst>
                  <a:ext uri="{FF2B5EF4-FFF2-40B4-BE49-F238E27FC236}">
                    <a16:creationId xmlns:a16="http://schemas.microsoft.com/office/drawing/2014/main" id="{9B5D0237-DF7F-C1CA-2E9B-C18A4F364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8" name="Straight Connector 25737">
                <a:extLst>
                  <a:ext uri="{FF2B5EF4-FFF2-40B4-BE49-F238E27FC236}">
                    <a16:creationId xmlns:a16="http://schemas.microsoft.com/office/drawing/2014/main" id="{1793C288-8248-45D3-31B5-BCE1D32118A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39" name="Straight Connector 25738">
                <a:extLst>
                  <a:ext uri="{FF2B5EF4-FFF2-40B4-BE49-F238E27FC236}">
                    <a16:creationId xmlns:a16="http://schemas.microsoft.com/office/drawing/2014/main" id="{28967308-5035-DED1-7BA4-17BCE2FAFD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0" name="Straight Connector 25739">
                <a:extLst>
                  <a:ext uri="{FF2B5EF4-FFF2-40B4-BE49-F238E27FC236}">
                    <a16:creationId xmlns:a16="http://schemas.microsoft.com/office/drawing/2014/main" id="{4B747281-CD66-9DAB-6909-0AE8E3E954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1" name="Straight Connector 25740">
                <a:extLst>
                  <a:ext uri="{FF2B5EF4-FFF2-40B4-BE49-F238E27FC236}">
                    <a16:creationId xmlns:a16="http://schemas.microsoft.com/office/drawing/2014/main" id="{DF0EE700-FCCE-A332-8C68-58C147DD61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2" name="Straight Connector 25741">
                <a:extLst>
                  <a:ext uri="{FF2B5EF4-FFF2-40B4-BE49-F238E27FC236}">
                    <a16:creationId xmlns:a16="http://schemas.microsoft.com/office/drawing/2014/main" id="{BB7F7073-3B0B-E9CE-E0BA-3E46237D370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3" name="Straight Connector 25742">
                <a:extLst>
                  <a:ext uri="{FF2B5EF4-FFF2-40B4-BE49-F238E27FC236}">
                    <a16:creationId xmlns:a16="http://schemas.microsoft.com/office/drawing/2014/main" id="{1F8D1E5F-8A39-2AC1-4C25-5E6381B34F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4" name="Straight Connector 25743">
                <a:extLst>
                  <a:ext uri="{FF2B5EF4-FFF2-40B4-BE49-F238E27FC236}">
                    <a16:creationId xmlns:a16="http://schemas.microsoft.com/office/drawing/2014/main" id="{A567AAC5-5C29-E7EA-082B-F3F6F0C060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5" name="Straight Connector 25744">
                <a:extLst>
                  <a:ext uri="{FF2B5EF4-FFF2-40B4-BE49-F238E27FC236}">
                    <a16:creationId xmlns:a16="http://schemas.microsoft.com/office/drawing/2014/main" id="{5EAA1050-CC7F-18E5-3E18-3780AB8E55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6" name="Straight Connector 25745">
                <a:extLst>
                  <a:ext uri="{FF2B5EF4-FFF2-40B4-BE49-F238E27FC236}">
                    <a16:creationId xmlns:a16="http://schemas.microsoft.com/office/drawing/2014/main" id="{F4490932-5913-4A3F-43FF-54D7DA76CE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7" name="Straight Connector 25746">
                <a:extLst>
                  <a:ext uri="{FF2B5EF4-FFF2-40B4-BE49-F238E27FC236}">
                    <a16:creationId xmlns:a16="http://schemas.microsoft.com/office/drawing/2014/main" id="{66EC7AA7-A890-1067-B33F-DBA011B830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8" name="Straight Connector 25747">
                <a:extLst>
                  <a:ext uri="{FF2B5EF4-FFF2-40B4-BE49-F238E27FC236}">
                    <a16:creationId xmlns:a16="http://schemas.microsoft.com/office/drawing/2014/main" id="{ACE31BCE-87CC-D7F9-856C-06D6FBC51C9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49" name="Straight Connector 25748">
                <a:extLst>
                  <a:ext uri="{FF2B5EF4-FFF2-40B4-BE49-F238E27FC236}">
                    <a16:creationId xmlns:a16="http://schemas.microsoft.com/office/drawing/2014/main" id="{863988C5-B494-8BDC-78B4-22EE4490D4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0" name="Straight Connector 25749">
                <a:extLst>
                  <a:ext uri="{FF2B5EF4-FFF2-40B4-BE49-F238E27FC236}">
                    <a16:creationId xmlns:a16="http://schemas.microsoft.com/office/drawing/2014/main" id="{3FA7872F-CD02-4AD4-6A87-08F996C32C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1" name="Straight Connector 25750">
                <a:extLst>
                  <a:ext uri="{FF2B5EF4-FFF2-40B4-BE49-F238E27FC236}">
                    <a16:creationId xmlns:a16="http://schemas.microsoft.com/office/drawing/2014/main" id="{F46DB2F5-0188-E925-EBF7-058F511DFD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2" name="Straight Connector 25751">
                <a:extLst>
                  <a:ext uri="{FF2B5EF4-FFF2-40B4-BE49-F238E27FC236}">
                    <a16:creationId xmlns:a16="http://schemas.microsoft.com/office/drawing/2014/main" id="{0B67DE78-1560-EAA9-C183-29CD2E559A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3" name="Straight Connector 25752">
                <a:extLst>
                  <a:ext uri="{FF2B5EF4-FFF2-40B4-BE49-F238E27FC236}">
                    <a16:creationId xmlns:a16="http://schemas.microsoft.com/office/drawing/2014/main" id="{6C07652E-5347-14F2-7096-33E9D6835A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4" name="Straight Connector 25753">
                <a:extLst>
                  <a:ext uri="{FF2B5EF4-FFF2-40B4-BE49-F238E27FC236}">
                    <a16:creationId xmlns:a16="http://schemas.microsoft.com/office/drawing/2014/main" id="{0765350B-E656-8A1E-4798-B6F986DACD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5" name="Straight Connector 25754">
                <a:extLst>
                  <a:ext uri="{FF2B5EF4-FFF2-40B4-BE49-F238E27FC236}">
                    <a16:creationId xmlns:a16="http://schemas.microsoft.com/office/drawing/2014/main" id="{75E288EE-7F15-CF5C-9C55-1C6ECFA419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6" name="Straight Connector 25755">
                <a:extLst>
                  <a:ext uri="{FF2B5EF4-FFF2-40B4-BE49-F238E27FC236}">
                    <a16:creationId xmlns:a16="http://schemas.microsoft.com/office/drawing/2014/main" id="{5907D407-D305-D962-3BD2-5EFC8858AE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7" name="Straight Connector 25756">
                <a:extLst>
                  <a:ext uri="{FF2B5EF4-FFF2-40B4-BE49-F238E27FC236}">
                    <a16:creationId xmlns:a16="http://schemas.microsoft.com/office/drawing/2014/main" id="{16DA8A6B-A1F2-42A4-43F7-6BC4C497EE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8" name="Straight Connector 25757">
                <a:extLst>
                  <a:ext uri="{FF2B5EF4-FFF2-40B4-BE49-F238E27FC236}">
                    <a16:creationId xmlns:a16="http://schemas.microsoft.com/office/drawing/2014/main" id="{B472BAAB-61EE-A2AE-8E21-EC9CE5E996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59" name="Straight Connector 25758">
                <a:extLst>
                  <a:ext uri="{FF2B5EF4-FFF2-40B4-BE49-F238E27FC236}">
                    <a16:creationId xmlns:a16="http://schemas.microsoft.com/office/drawing/2014/main" id="{6E1255D3-075B-8D2B-954D-AE4BCC6912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60" name="Straight Connector 25759">
                <a:extLst>
                  <a:ext uri="{FF2B5EF4-FFF2-40B4-BE49-F238E27FC236}">
                    <a16:creationId xmlns:a16="http://schemas.microsoft.com/office/drawing/2014/main" id="{66D32DB8-3EA0-EB67-A082-5DDDFDBC18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651" name="Group 25650">
              <a:extLst>
                <a:ext uri="{FF2B5EF4-FFF2-40B4-BE49-F238E27FC236}">
                  <a16:creationId xmlns:a16="http://schemas.microsoft.com/office/drawing/2014/main" id="{F784249E-E0E3-B5FE-80A4-8A3560E5C047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692">
                <p14:nvContentPartPr>
                  <p14:cNvPr id="25652" name="Ink 25651">
                    <a:extLst>
                      <a:ext uri="{FF2B5EF4-FFF2-40B4-BE49-F238E27FC236}">
                        <a16:creationId xmlns:a16="http://schemas.microsoft.com/office/drawing/2014/main" id="{2D4D42B8-9D3E-9D63-830C-3914561FB4C5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5652" name="Ink 25651">
                    <a:extLst>
                      <a:ext uri="{FF2B5EF4-FFF2-40B4-BE49-F238E27FC236}">
                        <a16:creationId xmlns:a16="http://schemas.microsoft.com/office/drawing/2014/main" id="{2D4D42B8-9D3E-9D63-830C-3914561FB4C5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3">
                <p14:nvContentPartPr>
                  <p14:cNvPr id="25653" name="Ink 25652">
                    <a:extLst>
                      <a:ext uri="{FF2B5EF4-FFF2-40B4-BE49-F238E27FC236}">
                        <a16:creationId xmlns:a16="http://schemas.microsoft.com/office/drawing/2014/main" id="{E3C47FE9-805F-F55A-A9E5-3D3B041CE184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5653" name="Ink 25652">
                    <a:extLst>
                      <a:ext uri="{FF2B5EF4-FFF2-40B4-BE49-F238E27FC236}">
                        <a16:creationId xmlns:a16="http://schemas.microsoft.com/office/drawing/2014/main" id="{E3C47FE9-805F-F55A-A9E5-3D3B041CE184}"/>
                      </a:ext>
                    </a:extLst>
                  </p:cNvPr>
                  <p:cNvPicPr/>
                  <p:nvPr/>
                </p:nvPicPr>
                <p:blipFill>
                  <a:blip r:embed="rId2762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4">
                <p14:nvContentPartPr>
                  <p14:cNvPr id="25654" name="Ink 25653">
                    <a:extLst>
                      <a:ext uri="{FF2B5EF4-FFF2-40B4-BE49-F238E27FC236}">
                        <a16:creationId xmlns:a16="http://schemas.microsoft.com/office/drawing/2014/main" id="{9A34F833-5373-CBE8-D065-24B19AFE0C5F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5654" name="Ink 25653">
                    <a:extLst>
                      <a:ext uri="{FF2B5EF4-FFF2-40B4-BE49-F238E27FC236}">
                        <a16:creationId xmlns:a16="http://schemas.microsoft.com/office/drawing/2014/main" id="{9A34F833-5373-CBE8-D065-24B19AFE0C5F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5">
                <p14:nvContentPartPr>
                  <p14:cNvPr id="25655" name="Ink 25654">
                    <a:extLst>
                      <a:ext uri="{FF2B5EF4-FFF2-40B4-BE49-F238E27FC236}">
                        <a16:creationId xmlns:a16="http://schemas.microsoft.com/office/drawing/2014/main" id="{42289CB3-DDF9-88E8-4A8C-01923AF8373D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5655" name="Ink 25654">
                    <a:extLst>
                      <a:ext uri="{FF2B5EF4-FFF2-40B4-BE49-F238E27FC236}">
                        <a16:creationId xmlns:a16="http://schemas.microsoft.com/office/drawing/2014/main" id="{42289CB3-DDF9-88E8-4A8C-01923AF8373D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6">
                <p14:nvContentPartPr>
                  <p14:cNvPr id="25656" name="Ink 25655">
                    <a:extLst>
                      <a:ext uri="{FF2B5EF4-FFF2-40B4-BE49-F238E27FC236}">
                        <a16:creationId xmlns:a16="http://schemas.microsoft.com/office/drawing/2014/main" id="{E4BF7AB3-1F7C-8025-EA3C-46358DE42099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5656" name="Ink 25655">
                    <a:extLst>
                      <a:ext uri="{FF2B5EF4-FFF2-40B4-BE49-F238E27FC236}">
                        <a16:creationId xmlns:a16="http://schemas.microsoft.com/office/drawing/2014/main" id="{E4BF7AB3-1F7C-8025-EA3C-46358DE42099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7">
                <p14:nvContentPartPr>
                  <p14:cNvPr id="25657" name="Ink 25656">
                    <a:extLst>
                      <a:ext uri="{FF2B5EF4-FFF2-40B4-BE49-F238E27FC236}">
                        <a16:creationId xmlns:a16="http://schemas.microsoft.com/office/drawing/2014/main" id="{4EB32452-90A7-DCA5-1EF3-28BB0032DD66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5657" name="Ink 25656">
                    <a:extLst>
                      <a:ext uri="{FF2B5EF4-FFF2-40B4-BE49-F238E27FC236}">
                        <a16:creationId xmlns:a16="http://schemas.microsoft.com/office/drawing/2014/main" id="{4EB32452-90A7-DCA5-1EF3-28BB0032DD66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8">
                <p14:nvContentPartPr>
                  <p14:cNvPr id="25658" name="Ink 25657">
                    <a:extLst>
                      <a:ext uri="{FF2B5EF4-FFF2-40B4-BE49-F238E27FC236}">
                        <a16:creationId xmlns:a16="http://schemas.microsoft.com/office/drawing/2014/main" id="{B5B50FAB-ED46-14F8-834F-0091717ACD36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5658" name="Ink 25657">
                    <a:extLst>
                      <a:ext uri="{FF2B5EF4-FFF2-40B4-BE49-F238E27FC236}">
                        <a16:creationId xmlns:a16="http://schemas.microsoft.com/office/drawing/2014/main" id="{B5B50FAB-ED46-14F8-834F-0091717ACD36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699">
                <p14:nvContentPartPr>
                  <p14:cNvPr id="25659" name="Ink 25658">
                    <a:extLst>
                      <a:ext uri="{FF2B5EF4-FFF2-40B4-BE49-F238E27FC236}">
                        <a16:creationId xmlns:a16="http://schemas.microsoft.com/office/drawing/2014/main" id="{CDCC432D-77E6-C378-D8FD-D49E3386C46C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5659" name="Ink 25658">
                    <a:extLst>
                      <a:ext uri="{FF2B5EF4-FFF2-40B4-BE49-F238E27FC236}">
                        <a16:creationId xmlns:a16="http://schemas.microsoft.com/office/drawing/2014/main" id="{CDCC432D-77E6-C378-D8FD-D49E3386C46C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0">
                <p14:nvContentPartPr>
                  <p14:cNvPr id="25660" name="Ink 25659">
                    <a:extLst>
                      <a:ext uri="{FF2B5EF4-FFF2-40B4-BE49-F238E27FC236}">
                        <a16:creationId xmlns:a16="http://schemas.microsoft.com/office/drawing/2014/main" id="{E2C9AC58-5862-A6BC-7188-2A8B8AEF8CE4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5660" name="Ink 25659">
                    <a:extLst>
                      <a:ext uri="{FF2B5EF4-FFF2-40B4-BE49-F238E27FC236}">
                        <a16:creationId xmlns:a16="http://schemas.microsoft.com/office/drawing/2014/main" id="{E2C9AC58-5862-A6BC-7188-2A8B8AEF8CE4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1">
                <p14:nvContentPartPr>
                  <p14:cNvPr id="25661" name="Ink 25660">
                    <a:extLst>
                      <a:ext uri="{FF2B5EF4-FFF2-40B4-BE49-F238E27FC236}">
                        <a16:creationId xmlns:a16="http://schemas.microsoft.com/office/drawing/2014/main" id="{5EF6BDEB-C9F0-12BE-1768-7D2298D5AA39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5661" name="Ink 25660">
                    <a:extLst>
                      <a:ext uri="{FF2B5EF4-FFF2-40B4-BE49-F238E27FC236}">
                        <a16:creationId xmlns:a16="http://schemas.microsoft.com/office/drawing/2014/main" id="{5EF6BDEB-C9F0-12BE-1768-7D2298D5AA39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2">
                <p14:nvContentPartPr>
                  <p14:cNvPr id="25662" name="Ink 25661">
                    <a:extLst>
                      <a:ext uri="{FF2B5EF4-FFF2-40B4-BE49-F238E27FC236}">
                        <a16:creationId xmlns:a16="http://schemas.microsoft.com/office/drawing/2014/main" id="{F9A7A0E1-AF17-E14B-2EE8-478AA4716E59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5662" name="Ink 25661">
                    <a:extLst>
                      <a:ext uri="{FF2B5EF4-FFF2-40B4-BE49-F238E27FC236}">
                        <a16:creationId xmlns:a16="http://schemas.microsoft.com/office/drawing/2014/main" id="{F9A7A0E1-AF17-E14B-2EE8-478AA4716E59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3">
                <p14:nvContentPartPr>
                  <p14:cNvPr id="25663" name="Ink 25662">
                    <a:extLst>
                      <a:ext uri="{FF2B5EF4-FFF2-40B4-BE49-F238E27FC236}">
                        <a16:creationId xmlns:a16="http://schemas.microsoft.com/office/drawing/2014/main" id="{6581BF6C-E772-3D1F-2532-BFDFA686647D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5663" name="Ink 25662">
                    <a:extLst>
                      <a:ext uri="{FF2B5EF4-FFF2-40B4-BE49-F238E27FC236}">
                        <a16:creationId xmlns:a16="http://schemas.microsoft.com/office/drawing/2014/main" id="{6581BF6C-E772-3D1F-2532-BFDFA686647D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4">
                <p14:nvContentPartPr>
                  <p14:cNvPr id="25664" name="Ink 25663">
                    <a:extLst>
                      <a:ext uri="{FF2B5EF4-FFF2-40B4-BE49-F238E27FC236}">
                        <a16:creationId xmlns:a16="http://schemas.microsoft.com/office/drawing/2014/main" id="{06E4AB86-CFD2-5711-C918-BDE669B3FF05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5664" name="Ink 25663">
                    <a:extLst>
                      <a:ext uri="{FF2B5EF4-FFF2-40B4-BE49-F238E27FC236}">
                        <a16:creationId xmlns:a16="http://schemas.microsoft.com/office/drawing/2014/main" id="{06E4AB86-CFD2-5711-C918-BDE669B3FF05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5">
                <p14:nvContentPartPr>
                  <p14:cNvPr id="25665" name="Ink 25664">
                    <a:extLst>
                      <a:ext uri="{FF2B5EF4-FFF2-40B4-BE49-F238E27FC236}">
                        <a16:creationId xmlns:a16="http://schemas.microsoft.com/office/drawing/2014/main" id="{6C618DE0-DAAD-F839-957B-E5F935B0FA7C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5665" name="Ink 25664">
                    <a:extLst>
                      <a:ext uri="{FF2B5EF4-FFF2-40B4-BE49-F238E27FC236}">
                        <a16:creationId xmlns:a16="http://schemas.microsoft.com/office/drawing/2014/main" id="{6C618DE0-DAAD-F839-957B-E5F935B0FA7C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6">
                <p14:nvContentPartPr>
                  <p14:cNvPr id="25666" name="Ink 25665">
                    <a:extLst>
                      <a:ext uri="{FF2B5EF4-FFF2-40B4-BE49-F238E27FC236}">
                        <a16:creationId xmlns:a16="http://schemas.microsoft.com/office/drawing/2014/main" id="{0D88714D-4860-D7DD-8AAB-F31462BF09D3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5666" name="Ink 25665">
                    <a:extLst>
                      <a:ext uri="{FF2B5EF4-FFF2-40B4-BE49-F238E27FC236}">
                        <a16:creationId xmlns:a16="http://schemas.microsoft.com/office/drawing/2014/main" id="{0D88714D-4860-D7DD-8AAB-F31462BF09D3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7">
                <p14:nvContentPartPr>
                  <p14:cNvPr id="25667" name="Ink 25666">
                    <a:extLst>
                      <a:ext uri="{FF2B5EF4-FFF2-40B4-BE49-F238E27FC236}">
                        <a16:creationId xmlns:a16="http://schemas.microsoft.com/office/drawing/2014/main" id="{D35F748D-DAB9-0299-451D-C988C964069B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5667" name="Ink 25666">
                    <a:extLst>
                      <a:ext uri="{FF2B5EF4-FFF2-40B4-BE49-F238E27FC236}">
                        <a16:creationId xmlns:a16="http://schemas.microsoft.com/office/drawing/2014/main" id="{D35F748D-DAB9-0299-451D-C988C964069B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8">
                <p14:nvContentPartPr>
                  <p14:cNvPr id="25668" name="Ink 25667">
                    <a:extLst>
                      <a:ext uri="{FF2B5EF4-FFF2-40B4-BE49-F238E27FC236}">
                        <a16:creationId xmlns:a16="http://schemas.microsoft.com/office/drawing/2014/main" id="{D3B874D7-B432-A598-99CA-0FD0D6D0F4E7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5668" name="Ink 25667">
                    <a:extLst>
                      <a:ext uri="{FF2B5EF4-FFF2-40B4-BE49-F238E27FC236}">
                        <a16:creationId xmlns:a16="http://schemas.microsoft.com/office/drawing/2014/main" id="{D3B874D7-B432-A598-99CA-0FD0D6D0F4E7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09">
                <p14:nvContentPartPr>
                  <p14:cNvPr id="25669" name="Ink 25668">
                    <a:extLst>
                      <a:ext uri="{FF2B5EF4-FFF2-40B4-BE49-F238E27FC236}">
                        <a16:creationId xmlns:a16="http://schemas.microsoft.com/office/drawing/2014/main" id="{2AC80D52-0E27-2C35-446E-FDC0B275DB38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5669" name="Ink 25668">
                    <a:extLst>
                      <a:ext uri="{FF2B5EF4-FFF2-40B4-BE49-F238E27FC236}">
                        <a16:creationId xmlns:a16="http://schemas.microsoft.com/office/drawing/2014/main" id="{2AC80D52-0E27-2C35-446E-FDC0B275DB38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0">
                <p14:nvContentPartPr>
                  <p14:cNvPr id="25670" name="Ink 25669">
                    <a:extLst>
                      <a:ext uri="{FF2B5EF4-FFF2-40B4-BE49-F238E27FC236}">
                        <a16:creationId xmlns:a16="http://schemas.microsoft.com/office/drawing/2014/main" id="{DD14748E-038F-38E4-9CAB-EDFF1AC394CE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5670" name="Ink 25669">
                    <a:extLst>
                      <a:ext uri="{FF2B5EF4-FFF2-40B4-BE49-F238E27FC236}">
                        <a16:creationId xmlns:a16="http://schemas.microsoft.com/office/drawing/2014/main" id="{DD14748E-038F-38E4-9CAB-EDFF1AC394CE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1">
                <p14:nvContentPartPr>
                  <p14:cNvPr id="25671" name="Ink 25670">
                    <a:extLst>
                      <a:ext uri="{FF2B5EF4-FFF2-40B4-BE49-F238E27FC236}">
                        <a16:creationId xmlns:a16="http://schemas.microsoft.com/office/drawing/2014/main" id="{226C292A-A67A-9BDA-5428-57B0C95E460B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5671" name="Ink 25670">
                    <a:extLst>
                      <a:ext uri="{FF2B5EF4-FFF2-40B4-BE49-F238E27FC236}">
                        <a16:creationId xmlns:a16="http://schemas.microsoft.com/office/drawing/2014/main" id="{226C292A-A67A-9BDA-5428-57B0C95E460B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2">
                <p14:nvContentPartPr>
                  <p14:cNvPr id="25672" name="Ink 25671">
                    <a:extLst>
                      <a:ext uri="{FF2B5EF4-FFF2-40B4-BE49-F238E27FC236}">
                        <a16:creationId xmlns:a16="http://schemas.microsoft.com/office/drawing/2014/main" id="{406204A3-0BF8-DD08-C821-6F87A09FA94B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5672" name="Ink 25671">
                    <a:extLst>
                      <a:ext uri="{FF2B5EF4-FFF2-40B4-BE49-F238E27FC236}">
                        <a16:creationId xmlns:a16="http://schemas.microsoft.com/office/drawing/2014/main" id="{406204A3-0BF8-DD08-C821-6F87A09FA94B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3">
                <p14:nvContentPartPr>
                  <p14:cNvPr id="25673" name="Ink 25672">
                    <a:extLst>
                      <a:ext uri="{FF2B5EF4-FFF2-40B4-BE49-F238E27FC236}">
                        <a16:creationId xmlns:a16="http://schemas.microsoft.com/office/drawing/2014/main" id="{895F469A-A551-88A3-5CF5-8998EED664B6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5673" name="Ink 25672">
                    <a:extLst>
                      <a:ext uri="{FF2B5EF4-FFF2-40B4-BE49-F238E27FC236}">
                        <a16:creationId xmlns:a16="http://schemas.microsoft.com/office/drawing/2014/main" id="{895F469A-A551-88A3-5CF5-8998EED664B6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4">
                <p14:nvContentPartPr>
                  <p14:cNvPr id="25674" name="Ink 25673">
                    <a:extLst>
                      <a:ext uri="{FF2B5EF4-FFF2-40B4-BE49-F238E27FC236}">
                        <a16:creationId xmlns:a16="http://schemas.microsoft.com/office/drawing/2014/main" id="{D87F925B-9D79-8D97-3805-D60A637293B6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5674" name="Ink 25673">
                    <a:extLst>
                      <a:ext uri="{FF2B5EF4-FFF2-40B4-BE49-F238E27FC236}">
                        <a16:creationId xmlns:a16="http://schemas.microsoft.com/office/drawing/2014/main" id="{D87F925B-9D79-8D97-3805-D60A637293B6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5">
                <p14:nvContentPartPr>
                  <p14:cNvPr id="25675" name="Ink 25674">
                    <a:extLst>
                      <a:ext uri="{FF2B5EF4-FFF2-40B4-BE49-F238E27FC236}">
                        <a16:creationId xmlns:a16="http://schemas.microsoft.com/office/drawing/2014/main" id="{2AF0A907-CDD3-3DBA-C0D1-1F01DD3703A5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5675" name="Ink 25674">
                    <a:extLst>
                      <a:ext uri="{FF2B5EF4-FFF2-40B4-BE49-F238E27FC236}">
                        <a16:creationId xmlns:a16="http://schemas.microsoft.com/office/drawing/2014/main" id="{2AF0A907-CDD3-3DBA-C0D1-1F01DD3703A5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6">
                <p14:nvContentPartPr>
                  <p14:cNvPr id="25676" name="Ink 25675">
                    <a:extLst>
                      <a:ext uri="{FF2B5EF4-FFF2-40B4-BE49-F238E27FC236}">
                        <a16:creationId xmlns:a16="http://schemas.microsoft.com/office/drawing/2014/main" id="{B08AA598-C486-F7D7-B218-6821E2F8FD81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5676" name="Ink 25675">
                    <a:extLst>
                      <a:ext uri="{FF2B5EF4-FFF2-40B4-BE49-F238E27FC236}">
                        <a16:creationId xmlns:a16="http://schemas.microsoft.com/office/drawing/2014/main" id="{B08AA598-C486-F7D7-B218-6821E2F8FD81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7">
                <p14:nvContentPartPr>
                  <p14:cNvPr id="25677" name="Ink 25676">
                    <a:extLst>
                      <a:ext uri="{FF2B5EF4-FFF2-40B4-BE49-F238E27FC236}">
                        <a16:creationId xmlns:a16="http://schemas.microsoft.com/office/drawing/2014/main" id="{3481F796-31AA-ED2B-B0A7-0B50128572AC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5677" name="Ink 25676">
                    <a:extLst>
                      <a:ext uri="{FF2B5EF4-FFF2-40B4-BE49-F238E27FC236}">
                        <a16:creationId xmlns:a16="http://schemas.microsoft.com/office/drawing/2014/main" id="{3481F796-31AA-ED2B-B0A7-0B50128572AC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8">
                <p14:nvContentPartPr>
                  <p14:cNvPr id="25678" name="Ink 25677">
                    <a:extLst>
                      <a:ext uri="{FF2B5EF4-FFF2-40B4-BE49-F238E27FC236}">
                        <a16:creationId xmlns:a16="http://schemas.microsoft.com/office/drawing/2014/main" id="{E3CF87BF-6A75-934B-DD63-58D867D58453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5678" name="Ink 25677">
                    <a:extLst>
                      <a:ext uri="{FF2B5EF4-FFF2-40B4-BE49-F238E27FC236}">
                        <a16:creationId xmlns:a16="http://schemas.microsoft.com/office/drawing/2014/main" id="{E3CF87BF-6A75-934B-DD63-58D867D58453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19">
                <p14:nvContentPartPr>
                  <p14:cNvPr id="25679" name="Ink 25678">
                    <a:extLst>
                      <a:ext uri="{FF2B5EF4-FFF2-40B4-BE49-F238E27FC236}">
                        <a16:creationId xmlns:a16="http://schemas.microsoft.com/office/drawing/2014/main" id="{19D68914-15C0-703A-D046-80045464C892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5679" name="Ink 25678">
                    <a:extLst>
                      <a:ext uri="{FF2B5EF4-FFF2-40B4-BE49-F238E27FC236}">
                        <a16:creationId xmlns:a16="http://schemas.microsoft.com/office/drawing/2014/main" id="{19D68914-15C0-703A-D046-80045464C892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0">
                <p14:nvContentPartPr>
                  <p14:cNvPr id="25680" name="Ink 25679">
                    <a:extLst>
                      <a:ext uri="{FF2B5EF4-FFF2-40B4-BE49-F238E27FC236}">
                        <a16:creationId xmlns:a16="http://schemas.microsoft.com/office/drawing/2014/main" id="{1EE1557B-7818-FB33-6D78-E0035C160A69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5680" name="Ink 25679">
                    <a:extLst>
                      <a:ext uri="{FF2B5EF4-FFF2-40B4-BE49-F238E27FC236}">
                        <a16:creationId xmlns:a16="http://schemas.microsoft.com/office/drawing/2014/main" id="{1EE1557B-7818-FB33-6D78-E0035C160A69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1">
                <p14:nvContentPartPr>
                  <p14:cNvPr id="25681" name="Ink 25680">
                    <a:extLst>
                      <a:ext uri="{FF2B5EF4-FFF2-40B4-BE49-F238E27FC236}">
                        <a16:creationId xmlns:a16="http://schemas.microsoft.com/office/drawing/2014/main" id="{04C14D41-AAF7-5B1C-E2F3-A520691E23E3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5681" name="Ink 25680">
                    <a:extLst>
                      <a:ext uri="{FF2B5EF4-FFF2-40B4-BE49-F238E27FC236}">
                        <a16:creationId xmlns:a16="http://schemas.microsoft.com/office/drawing/2014/main" id="{04C14D41-AAF7-5B1C-E2F3-A520691E23E3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2">
                <p14:nvContentPartPr>
                  <p14:cNvPr id="25682" name="Ink 25681">
                    <a:extLst>
                      <a:ext uri="{FF2B5EF4-FFF2-40B4-BE49-F238E27FC236}">
                        <a16:creationId xmlns:a16="http://schemas.microsoft.com/office/drawing/2014/main" id="{0C327490-27EB-E217-3059-2E6CAE952EA3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5682" name="Ink 25681">
                    <a:extLst>
                      <a:ext uri="{FF2B5EF4-FFF2-40B4-BE49-F238E27FC236}">
                        <a16:creationId xmlns:a16="http://schemas.microsoft.com/office/drawing/2014/main" id="{0C327490-27EB-E217-3059-2E6CAE952EA3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3">
                <p14:nvContentPartPr>
                  <p14:cNvPr id="25683" name="Ink 25682">
                    <a:extLst>
                      <a:ext uri="{FF2B5EF4-FFF2-40B4-BE49-F238E27FC236}">
                        <a16:creationId xmlns:a16="http://schemas.microsoft.com/office/drawing/2014/main" id="{3CB7F558-42F9-03FB-A74E-1665B41F3A34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5683" name="Ink 25682">
                    <a:extLst>
                      <a:ext uri="{FF2B5EF4-FFF2-40B4-BE49-F238E27FC236}">
                        <a16:creationId xmlns:a16="http://schemas.microsoft.com/office/drawing/2014/main" id="{3CB7F558-42F9-03FB-A74E-1665B41F3A34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4">
                <p14:nvContentPartPr>
                  <p14:cNvPr id="25684" name="Ink 25683">
                    <a:extLst>
                      <a:ext uri="{FF2B5EF4-FFF2-40B4-BE49-F238E27FC236}">
                        <a16:creationId xmlns:a16="http://schemas.microsoft.com/office/drawing/2014/main" id="{024B035E-1E8C-1A13-A58B-9C52BCDE3D67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5684" name="Ink 25683">
                    <a:extLst>
                      <a:ext uri="{FF2B5EF4-FFF2-40B4-BE49-F238E27FC236}">
                        <a16:creationId xmlns:a16="http://schemas.microsoft.com/office/drawing/2014/main" id="{024B035E-1E8C-1A13-A58B-9C52BCDE3D67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5">
                <p14:nvContentPartPr>
                  <p14:cNvPr id="25685" name="Ink 25684">
                    <a:extLst>
                      <a:ext uri="{FF2B5EF4-FFF2-40B4-BE49-F238E27FC236}">
                        <a16:creationId xmlns:a16="http://schemas.microsoft.com/office/drawing/2014/main" id="{F0F8BC83-1B8B-BF42-2CA2-EC2F013B0026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5685" name="Ink 25684">
                    <a:extLst>
                      <a:ext uri="{FF2B5EF4-FFF2-40B4-BE49-F238E27FC236}">
                        <a16:creationId xmlns:a16="http://schemas.microsoft.com/office/drawing/2014/main" id="{F0F8BC83-1B8B-BF42-2CA2-EC2F013B0026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6">
                <p14:nvContentPartPr>
                  <p14:cNvPr id="25686" name="Ink 25685">
                    <a:extLst>
                      <a:ext uri="{FF2B5EF4-FFF2-40B4-BE49-F238E27FC236}">
                        <a16:creationId xmlns:a16="http://schemas.microsoft.com/office/drawing/2014/main" id="{6CA53980-BD40-626A-DF2E-0793BD0D574D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5686" name="Ink 25685">
                    <a:extLst>
                      <a:ext uri="{FF2B5EF4-FFF2-40B4-BE49-F238E27FC236}">
                        <a16:creationId xmlns:a16="http://schemas.microsoft.com/office/drawing/2014/main" id="{6CA53980-BD40-626A-DF2E-0793BD0D574D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6321" name="Group 26320">
            <a:extLst>
              <a:ext uri="{FF2B5EF4-FFF2-40B4-BE49-F238E27FC236}">
                <a16:creationId xmlns:a16="http://schemas.microsoft.com/office/drawing/2014/main" id="{5B396187-1D90-2061-0A56-7A3BCD1DA808}"/>
              </a:ext>
            </a:extLst>
          </p:cNvPr>
          <p:cNvGrpSpPr>
            <a:grpSpLocks noChangeAspect="1"/>
          </p:cNvGrpSpPr>
          <p:nvPr/>
        </p:nvGrpSpPr>
        <p:grpSpPr>
          <a:xfrm>
            <a:off x="1674188" y="8481397"/>
            <a:ext cx="342918" cy="182880"/>
            <a:chOff x="9395680" y="2795445"/>
            <a:chExt cx="1970280" cy="1750320"/>
          </a:xfrm>
        </p:grpSpPr>
        <p:grpSp>
          <p:nvGrpSpPr>
            <p:cNvPr id="26322" name="Group 79">
              <a:extLst>
                <a:ext uri="{FF2B5EF4-FFF2-40B4-BE49-F238E27FC236}">
                  <a16:creationId xmlns:a16="http://schemas.microsoft.com/office/drawing/2014/main" id="{98931B03-C3FD-048C-6420-5B43A5B932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6359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04090731-CCCF-7481-5767-C8C9B06A2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6360" name="Freeform 26359">
                <a:extLst>
                  <a:ext uri="{FF2B5EF4-FFF2-40B4-BE49-F238E27FC236}">
                    <a16:creationId xmlns:a16="http://schemas.microsoft.com/office/drawing/2014/main" id="{CD964B84-B388-9C98-FE77-8C8261B647DA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361" name="Straight Connector 26360">
                <a:extLst>
                  <a:ext uri="{FF2B5EF4-FFF2-40B4-BE49-F238E27FC236}">
                    <a16:creationId xmlns:a16="http://schemas.microsoft.com/office/drawing/2014/main" id="{A43BBB11-E964-8806-3485-F1D98C9DC5E6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2" name="Straight Connector 26361">
                <a:extLst>
                  <a:ext uri="{FF2B5EF4-FFF2-40B4-BE49-F238E27FC236}">
                    <a16:creationId xmlns:a16="http://schemas.microsoft.com/office/drawing/2014/main" id="{487B6B07-E58C-C013-0A28-2D35329CC7C1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3" name="Straight Connector 26362">
                <a:extLst>
                  <a:ext uri="{FF2B5EF4-FFF2-40B4-BE49-F238E27FC236}">
                    <a16:creationId xmlns:a16="http://schemas.microsoft.com/office/drawing/2014/main" id="{472200F4-DC18-312B-BC66-877E2C1FE735}"/>
                  </a:ext>
                </a:extLst>
              </p:cNvPr>
              <p:cNvCxnSpPr>
                <a:cxnSpLocks/>
                <a:stCxn id="26359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4" name="Straight Connector 26363">
                <a:extLst>
                  <a:ext uri="{FF2B5EF4-FFF2-40B4-BE49-F238E27FC236}">
                    <a16:creationId xmlns:a16="http://schemas.microsoft.com/office/drawing/2014/main" id="{C1B36746-6382-9BC2-C63C-718E70193C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5" name="Straight Connector 26364">
                <a:extLst>
                  <a:ext uri="{FF2B5EF4-FFF2-40B4-BE49-F238E27FC236}">
                    <a16:creationId xmlns:a16="http://schemas.microsoft.com/office/drawing/2014/main" id="{C2E850EC-4853-BE9A-39EF-23BAE546D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6" name="Straight Connector 26365">
                <a:extLst>
                  <a:ext uri="{FF2B5EF4-FFF2-40B4-BE49-F238E27FC236}">
                    <a16:creationId xmlns:a16="http://schemas.microsoft.com/office/drawing/2014/main" id="{EAC137F0-225A-A366-EDB9-952658AFD6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7" name="Straight Connector 26366">
                <a:extLst>
                  <a:ext uri="{FF2B5EF4-FFF2-40B4-BE49-F238E27FC236}">
                    <a16:creationId xmlns:a16="http://schemas.microsoft.com/office/drawing/2014/main" id="{02E562A4-A828-1DD8-CB84-AE91B4D126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8" name="Straight Connector 26367">
                <a:extLst>
                  <a:ext uri="{FF2B5EF4-FFF2-40B4-BE49-F238E27FC236}">
                    <a16:creationId xmlns:a16="http://schemas.microsoft.com/office/drawing/2014/main" id="{60B8A996-A223-DDB4-0EC2-15FAD83DE5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69" name="Straight Connector 26368">
                <a:extLst>
                  <a:ext uri="{FF2B5EF4-FFF2-40B4-BE49-F238E27FC236}">
                    <a16:creationId xmlns:a16="http://schemas.microsoft.com/office/drawing/2014/main" id="{4434D5FC-9CFD-D496-861E-C4DE2CB92E6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0" name="Straight Connector 26369">
                <a:extLst>
                  <a:ext uri="{FF2B5EF4-FFF2-40B4-BE49-F238E27FC236}">
                    <a16:creationId xmlns:a16="http://schemas.microsoft.com/office/drawing/2014/main" id="{AFCCE195-7D9A-6A06-B804-93764B39EE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1" name="Straight Connector 26370">
                <a:extLst>
                  <a:ext uri="{FF2B5EF4-FFF2-40B4-BE49-F238E27FC236}">
                    <a16:creationId xmlns:a16="http://schemas.microsoft.com/office/drawing/2014/main" id="{A21F67CC-7F3C-E3D0-03D5-6B0132F7D1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2" name="Straight Connector 26371">
                <a:extLst>
                  <a:ext uri="{FF2B5EF4-FFF2-40B4-BE49-F238E27FC236}">
                    <a16:creationId xmlns:a16="http://schemas.microsoft.com/office/drawing/2014/main" id="{96A97070-5A4D-89C3-987A-DA41FBA5D7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3" name="Straight Connector 26372">
                <a:extLst>
                  <a:ext uri="{FF2B5EF4-FFF2-40B4-BE49-F238E27FC236}">
                    <a16:creationId xmlns:a16="http://schemas.microsoft.com/office/drawing/2014/main" id="{B3ED7D24-6D4D-00C2-93F7-4893B5E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4" name="Straight Connector 26373">
                <a:extLst>
                  <a:ext uri="{FF2B5EF4-FFF2-40B4-BE49-F238E27FC236}">
                    <a16:creationId xmlns:a16="http://schemas.microsoft.com/office/drawing/2014/main" id="{FA796219-8CC5-E8D0-F21A-365D95F0B38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5" name="Straight Connector 26374">
                <a:extLst>
                  <a:ext uri="{FF2B5EF4-FFF2-40B4-BE49-F238E27FC236}">
                    <a16:creationId xmlns:a16="http://schemas.microsoft.com/office/drawing/2014/main" id="{A91E1271-6DED-74BC-AF93-D9FBA662A3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6" name="Straight Connector 26375">
                <a:extLst>
                  <a:ext uri="{FF2B5EF4-FFF2-40B4-BE49-F238E27FC236}">
                    <a16:creationId xmlns:a16="http://schemas.microsoft.com/office/drawing/2014/main" id="{C4828D25-F76A-A6E2-1EDC-76C9D5DA4D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7" name="Straight Connector 26376">
                <a:extLst>
                  <a:ext uri="{FF2B5EF4-FFF2-40B4-BE49-F238E27FC236}">
                    <a16:creationId xmlns:a16="http://schemas.microsoft.com/office/drawing/2014/main" id="{28AA89F9-6039-0B63-0AD5-1DA0F77756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8" name="Straight Connector 26377">
                <a:extLst>
                  <a:ext uri="{FF2B5EF4-FFF2-40B4-BE49-F238E27FC236}">
                    <a16:creationId xmlns:a16="http://schemas.microsoft.com/office/drawing/2014/main" id="{87FFD970-4B9A-0F8B-C222-51382BF88E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79" name="Straight Connector 26378">
                <a:extLst>
                  <a:ext uri="{FF2B5EF4-FFF2-40B4-BE49-F238E27FC236}">
                    <a16:creationId xmlns:a16="http://schemas.microsoft.com/office/drawing/2014/main" id="{79D160CB-D27F-8659-46B1-5AD8D69B71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0" name="Straight Connector 26379">
                <a:extLst>
                  <a:ext uri="{FF2B5EF4-FFF2-40B4-BE49-F238E27FC236}">
                    <a16:creationId xmlns:a16="http://schemas.microsoft.com/office/drawing/2014/main" id="{3ED267E3-DEC6-3CE8-516C-C8EE30E2D1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1" name="Straight Connector 26380">
                <a:extLst>
                  <a:ext uri="{FF2B5EF4-FFF2-40B4-BE49-F238E27FC236}">
                    <a16:creationId xmlns:a16="http://schemas.microsoft.com/office/drawing/2014/main" id="{46C274BF-BD53-A9A3-7266-0D34FDA8D7D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2" name="Straight Connector 26381">
                <a:extLst>
                  <a:ext uri="{FF2B5EF4-FFF2-40B4-BE49-F238E27FC236}">
                    <a16:creationId xmlns:a16="http://schemas.microsoft.com/office/drawing/2014/main" id="{2A3372F2-D365-8511-0EEF-7141255094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3" name="Straight Connector 26382">
                <a:extLst>
                  <a:ext uri="{FF2B5EF4-FFF2-40B4-BE49-F238E27FC236}">
                    <a16:creationId xmlns:a16="http://schemas.microsoft.com/office/drawing/2014/main" id="{2BC4142A-397A-5BB9-AF9C-FB7A774338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4" name="Straight Connector 26383">
                <a:extLst>
                  <a:ext uri="{FF2B5EF4-FFF2-40B4-BE49-F238E27FC236}">
                    <a16:creationId xmlns:a16="http://schemas.microsoft.com/office/drawing/2014/main" id="{2F456B73-E467-EE4C-5367-9CD3F7D73C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5" name="Straight Connector 26384">
                <a:extLst>
                  <a:ext uri="{FF2B5EF4-FFF2-40B4-BE49-F238E27FC236}">
                    <a16:creationId xmlns:a16="http://schemas.microsoft.com/office/drawing/2014/main" id="{569B43E6-801F-F0C0-1E0F-DA639CE438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6" name="Straight Connector 26385">
                <a:extLst>
                  <a:ext uri="{FF2B5EF4-FFF2-40B4-BE49-F238E27FC236}">
                    <a16:creationId xmlns:a16="http://schemas.microsoft.com/office/drawing/2014/main" id="{FDA25408-1C75-6B9D-FE81-B53A2D52E0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7" name="Straight Connector 26386">
                <a:extLst>
                  <a:ext uri="{FF2B5EF4-FFF2-40B4-BE49-F238E27FC236}">
                    <a16:creationId xmlns:a16="http://schemas.microsoft.com/office/drawing/2014/main" id="{A599532D-E28B-F62A-B532-ACF0655A75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8" name="Straight Connector 26387">
                <a:extLst>
                  <a:ext uri="{FF2B5EF4-FFF2-40B4-BE49-F238E27FC236}">
                    <a16:creationId xmlns:a16="http://schemas.microsoft.com/office/drawing/2014/main" id="{5AC41D10-78BD-5308-673E-81CECE44A77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89" name="Straight Connector 26388">
                <a:extLst>
                  <a:ext uri="{FF2B5EF4-FFF2-40B4-BE49-F238E27FC236}">
                    <a16:creationId xmlns:a16="http://schemas.microsoft.com/office/drawing/2014/main" id="{C5CD7A90-1EF8-8CB2-B905-B9EC8E3D35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0" name="Straight Connector 26389">
                <a:extLst>
                  <a:ext uri="{FF2B5EF4-FFF2-40B4-BE49-F238E27FC236}">
                    <a16:creationId xmlns:a16="http://schemas.microsoft.com/office/drawing/2014/main" id="{BAD5605A-63FE-91BD-FC91-37A8882B02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1" name="Straight Connector 26390">
                <a:extLst>
                  <a:ext uri="{FF2B5EF4-FFF2-40B4-BE49-F238E27FC236}">
                    <a16:creationId xmlns:a16="http://schemas.microsoft.com/office/drawing/2014/main" id="{B492CDB3-2C1A-0B3C-D75B-2ACAC51E6E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2" name="Straight Connector 26391">
                <a:extLst>
                  <a:ext uri="{FF2B5EF4-FFF2-40B4-BE49-F238E27FC236}">
                    <a16:creationId xmlns:a16="http://schemas.microsoft.com/office/drawing/2014/main" id="{3CF5A71A-9CA9-41B7-5B59-FFA4270E02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3" name="Straight Connector 26392">
                <a:extLst>
                  <a:ext uri="{FF2B5EF4-FFF2-40B4-BE49-F238E27FC236}">
                    <a16:creationId xmlns:a16="http://schemas.microsoft.com/office/drawing/2014/main" id="{6A6C9CA4-842B-A5C0-F438-C3B74D1D06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4" name="Straight Connector 26393">
                <a:extLst>
                  <a:ext uri="{FF2B5EF4-FFF2-40B4-BE49-F238E27FC236}">
                    <a16:creationId xmlns:a16="http://schemas.microsoft.com/office/drawing/2014/main" id="{EDCB411E-44D8-6658-A1B2-FC6460D4D9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5" name="Straight Connector 26394">
                <a:extLst>
                  <a:ext uri="{FF2B5EF4-FFF2-40B4-BE49-F238E27FC236}">
                    <a16:creationId xmlns:a16="http://schemas.microsoft.com/office/drawing/2014/main" id="{CB6E2F6F-CB4E-D337-CFC4-5D1F6A48CB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6" name="Straight Connector 26395">
                <a:extLst>
                  <a:ext uri="{FF2B5EF4-FFF2-40B4-BE49-F238E27FC236}">
                    <a16:creationId xmlns:a16="http://schemas.microsoft.com/office/drawing/2014/main" id="{946A5343-C0CA-26A7-48C1-5BD153C21C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7" name="Straight Connector 26396">
                <a:extLst>
                  <a:ext uri="{FF2B5EF4-FFF2-40B4-BE49-F238E27FC236}">
                    <a16:creationId xmlns:a16="http://schemas.microsoft.com/office/drawing/2014/main" id="{C3D09A1F-359F-315D-476C-91926CA7B9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8" name="Straight Connector 26397">
                <a:extLst>
                  <a:ext uri="{FF2B5EF4-FFF2-40B4-BE49-F238E27FC236}">
                    <a16:creationId xmlns:a16="http://schemas.microsoft.com/office/drawing/2014/main" id="{B4A5EC61-DA76-4EFE-3AE2-2026EEF252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99" name="Straight Connector 26398">
                <a:extLst>
                  <a:ext uri="{FF2B5EF4-FFF2-40B4-BE49-F238E27FC236}">
                    <a16:creationId xmlns:a16="http://schemas.microsoft.com/office/drawing/2014/main" id="{F09126EE-9A9C-2EFC-7351-DDAEA9763B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0" name="Straight Connector 26399">
                <a:extLst>
                  <a:ext uri="{FF2B5EF4-FFF2-40B4-BE49-F238E27FC236}">
                    <a16:creationId xmlns:a16="http://schemas.microsoft.com/office/drawing/2014/main" id="{BB6A2DC4-0554-A62C-4184-734C489B57A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1" name="Straight Connector 26400">
                <a:extLst>
                  <a:ext uri="{FF2B5EF4-FFF2-40B4-BE49-F238E27FC236}">
                    <a16:creationId xmlns:a16="http://schemas.microsoft.com/office/drawing/2014/main" id="{B253C502-D2C2-6852-EA76-C52827DB1A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2" name="Straight Connector 26401">
                <a:extLst>
                  <a:ext uri="{FF2B5EF4-FFF2-40B4-BE49-F238E27FC236}">
                    <a16:creationId xmlns:a16="http://schemas.microsoft.com/office/drawing/2014/main" id="{22B34F00-329B-4D95-D9A0-7E715CD5CB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3" name="Straight Connector 26402">
                <a:extLst>
                  <a:ext uri="{FF2B5EF4-FFF2-40B4-BE49-F238E27FC236}">
                    <a16:creationId xmlns:a16="http://schemas.microsoft.com/office/drawing/2014/main" id="{44DA838A-6973-8959-35D1-D77F4BF062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4" name="Straight Connector 26403">
                <a:extLst>
                  <a:ext uri="{FF2B5EF4-FFF2-40B4-BE49-F238E27FC236}">
                    <a16:creationId xmlns:a16="http://schemas.microsoft.com/office/drawing/2014/main" id="{964B2FF7-C66A-2E6F-4F16-73F6E5620B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5" name="Straight Connector 26404">
                <a:extLst>
                  <a:ext uri="{FF2B5EF4-FFF2-40B4-BE49-F238E27FC236}">
                    <a16:creationId xmlns:a16="http://schemas.microsoft.com/office/drawing/2014/main" id="{D03D6F6B-E9B7-BC92-1574-E132E06A2D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6" name="Straight Connector 26405">
                <a:extLst>
                  <a:ext uri="{FF2B5EF4-FFF2-40B4-BE49-F238E27FC236}">
                    <a16:creationId xmlns:a16="http://schemas.microsoft.com/office/drawing/2014/main" id="{2FED8C66-1D54-C5D1-F113-8A58F6CD5A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7" name="Straight Connector 26406">
                <a:extLst>
                  <a:ext uri="{FF2B5EF4-FFF2-40B4-BE49-F238E27FC236}">
                    <a16:creationId xmlns:a16="http://schemas.microsoft.com/office/drawing/2014/main" id="{027DA8C7-E1DC-0911-8BF9-AFE51877F4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8" name="Straight Connector 26407">
                <a:extLst>
                  <a:ext uri="{FF2B5EF4-FFF2-40B4-BE49-F238E27FC236}">
                    <a16:creationId xmlns:a16="http://schemas.microsoft.com/office/drawing/2014/main" id="{4D6E8FBE-052F-4215-C140-77392E6D5F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09" name="Straight Connector 26408">
                <a:extLst>
                  <a:ext uri="{FF2B5EF4-FFF2-40B4-BE49-F238E27FC236}">
                    <a16:creationId xmlns:a16="http://schemas.microsoft.com/office/drawing/2014/main" id="{3A50C854-4B08-0B1A-0995-E5D73B039F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0" name="Straight Connector 26409">
                <a:extLst>
                  <a:ext uri="{FF2B5EF4-FFF2-40B4-BE49-F238E27FC236}">
                    <a16:creationId xmlns:a16="http://schemas.microsoft.com/office/drawing/2014/main" id="{0106D0A1-B48A-83F4-41F2-C42350290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1" name="Straight Connector 26410">
                <a:extLst>
                  <a:ext uri="{FF2B5EF4-FFF2-40B4-BE49-F238E27FC236}">
                    <a16:creationId xmlns:a16="http://schemas.microsoft.com/office/drawing/2014/main" id="{0E21376B-DEBB-CEB1-834C-460166DBA5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2" name="Straight Connector 26411">
                <a:extLst>
                  <a:ext uri="{FF2B5EF4-FFF2-40B4-BE49-F238E27FC236}">
                    <a16:creationId xmlns:a16="http://schemas.microsoft.com/office/drawing/2014/main" id="{10F20232-E807-0CDE-6BEB-7CF4CCADAB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3" name="Straight Connector 26412">
                <a:extLst>
                  <a:ext uri="{FF2B5EF4-FFF2-40B4-BE49-F238E27FC236}">
                    <a16:creationId xmlns:a16="http://schemas.microsoft.com/office/drawing/2014/main" id="{D8746694-6462-82D1-513C-F938429E2BA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4" name="Straight Connector 26413">
                <a:extLst>
                  <a:ext uri="{FF2B5EF4-FFF2-40B4-BE49-F238E27FC236}">
                    <a16:creationId xmlns:a16="http://schemas.microsoft.com/office/drawing/2014/main" id="{62127B4E-31E0-D6E2-2451-6F197FBC3D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5" name="Straight Connector 26414">
                <a:extLst>
                  <a:ext uri="{FF2B5EF4-FFF2-40B4-BE49-F238E27FC236}">
                    <a16:creationId xmlns:a16="http://schemas.microsoft.com/office/drawing/2014/main" id="{54B5061E-70AE-D13D-4210-C12AFDD3CE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6" name="Straight Connector 26415">
                <a:extLst>
                  <a:ext uri="{FF2B5EF4-FFF2-40B4-BE49-F238E27FC236}">
                    <a16:creationId xmlns:a16="http://schemas.microsoft.com/office/drawing/2014/main" id="{089BC3DD-247F-5B75-FBD2-F794480CF0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7" name="Straight Connector 26416">
                <a:extLst>
                  <a:ext uri="{FF2B5EF4-FFF2-40B4-BE49-F238E27FC236}">
                    <a16:creationId xmlns:a16="http://schemas.microsoft.com/office/drawing/2014/main" id="{EE9C096C-C07F-A336-A798-02D0FFC3E6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8" name="Straight Connector 26417">
                <a:extLst>
                  <a:ext uri="{FF2B5EF4-FFF2-40B4-BE49-F238E27FC236}">
                    <a16:creationId xmlns:a16="http://schemas.microsoft.com/office/drawing/2014/main" id="{BEE374D9-9FC1-6034-9128-A2A461A3979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19" name="Straight Connector 26418">
                <a:extLst>
                  <a:ext uri="{FF2B5EF4-FFF2-40B4-BE49-F238E27FC236}">
                    <a16:creationId xmlns:a16="http://schemas.microsoft.com/office/drawing/2014/main" id="{2C166C13-B443-8F09-DEFC-A7A06EAA92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0" name="Straight Connector 26419">
                <a:extLst>
                  <a:ext uri="{FF2B5EF4-FFF2-40B4-BE49-F238E27FC236}">
                    <a16:creationId xmlns:a16="http://schemas.microsoft.com/office/drawing/2014/main" id="{E0DD49C7-A4E5-EF62-B915-431E809D20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1" name="Straight Connector 26420">
                <a:extLst>
                  <a:ext uri="{FF2B5EF4-FFF2-40B4-BE49-F238E27FC236}">
                    <a16:creationId xmlns:a16="http://schemas.microsoft.com/office/drawing/2014/main" id="{E15DE672-3A4B-F44E-CD15-E14AF7D734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2" name="Straight Connector 26421">
                <a:extLst>
                  <a:ext uri="{FF2B5EF4-FFF2-40B4-BE49-F238E27FC236}">
                    <a16:creationId xmlns:a16="http://schemas.microsoft.com/office/drawing/2014/main" id="{5AD5CCF7-0220-2E30-F631-7B3A8DAB4D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3" name="Straight Connector 26422">
                <a:extLst>
                  <a:ext uri="{FF2B5EF4-FFF2-40B4-BE49-F238E27FC236}">
                    <a16:creationId xmlns:a16="http://schemas.microsoft.com/office/drawing/2014/main" id="{F69B950A-A4AE-3F2C-876A-DD5D215567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4" name="Straight Connector 26423">
                <a:extLst>
                  <a:ext uri="{FF2B5EF4-FFF2-40B4-BE49-F238E27FC236}">
                    <a16:creationId xmlns:a16="http://schemas.microsoft.com/office/drawing/2014/main" id="{7E3CE0C2-E396-9101-7D44-9CD2B88289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5" name="Straight Connector 26424">
                <a:extLst>
                  <a:ext uri="{FF2B5EF4-FFF2-40B4-BE49-F238E27FC236}">
                    <a16:creationId xmlns:a16="http://schemas.microsoft.com/office/drawing/2014/main" id="{FE8EFE60-EFA2-FE15-A1F7-F6C327F8A3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6" name="Straight Connector 26425">
                <a:extLst>
                  <a:ext uri="{FF2B5EF4-FFF2-40B4-BE49-F238E27FC236}">
                    <a16:creationId xmlns:a16="http://schemas.microsoft.com/office/drawing/2014/main" id="{1A7EEB95-A363-BD8E-7E4B-FAEE9D2CF0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7" name="Straight Connector 26426">
                <a:extLst>
                  <a:ext uri="{FF2B5EF4-FFF2-40B4-BE49-F238E27FC236}">
                    <a16:creationId xmlns:a16="http://schemas.microsoft.com/office/drawing/2014/main" id="{3402D0FE-3A13-3CCE-2A5A-25FD0665D9F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8" name="Straight Connector 26427">
                <a:extLst>
                  <a:ext uri="{FF2B5EF4-FFF2-40B4-BE49-F238E27FC236}">
                    <a16:creationId xmlns:a16="http://schemas.microsoft.com/office/drawing/2014/main" id="{E1900547-6D70-555F-4CCF-D29770E21A8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29" name="Straight Connector 26428">
                <a:extLst>
                  <a:ext uri="{FF2B5EF4-FFF2-40B4-BE49-F238E27FC236}">
                    <a16:creationId xmlns:a16="http://schemas.microsoft.com/office/drawing/2014/main" id="{119BB075-1F7A-0F6F-032A-52CC8C1D64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30" name="Straight Connector 26429">
                <a:extLst>
                  <a:ext uri="{FF2B5EF4-FFF2-40B4-BE49-F238E27FC236}">
                    <a16:creationId xmlns:a16="http://schemas.microsoft.com/office/drawing/2014/main" id="{26640153-D909-9850-E07B-C6C5719115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31" name="Straight Connector 26430">
                <a:extLst>
                  <a:ext uri="{FF2B5EF4-FFF2-40B4-BE49-F238E27FC236}">
                    <a16:creationId xmlns:a16="http://schemas.microsoft.com/office/drawing/2014/main" id="{D0714A3C-2C5D-173E-41A3-6CBBC2BE3D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32" name="Straight Connector 26431">
                <a:extLst>
                  <a:ext uri="{FF2B5EF4-FFF2-40B4-BE49-F238E27FC236}">
                    <a16:creationId xmlns:a16="http://schemas.microsoft.com/office/drawing/2014/main" id="{95C27567-466C-6AC6-FA85-12D82ED4990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323" name="Group 26322">
              <a:extLst>
                <a:ext uri="{FF2B5EF4-FFF2-40B4-BE49-F238E27FC236}">
                  <a16:creationId xmlns:a16="http://schemas.microsoft.com/office/drawing/2014/main" id="{E090E9C5-53C0-2E8F-6D35-A5282890F129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727">
                <p14:nvContentPartPr>
                  <p14:cNvPr id="26324" name="Ink 26323">
                    <a:extLst>
                      <a:ext uri="{FF2B5EF4-FFF2-40B4-BE49-F238E27FC236}">
                        <a16:creationId xmlns:a16="http://schemas.microsoft.com/office/drawing/2014/main" id="{8E966680-AFF6-9F08-208B-2DC3918549E7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6324" name="Ink 26323">
                    <a:extLst>
                      <a:ext uri="{FF2B5EF4-FFF2-40B4-BE49-F238E27FC236}">
                        <a16:creationId xmlns:a16="http://schemas.microsoft.com/office/drawing/2014/main" id="{8E966680-AFF6-9F08-208B-2DC3918549E7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8">
                <p14:nvContentPartPr>
                  <p14:cNvPr id="26325" name="Ink 26324">
                    <a:extLst>
                      <a:ext uri="{FF2B5EF4-FFF2-40B4-BE49-F238E27FC236}">
                        <a16:creationId xmlns:a16="http://schemas.microsoft.com/office/drawing/2014/main" id="{9A247B78-7EF6-9331-5515-96FACC665DDD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6325" name="Ink 26324">
                    <a:extLst>
                      <a:ext uri="{FF2B5EF4-FFF2-40B4-BE49-F238E27FC236}">
                        <a16:creationId xmlns:a16="http://schemas.microsoft.com/office/drawing/2014/main" id="{9A247B78-7EF6-9331-5515-96FACC665DDD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29">
                <p14:nvContentPartPr>
                  <p14:cNvPr id="26326" name="Ink 26325">
                    <a:extLst>
                      <a:ext uri="{FF2B5EF4-FFF2-40B4-BE49-F238E27FC236}">
                        <a16:creationId xmlns:a16="http://schemas.microsoft.com/office/drawing/2014/main" id="{75B92B5A-9CAF-64FB-0D84-13C9F8359946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6326" name="Ink 26325">
                    <a:extLst>
                      <a:ext uri="{FF2B5EF4-FFF2-40B4-BE49-F238E27FC236}">
                        <a16:creationId xmlns:a16="http://schemas.microsoft.com/office/drawing/2014/main" id="{75B92B5A-9CAF-64FB-0D84-13C9F8359946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0">
                <p14:nvContentPartPr>
                  <p14:cNvPr id="26327" name="Ink 26326">
                    <a:extLst>
                      <a:ext uri="{FF2B5EF4-FFF2-40B4-BE49-F238E27FC236}">
                        <a16:creationId xmlns:a16="http://schemas.microsoft.com/office/drawing/2014/main" id="{89ACC8E2-6410-32F5-A3D7-83F7EB0319A8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6327" name="Ink 26326">
                    <a:extLst>
                      <a:ext uri="{FF2B5EF4-FFF2-40B4-BE49-F238E27FC236}">
                        <a16:creationId xmlns:a16="http://schemas.microsoft.com/office/drawing/2014/main" id="{89ACC8E2-6410-32F5-A3D7-83F7EB0319A8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1">
                <p14:nvContentPartPr>
                  <p14:cNvPr id="26328" name="Ink 26327">
                    <a:extLst>
                      <a:ext uri="{FF2B5EF4-FFF2-40B4-BE49-F238E27FC236}">
                        <a16:creationId xmlns:a16="http://schemas.microsoft.com/office/drawing/2014/main" id="{A57A24E8-BEE1-C6B2-F21E-040F3EF5A64F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6328" name="Ink 26327">
                    <a:extLst>
                      <a:ext uri="{FF2B5EF4-FFF2-40B4-BE49-F238E27FC236}">
                        <a16:creationId xmlns:a16="http://schemas.microsoft.com/office/drawing/2014/main" id="{A57A24E8-BEE1-C6B2-F21E-040F3EF5A64F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2">
                <p14:nvContentPartPr>
                  <p14:cNvPr id="26329" name="Ink 26328">
                    <a:extLst>
                      <a:ext uri="{FF2B5EF4-FFF2-40B4-BE49-F238E27FC236}">
                        <a16:creationId xmlns:a16="http://schemas.microsoft.com/office/drawing/2014/main" id="{AC446739-9F5E-E42C-A6E8-648787E8F45F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6329" name="Ink 26328">
                    <a:extLst>
                      <a:ext uri="{FF2B5EF4-FFF2-40B4-BE49-F238E27FC236}">
                        <a16:creationId xmlns:a16="http://schemas.microsoft.com/office/drawing/2014/main" id="{AC446739-9F5E-E42C-A6E8-648787E8F45F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3">
                <p14:nvContentPartPr>
                  <p14:cNvPr id="26330" name="Ink 26329">
                    <a:extLst>
                      <a:ext uri="{FF2B5EF4-FFF2-40B4-BE49-F238E27FC236}">
                        <a16:creationId xmlns:a16="http://schemas.microsoft.com/office/drawing/2014/main" id="{A6A506B7-FE59-DB97-819F-41965010F2E3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6330" name="Ink 26329">
                    <a:extLst>
                      <a:ext uri="{FF2B5EF4-FFF2-40B4-BE49-F238E27FC236}">
                        <a16:creationId xmlns:a16="http://schemas.microsoft.com/office/drawing/2014/main" id="{A6A506B7-FE59-DB97-819F-41965010F2E3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4">
                <p14:nvContentPartPr>
                  <p14:cNvPr id="26331" name="Ink 26330">
                    <a:extLst>
                      <a:ext uri="{FF2B5EF4-FFF2-40B4-BE49-F238E27FC236}">
                        <a16:creationId xmlns:a16="http://schemas.microsoft.com/office/drawing/2014/main" id="{36C82573-344E-5118-B937-F198B2865132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6331" name="Ink 26330">
                    <a:extLst>
                      <a:ext uri="{FF2B5EF4-FFF2-40B4-BE49-F238E27FC236}">
                        <a16:creationId xmlns:a16="http://schemas.microsoft.com/office/drawing/2014/main" id="{36C82573-344E-5118-B937-F198B2865132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5">
                <p14:nvContentPartPr>
                  <p14:cNvPr id="26332" name="Ink 26331">
                    <a:extLst>
                      <a:ext uri="{FF2B5EF4-FFF2-40B4-BE49-F238E27FC236}">
                        <a16:creationId xmlns:a16="http://schemas.microsoft.com/office/drawing/2014/main" id="{0E5094C9-FE11-FB22-4109-3AB68EDAD049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6332" name="Ink 26331">
                    <a:extLst>
                      <a:ext uri="{FF2B5EF4-FFF2-40B4-BE49-F238E27FC236}">
                        <a16:creationId xmlns:a16="http://schemas.microsoft.com/office/drawing/2014/main" id="{0E5094C9-FE11-FB22-4109-3AB68EDAD049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6">
                <p14:nvContentPartPr>
                  <p14:cNvPr id="26333" name="Ink 26332">
                    <a:extLst>
                      <a:ext uri="{FF2B5EF4-FFF2-40B4-BE49-F238E27FC236}">
                        <a16:creationId xmlns:a16="http://schemas.microsoft.com/office/drawing/2014/main" id="{A571D520-B656-079A-62AC-3E83572EB6CA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6333" name="Ink 26332">
                    <a:extLst>
                      <a:ext uri="{FF2B5EF4-FFF2-40B4-BE49-F238E27FC236}">
                        <a16:creationId xmlns:a16="http://schemas.microsoft.com/office/drawing/2014/main" id="{A571D520-B656-079A-62AC-3E83572EB6CA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7">
                <p14:nvContentPartPr>
                  <p14:cNvPr id="26334" name="Ink 26333">
                    <a:extLst>
                      <a:ext uri="{FF2B5EF4-FFF2-40B4-BE49-F238E27FC236}">
                        <a16:creationId xmlns:a16="http://schemas.microsoft.com/office/drawing/2014/main" id="{0378FF56-84D4-9A93-07CD-AB98A2F14D5D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6334" name="Ink 26333">
                    <a:extLst>
                      <a:ext uri="{FF2B5EF4-FFF2-40B4-BE49-F238E27FC236}">
                        <a16:creationId xmlns:a16="http://schemas.microsoft.com/office/drawing/2014/main" id="{0378FF56-84D4-9A93-07CD-AB98A2F14D5D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8">
                <p14:nvContentPartPr>
                  <p14:cNvPr id="26335" name="Ink 26334">
                    <a:extLst>
                      <a:ext uri="{FF2B5EF4-FFF2-40B4-BE49-F238E27FC236}">
                        <a16:creationId xmlns:a16="http://schemas.microsoft.com/office/drawing/2014/main" id="{F0B2F52F-8E41-F701-AD5D-54A3AA8F5803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6335" name="Ink 26334">
                    <a:extLst>
                      <a:ext uri="{FF2B5EF4-FFF2-40B4-BE49-F238E27FC236}">
                        <a16:creationId xmlns:a16="http://schemas.microsoft.com/office/drawing/2014/main" id="{F0B2F52F-8E41-F701-AD5D-54A3AA8F5803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39">
                <p14:nvContentPartPr>
                  <p14:cNvPr id="26336" name="Ink 26335">
                    <a:extLst>
                      <a:ext uri="{FF2B5EF4-FFF2-40B4-BE49-F238E27FC236}">
                        <a16:creationId xmlns:a16="http://schemas.microsoft.com/office/drawing/2014/main" id="{0079BA96-615B-8F83-D6A6-BFCC5C1C42E3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6336" name="Ink 26335">
                    <a:extLst>
                      <a:ext uri="{FF2B5EF4-FFF2-40B4-BE49-F238E27FC236}">
                        <a16:creationId xmlns:a16="http://schemas.microsoft.com/office/drawing/2014/main" id="{0079BA96-615B-8F83-D6A6-BFCC5C1C42E3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0">
                <p14:nvContentPartPr>
                  <p14:cNvPr id="26337" name="Ink 26336">
                    <a:extLst>
                      <a:ext uri="{FF2B5EF4-FFF2-40B4-BE49-F238E27FC236}">
                        <a16:creationId xmlns:a16="http://schemas.microsoft.com/office/drawing/2014/main" id="{E7478CC9-20D9-55BC-469C-9E21F5FF217F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6337" name="Ink 26336">
                    <a:extLst>
                      <a:ext uri="{FF2B5EF4-FFF2-40B4-BE49-F238E27FC236}">
                        <a16:creationId xmlns:a16="http://schemas.microsoft.com/office/drawing/2014/main" id="{E7478CC9-20D9-55BC-469C-9E21F5FF217F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1">
                <p14:nvContentPartPr>
                  <p14:cNvPr id="26338" name="Ink 26337">
                    <a:extLst>
                      <a:ext uri="{FF2B5EF4-FFF2-40B4-BE49-F238E27FC236}">
                        <a16:creationId xmlns:a16="http://schemas.microsoft.com/office/drawing/2014/main" id="{BE4D615C-3FA0-3FF3-B1DC-E40C6D4C44AB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6338" name="Ink 26337">
                    <a:extLst>
                      <a:ext uri="{FF2B5EF4-FFF2-40B4-BE49-F238E27FC236}">
                        <a16:creationId xmlns:a16="http://schemas.microsoft.com/office/drawing/2014/main" id="{BE4D615C-3FA0-3FF3-B1DC-E40C6D4C44AB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2">
                <p14:nvContentPartPr>
                  <p14:cNvPr id="26339" name="Ink 26338">
                    <a:extLst>
                      <a:ext uri="{FF2B5EF4-FFF2-40B4-BE49-F238E27FC236}">
                        <a16:creationId xmlns:a16="http://schemas.microsoft.com/office/drawing/2014/main" id="{F2BCB762-6F53-934A-3C9C-D7EB39A3ABE7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6339" name="Ink 26338">
                    <a:extLst>
                      <a:ext uri="{FF2B5EF4-FFF2-40B4-BE49-F238E27FC236}">
                        <a16:creationId xmlns:a16="http://schemas.microsoft.com/office/drawing/2014/main" id="{F2BCB762-6F53-934A-3C9C-D7EB39A3ABE7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3">
                <p14:nvContentPartPr>
                  <p14:cNvPr id="26340" name="Ink 26339">
                    <a:extLst>
                      <a:ext uri="{FF2B5EF4-FFF2-40B4-BE49-F238E27FC236}">
                        <a16:creationId xmlns:a16="http://schemas.microsoft.com/office/drawing/2014/main" id="{DA802CC0-4710-56FE-B744-909F6993CE60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6340" name="Ink 26339">
                    <a:extLst>
                      <a:ext uri="{FF2B5EF4-FFF2-40B4-BE49-F238E27FC236}">
                        <a16:creationId xmlns:a16="http://schemas.microsoft.com/office/drawing/2014/main" id="{DA802CC0-4710-56FE-B744-909F6993CE60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4">
                <p14:nvContentPartPr>
                  <p14:cNvPr id="26341" name="Ink 26340">
                    <a:extLst>
                      <a:ext uri="{FF2B5EF4-FFF2-40B4-BE49-F238E27FC236}">
                        <a16:creationId xmlns:a16="http://schemas.microsoft.com/office/drawing/2014/main" id="{5ED95E9D-0C87-F345-E1AB-84C0C5B784B0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6341" name="Ink 26340">
                    <a:extLst>
                      <a:ext uri="{FF2B5EF4-FFF2-40B4-BE49-F238E27FC236}">
                        <a16:creationId xmlns:a16="http://schemas.microsoft.com/office/drawing/2014/main" id="{5ED95E9D-0C87-F345-E1AB-84C0C5B784B0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5">
                <p14:nvContentPartPr>
                  <p14:cNvPr id="26342" name="Ink 26341">
                    <a:extLst>
                      <a:ext uri="{FF2B5EF4-FFF2-40B4-BE49-F238E27FC236}">
                        <a16:creationId xmlns:a16="http://schemas.microsoft.com/office/drawing/2014/main" id="{AC69C3C3-1924-0FB1-273C-DD7E985F604A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6342" name="Ink 26341">
                    <a:extLst>
                      <a:ext uri="{FF2B5EF4-FFF2-40B4-BE49-F238E27FC236}">
                        <a16:creationId xmlns:a16="http://schemas.microsoft.com/office/drawing/2014/main" id="{AC69C3C3-1924-0FB1-273C-DD7E985F604A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6">
                <p14:nvContentPartPr>
                  <p14:cNvPr id="26343" name="Ink 26342">
                    <a:extLst>
                      <a:ext uri="{FF2B5EF4-FFF2-40B4-BE49-F238E27FC236}">
                        <a16:creationId xmlns:a16="http://schemas.microsoft.com/office/drawing/2014/main" id="{BCDEE815-C00A-43D2-9E5C-D695B51E8AFA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6343" name="Ink 26342">
                    <a:extLst>
                      <a:ext uri="{FF2B5EF4-FFF2-40B4-BE49-F238E27FC236}">
                        <a16:creationId xmlns:a16="http://schemas.microsoft.com/office/drawing/2014/main" id="{BCDEE815-C00A-43D2-9E5C-D695B51E8AFA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7">
                <p14:nvContentPartPr>
                  <p14:cNvPr id="26344" name="Ink 26343">
                    <a:extLst>
                      <a:ext uri="{FF2B5EF4-FFF2-40B4-BE49-F238E27FC236}">
                        <a16:creationId xmlns:a16="http://schemas.microsoft.com/office/drawing/2014/main" id="{EBA8FFE3-32C4-9F4F-4B24-7130831158B0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6344" name="Ink 26343">
                    <a:extLst>
                      <a:ext uri="{FF2B5EF4-FFF2-40B4-BE49-F238E27FC236}">
                        <a16:creationId xmlns:a16="http://schemas.microsoft.com/office/drawing/2014/main" id="{EBA8FFE3-32C4-9F4F-4B24-7130831158B0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8">
                <p14:nvContentPartPr>
                  <p14:cNvPr id="26345" name="Ink 26344">
                    <a:extLst>
                      <a:ext uri="{FF2B5EF4-FFF2-40B4-BE49-F238E27FC236}">
                        <a16:creationId xmlns:a16="http://schemas.microsoft.com/office/drawing/2014/main" id="{2999EEC9-39E5-2A7B-A549-AF4DDEA764CA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6345" name="Ink 26344">
                    <a:extLst>
                      <a:ext uri="{FF2B5EF4-FFF2-40B4-BE49-F238E27FC236}">
                        <a16:creationId xmlns:a16="http://schemas.microsoft.com/office/drawing/2014/main" id="{2999EEC9-39E5-2A7B-A549-AF4DDEA764CA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49">
                <p14:nvContentPartPr>
                  <p14:cNvPr id="26346" name="Ink 26345">
                    <a:extLst>
                      <a:ext uri="{FF2B5EF4-FFF2-40B4-BE49-F238E27FC236}">
                        <a16:creationId xmlns:a16="http://schemas.microsoft.com/office/drawing/2014/main" id="{414918E5-1BBC-5B0F-C83D-192BE96CB3A6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6346" name="Ink 26345">
                    <a:extLst>
                      <a:ext uri="{FF2B5EF4-FFF2-40B4-BE49-F238E27FC236}">
                        <a16:creationId xmlns:a16="http://schemas.microsoft.com/office/drawing/2014/main" id="{414918E5-1BBC-5B0F-C83D-192BE96CB3A6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0">
                <p14:nvContentPartPr>
                  <p14:cNvPr id="26347" name="Ink 26346">
                    <a:extLst>
                      <a:ext uri="{FF2B5EF4-FFF2-40B4-BE49-F238E27FC236}">
                        <a16:creationId xmlns:a16="http://schemas.microsoft.com/office/drawing/2014/main" id="{964B7BD1-68BA-AED0-487D-78C81FE18CAC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6347" name="Ink 26346">
                    <a:extLst>
                      <a:ext uri="{FF2B5EF4-FFF2-40B4-BE49-F238E27FC236}">
                        <a16:creationId xmlns:a16="http://schemas.microsoft.com/office/drawing/2014/main" id="{964B7BD1-68BA-AED0-487D-78C81FE18CAC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1">
                <p14:nvContentPartPr>
                  <p14:cNvPr id="26348" name="Ink 26347">
                    <a:extLst>
                      <a:ext uri="{FF2B5EF4-FFF2-40B4-BE49-F238E27FC236}">
                        <a16:creationId xmlns:a16="http://schemas.microsoft.com/office/drawing/2014/main" id="{35893E02-E312-2E77-F3A1-99556F8DDE47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6348" name="Ink 26347">
                    <a:extLst>
                      <a:ext uri="{FF2B5EF4-FFF2-40B4-BE49-F238E27FC236}">
                        <a16:creationId xmlns:a16="http://schemas.microsoft.com/office/drawing/2014/main" id="{35893E02-E312-2E77-F3A1-99556F8DDE47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2">
                <p14:nvContentPartPr>
                  <p14:cNvPr id="26349" name="Ink 26348">
                    <a:extLst>
                      <a:ext uri="{FF2B5EF4-FFF2-40B4-BE49-F238E27FC236}">
                        <a16:creationId xmlns:a16="http://schemas.microsoft.com/office/drawing/2014/main" id="{3210824D-9A1A-AFA2-B4CD-014FECF936A9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6349" name="Ink 26348">
                    <a:extLst>
                      <a:ext uri="{FF2B5EF4-FFF2-40B4-BE49-F238E27FC236}">
                        <a16:creationId xmlns:a16="http://schemas.microsoft.com/office/drawing/2014/main" id="{3210824D-9A1A-AFA2-B4CD-014FECF936A9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3">
                <p14:nvContentPartPr>
                  <p14:cNvPr id="26350" name="Ink 26349">
                    <a:extLst>
                      <a:ext uri="{FF2B5EF4-FFF2-40B4-BE49-F238E27FC236}">
                        <a16:creationId xmlns:a16="http://schemas.microsoft.com/office/drawing/2014/main" id="{59D00331-3AB1-8810-F21B-655F0AA97BEE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6350" name="Ink 26349">
                    <a:extLst>
                      <a:ext uri="{FF2B5EF4-FFF2-40B4-BE49-F238E27FC236}">
                        <a16:creationId xmlns:a16="http://schemas.microsoft.com/office/drawing/2014/main" id="{59D00331-3AB1-8810-F21B-655F0AA97BEE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4">
                <p14:nvContentPartPr>
                  <p14:cNvPr id="26351" name="Ink 26350">
                    <a:extLst>
                      <a:ext uri="{FF2B5EF4-FFF2-40B4-BE49-F238E27FC236}">
                        <a16:creationId xmlns:a16="http://schemas.microsoft.com/office/drawing/2014/main" id="{49BF1F02-9550-CFB5-1B7B-970C03C49145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6351" name="Ink 26350">
                    <a:extLst>
                      <a:ext uri="{FF2B5EF4-FFF2-40B4-BE49-F238E27FC236}">
                        <a16:creationId xmlns:a16="http://schemas.microsoft.com/office/drawing/2014/main" id="{49BF1F02-9550-CFB5-1B7B-970C03C49145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5">
                <p14:nvContentPartPr>
                  <p14:cNvPr id="26352" name="Ink 26351">
                    <a:extLst>
                      <a:ext uri="{FF2B5EF4-FFF2-40B4-BE49-F238E27FC236}">
                        <a16:creationId xmlns:a16="http://schemas.microsoft.com/office/drawing/2014/main" id="{1B2B779B-F314-FEEE-6070-39E2542F85E9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6352" name="Ink 26351">
                    <a:extLst>
                      <a:ext uri="{FF2B5EF4-FFF2-40B4-BE49-F238E27FC236}">
                        <a16:creationId xmlns:a16="http://schemas.microsoft.com/office/drawing/2014/main" id="{1B2B779B-F314-FEEE-6070-39E2542F85E9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6">
                <p14:nvContentPartPr>
                  <p14:cNvPr id="26353" name="Ink 26352">
                    <a:extLst>
                      <a:ext uri="{FF2B5EF4-FFF2-40B4-BE49-F238E27FC236}">
                        <a16:creationId xmlns:a16="http://schemas.microsoft.com/office/drawing/2014/main" id="{AB73827A-92D6-895F-56D1-C041C5522987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6353" name="Ink 26352">
                    <a:extLst>
                      <a:ext uri="{FF2B5EF4-FFF2-40B4-BE49-F238E27FC236}">
                        <a16:creationId xmlns:a16="http://schemas.microsoft.com/office/drawing/2014/main" id="{AB73827A-92D6-895F-56D1-C041C5522987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7">
                <p14:nvContentPartPr>
                  <p14:cNvPr id="26354" name="Ink 26353">
                    <a:extLst>
                      <a:ext uri="{FF2B5EF4-FFF2-40B4-BE49-F238E27FC236}">
                        <a16:creationId xmlns:a16="http://schemas.microsoft.com/office/drawing/2014/main" id="{F593E66F-6CB6-2832-2654-84D95EE2BB8A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6354" name="Ink 26353">
                    <a:extLst>
                      <a:ext uri="{FF2B5EF4-FFF2-40B4-BE49-F238E27FC236}">
                        <a16:creationId xmlns:a16="http://schemas.microsoft.com/office/drawing/2014/main" id="{F593E66F-6CB6-2832-2654-84D95EE2BB8A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8">
                <p14:nvContentPartPr>
                  <p14:cNvPr id="26355" name="Ink 26354">
                    <a:extLst>
                      <a:ext uri="{FF2B5EF4-FFF2-40B4-BE49-F238E27FC236}">
                        <a16:creationId xmlns:a16="http://schemas.microsoft.com/office/drawing/2014/main" id="{2708A026-551C-6D80-58DE-1FFEBB23F20B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6355" name="Ink 26354">
                    <a:extLst>
                      <a:ext uri="{FF2B5EF4-FFF2-40B4-BE49-F238E27FC236}">
                        <a16:creationId xmlns:a16="http://schemas.microsoft.com/office/drawing/2014/main" id="{2708A026-551C-6D80-58DE-1FFEBB23F20B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59">
                <p14:nvContentPartPr>
                  <p14:cNvPr id="26356" name="Ink 26355">
                    <a:extLst>
                      <a:ext uri="{FF2B5EF4-FFF2-40B4-BE49-F238E27FC236}">
                        <a16:creationId xmlns:a16="http://schemas.microsoft.com/office/drawing/2014/main" id="{67813AAF-A55A-A983-F4FB-AB9981AC9ED8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6356" name="Ink 26355">
                    <a:extLst>
                      <a:ext uri="{FF2B5EF4-FFF2-40B4-BE49-F238E27FC236}">
                        <a16:creationId xmlns:a16="http://schemas.microsoft.com/office/drawing/2014/main" id="{67813AAF-A55A-A983-F4FB-AB9981AC9ED8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0">
                <p14:nvContentPartPr>
                  <p14:cNvPr id="26357" name="Ink 26356">
                    <a:extLst>
                      <a:ext uri="{FF2B5EF4-FFF2-40B4-BE49-F238E27FC236}">
                        <a16:creationId xmlns:a16="http://schemas.microsoft.com/office/drawing/2014/main" id="{1A8B3EA9-A06B-9526-0460-B625258B7FB9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6357" name="Ink 26356">
                    <a:extLst>
                      <a:ext uri="{FF2B5EF4-FFF2-40B4-BE49-F238E27FC236}">
                        <a16:creationId xmlns:a16="http://schemas.microsoft.com/office/drawing/2014/main" id="{1A8B3EA9-A06B-9526-0460-B625258B7FB9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1">
                <p14:nvContentPartPr>
                  <p14:cNvPr id="26358" name="Ink 26357">
                    <a:extLst>
                      <a:ext uri="{FF2B5EF4-FFF2-40B4-BE49-F238E27FC236}">
                        <a16:creationId xmlns:a16="http://schemas.microsoft.com/office/drawing/2014/main" id="{AEA16FC1-107F-B4CE-4342-5E432DC58EF8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6358" name="Ink 26357">
                    <a:extLst>
                      <a:ext uri="{FF2B5EF4-FFF2-40B4-BE49-F238E27FC236}">
                        <a16:creationId xmlns:a16="http://schemas.microsoft.com/office/drawing/2014/main" id="{AEA16FC1-107F-B4CE-4342-5E432DC58EF8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6433" name="Group 26432">
            <a:extLst>
              <a:ext uri="{FF2B5EF4-FFF2-40B4-BE49-F238E27FC236}">
                <a16:creationId xmlns:a16="http://schemas.microsoft.com/office/drawing/2014/main" id="{B447A5C6-94EE-5BE0-BCF9-318DC6F25A17}"/>
              </a:ext>
            </a:extLst>
          </p:cNvPr>
          <p:cNvGrpSpPr>
            <a:grpSpLocks noChangeAspect="1"/>
          </p:cNvGrpSpPr>
          <p:nvPr/>
        </p:nvGrpSpPr>
        <p:grpSpPr>
          <a:xfrm>
            <a:off x="1982690" y="8640423"/>
            <a:ext cx="342918" cy="182880"/>
            <a:chOff x="9395680" y="2795445"/>
            <a:chExt cx="1970280" cy="1750320"/>
          </a:xfrm>
        </p:grpSpPr>
        <p:grpSp>
          <p:nvGrpSpPr>
            <p:cNvPr id="26434" name="Group 79">
              <a:extLst>
                <a:ext uri="{FF2B5EF4-FFF2-40B4-BE49-F238E27FC236}">
                  <a16:creationId xmlns:a16="http://schemas.microsoft.com/office/drawing/2014/main" id="{3551B4A8-FB05-1797-F38B-4B23CD5277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6471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2ACC3907-6543-053B-0365-9084CA2FD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6472" name="Freeform 26471">
                <a:extLst>
                  <a:ext uri="{FF2B5EF4-FFF2-40B4-BE49-F238E27FC236}">
                    <a16:creationId xmlns:a16="http://schemas.microsoft.com/office/drawing/2014/main" id="{9D56279D-4E99-D042-6CDD-0DEFD36DC7A6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473" name="Straight Connector 26472">
                <a:extLst>
                  <a:ext uri="{FF2B5EF4-FFF2-40B4-BE49-F238E27FC236}">
                    <a16:creationId xmlns:a16="http://schemas.microsoft.com/office/drawing/2014/main" id="{354DC72F-9C93-454A-0500-6BFD1163D402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4" name="Straight Connector 26473">
                <a:extLst>
                  <a:ext uri="{FF2B5EF4-FFF2-40B4-BE49-F238E27FC236}">
                    <a16:creationId xmlns:a16="http://schemas.microsoft.com/office/drawing/2014/main" id="{B84B22A1-A7E0-413D-2712-6488F8E061DF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5" name="Straight Connector 26474">
                <a:extLst>
                  <a:ext uri="{FF2B5EF4-FFF2-40B4-BE49-F238E27FC236}">
                    <a16:creationId xmlns:a16="http://schemas.microsoft.com/office/drawing/2014/main" id="{1780CC8B-CE61-7B19-59F7-8BBCDAD371E5}"/>
                  </a:ext>
                </a:extLst>
              </p:cNvPr>
              <p:cNvCxnSpPr>
                <a:cxnSpLocks/>
                <a:stCxn id="26471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6" name="Straight Connector 26475">
                <a:extLst>
                  <a:ext uri="{FF2B5EF4-FFF2-40B4-BE49-F238E27FC236}">
                    <a16:creationId xmlns:a16="http://schemas.microsoft.com/office/drawing/2014/main" id="{50E08FB0-1C98-4643-B4A7-B95E4DD11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7" name="Straight Connector 26476">
                <a:extLst>
                  <a:ext uri="{FF2B5EF4-FFF2-40B4-BE49-F238E27FC236}">
                    <a16:creationId xmlns:a16="http://schemas.microsoft.com/office/drawing/2014/main" id="{E5A2FF73-7E84-0A4C-7A14-115979E9C5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8" name="Straight Connector 26477">
                <a:extLst>
                  <a:ext uri="{FF2B5EF4-FFF2-40B4-BE49-F238E27FC236}">
                    <a16:creationId xmlns:a16="http://schemas.microsoft.com/office/drawing/2014/main" id="{7F027076-792C-2B62-3DEA-A54A06E806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79" name="Straight Connector 26478">
                <a:extLst>
                  <a:ext uri="{FF2B5EF4-FFF2-40B4-BE49-F238E27FC236}">
                    <a16:creationId xmlns:a16="http://schemas.microsoft.com/office/drawing/2014/main" id="{3339ED7A-0E06-9D72-5310-88313345C0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0" name="Straight Connector 26479">
                <a:extLst>
                  <a:ext uri="{FF2B5EF4-FFF2-40B4-BE49-F238E27FC236}">
                    <a16:creationId xmlns:a16="http://schemas.microsoft.com/office/drawing/2014/main" id="{1EC0BE4A-FEFD-60F1-0E2F-9BE055B3066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1" name="Straight Connector 26480">
                <a:extLst>
                  <a:ext uri="{FF2B5EF4-FFF2-40B4-BE49-F238E27FC236}">
                    <a16:creationId xmlns:a16="http://schemas.microsoft.com/office/drawing/2014/main" id="{46180E28-C6AC-AF2B-397A-5F4E1CCA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2" name="Straight Connector 26481">
                <a:extLst>
                  <a:ext uri="{FF2B5EF4-FFF2-40B4-BE49-F238E27FC236}">
                    <a16:creationId xmlns:a16="http://schemas.microsoft.com/office/drawing/2014/main" id="{9E4ED842-F185-5BF0-5C05-12F6AE370D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3" name="Straight Connector 26482">
                <a:extLst>
                  <a:ext uri="{FF2B5EF4-FFF2-40B4-BE49-F238E27FC236}">
                    <a16:creationId xmlns:a16="http://schemas.microsoft.com/office/drawing/2014/main" id="{6C7C32C7-530B-6EA3-3398-B01D7D0D6A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4" name="Straight Connector 26483">
                <a:extLst>
                  <a:ext uri="{FF2B5EF4-FFF2-40B4-BE49-F238E27FC236}">
                    <a16:creationId xmlns:a16="http://schemas.microsoft.com/office/drawing/2014/main" id="{88472616-17B8-8C88-FC82-848904DE3B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5" name="Straight Connector 26484">
                <a:extLst>
                  <a:ext uri="{FF2B5EF4-FFF2-40B4-BE49-F238E27FC236}">
                    <a16:creationId xmlns:a16="http://schemas.microsoft.com/office/drawing/2014/main" id="{711ACB62-0F03-9E24-B7F0-4B1A0B963A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6" name="Straight Connector 26485">
                <a:extLst>
                  <a:ext uri="{FF2B5EF4-FFF2-40B4-BE49-F238E27FC236}">
                    <a16:creationId xmlns:a16="http://schemas.microsoft.com/office/drawing/2014/main" id="{9CD612E2-E896-E9BB-8FC4-086D11DC8F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7" name="Straight Connector 26486">
                <a:extLst>
                  <a:ext uri="{FF2B5EF4-FFF2-40B4-BE49-F238E27FC236}">
                    <a16:creationId xmlns:a16="http://schemas.microsoft.com/office/drawing/2014/main" id="{C6E6EE08-948B-BF6B-02C1-62B098F7D2E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8" name="Straight Connector 26487">
                <a:extLst>
                  <a:ext uri="{FF2B5EF4-FFF2-40B4-BE49-F238E27FC236}">
                    <a16:creationId xmlns:a16="http://schemas.microsoft.com/office/drawing/2014/main" id="{5675A17A-C6B7-634F-9ABB-907AD36382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89" name="Straight Connector 26488">
                <a:extLst>
                  <a:ext uri="{FF2B5EF4-FFF2-40B4-BE49-F238E27FC236}">
                    <a16:creationId xmlns:a16="http://schemas.microsoft.com/office/drawing/2014/main" id="{BACE290B-1605-DFA2-2429-48F03680AC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0" name="Straight Connector 26489">
                <a:extLst>
                  <a:ext uri="{FF2B5EF4-FFF2-40B4-BE49-F238E27FC236}">
                    <a16:creationId xmlns:a16="http://schemas.microsoft.com/office/drawing/2014/main" id="{93D2ECF3-47D8-73CC-F7C2-CA61A997F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1" name="Straight Connector 26490">
                <a:extLst>
                  <a:ext uri="{FF2B5EF4-FFF2-40B4-BE49-F238E27FC236}">
                    <a16:creationId xmlns:a16="http://schemas.microsoft.com/office/drawing/2014/main" id="{92A21250-A9AF-90B9-0B20-42E303C030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2" name="Straight Connector 26491">
                <a:extLst>
                  <a:ext uri="{FF2B5EF4-FFF2-40B4-BE49-F238E27FC236}">
                    <a16:creationId xmlns:a16="http://schemas.microsoft.com/office/drawing/2014/main" id="{826A9B63-7CF3-D175-DD54-737578F9F17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3" name="Straight Connector 26492">
                <a:extLst>
                  <a:ext uri="{FF2B5EF4-FFF2-40B4-BE49-F238E27FC236}">
                    <a16:creationId xmlns:a16="http://schemas.microsoft.com/office/drawing/2014/main" id="{9C881764-7FCB-FFF9-BE78-FA401923B3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4" name="Straight Connector 26493">
                <a:extLst>
                  <a:ext uri="{FF2B5EF4-FFF2-40B4-BE49-F238E27FC236}">
                    <a16:creationId xmlns:a16="http://schemas.microsoft.com/office/drawing/2014/main" id="{ABF6F6C1-196A-A5B5-45CA-08584FB3B8E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5" name="Straight Connector 26494">
                <a:extLst>
                  <a:ext uri="{FF2B5EF4-FFF2-40B4-BE49-F238E27FC236}">
                    <a16:creationId xmlns:a16="http://schemas.microsoft.com/office/drawing/2014/main" id="{EB9738B7-1ABE-6C70-6299-74770FA984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6" name="Straight Connector 26495">
                <a:extLst>
                  <a:ext uri="{FF2B5EF4-FFF2-40B4-BE49-F238E27FC236}">
                    <a16:creationId xmlns:a16="http://schemas.microsoft.com/office/drawing/2014/main" id="{63F28DBD-4066-30EC-71AF-6ED029B6E3E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7" name="Straight Connector 26496">
                <a:extLst>
                  <a:ext uri="{FF2B5EF4-FFF2-40B4-BE49-F238E27FC236}">
                    <a16:creationId xmlns:a16="http://schemas.microsoft.com/office/drawing/2014/main" id="{861751D3-4781-990E-071D-4FE9DDB7F3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8" name="Straight Connector 26497">
                <a:extLst>
                  <a:ext uri="{FF2B5EF4-FFF2-40B4-BE49-F238E27FC236}">
                    <a16:creationId xmlns:a16="http://schemas.microsoft.com/office/drawing/2014/main" id="{97523E69-11C7-E3D2-7561-A708F0490B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99" name="Straight Connector 26498">
                <a:extLst>
                  <a:ext uri="{FF2B5EF4-FFF2-40B4-BE49-F238E27FC236}">
                    <a16:creationId xmlns:a16="http://schemas.microsoft.com/office/drawing/2014/main" id="{94DEAAA4-22F8-162A-B835-C1070C07F4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0" name="Straight Connector 26499">
                <a:extLst>
                  <a:ext uri="{FF2B5EF4-FFF2-40B4-BE49-F238E27FC236}">
                    <a16:creationId xmlns:a16="http://schemas.microsoft.com/office/drawing/2014/main" id="{9DF7A417-B063-C477-7581-CC29C75304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1" name="Straight Connector 26500">
                <a:extLst>
                  <a:ext uri="{FF2B5EF4-FFF2-40B4-BE49-F238E27FC236}">
                    <a16:creationId xmlns:a16="http://schemas.microsoft.com/office/drawing/2014/main" id="{CF4BDF64-F751-0B97-6D04-5FA014655E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2" name="Straight Connector 26501">
                <a:extLst>
                  <a:ext uri="{FF2B5EF4-FFF2-40B4-BE49-F238E27FC236}">
                    <a16:creationId xmlns:a16="http://schemas.microsoft.com/office/drawing/2014/main" id="{A53788DD-48B4-7334-C0C6-4EEE379F61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3" name="Straight Connector 26502">
                <a:extLst>
                  <a:ext uri="{FF2B5EF4-FFF2-40B4-BE49-F238E27FC236}">
                    <a16:creationId xmlns:a16="http://schemas.microsoft.com/office/drawing/2014/main" id="{BE2B349C-4D00-6113-15CA-DF684B01B1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4" name="Straight Connector 26503">
                <a:extLst>
                  <a:ext uri="{FF2B5EF4-FFF2-40B4-BE49-F238E27FC236}">
                    <a16:creationId xmlns:a16="http://schemas.microsoft.com/office/drawing/2014/main" id="{5B6D0287-8E4A-427F-B282-FEFE797F1F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5" name="Straight Connector 26504">
                <a:extLst>
                  <a:ext uri="{FF2B5EF4-FFF2-40B4-BE49-F238E27FC236}">
                    <a16:creationId xmlns:a16="http://schemas.microsoft.com/office/drawing/2014/main" id="{C9C54A45-4E3D-7717-0DAB-BFA3FB8761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6" name="Straight Connector 26505">
                <a:extLst>
                  <a:ext uri="{FF2B5EF4-FFF2-40B4-BE49-F238E27FC236}">
                    <a16:creationId xmlns:a16="http://schemas.microsoft.com/office/drawing/2014/main" id="{80326D4C-9B29-CD76-4AF7-07F43196AE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7" name="Straight Connector 26506">
                <a:extLst>
                  <a:ext uri="{FF2B5EF4-FFF2-40B4-BE49-F238E27FC236}">
                    <a16:creationId xmlns:a16="http://schemas.microsoft.com/office/drawing/2014/main" id="{627E3F1F-E0E2-2FE7-0087-7582B7852C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8" name="Straight Connector 26507">
                <a:extLst>
                  <a:ext uri="{FF2B5EF4-FFF2-40B4-BE49-F238E27FC236}">
                    <a16:creationId xmlns:a16="http://schemas.microsoft.com/office/drawing/2014/main" id="{C2A4CDF7-AB14-A631-9552-257A11617F1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09" name="Straight Connector 26508">
                <a:extLst>
                  <a:ext uri="{FF2B5EF4-FFF2-40B4-BE49-F238E27FC236}">
                    <a16:creationId xmlns:a16="http://schemas.microsoft.com/office/drawing/2014/main" id="{CF8EE981-6BB1-D2A6-0FA6-0C99F177B9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0" name="Straight Connector 26509">
                <a:extLst>
                  <a:ext uri="{FF2B5EF4-FFF2-40B4-BE49-F238E27FC236}">
                    <a16:creationId xmlns:a16="http://schemas.microsoft.com/office/drawing/2014/main" id="{635CB112-0CAA-FBD4-D328-EEF4625505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1" name="Straight Connector 26510">
                <a:extLst>
                  <a:ext uri="{FF2B5EF4-FFF2-40B4-BE49-F238E27FC236}">
                    <a16:creationId xmlns:a16="http://schemas.microsoft.com/office/drawing/2014/main" id="{0C8C6055-3392-C306-E54E-2BD81AE84C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2" name="Straight Connector 26511">
                <a:extLst>
                  <a:ext uri="{FF2B5EF4-FFF2-40B4-BE49-F238E27FC236}">
                    <a16:creationId xmlns:a16="http://schemas.microsoft.com/office/drawing/2014/main" id="{676BDA67-23F5-2BF7-120E-DD44830BD2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3" name="Straight Connector 26512">
                <a:extLst>
                  <a:ext uri="{FF2B5EF4-FFF2-40B4-BE49-F238E27FC236}">
                    <a16:creationId xmlns:a16="http://schemas.microsoft.com/office/drawing/2014/main" id="{20845CC2-1284-06C7-658F-073C7DF7319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4" name="Straight Connector 26513">
                <a:extLst>
                  <a:ext uri="{FF2B5EF4-FFF2-40B4-BE49-F238E27FC236}">
                    <a16:creationId xmlns:a16="http://schemas.microsoft.com/office/drawing/2014/main" id="{68CB8AB0-9819-D52F-56E8-392D6E7850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5" name="Straight Connector 26514">
                <a:extLst>
                  <a:ext uri="{FF2B5EF4-FFF2-40B4-BE49-F238E27FC236}">
                    <a16:creationId xmlns:a16="http://schemas.microsoft.com/office/drawing/2014/main" id="{CFE7DF25-BFA9-0154-D3EC-ABB047E127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6" name="Straight Connector 26515">
                <a:extLst>
                  <a:ext uri="{FF2B5EF4-FFF2-40B4-BE49-F238E27FC236}">
                    <a16:creationId xmlns:a16="http://schemas.microsoft.com/office/drawing/2014/main" id="{64FA16EC-DE66-F468-1F6B-68FCAD1DA0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7" name="Straight Connector 26516">
                <a:extLst>
                  <a:ext uri="{FF2B5EF4-FFF2-40B4-BE49-F238E27FC236}">
                    <a16:creationId xmlns:a16="http://schemas.microsoft.com/office/drawing/2014/main" id="{CCAB8FBF-440A-7430-7366-83A9F77F16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8" name="Straight Connector 26517">
                <a:extLst>
                  <a:ext uri="{FF2B5EF4-FFF2-40B4-BE49-F238E27FC236}">
                    <a16:creationId xmlns:a16="http://schemas.microsoft.com/office/drawing/2014/main" id="{5CB0EE59-5673-0889-611B-26AA5ABF0B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19" name="Straight Connector 26518">
                <a:extLst>
                  <a:ext uri="{FF2B5EF4-FFF2-40B4-BE49-F238E27FC236}">
                    <a16:creationId xmlns:a16="http://schemas.microsoft.com/office/drawing/2014/main" id="{E423CF3D-9051-0944-82F2-544EEC1826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0" name="Straight Connector 26519">
                <a:extLst>
                  <a:ext uri="{FF2B5EF4-FFF2-40B4-BE49-F238E27FC236}">
                    <a16:creationId xmlns:a16="http://schemas.microsoft.com/office/drawing/2014/main" id="{21B71576-E5B3-40BC-F6CA-8F56B1FF46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1" name="Straight Connector 26520">
                <a:extLst>
                  <a:ext uri="{FF2B5EF4-FFF2-40B4-BE49-F238E27FC236}">
                    <a16:creationId xmlns:a16="http://schemas.microsoft.com/office/drawing/2014/main" id="{EE936AF4-73EA-7085-31BA-BB27BE4FEA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2" name="Straight Connector 26521">
                <a:extLst>
                  <a:ext uri="{FF2B5EF4-FFF2-40B4-BE49-F238E27FC236}">
                    <a16:creationId xmlns:a16="http://schemas.microsoft.com/office/drawing/2014/main" id="{B5932C68-C95B-DA63-7E5E-673D093968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3" name="Straight Connector 26522">
                <a:extLst>
                  <a:ext uri="{FF2B5EF4-FFF2-40B4-BE49-F238E27FC236}">
                    <a16:creationId xmlns:a16="http://schemas.microsoft.com/office/drawing/2014/main" id="{F97D52C5-32F7-4DF0-1D75-2A3121FF4C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4" name="Straight Connector 26523">
                <a:extLst>
                  <a:ext uri="{FF2B5EF4-FFF2-40B4-BE49-F238E27FC236}">
                    <a16:creationId xmlns:a16="http://schemas.microsoft.com/office/drawing/2014/main" id="{EA621E4C-3796-42B3-33EA-754D1F2E36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5" name="Straight Connector 26524">
                <a:extLst>
                  <a:ext uri="{FF2B5EF4-FFF2-40B4-BE49-F238E27FC236}">
                    <a16:creationId xmlns:a16="http://schemas.microsoft.com/office/drawing/2014/main" id="{2FCB16C3-CD73-967D-41D7-B20770735F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6" name="Straight Connector 26525">
                <a:extLst>
                  <a:ext uri="{FF2B5EF4-FFF2-40B4-BE49-F238E27FC236}">
                    <a16:creationId xmlns:a16="http://schemas.microsoft.com/office/drawing/2014/main" id="{40253DBD-ED2A-C5E5-356B-BB56B8E747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7" name="Straight Connector 26526">
                <a:extLst>
                  <a:ext uri="{FF2B5EF4-FFF2-40B4-BE49-F238E27FC236}">
                    <a16:creationId xmlns:a16="http://schemas.microsoft.com/office/drawing/2014/main" id="{CF3A05A5-1B1D-B647-BE30-8E00C832C0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8" name="Straight Connector 26527">
                <a:extLst>
                  <a:ext uri="{FF2B5EF4-FFF2-40B4-BE49-F238E27FC236}">
                    <a16:creationId xmlns:a16="http://schemas.microsoft.com/office/drawing/2014/main" id="{262F0034-CFFE-52B0-F872-41E86F0872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29" name="Straight Connector 26528">
                <a:extLst>
                  <a:ext uri="{FF2B5EF4-FFF2-40B4-BE49-F238E27FC236}">
                    <a16:creationId xmlns:a16="http://schemas.microsoft.com/office/drawing/2014/main" id="{A5B9F6B5-FFE6-FDCA-13CA-C80E29D935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0" name="Straight Connector 26529">
                <a:extLst>
                  <a:ext uri="{FF2B5EF4-FFF2-40B4-BE49-F238E27FC236}">
                    <a16:creationId xmlns:a16="http://schemas.microsoft.com/office/drawing/2014/main" id="{9D3A9120-FE73-BCFD-A83E-263AD2C343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1" name="Straight Connector 26530">
                <a:extLst>
                  <a:ext uri="{FF2B5EF4-FFF2-40B4-BE49-F238E27FC236}">
                    <a16:creationId xmlns:a16="http://schemas.microsoft.com/office/drawing/2014/main" id="{49CB6671-FA7F-5270-490D-821C253F42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2" name="Straight Connector 26531">
                <a:extLst>
                  <a:ext uri="{FF2B5EF4-FFF2-40B4-BE49-F238E27FC236}">
                    <a16:creationId xmlns:a16="http://schemas.microsoft.com/office/drawing/2014/main" id="{246F77A4-22AF-5053-F982-77477265AC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3" name="Straight Connector 26532">
                <a:extLst>
                  <a:ext uri="{FF2B5EF4-FFF2-40B4-BE49-F238E27FC236}">
                    <a16:creationId xmlns:a16="http://schemas.microsoft.com/office/drawing/2014/main" id="{37844E40-AA93-E10B-4580-DE3DBDF73D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4" name="Straight Connector 26533">
                <a:extLst>
                  <a:ext uri="{FF2B5EF4-FFF2-40B4-BE49-F238E27FC236}">
                    <a16:creationId xmlns:a16="http://schemas.microsoft.com/office/drawing/2014/main" id="{934BE837-6196-E44E-5316-A620A20C31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5" name="Straight Connector 26534">
                <a:extLst>
                  <a:ext uri="{FF2B5EF4-FFF2-40B4-BE49-F238E27FC236}">
                    <a16:creationId xmlns:a16="http://schemas.microsoft.com/office/drawing/2014/main" id="{0A0BF80A-8588-699A-9782-3BC2C1D533E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6" name="Straight Connector 26535">
                <a:extLst>
                  <a:ext uri="{FF2B5EF4-FFF2-40B4-BE49-F238E27FC236}">
                    <a16:creationId xmlns:a16="http://schemas.microsoft.com/office/drawing/2014/main" id="{2BDBC4B6-579B-A2F0-5385-6E1F7C9FE0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7" name="Straight Connector 26536">
                <a:extLst>
                  <a:ext uri="{FF2B5EF4-FFF2-40B4-BE49-F238E27FC236}">
                    <a16:creationId xmlns:a16="http://schemas.microsoft.com/office/drawing/2014/main" id="{58F011DC-AD65-2DCE-CBF8-06D235C93F6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8" name="Straight Connector 26537">
                <a:extLst>
                  <a:ext uri="{FF2B5EF4-FFF2-40B4-BE49-F238E27FC236}">
                    <a16:creationId xmlns:a16="http://schemas.microsoft.com/office/drawing/2014/main" id="{5D5B7576-D4AB-47B6-348B-84A83A7D0D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39" name="Straight Connector 26538">
                <a:extLst>
                  <a:ext uri="{FF2B5EF4-FFF2-40B4-BE49-F238E27FC236}">
                    <a16:creationId xmlns:a16="http://schemas.microsoft.com/office/drawing/2014/main" id="{79BBC916-81D8-F58D-6970-20A76D078F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40" name="Straight Connector 26539">
                <a:extLst>
                  <a:ext uri="{FF2B5EF4-FFF2-40B4-BE49-F238E27FC236}">
                    <a16:creationId xmlns:a16="http://schemas.microsoft.com/office/drawing/2014/main" id="{BA0DF5F8-51DB-F505-3234-58A7373E0E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41" name="Straight Connector 26540">
                <a:extLst>
                  <a:ext uri="{FF2B5EF4-FFF2-40B4-BE49-F238E27FC236}">
                    <a16:creationId xmlns:a16="http://schemas.microsoft.com/office/drawing/2014/main" id="{2452E68B-1159-A203-E799-C00ED0E47F2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42" name="Straight Connector 26541">
                <a:extLst>
                  <a:ext uri="{FF2B5EF4-FFF2-40B4-BE49-F238E27FC236}">
                    <a16:creationId xmlns:a16="http://schemas.microsoft.com/office/drawing/2014/main" id="{7B241715-08F5-0F41-6066-2F2F21F3B5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43" name="Straight Connector 26542">
                <a:extLst>
                  <a:ext uri="{FF2B5EF4-FFF2-40B4-BE49-F238E27FC236}">
                    <a16:creationId xmlns:a16="http://schemas.microsoft.com/office/drawing/2014/main" id="{7C8EB0C1-9107-CDDE-D057-EC044BA5DD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44" name="Straight Connector 26543">
                <a:extLst>
                  <a:ext uri="{FF2B5EF4-FFF2-40B4-BE49-F238E27FC236}">
                    <a16:creationId xmlns:a16="http://schemas.microsoft.com/office/drawing/2014/main" id="{B732A392-5F8C-D0FF-B0EF-6BD62E9E8D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35" name="Group 26434">
              <a:extLst>
                <a:ext uri="{FF2B5EF4-FFF2-40B4-BE49-F238E27FC236}">
                  <a16:creationId xmlns:a16="http://schemas.microsoft.com/office/drawing/2014/main" id="{092BE821-716F-9870-29FD-EC2AC22D00AC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762">
                <p14:nvContentPartPr>
                  <p14:cNvPr id="26436" name="Ink 26435">
                    <a:extLst>
                      <a:ext uri="{FF2B5EF4-FFF2-40B4-BE49-F238E27FC236}">
                        <a16:creationId xmlns:a16="http://schemas.microsoft.com/office/drawing/2014/main" id="{1FB6BE81-78D8-C08E-4BE5-A4B067248D77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6436" name="Ink 26435">
                    <a:extLst>
                      <a:ext uri="{FF2B5EF4-FFF2-40B4-BE49-F238E27FC236}">
                        <a16:creationId xmlns:a16="http://schemas.microsoft.com/office/drawing/2014/main" id="{1FB6BE81-78D8-C08E-4BE5-A4B067248D77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3">
                <p14:nvContentPartPr>
                  <p14:cNvPr id="26437" name="Ink 26436">
                    <a:extLst>
                      <a:ext uri="{FF2B5EF4-FFF2-40B4-BE49-F238E27FC236}">
                        <a16:creationId xmlns:a16="http://schemas.microsoft.com/office/drawing/2014/main" id="{3B99DFAA-DC14-1F6E-37D4-90DDCF324225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6437" name="Ink 26436">
                    <a:extLst>
                      <a:ext uri="{FF2B5EF4-FFF2-40B4-BE49-F238E27FC236}">
                        <a16:creationId xmlns:a16="http://schemas.microsoft.com/office/drawing/2014/main" id="{3B99DFAA-DC14-1F6E-37D4-90DDCF324225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4">
                <p14:nvContentPartPr>
                  <p14:cNvPr id="26438" name="Ink 26437">
                    <a:extLst>
                      <a:ext uri="{FF2B5EF4-FFF2-40B4-BE49-F238E27FC236}">
                        <a16:creationId xmlns:a16="http://schemas.microsoft.com/office/drawing/2014/main" id="{52610D14-37F2-C199-7964-5B2FDEE74380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6438" name="Ink 26437">
                    <a:extLst>
                      <a:ext uri="{FF2B5EF4-FFF2-40B4-BE49-F238E27FC236}">
                        <a16:creationId xmlns:a16="http://schemas.microsoft.com/office/drawing/2014/main" id="{52610D14-37F2-C199-7964-5B2FDEE74380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5">
                <p14:nvContentPartPr>
                  <p14:cNvPr id="26439" name="Ink 26438">
                    <a:extLst>
                      <a:ext uri="{FF2B5EF4-FFF2-40B4-BE49-F238E27FC236}">
                        <a16:creationId xmlns:a16="http://schemas.microsoft.com/office/drawing/2014/main" id="{D5E88202-06A5-ACBC-58BD-C4ABA85FA1EF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6439" name="Ink 26438">
                    <a:extLst>
                      <a:ext uri="{FF2B5EF4-FFF2-40B4-BE49-F238E27FC236}">
                        <a16:creationId xmlns:a16="http://schemas.microsoft.com/office/drawing/2014/main" id="{D5E88202-06A5-ACBC-58BD-C4ABA85FA1EF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6">
                <p14:nvContentPartPr>
                  <p14:cNvPr id="26440" name="Ink 26439">
                    <a:extLst>
                      <a:ext uri="{FF2B5EF4-FFF2-40B4-BE49-F238E27FC236}">
                        <a16:creationId xmlns:a16="http://schemas.microsoft.com/office/drawing/2014/main" id="{856A1F81-87E2-0BA0-DFB1-4EA6E70E1353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6440" name="Ink 26439">
                    <a:extLst>
                      <a:ext uri="{FF2B5EF4-FFF2-40B4-BE49-F238E27FC236}">
                        <a16:creationId xmlns:a16="http://schemas.microsoft.com/office/drawing/2014/main" id="{856A1F81-87E2-0BA0-DFB1-4EA6E70E1353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7">
                <p14:nvContentPartPr>
                  <p14:cNvPr id="26441" name="Ink 26440">
                    <a:extLst>
                      <a:ext uri="{FF2B5EF4-FFF2-40B4-BE49-F238E27FC236}">
                        <a16:creationId xmlns:a16="http://schemas.microsoft.com/office/drawing/2014/main" id="{08D9D0A8-7577-C713-D9AE-F509F42AD505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6441" name="Ink 26440">
                    <a:extLst>
                      <a:ext uri="{FF2B5EF4-FFF2-40B4-BE49-F238E27FC236}">
                        <a16:creationId xmlns:a16="http://schemas.microsoft.com/office/drawing/2014/main" id="{08D9D0A8-7577-C713-D9AE-F509F42AD505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8">
                <p14:nvContentPartPr>
                  <p14:cNvPr id="26442" name="Ink 26441">
                    <a:extLst>
                      <a:ext uri="{FF2B5EF4-FFF2-40B4-BE49-F238E27FC236}">
                        <a16:creationId xmlns:a16="http://schemas.microsoft.com/office/drawing/2014/main" id="{5C18807F-8E5B-6BDE-2EEC-EBB275162630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6442" name="Ink 26441">
                    <a:extLst>
                      <a:ext uri="{FF2B5EF4-FFF2-40B4-BE49-F238E27FC236}">
                        <a16:creationId xmlns:a16="http://schemas.microsoft.com/office/drawing/2014/main" id="{5C18807F-8E5B-6BDE-2EEC-EBB275162630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69">
                <p14:nvContentPartPr>
                  <p14:cNvPr id="26443" name="Ink 26442">
                    <a:extLst>
                      <a:ext uri="{FF2B5EF4-FFF2-40B4-BE49-F238E27FC236}">
                        <a16:creationId xmlns:a16="http://schemas.microsoft.com/office/drawing/2014/main" id="{260174C4-40E4-4CCA-425A-B038296E680C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6443" name="Ink 26442">
                    <a:extLst>
                      <a:ext uri="{FF2B5EF4-FFF2-40B4-BE49-F238E27FC236}">
                        <a16:creationId xmlns:a16="http://schemas.microsoft.com/office/drawing/2014/main" id="{260174C4-40E4-4CCA-425A-B038296E680C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0">
                <p14:nvContentPartPr>
                  <p14:cNvPr id="26444" name="Ink 26443">
                    <a:extLst>
                      <a:ext uri="{FF2B5EF4-FFF2-40B4-BE49-F238E27FC236}">
                        <a16:creationId xmlns:a16="http://schemas.microsoft.com/office/drawing/2014/main" id="{71D086BF-A156-D4A3-1860-97486B4DC34F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6444" name="Ink 26443">
                    <a:extLst>
                      <a:ext uri="{FF2B5EF4-FFF2-40B4-BE49-F238E27FC236}">
                        <a16:creationId xmlns:a16="http://schemas.microsoft.com/office/drawing/2014/main" id="{71D086BF-A156-D4A3-1860-97486B4DC34F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1">
                <p14:nvContentPartPr>
                  <p14:cNvPr id="26445" name="Ink 26444">
                    <a:extLst>
                      <a:ext uri="{FF2B5EF4-FFF2-40B4-BE49-F238E27FC236}">
                        <a16:creationId xmlns:a16="http://schemas.microsoft.com/office/drawing/2014/main" id="{E7427271-18CC-A7F6-D4AB-D8AADF405D8C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6445" name="Ink 26444">
                    <a:extLst>
                      <a:ext uri="{FF2B5EF4-FFF2-40B4-BE49-F238E27FC236}">
                        <a16:creationId xmlns:a16="http://schemas.microsoft.com/office/drawing/2014/main" id="{E7427271-18CC-A7F6-D4AB-D8AADF405D8C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2">
                <p14:nvContentPartPr>
                  <p14:cNvPr id="26446" name="Ink 26445">
                    <a:extLst>
                      <a:ext uri="{FF2B5EF4-FFF2-40B4-BE49-F238E27FC236}">
                        <a16:creationId xmlns:a16="http://schemas.microsoft.com/office/drawing/2014/main" id="{C5FEDEA9-3634-54AF-7972-B74A2D8245A9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6446" name="Ink 26445">
                    <a:extLst>
                      <a:ext uri="{FF2B5EF4-FFF2-40B4-BE49-F238E27FC236}">
                        <a16:creationId xmlns:a16="http://schemas.microsoft.com/office/drawing/2014/main" id="{C5FEDEA9-3634-54AF-7972-B74A2D8245A9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3">
                <p14:nvContentPartPr>
                  <p14:cNvPr id="26447" name="Ink 26446">
                    <a:extLst>
                      <a:ext uri="{FF2B5EF4-FFF2-40B4-BE49-F238E27FC236}">
                        <a16:creationId xmlns:a16="http://schemas.microsoft.com/office/drawing/2014/main" id="{EFB8E601-9D54-B607-BB01-0795EF88E39E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6447" name="Ink 26446">
                    <a:extLst>
                      <a:ext uri="{FF2B5EF4-FFF2-40B4-BE49-F238E27FC236}">
                        <a16:creationId xmlns:a16="http://schemas.microsoft.com/office/drawing/2014/main" id="{EFB8E601-9D54-B607-BB01-0795EF88E39E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4">
                <p14:nvContentPartPr>
                  <p14:cNvPr id="26448" name="Ink 26447">
                    <a:extLst>
                      <a:ext uri="{FF2B5EF4-FFF2-40B4-BE49-F238E27FC236}">
                        <a16:creationId xmlns:a16="http://schemas.microsoft.com/office/drawing/2014/main" id="{285ED694-7AB5-555A-4AA5-8F3C6EAD6259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6448" name="Ink 26447">
                    <a:extLst>
                      <a:ext uri="{FF2B5EF4-FFF2-40B4-BE49-F238E27FC236}">
                        <a16:creationId xmlns:a16="http://schemas.microsoft.com/office/drawing/2014/main" id="{285ED694-7AB5-555A-4AA5-8F3C6EAD6259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5">
                <p14:nvContentPartPr>
                  <p14:cNvPr id="26449" name="Ink 26448">
                    <a:extLst>
                      <a:ext uri="{FF2B5EF4-FFF2-40B4-BE49-F238E27FC236}">
                        <a16:creationId xmlns:a16="http://schemas.microsoft.com/office/drawing/2014/main" id="{FFF72F4E-069C-23C4-CF5E-7820CCCA8F87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6449" name="Ink 26448">
                    <a:extLst>
                      <a:ext uri="{FF2B5EF4-FFF2-40B4-BE49-F238E27FC236}">
                        <a16:creationId xmlns:a16="http://schemas.microsoft.com/office/drawing/2014/main" id="{FFF72F4E-069C-23C4-CF5E-7820CCCA8F87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6">
                <p14:nvContentPartPr>
                  <p14:cNvPr id="26450" name="Ink 26449">
                    <a:extLst>
                      <a:ext uri="{FF2B5EF4-FFF2-40B4-BE49-F238E27FC236}">
                        <a16:creationId xmlns:a16="http://schemas.microsoft.com/office/drawing/2014/main" id="{4AE4137B-802B-A158-454F-DA0389A72A0A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6450" name="Ink 26449">
                    <a:extLst>
                      <a:ext uri="{FF2B5EF4-FFF2-40B4-BE49-F238E27FC236}">
                        <a16:creationId xmlns:a16="http://schemas.microsoft.com/office/drawing/2014/main" id="{4AE4137B-802B-A158-454F-DA0389A72A0A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7">
                <p14:nvContentPartPr>
                  <p14:cNvPr id="26451" name="Ink 26450">
                    <a:extLst>
                      <a:ext uri="{FF2B5EF4-FFF2-40B4-BE49-F238E27FC236}">
                        <a16:creationId xmlns:a16="http://schemas.microsoft.com/office/drawing/2014/main" id="{83EADB70-A261-1A94-CB69-BBC940456E9D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6451" name="Ink 26450">
                    <a:extLst>
                      <a:ext uri="{FF2B5EF4-FFF2-40B4-BE49-F238E27FC236}">
                        <a16:creationId xmlns:a16="http://schemas.microsoft.com/office/drawing/2014/main" id="{83EADB70-A261-1A94-CB69-BBC940456E9D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8">
                <p14:nvContentPartPr>
                  <p14:cNvPr id="26452" name="Ink 26451">
                    <a:extLst>
                      <a:ext uri="{FF2B5EF4-FFF2-40B4-BE49-F238E27FC236}">
                        <a16:creationId xmlns:a16="http://schemas.microsoft.com/office/drawing/2014/main" id="{00ED2A67-7394-DC77-9F22-8A8FEAE475E9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6452" name="Ink 26451">
                    <a:extLst>
                      <a:ext uri="{FF2B5EF4-FFF2-40B4-BE49-F238E27FC236}">
                        <a16:creationId xmlns:a16="http://schemas.microsoft.com/office/drawing/2014/main" id="{00ED2A67-7394-DC77-9F22-8A8FEAE475E9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79">
                <p14:nvContentPartPr>
                  <p14:cNvPr id="26453" name="Ink 26452">
                    <a:extLst>
                      <a:ext uri="{FF2B5EF4-FFF2-40B4-BE49-F238E27FC236}">
                        <a16:creationId xmlns:a16="http://schemas.microsoft.com/office/drawing/2014/main" id="{03C03890-035A-C32A-BA60-4A0A9F04204B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6453" name="Ink 26452">
                    <a:extLst>
                      <a:ext uri="{FF2B5EF4-FFF2-40B4-BE49-F238E27FC236}">
                        <a16:creationId xmlns:a16="http://schemas.microsoft.com/office/drawing/2014/main" id="{03C03890-035A-C32A-BA60-4A0A9F04204B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0">
                <p14:nvContentPartPr>
                  <p14:cNvPr id="26454" name="Ink 26453">
                    <a:extLst>
                      <a:ext uri="{FF2B5EF4-FFF2-40B4-BE49-F238E27FC236}">
                        <a16:creationId xmlns:a16="http://schemas.microsoft.com/office/drawing/2014/main" id="{1A9270B7-1CEB-617C-04A5-99D7D6034E1F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6454" name="Ink 26453">
                    <a:extLst>
                      <a:ext uri="{FF2B5EF4-FFF2-40B4-BE49-F238E27FC236}">
                        <a16:creationId xmlns:a16="http://schemas.microsoft.com/office/drawing/2014/main" id="{1A9270B7-1CEB-617C-04A5-99D7D6034E1F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1">
                <p14:nvContentPartPr>
                  <p14:cNvPr id="26455" name="Ink 26454">
                    <a:extLst>
                      <a:ext uri="{FF2B5EF4-FFF2-40B4-BE49-F238E27FC236}">
                        <a16:creationId xmlns:a16="http://schemas.microsoft.com/office/drawing/2014/main" id="{F42E06D6-517E-4A59-A377-90D2EE916AF4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6455" name="Ink 26454">
                    <a:extLst>
                      <a:ext uri="{FF2B5EF4-FFF2-40B4-BE49-F238E27FC236}">
                        <a16:creationId xmlns:a16="http://schemas.microsoft.com/office/drawing/2014/main" id="{F42E06D6-517E-4A59-A377-90D2EE916AF4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2">
                <p14:nvContentPartPr>
                  <p14:cNvPr id="26456" name="Ink 26455">
                    <a:extLst>
                      <a:ext uri="{FF2B5EF4-FFF2-40B4-BE49-F238E27FC236}">
                        <a16:creationId xmlns:a16="http://schemas.microsoft.com/office/drawing/2014/main" id="{11345EAC-E734-BA46-A69D-D076BA5C9C45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6456" name="Ink 26455">
                    <a:extLst>
                      <a:ext uri="{FF2B5EF4-FFF2-40B4-BE49-F238E27FC236}">
                        <a16:creationId xmlns:a16="http://schemas.microsoft.com/office/drawing/2014/main" id="{11345EAC-E734-BA46-A69D-D076BA5C9C45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3">
                <p14:nvContentPartPr>
                  <p14:cNvPr id="26457" name="Ink 26456">
                    <a:extLst>
                      <a:ext uri="{FF2B5EF4-FFF2-40B4-BE49-F238E27FC236}">
                        <a16:creationId xmlns:a16="http://schemas.microsoft.com/office/drawing/2014/main" id="{C8D34BD8-0434-8F43-8525-1B4C2B91B9A1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6457" name="Ink 26456">
                    <a:extLst>
                      <a:ext uri="{FF2B5EF4-FFF2-40B4-BE49-F238E27FC236}">
                        <a16:creationId xmlns:a16="http://schemas.microsoft.com/office/drawing/2014/main" id="{C8D34BD8-0434-8F43-8525-1B4C2B91B9A1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4">
                <p14:nvContentPartPr>
                  <p14:cNvPr id="26458" name="Ink 26457">
                    <a:extLst>
                      <a:ext uri="{FF2B5EF4-FFF2-40B4-BE49-F238E27FC236}">
                        <a16:creationId xmlns:a16="http://schemas.microsoft.com/office/drawing/2014/main" id="{F3657CD0-0192-3DEF-27C2-5EA07C241B6F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6458" name="Ink 26457">
                    <a:extLst>
                      <a:ext uri="{FF2B5EF4-FFF2-40B4-BE49-F238E27FC236}">
                        <a16:creationId xmlns:a16="http://schemas.microsoft.com/office/drawing/2014/main" id="{F3657CD0-0192-3DEF-27C2-5EA07C241B6F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5">
                <p14:nvContentPartPr>
                  <p14:cNvPr id="26459" name="Ink 26458">
                    <a:extLst>
                      <a:ext uri="{FF2B5EF4-FFF2-40B4-BE49-F238E27FC236}">
                        <a16:creationId xmlns:a16="http://schemas.microsoft.com/office/drawing/2014/main" id="{76E65D2D-5C2E-38F4-B287-DC992584D9F5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6459" name="Ink 26458">
                    <a:extLst>
                      <a:ext uri="{FF2B5EF4-FFF2-40B4-BE49-F238E27FC236}">
                        <a16:creationId xmlns:a16="http://schemas.microsoft.com/office/drawing/2014/main" id="{76E65D2D-5C2E-38F4-B287-DC992584D9F5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6">
                <p14:nvContentPartPr>
                  <p14:cNvPr id="26460" name="Ink 26459">
                    <a:extLst>
                      <a:ext uri="{FF2B5EF4-FFF2-40B4-BE49-F238E27FC236}">
                        <a16:creationId xmlns:a16="http://schemas.microsoft.com/office/drawing/2014/main" id="{F0F9DBC4-9BB2-5DD3-67D3-6FB69A2079A9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6460" name="Ink 26459">
                    <a:extLst>
                      <a:ext uri="{FF2B5EF4-FFF2-40B4-BE49-F238E27FC236}">
                        <a16:creationId xmlns:a16="http://schemas.microsoft.com/office/drawing/2014/main" id="{F0F9DBC4-9BB2-5DD3-67D3-6FB69A2079A9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7">
                <p14:nvContentPartPr>
                  <p14:cNvPr id="26461" name="Ink 26460">
                    <a:extLst>
                      <a:ext uri="{FF2B5EF4-FFF2-40B4-BE49-F238E27FC236}">
                        <a16:creationId xmlns:a16="http://schemas.microsoft.com/office/drawing/2014/main" id="{6759153C-3659-0340-6793-8D020CF93C9A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6461" name="Ink 26460">
                    <a:extLst>
                      <a:ext uri="{FF2B5EF4-FFF2-40B4-BE49-F238E27FC236}">
                        <a16:creationId xmlns:a16="http://schemas.microsoft.com/office/drawing/2014/main" id="{6759153C-3659-0340-6793-8D020CF93C9A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8">
                <p14:nvContentPartPr>
                  <p14:cNvPr id="26462" name="Ink 26461">
                    <a:extLst>
                      <a:ext uri="{FF2B5EF4-FFF2-40B4-BE49-F238E27FC236}">
                        <a16:creationId xmlns:a16="http://schemas.microsoft.com/office/drawing/2014/main" id="{CEA4CE19-53B9-2BA1-84AC-8FB5C3C30461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6462" name="Ink 26461">
                    <a:extLst>
                      <a:ext uri="{FF2B5EF4-FFF2-40B4-BE49-F238E27FC236}">
                        <a16:creationId xmlns:a16="http://schemas.microsoft.com/office/drawing/2014/main" id="{CEA4CE19-53B9-2BA1-84AC-8FB5C3C30461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89">
                <p14:nvContentPartPr>
                  <p14:cNvPr id="26463" name="Ink 26462">
                    <a:extLst>
                      <a:ext uri="{FF2B5EF4-FFF2-40B4-BE49-F238E27FC236}">
                        <a16:creationId xmlns:a16="http://schemas.microsoft.com/office/drawing/2014/main" id="{00784BA6-B093-DAD7-7C65-92D65E39D039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6463" name="Ink 26462">
                    <a:extLst>
                      <a:ext uri="{FF2B5EF4-FFF2-40B4-BE49-F238E27FC236}">
                        <a16:creationId xmlns:a16="http://schemas.microsoft.com/office/drawing/2014/main" id="{00784BA6-B093-DAD7-7C65-92D65E39D039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0">
                <p14:nvContentPartPr>
                  <p14:cNvPr id="26464" name="Ink 26463">
                    <a:extLst>
                      <a:ext uri="{FF2B5EF4-FFF2-40B4-BE49-F238E27FC236}">
                        <a16:creationId xmlns:a16="http://schemas.microsoft.com/office/drawing/2014/main" id="{4A289D41-7C22-01E6-1BFE-F537AD2067A9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6464" name="Ink 26463">
                    <a:extLst>
                      <a:ext uri="{FF2B5EF4-FFF2-40B4-BE49-F238E27FC236}">
                        <a16:creationId xmlns:a16="http://schemas.microsoft.com/office/drawing/2014/main" id="{4A289D41-7C22-01E6-1BFE-F537AD2067A9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1">
                <p14:nvContentPartPr>
                  <p14:cNvPr id="26465" name="Ink 26464">
                    <a:extLst>
                      <a:ext uri="{FF2B5EF4-FFF2-40B4-BE49-F238E27FC236}">
                        <a16:creationId xmlns:a16="http://schemas.microsoft.com/office/drawing/2014/main" id="{D4884B7D-262E-10C0-8B06-6D13CD03DA6F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6465" name="Ink 26464">
                    <a:extLst>
                      <a:ext uri="{FF2B5EF4-FFF2-40B4-BE49-F238E27FC236}">
                        <a16:creationId xmlns:a16="http://schemas.microsoft.com/office/drawing/2014/main" id="{D4884B7D-262E-10C0-8B06-6D13CD03DA6F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2">
                <p14:nvContentPartPr>
                  <p14:cNvPr id="26466" name="Ink 26465">
                    <a:extLst>
                      <a:ext uri="{FF2B5EF4-FFF2-40B4-BE49-F238E27FC236}">
                        <a16:creationId xmlns:a16="http://schemas.microsoft.com/office/drawing/2014/main" id="{F869BB5F-FC6B-C391-5E40-CCAC8A5E3F80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6466" name="Ink 26465">
                    <a:extLst>
                      <a:ext uri="{FF2B5EF4-FFF2-40B4-BE49-F238E27FC236}">
                        <a16:creationId xmlns:a16="http://schemas.microsoft.com/office/drawing/2014/main" id="{F869BB5F-FC6B-C391-5E40-CCAC8A5E3F80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3">
                <p14:nvContentPartPr>
                  <p14:cNvPr id="26467" name="Ink 26466">
                    <a:extLst>
                      <a:ext uri="{FF2B5EF4-FFF2-40B4-BE49-F238E27FC236}">
                        <a16:creationId xmlns:a16="http://schemas.microsoft.com/office/drawing/2014/main" id="{DB9E278C-71C4-D885-366C-EFF057AF5142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6467" name="Ink 26466">
                    <a:extLst>
                      <a:ext uri="{FF2B5EF4-FFF2-40B4-BE49-F238E27FC236}">
                        <a16:creationId xmlns:a16="http://schemas.microsoft.com/office/drawing/2014/main" id="{DB9E278C-71C4-D885-366C-EFF057AF5142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4">
                <p14:nvContentPartPr>
                  <p14:cNvPr id="26468" name="Ink 26467">
                    <a:extLst>
                      <a:ext uri="{FF2B5EF4-FFF2-40B4-BE49-F238E27FC236}">
                        <a16:creationId xmlns:a16="http://schemas.microsoft.com/office/drawing/2014/main" id="{76A64293-EAA1-AF36-52E2-4E1F367018D0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6468" name="Ink 26467">
                    <a:extLst>
                      <a:ext uri="{FF2B5EF4-FFF2-40B4-BE49-F238E27FC236}">
                        <a16:creationId xmlns:a16="http://schemas.microsoft.com/office/drawing/2014/main" id="{76A64293-EAA1-AF36-52E2-4E1F367018D0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5">
                <p14:nvContentPartPr>
                  <p14:cNvPr id="26469" name="Ink 26468">
                    <a:extLst>
                      <a:ext uri="{FF2B5EF4-FFF2-40B4-BE49-F238E27FC236}">
                        <a16:creationId xmlns:a16="http://schemas.microsoft.com/office/drawing/2014/main" id="{4C1CE688-AFCF-B398-8372-569FF426AEDE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6469" name="Ink 26468">
                    <a:extLst>
                      <a:ext uri="{FF2B5EF4-FFF2-40B4-BE49-F238E27FC236}">
                        <a16:creationId xmlns:a16="http://schemas.microsoft.com/office/drawing/2014/main" id="{4C1CE688-AFCF-B398-8372-569FF426AEDE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6">
                <p14:nvContentPartPr>
                  <p14:cNvPr id="26470" name="Ink 26469">
                    <a:extLst>
                      <a:ext uri="{FF2B5EF4-FFF2-40B4-BE49-F238E27FC236}">
                        <a16:creationId xmlns:a16="http://schemas.microsoft.com/office/drawing/2014/main" id="{19FC77A1-3F1E-BA45-AED6-E908142B70A8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6470" name="Ink 26469">
                    <a:extLst>
                      <a:ext uri="{FF2B5EF4-FFF2-40B4-BE49-F238E27FC236}">
                        <a16:creationId xmlns:a16="http://schemas.microsoft.com/office/drawing/2014/main" id="{19FC77A1-3F1E-BA45-AED6-E908142B70A8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6545" name="Group 26544">
            <a:extLst>
              <a:ext uri="{FF2B5EF4-FFF2-40B4-BE49-F238E27FC236}">
                <a16:creationId xmlns:a16="http://schemas.microsoft.com/office/drawing/2014/main" id="{7A6B0784-5D89-B1CB-BA2A-EF896543F5FB}"/>
              </a:ext>
            </a:extLst>
          </p:cNvPr>
          <p:cNvGrpSpPr>
            <a:grpSpLocks noChangeAspect="1"/>
          </p:cNvGrpSpPr>
          <p:nvPr/>
        </p:nvGrpSpPr>
        <p:grpSpPr>
          <a:xfrm>
            <a:off x="1676954" y="8639148"/>
            <a:ext cx="342918" cy="182880"/>
            <a:chOff x="9395680" y="2795445"/>
            <a:chExt cx="1970280" cy="1750320"/>
          </a:xfrm>
        </p:grpSpPr>
        <p:grpSp>
          <p:nvGrpSpPr>
            <p:cNvPr id="26546" name="Group 79">
              <a:extLst>
                <a:ext uri="{FF2B5EF4-FFF2-40B4-BE49-F238E27FC236}">
                  <a16:creationId xmlns:a16="http://schemas.microsoft.com/office/drawing/2014/main" id="{7954DDB3-4D06-C5DF-8E0B-2512270A6C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6583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9C270AA8-69E7-CB90-BF0A-728147F22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6584" name="Freeform 26583">
                <a:extLst>
                  <a:ext uri="{FF2B5EF4-FFF2-40B4-BE49-F238E27FC236}">
                    <a16:creationId xmlns:a16="http://schemas.microsoft.com/office/drawing/2014/main" id="{323C396A-580B-37EB-1979-9702ABD80343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585" name="Straight Connector 26584">
                <a:extLst>
                  <a:ext uri="{FF2B5EF4-FFF2-40B4-BE49-F238E27FC236}">
                    <a16:creationId xmlns:a16="http://schemas.microsoft.com/office/drawing/2014/main" id="{97D18D4D-095B-769D-1594-0B6F29D358DD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86" name="Straight Connector 26585">
                <a:extLst>
                  <a:ext uri="{FF2B5EF4-FFF2-40B4-BE49-F238E27FC236}">
                    <a16:creationId xmlns:a16="http://schemas.microsoft.com/office/drawing/2014/main" id="{16E68646-18C3-CC29-D1F0-E8DB47D33B27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87" name="Straight Connector 26586">
                <a:extLst>
                  <a:ext uri="{FF2B5EF4-FFF2-40B4-BE49-F238E27FC236}">
                    <a16:creationId xmlns:a16="http://schemas.microsoft.com/office/drawing/2014/main" id="{B877A029-8F48-2FED-9101-B03731821918}"/>
                  </a:ext>
                </a:extLst>
              </p:cNvPr>
              <p:cNvCxnSpPr>
                <a:cxnSpLocks/>
                <a:stCxn id="26583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88" name="Straight Connector 26587">
                <a:extLst>
                  <a:ext uri="{FF2B5EF4-FFF2-40B4-BE49-F238E27FC236}">
                    <a16:creationId xmlns:a16="http://schemas.microsoft.com/office/drawing/2014/main" id="{28D6ED14-050A-101D-3FE6-9E61E7332F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89" name="Straight Connector 26588">
                <a:extLst>
                  <a:ext uri="{FF2B5EF4-FFF2-40B4-BE49-F238E27FC236}">
                    <a16:creationId xmlns:a16="http://schemas.microsoft.com/office/drawing/2014/main" id="{2E117442-2540-ABDC-704B-7C522C47FC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0" name="Straight Connector 26589">
                <a:extLst>
                  <a:ext uri="{FF2B5EF4-FFF2-40B4-BE49-F238E27FC236}">
                    <a16:creationId xmlns:a16="http://schemas.microsoft.com/office/drawing/2014/main" id="{7AD5FF3D-D651-B6AB-D122-6D262564B1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1" name="Straight Connector 26590">
                <a:extLst>
                  <a:ext uri="{FF2B5EF4-FFF2-40B4-BE49-F238E27FC236}">
                    <a16:creationId xmlns:a16="http://schemas.microsoft.com/office/drawing/2014/main" id="{7A06F61C-F453-6636-8F00-82824F4FA2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2" name="Straight Connector 26591">
                <a:extLst>
                  <a:ext uri="{FF2B5EF4-FFF2-40B4-BE49-F238E27FC236}">
                    <a16:creationId xmlns:a16="http://schemas.microsoft.com/office/drawing/2014/main" id="{E803D12C-C311-19EE-188A-DA14D9269A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3" name="Straight Connector 26592">
                <a:extLst>
                  <a:ext uri="{FF2B5EF4-FFF2-40B4-BE49-F238E27FC236}">
                    <a16:creationId xmlns:a16="http://schemas.microsoft.com/office/drawing/2014/main" id="{3B34FDA6-520C-12F2-38B1-3A39BBE33A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4" name="Straight Connector 26593">
                <a:extLst>
                  <a:ext uri="{FF2B5EF4-FFF2-40B4-BE49-F238E27FC236}">
                    <a16:creationId xmlns:a16="http://schemas.microsoft.com/office/drawing/2014/main" id="{D9C2BDB4-8956-8D74-454F-20A2601B50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5" name="Straight Connector 26594">
                <a:extLst>
                  <a:ext uri="{FF2B5EF4-FFF2-40B4-BE49-F238E27FC236}">
                    <a16:creationId xmlns:a16="http://schemas.microsoft.com/office/drawing/2014/main" id="{DEB0CEFF-BAB2-B3AD-8103-5C24E2827F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6" name="Straight Connector 26595">
                <a:extLst>
                  <a:ext uri="{FF2B5EF4-FFF2-40B4-BE49-F238E27FC236}">
                    <a16:creationId xmlns:a16="http://schemas.microsoft.com/office/drawing/2014/main" id="{3D2DC6F4-6DB0-5C4B-D022-AFB7D29B43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7" name="Straight Connector 26596">
                <a:extLst>
                  <a:ext uri="{FF2B5EF4-FFF2-40B4-BE49-F238E27FC236}">
                    <a16:creationId xmlns:a16="http://schemas.microsoft.com/office/drawing/2014/main" id="{4810D78E-19F9-788F-48EB-A9E8DDA1463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8" name="Straight Connector 26597">
                <a:extLst>
                  <a:ext uri="{FF2B5EF4-FFF2-40B4-BE49-F238E27FC236}">
                    <a16:creationId xmlns:a16="http://schemas.microsoft.com/office/drawing/2014/main" id="{BFD28CF4-52A8-D0AF-2A4E-BBD0D6C93B4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9" name="Straight Connector 26598">
                <a:extLst>
                  <a:ext uri="{FF2B5EF4-FFF2-40B4-BE49-F238E27FC236}">
                    <a16:creationId xmlns:a16="http://schemas.microsoft.com/office/drawing/2014/main" id="{6534A973-A6C4-5B23-7E9A-AD2D99AE08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0" name="Straight Connector 26599">
                <a:extLst>
                  <a:ext uri="{FF2B5EF4-FFF2-40B4-BE49-F238E27FC236}">
                    <a16:creationId xmlns:a16="http://schemas.microsoft.com/office/drawing/2014/main" id="{BBF42A35-8564-885D-B2F6-0085B3BC3A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1" name="Straight Connector 26600">
                <a:extLst>
                  <a:ext uri="{FF2B5EF4-FFF2-40B4-BE49-F238E27FC236}">
                    <a16:creationId xmlns:a16="http://schemas.microsoft.com/office/drawing/2014/main" id="{687509C3-3C17-C972-ED2D-CD173D58A1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2" name="Straight Connector 26601">
                <a:extLst>
                  <a:ext uri="{FF2B5EF4-FFF2-40B4-BE49-F238E27FC236}">
                    <a16:creationId xmlns:a16="http://schemas.microsoft.com/office/drawing/2014/main" id="{2D39F501-7790-DF4E-2A1B-294BD4BCDF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3" name="Straight Connector 26602">
                <a:extLst>
                  <a:ext uri="{FF2B5EF4-FFF2-40B4-BE49-F238E27FC236}">
                    <a16:creationId xmlns:a16="http://schemas.microsoft.com/office/drawing/2014/main" id="{904F5A18-5A96-0697-6C46-E862E6FC23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4" name="Straight Connector 26603">
                <a:extLst>
                  <a:ext uri="{FF2B5EF4-FFF2-40B4-BE49-F238E27FC236}">
                    <a16:creationId xmlns:a16="http://schemas.microsoft.com/office/drawing/2014/main" id="{44447193-B883-8F7A-E6F0-E93E31B2FE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5" name="Straight Connector 26604">
                <a:extLst>
                  <a:ext uri="{FF2B5EF4-FFF2-40B4-BE49-F238E27FC236}">
                    <a16:creationId xmlns:a16="http://schemas.microsoft.com/office/drawing/2014/main" id="{94CD148F-4111-981D-60BE-99EB834DDE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6" name="Straight Connector 26605">
                <a:extLst>
                  <a:ext uri="{FF2B5EF4-FFF2-40B4-BE49-F238E27FC236}">
                    <a16:creationId xmlns:a16="http://schemas.microsoft.com/office/drawing/2014/main" id="{E1AD902B-AF7D-3069-43CD-307FFE732D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7" name="Straight Connector 26606">
                <a:extLst>
                  <a:ext uri="{FF2B5EF4-FFF2-40B4-BE49-F238E27FC236}">
                    <a16:creationId xmlns:a16="http://schemas.microsoft.com/office/drawing/2014/main" id="{4AFB8DDA-0430-870E-9B30-F47EFAFA0B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8" name="Straight Connector 26607">
                <a:extLst>
                  <a:ext uri="{FF2B5EF4-FFF2-40B4-BE49-F238E27FC236}">
                    <a16:creationId xmlns:a16="http://schemas.microsoft.com/office/drawing/2014/main" id="{9C7C223E-4418-4C27-B22E-3557B926DD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09" name="Straight Connector 26608">
                <a:extLst>
                  <a:ext uri="{FF2B5EF4-FFF2-40B4-BE49-F238E27FC236}">
                    <a16:creationId xmlns:a16="http://schemas.microsoft.com/office/drawing/2014/main" id="{BC6A045F-DFD8-067A-1ADE-EAC226DF71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0" name="Straight Connector 26609">
                <a:extLst>
                  <a:ext uri="{FF2B5EF4-FFF2-40B4-BE49-F238E27FC236}">
                    <a16:creationId xmlns:a16="http://schemas.microsoft.com/office/drawing/2014/main" id="{29E96799-8BBD-3F4C-EC21-52761938295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1" name="Straight Connector 26610">
                <a:extLst>
                  <a:ext uri="{FF2B5EF4-FFF2-40B4-BE49-F238E27FC236}">
                    <a16:creationId xmlns:a16="http://schemas.microsoft.com/office/drawing/2014/main" id="{4AA7CA62-7324-F392-36B7-A77904CCE4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2" name="Straight Connector 26611">
                <a:extLst>
                  <a:ext uri="{FF2B5EF4-FFF2-40B4-BE49-F238E27FC236}">
                    <a16:creationId xmlns:a16="http://schemas.microsoft.com/office/drawing/2014/main" id="{01B7133C-4B93-C06D-A2BD-C9E90E7A79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3" name="Straight Connector 26612">
                <a:extLst>
                  <a:ext uri="{FF2B5EF4-FFF2-40B4-BE49-F238E27FC236}">
                    <a16:creationId xmlns:a16="http://schemas.microsoft.com/office/drawing/2014/main" id="{0F39740F-8C40-3570-0433-406ED33260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4" name="Straight Connector 26613">
                <a:extLst>
                  <a:ext uri="{FF2B5EF4-FFF2-40B4-BE49-F238E27FC236}">
                    <a16:creationId xmlns:a16="http://schemas.microsoft.com/office/drawing/2014/main" id="{8C13068A-4B42-76B8-398E-A8A2743F9A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5" name="Straight Connector 26614">
                <a:extLst>
                  <a:ext uri="{FF2B5EF4-FFF2-40B4-BE49-F238E27FC236}">
                    <a16:creationId xmlns:a16="http://schemas.microsoft.com/office/drawing/2014/main" id="{50DF5302-B7AB-83C5-81F4-C6AD4662C59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6" name="Straight Connector 26615">
                <a:extLst>
                  <a:ext uri="{FF2B5EF4-FFF2-40B4-BE49-F238E27FC236}">
                    <a16:creationId xmlns:a16="http://schemas.microsoft.com/office/drawing/2014/main" id="{732ADE0E-A819-2550-E8C0-D0A55361D0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7" name="Straight Connector 26616">
                <a:extLst>
                  <a:ext uri="{FF2B5EF4-FFF2-40B4-BE49-F238E27FC236}">
                    <a16:creationId xmlns:a16="http://schemas.microsoft.com/office/drawing/2014/main" id="{139D12D0-F0A4-13E0-07EC-37950009DB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8" name="Straight Connector 26617">
                <a:extLst>
                  <a:ext uri="{FF2B5EF4-FFF2-40B4-BE49-F238E27FC236}">
                    <a16:creationId xmlns:a16="http://schemas.microsoft.com/office/drawing/2014/main" id="{1ABA4D94-3F42-E1F9-9116-BE541C2CB9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19" name="Straight Connector 26618">
                <a:extLst>
                  <a:ext uri="{FF2B5EF4-FFF2-40B4-BE49-F238E27FC236}">
                    <a16:creationId xmlns:a16="http://schemas.microsoft.com/office/drawing/2014/main" id="{747C39EA-40D4-B783-CC0F-57F1B19E20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0" name="Straight Connector 26619">
                <a:extLst>
                  <a:ext uri="{FF2B5EF4-FFF2-40B4-BE49-F238E27FC236}">
                    <a16:creationId xmlns:a16="http://schemas.microsoft.com/office/drawing/2014/main" id="{7DF41594-30D0-AC82-D34B-7503B422A8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1" name="Straight Connector 26620">
                <a:extLst>
                  <a:ext uri="{FF2B5EF4-FFF2-40B4-BE49-F238E27FC236}">
                    <a16:creationId xmlns:a16="http://schemas.microsoft.com/office/drawing/2014/main" id="{01A32F88-CC88-7F46-5346-192B4B4F81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2" name="Straight Connector 26621">
                <a:extLst>
                  <a:ext uri="{FF2B5EF4-FFF2-40B4-BE49-F238E27FC236}">
                    <a16:creationId xmlns:a16="http://schemas.microsoft.com/office/drawing/2014/main" id="{9406A7EE-7479-776C-928F-75CD9CA0B89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3" name="Straight Connector 26622">
                <a:extLst>
                  <a:ext uri="{FF2B5EF4-FFF2-40B4-BE49-F238E27FC236}">
                    <a16:creationId xmlns:a16="http://schemas.microsoft.com/office/drawing/2014/main" id="{2072951E-D501-410E-D2FD-9FFE21FA4D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4" name="Straight Connector 26623">
                <a:extLst>
                  <a:ext uri="{FF2B5EF4-FFF2-40B4-BE49-F238E27FC236}">
                    <a16:creationId xmlns:a16="http://schemas.microsoft.com/office/drawing/2014/main" id="{951134D1-1332-4F9A-DBA3-B06E68668F0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5" name="Straight Connector 26624">
                <a:extLst>
                  <a:ext uri="{FF2B5EF4-FFF2-40B4-BE49-F238E27FC236}">
                    <a16:creationId xmlns:a16="http://schemas.microsoft.com/office/drawing/2014/main" id="{BB9E96B1-334D-9B1E-8ACB-4469E46E6F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6" name="Straight Connector 26625">
                <a:extLst>
                  <a:ext uri="{FF2B5EF4-FFF2-40B4-BE49-F238E27FC236}">
                    <a16:creationId xmlns:a16="http://schemas.microsoft.com/office/drawing/2014/main" id="{218D5576-5F3E-56A4-F037-DCED3CF131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7" name="Straight Connector 26626">
                <a:extLst>
                  <a:ext uri="{FF2B5EF4-FFF2-40B4-BE49-F238E27FC236}">
                    <a16:creationId xmlns:a16="http://schemas.microsoft.com/office/drawing/2014/main" id="{9CDB2E43-8EC3-754D-46B3-04AB1CABA4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8" name="Straight Connector 26627">
                <a:extLst>
                  <a:ext uri="{FF2B5EF4-FFF2-40B4-BE49-F238E27FC236}">
                    <a16:creationId xmlns:a16="http://schemas.microsoft.com/office/drawing/2014/main" id="{F524A5EF-40BE-8A4D-B778-C092B1999C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29" name="Straight Connector 26628">
                <a:extLst>
                  <a:ext uri="{FF2B5EF4-FFF2-40B4-BE49-F238E27FC236}">
                    <a16:creationId xmlns:a16="http://schemas.microsoft.com/office/drawing/2014/main" id="{DEDCDF94-7726-4230-A24B-05D7611B87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0" name="Straight Connector 26629">
                <a:extLst>
                  <a:ext uri="{FF2B5EF4-FFF2-40B4-BE49-F238E27FC236}">
                    <a16:creationId xmlns:a16="http://schemas.microsoft.com/office/drawing/2014/main" id="{40C42437-0086-8CB6-9066-18B5B104EC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1" name="Straight Connector 26630">
                <a:extLst>
                  <a:ext uri="{FF2B5EF4-FFF2-40B4-BE49-F238E27FC236}">
                    <a16:creationId xmlns:a16="http://schemas.microsoft.com/office/drawing/2014/main" id="{6993EBBC-133B-DDA4-BC4F-E192245EFC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2" name="Straight Connector 26631">
                <a:extLst>
                  <a:ext uri="{FF2B5EF4-FFF2-40B4-BE49-F238E27FC236}">
                    <a16:creationId xmlns:a16="http://schemas.microsoft.com/office/drawing/2014/main" id="{66A67736-F36A-5422-B495-DBF1413D111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3" name="Straight Connector 26632">
                <a:extLst>
                  <a:ext uri="{FF2B5EF4-FFF2-40B4-BE49-F238E27FC236}">
                    <a16:creationId xmlns:a16="http://schemas.microsoft.com/office/drawing/2014/main" id="{F3EC8DE5-D41E-3CEE-278C-B8ED6683B4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4" name="Straight Connector 26633">
                <a:extLst>
                  <a:ext uri="{FF2B5EF4-FFF2-40B4-BE49-F238E27FC236}">
                    <a16:creationId xmlns:a16="http://schemas.microsoft.com/office/drawing/2014/main" id="{9E031623-6189-63F1-C31C-75A3ECEF16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5" name="Straight Connector 26634">
                <a:extLst>
                  <a:ext uri="{FF2B5EF4-FFF2-40B4-BE49-F238E27FC236}">
                    <a16:creationId xmlns:a16="http://schemas.microsoft.com/office/drawing/2014/main" id="{9A89C6EB-AEE3-629D-B7C5-D670B0B702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6" name="Straight Connector 26635">
                <a:extLst>
                  <a:ext uri="{FF2B5EF4-FFF2-40B4-BE49-F238E27FC236}">
                    <a16:creationId xmlns:a16="http://schemas.microsoft.com/office/drawing/2014/main" id="{4D31CBC3-C11B-5A34-5915-E4F580133D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7" name="Straight Connector 26636">
                <a:extLst>
                  <a:ext uri="{FF2B5EF4-FFF2-40B4-BE49-F238E27FC236}">
                    <a16:creationId xmlns:a16="http://schemas.microsoft.com/office/drawing/2014/main" id="{1C00E43F-850E-5569-C1CF-A19BF865608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8" name="Straight Connector 26637">
                <a:extLst>
                  <a:ext uri="{FF2B5EF4-FFF2-40B4-BE49-F238E27FC236}">
                    <a16:creationId xmlns:a16="http://schemas.microsoft.com/office/drawing/2014/main" id="{A94A40D8-5D1E-48EE-CB55-70E19A4B1B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39" name="Straight Connector 26638">
                <a:extLst>
                  <a:ext uri="{FF2B5EF4-FFF2-40B4-BE49-F238E27FC236}">
                    <a16:creationId xmlns:a16="http://schemas.microsoft.com/office/drawing/2014/main" id="{27965367-BB16-46D4-3719-245654F8A6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0" name="Straight Connector 26639">
                <a:extLst>
                  <a:ext uri="{FF2B5EF4-FFF2-40B4-BE49-F238E27FC236}">
                    <a16:creationId xmlns:a16="http://schemas.microsoft.com/office/drawing/2014/main" id="{B1B37638-13C8-9DAE-C221-3A3B1E0A3E4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1" name="Straight Connector 26640">
                <a:extLst>
                  <a:ext uri="{FF2B5EF4-FFF2-40B4-BE49-F238E27FC236}">
                    <a16:creationId xmlns:a16="http://schemas.microsoft.com/office/drawing/2014/main" id="{B36FA01B-6060-8E0C-34E4-8BF0A0C423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2" name="Straight Connector 26641">
                <a:extLst>
                  <a:ext uri="{FF2B5EF4-FFF2-40B4-BE49-F238E27FC236}">
                    <a16:creationId xmlns:a16="http://schemas.microsoft.com/office/drawing/2014/main" id="{1EA431C2-FDB7-363A-C356-F51C453B3C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3" name="Straight Connector 26642">
                <a:extLst>
                  <a:ext uri="{FF2B5EF4-FFF2-40B4-BE49-F238E27FC236}">
                    <a16:creationId xmlns:a16="http://schemas.microsoft.com/office/drawing/2014/main" id="{74B7780C-4745-BDF4-BABB-30BA092666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4" name="Straight Connector 26643">
                <a:extLst>
                  <a:ext uri="{FF2B5EF4-FFF2-40B4-BE49-F238E27FC236}">
                    <a16:creationId xmlns:a16="http://schemas.microsoft.com/office/drawing/2014/main" id="{D3194B59-FF4A-65D2-C423-EEC86F89D90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5" name="Straight Connector 26644">
                <a:extLst>
                  <a:ext uri="{FF2B5EF4-FFF2-40B4-BE49-F238E27FC236}">
                    <a16:creationId xmlns:a16="http://schemas.microsoft.com/office/drawing/2014/main" id="{2A662FAE-5110-43BF-6D33-A1AA559B84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6" name="Straight Connector 26645">
                <a:extLst>
                  <a:ext uri="{FF2B5EF4-FFF2-40B4-BE49-F238E27FC236}">
                    <a16:creationId xmlns:a16="http://schemas.microsoft.com/office/drawing/2014/main" id="{0D49B299-87EC-2E3B-9CBB-CE357F6873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7" name="Straight Connector 26646">
                <a:extLst>
                  <a:ext uri="{FF2B5EF4-FFF2-40B4-BE49-F238E27FC236}">
                    <a16:creationId xmlns:a16="http://schemas.microsoft.com/office/drawing/2014/main" id="{43189047-56A1-B6C2-7BBA-D1C8FA5E2CF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8" name="Straight Connector 26647">
                <a:extLst>
                  <a:ext uri="{FF2B5EF4-FFF2-40B4-BE49-F238E27FC236}">
                    <a16:creationId xmlns:a16="http://schemas.microsoft.com/office/drawing/2014/main" id="{830D8271-EE9A-F3C5-A6A4-1553DD113A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49" name="Straight Connector 26648">
                <a:extLst>
                  <a:ext uri="{FF2B5EF4-FFF2-40B4-BE49-F238E27FC236}">
                    <a16:creationId xmlns:a16="http://schemas.microsoft.com/office/drawing/2014/main" id="{C20E424C-F547-D090-1B45-4937FDC7BC5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0" name="Straight Connector 26649">
                <a:extLst>
                  <a:ext uri="{FF2B5EF4-FFF2-40B4-BE49-F238E27FC236}">
                    <a16:creationId xmlns:a16="http://schemas.microsoft.com/office/drawing/2014/main" id="{35DABF4A-30F9-D97E-E496-198E7D38447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1" name="Straight Connector 26650">
                <a:extLst>
                  <a:ext uri="{FF2B5EF4-FFF2-40B4-BE49-F238E27FC236}">
                    <a16:creationId xmlns:a16="http://schemas.microsoft.com/office/drawing/2014/main" id="{FAEDFA92-1531-E465-E5E4-73A1FFC9CF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2" name="Straight Connector 26651">
                <a:extLst>
                  <a:ext uri="{FF2B5EF4-FFF2-40B4-BE49-F238E27FC236}">
                    <a16:creationId xmlns:a16="http://schemas.microsoft.com/office/drawing/2014/main" id="{4D2EA3F9-4550-709C-C0BE-F0EDD1364D8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3" name="Straight Connector 26652">
                <a:extLst>
                  <a:ext uri="{FF2B5EF4-FFF2-40B4-BE49-F238E27FC236}">
                    <a16:creationId xmlns:a16="http://schemas.microsoft.com/office/drawing/2014/main" id="{F38CAFC9-19D0-C7C3-DDEB-B20C15434A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4" name="Straight Connector 26653">
                <a:extLst>
                  <a:ext uri="{FF2B5EF4-FFF2-40B4-BE49-F238E27FC236}">
                    <a16:creationId xmlns:a16="http://schemas.microsoft.com/office/drawing/2014/main" id="{0B009C09-CBD4-33B6-5BA1-866521C68A9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5" name="Straight Connector 26654">
                <a:extLst>
                  <a:ext uri="{FF2B5EF4-FFF2-40B4-BE49-F238E27FC236}">
                    <a16:creationId xmlns:a16="http://schemas.microsoft.com/office/drawing/2014/main" id="{98F1B71D-DAE9-11FC-A0ED-D5511CFA0E6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6" name="Straight Connector 26655">
                <a:extLst>
                  <a:ext uri="{FF2B5EF4-FFF2-40B4-BE49-F238E27FC236}">
                    <a16:creationId xmlns:a16="http://schemas.microsoft.com/office/drawing/2014/main" id="{BE8FA8FA-04C7-3781-C3B8-3F73E82EDA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547" name="Group 26546">
              <a:extLst>
                <a:ext uri="{FF2B5EF4-FFF2-40B4-BE49-F238E27FC236}">
                  <a16:creationId xmlns:a16="http://schemas.microsoft.com/office/drawing/2014/main" id="{45FAA4FE-F85A-5D30-2867-A7324AB6029E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797">
                <p14:nvContentPartPr>
                  <p14:cNvPr id="26548" name="Ink 26547">
                    <a:extLst>
                      <a:ext uri="{FF2B5EF4-FFF2-40B4-BE49-F238E27FC236}">
                        <a16:creationId xmlns:a16="http://schemas.microsoft.com/office/drawing/2014/main" id="{FCEF2E02-8E31-5E1E-7563-78618718F724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6548" name="Ink 26547">
                    <a:extLst>
                      <a:ext uri="{FF2B5EF4-FFF2-40B4-BE49-F238E27FC236}">
                        <a16:creationId xmlns:a16="http://schemas.microsoft.com/office/drawing/2014/main" id="{FCEF2E02-8E31-5E1E-7563-78618718F724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8">
                <p14:nvContentPartPr>
                  <p14:cNvPr id="26549" name="Ink 26548">
                    <a:extLst>
                      <a:ext uri="{FF2B5EF4-FFF2-40B4-BE49-F238E27FC236}">
                        <a16:creationId xmlns:a16="http://schemas.microsoft.com/office/drawing/2014/main" id="{6D33033B-2F41-0002-EFD0-296E60B2284A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6549" name="Ink 26548">
                    <a:extLst>
                      <a:ext uri="{FF2B5EF4-FFF2-40B4-BE49-F238E27FC236}">
                        <a16:creationId xmlns:a16="http://schemas.microsoft.com/office/drawing/2014/main" id="{6D33033B-2F41-0002-EFD0-296E60B2284A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799">
                <p14:nvContentPartPr>
                  <p14:cNvPr id="26550" name="Ink 26549">
                    <a:extLst>
                      <a:ext uri="{FF2B5EF4-FFF2-40B4-BE49-F238E27FC236}">
                        <a16:creationId xmlns:a16="http://schemas.microsoft.com/office/drawing/2014/main" id="{0B8C5AF3-F852-2D7C-3C55-E189AB316C6F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6550" name="Ink 26549">
                    <a:extLst>
                      <a:ext uri="{FF2B5EF4-FFF2-40B4-BE49-F238E27FC236}">
                        <a16:creationId xmlns:a16="http://schemas.microsoft.com/office/drawing/2014/main" id="{0B8C5AF3-F852-2D7C-3C55-E189AB316C6F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0">
                <p14:nvContentPartPr>
                  <p14:cNvPr id="26551" name="Ink 26550">
                    <a:extLst>
                      <a:ext uri="{FF2B5EF4-FFF2-40B4-BE49-F238E27FC236}">
                        <a16:creationId xmlns:a16="http://schemas.microsoft.com/office/drawing/2014/main" id="{A26D7DB3-5906-8EA2-1129-F28372EC8995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6551" name="Ink 26550">
                    <a:extLst>
                      <a:ext uri="{FF2B5EF4-FFF2-40B4-BE49-F238E27FC236}">
                        <a16:creationId xmlns:a16="http://schemas.microsoft.com/office/drawing/2014/main" id="{A26D7DB3-5906-8EA2-1129-F28372EC8995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1">
                <p14:nvContentPartPr>
                  <p14:cNvPr id="26552" name="Ink 26551">
                    <a:extLst>
                      <a:ext uri="{FF2B5EF4-FFF2-40B4-BE49-F238E27FC236}">
                        <a16:creationId xmlns:a16="http://schemas.microsoft.com/office/drawing/2014/main" id="{3B4F27F5-17B8-CFEC-C72F-90A612C79C7B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6552" name="Ink 26551">
                    <a:extLst>
                      <a:ext uri="{FF2B5EF4-FFF2-40B4-BE49-F238E27FC236}">
                        <a16:creationId xmlns:a16="http://schemas.microsoft.com/office/drawing/2014/main" id="{3B4F27F5-17B8-CFEC-C72F-90A612C79C7B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2">
                <p14:nvContentPartPr>
                  <p14:cNvPr id="26553" name="Ink 26552">
                    <a:extLst>
                      <a:ext uri="{FF2B5EF4-FFF2-40B4-BE49-F238E27FC236}">
                        <a16:creationId xmlns:a16="http://schemas.microsoft.com/office/drawing/2014/main" id="{487548C2-629A-9A1C-CD85-31085E2DF136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6553" name="Ink 26552">
                    <a:extLst>
                      <a:ext uri="{FF2B5EF4-FFF2-40B4-BE49-F238E27FC236}">
                        <a16:creationId xmlns:a16="http://schemas.microsoft.com/office/drawing/2014/main" id="{487548C2-629A-9A1C-CD85-31085E2DF136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3">
                <p14:nvContentPartPr>
                  <p14:cNvPr id="26554" name="Ink 26553">
                    <a:extLst>
                      <a:ext uri="{FF2B5EF4-FFF2-40B4-BE49-F238E27FC236}">
                        <a16:creationId xmlns:a16="http://schemas.microsoft.com/office/drawing/2014/main" id="{64394CB6-6C16-E5F4-34DB-5A9C4990D395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6554" name="Ink 26553">
                    <a:extLst>
                      <a:ext uri="{FF2B5EF4-FFF2-40B4-BE49-F238E27FC236}">
                        <a16:creationId xmlns:a16="http://schemas.microsoft.com/office/drawing/2014/main" id="{64394CB6-6C16-E5F4-34DB-5A9C4990D395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4">
                <p14:nvContentPartPr>
                  <p14:cNvPr id="26555" name="Ink 26554">
                    <a:extLst>
                      <a:ext uri="{FF2B5EF4-FFF2-40B4-BE49-F238E27FC236}">
                        <a16:creationId xmlns:a16="http://schemas.microsoft.com/office/drawing/2014/main" id="{01ECC4FE-7BE4-F66A-F448-541E16242C58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6555" name="Ink 26554">
                    <a:extLst>
                      <a:ext uri="{FF2B5EF4-FFF2-40B4-BE49-F238E27FC236}">
                        <a16:creationId xmlns:a16="http://schemas.microsoft.com/office/drawing/2014/main" id="{01ECC4FE-7BE4-F66A-F448-541E16242C58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5">
                <p14:nvContentPartPr>
                  <p14:cNvPr id="26556" name="Ink 26555">
                    <a:extLst>
                      <a:ext uri="{FF2B5EF4-FFF2-40B4-BE49-F238E27FC236}">
                        <a16:creationId xmlns:a16="http://schemas.microsoft.com/office/drawing/2014/main" id="{EA6F67D4-68D1-A939-5422-3D92961B8DFA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6556" name="Ink 26555">
                    <a:extLst>
                      <a:ext uri="{FF2B5EF4-FFF2-40B4-BE49-F238E27FC236}">
                        <a16:creationId xmlns:a16="http://schemas.microsoft.com/office/drawing/2014/main" id="{EA6F67D4-68D1-A939-5422-3D92961B8DFA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6">
                <p14:nvContentPartPr>
                  <p14:cNvPr id="26557" name="Ink 26556">
                    <a:extLst>
                      <a:ext uri="{FF2B5EF4-FFF2-40B4-BE49-F238E27FC236}">
                        <a16:creationId xmlns:a16="http://schemas.microsoft.com/office/drawing/2014/main" id="{3E040A27-757D-5A0B-901C-68DB6C3A979B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6557" name="Ink 26556">
                    <a:extLst>
                      <a:ext uri="{FF2B5EF4-FFF2-40B4-BE49-F238E27FC236}">
                        <a16:creationId xmlns:a16="http://schemas.microsoft.com/office/drawing/2014/main" id="{3E040A27-757D-5A0B-901C-68DB6C3A979B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7">
                <p14:nvContentPartPr>
                  <p14:cNvPr id="26558" name="Ink 26557">
                    <a:extLst>
                      <a:ext uri="{FF2B5EF4-FFF2-40B4-BE49-F238E27FC236}">
                        <a16:creationId xmlns:a16="http://schemas.microsoft.com/office/drawing/2014/main" id="{146A455B-7300-61DA-0AB9-1317D852CE3F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6558" name="Ink 26557">
                    <a:extLst>
                      <a:ext uri="{FF2B5EF4-FFF2-40B4-BE49-F238E27FC236}">
                        <a16:creationId xmlns:a16="http://schemas.microsoft.com/office/drawing/2014/main" id="{146A455B-7300-61DA-0AB9-1317D852CE3F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8">
                <p14:nvContentPartPr>
                  <p14:cNvPr id="26559" name="Ink 26558">
                    <a:extLst>
                      <a:ext uri="{FF2B5EF4-FFF2-40B4-BE49-F238E27FC236}">
                        <a16:creationId xmlns:a16="http://schemas.microsoft.com/office/drawing/2014/main" id="{1D215B50-1B7B-CE02-230C-04A7D2116E18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6559" name="Ink 26558">
                    <a:extLst>
                      <a:ext uri="{FF2B5EF4-FFF2-40B4-BE49-F238E27FC236}">
                        <a16:creationId xmlns:a16="http://schemas.microsoft.com/office/drawing/2014/main" id="{1D215B50-1B7B-CE02-230C-04A7D2116E18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09">
                <p14:nvContentPartPr>
                  <p14:cNvPr id="26560" name="Ink 26559">
                    <a:extLst>
                      <a:ext uri="{FF2B5EF4-FFF2-40B4-BE49-F238E27FC236}">
                        <a16:creationId xmlns:a16="http://schemas.microsoft.com/office/drawing/2014/main" id="{87973195-886E-D3AC-5EB0-2D7A49333C6A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6560" name="Ink 26559">
                    <a:extLst>
                      <a:ext uri="{FF2B5EF4-FFF2-40B4-BE49-F238E27FC236}">
                        <a16:creationId xmlns:a16="http://schemas.microsoft.com/office/drawing/2014/main" id="{87973195-886E-D3AC-5EB0-2D7A49333C6A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0">
                <p14:nvContentPartPr>
                  <p14:cNvPr id="26561" name="Ink 26560">
                    <a:extLst>
                      <a:ext uri="{FF2B5EF4-FFF2-40B4-BE49-F238E27FC236}">
                        <a16:creationId xmlns:a16="http://schemas.microsoft.com/office/drawing/2014/main" id="{6A52851D-C07B-97D8-E35D-9CE3D33434F3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6561" name="Ink 26560">
                    <a:extLst>
                      <a:ext uri="{FF2B5EF4-FFF2-40B4-BE49-F238E27FC236}">
                        <a16:creationId xmlns:a16="http://schemas.microsoft.com/office/drawing/2014/main" id="{6A52851D-C07B-97D8-E35D-9CE3D33434F3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1">
                <p14:nvContentPartPr>
                  <p14:cNvPr id="26562" name="Ink 26561">
                    <a:extLst>
                      <a:ext uri="{FF2B5EF4-FFF2-40B4-BE49-F238E27FC236}">
                        <a16:creationId xmlns:a16="http://schemas.microsoft.com/office/drawing/2014/main" id="{DBCB5111-2918-EE16-63C2-AA4FD9576BAB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6562" name="Ink 26561">
                    <a:extLst>
                      <a:ext uri="{FF2B5EF4-FFF2-40B4-BE49-F238E27FC236}">
                        <a16:creationId xmlns:a16="http://schemas.microsoft.com/office/drawing/2014/main" id="{DBCB5111-2918-EE16-63C2-AA4FD9576BAB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2">
                <p14:nvContentPartPr>
                  <p14:cNvPr id="26563" name="Ink 26562">
                    <a:extLst>
                      <a:ext uri="{FF2B5EF4-FFF2-40B4-BE49-F238E27FC236}">
                        <a16:creationId xmlns:a16="http://schemas.microsoft.com/office/drawing/2014/main" id="{690A9FF7-0C77-285A-0253-3D8382CBF718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6563" name="Ink 26562">
                    <a:extLst>
                      <a:ext uri="{FF2B5EF4-FFF2-40B4-BE49-F238E27FC236}">
                        <a16:creationId xmlns:a16="http://schemas.microsoft.com/office/drawing/2014/main" id="{690A9FF7-0C77-285A-0253-3D8382CBF718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3">
                <p14:nvContentPartPr>
                  <p14:cNvPr id="26564" name="Ink 26563">
                    <a:extLst>
                      <a:ext uri="{FF2B5EF4-FFF2-40B4-BE49-F238E27FC236}">
                        <a16:creationId xmlns:a16="http://schemas.microsoft.com/office/drawing/2014/main" id="{99A66F70-FDC1-041A-64AE-79C5CA5D3B98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6564" name="Ink 26563">
                    <a:extLst>
                      <a:ext uri="{FF2B5EF4-FFF2-40B4-BE49-F238E27FC236}">
                        <a16:creationId xmlns:a16="http://schemas.microsoft.com/office/drawing/2014/main" id="{99A66F70-FDC1-041A-64AE-79C5CA5D3B98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4">
                <p14:nvContentPartPr>
                  <p14:cNvPr id="26565" name="Ink 26564">
                    <a:extLst>
                      <a:ext uri="{FF2B5EF4-FFF2-40B4-BE49-F238E27FC236}">
                        <a16:creationId xmlns:a16="http://schemas.microsoft.com/office/drawing/2014/main" id="{5B718BBD-407F-83AC-8484-5DD4529F25A3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6565" name="Ink 26564">
                    <a:extLst>
                      <a:ext uri="{FF2B5EF4-FFF2-40B4-BE49-F238E27FC236}">
                        <a16:creationId xmlns:a16="http://schemas.microsoft.com/office/drawing/2014/main" id="{5B718BBD-407F-83AC-8484-5DD4529F25A3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5">
                <p14:nvContentPartPr>
                  <p14:cNvPr id="26566" name="Ink 26565">
                    <a:extLst>
                      <a:ext uri="{FF2B5EF4-FFF2-40B4-BE49-F238E27FC236}">
                        <a16:creationId xmlns:a16="http://schemas.microsoft.com/office/drawing/2014/main" id="{31E00C5B-2156-F3CA-3E79-A3C62C93969E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6566" name="Ink 26565">
                    <a:extLst>
                      <a:ext uri="{FF2B5EF4-FFF2-40B4-BE49-F238E27FC236}">
                        <a16:creationId xmlns:a16="http://schemas.microsoft.com/office/drawing/2014/main" id="{31E00C5B-2156-F3CA-3E79-A3C62C93969E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6">
                <p14:nvContentPartPr>
                  <p14:cNvPr id="26567" name="Ink 26566">
                    <a:extLst>
                      <a:ext uri="{FF2B5EF4-FFF2-40B4-BE49-F238E27FC236}">
                        <a16:creationId xmlns:a16="http://schemas.microsoft.com/office/drawing/2014/main" id="{9E213A69-B008-D3ED-9787-447062E0C900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6567" name="Ink 26566">
                    <a:extLst>
                      <a:ext uri="{FF2B5EF4-FFF2-40B4-BE49-F238E27FC236}">
                        <a16:creationId xmlns:a16="http://schemas.microsoft.com/office/drawing/2014/main" id="{9E213A69-B008-D3ED-9787-447062E0C900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7">
                <p14:nvContentPartPr>
                  <p14:cNvPr id="26568" name="Ink 26567">
                    <a:extLst>
                      <a:ext uri="{FF2B5EF4-FFF2-40B4-BE49-F238E27FC236}">
                        <a16:creationId xmlns:a16="http://schemas.microsoft.com/office/drawing/2014/main" id="{FB4A8248-669B-788E-8C3A-67BB2FCF0177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6568" name="Ink 26567">
                    <a:extLst>
                      <a:ext uri="{FF2B5EF4-FFF2-40B4-BE49-F238E27FC236}">
                        <a16:creationId xmlns:a16="http://schemas.microsoft.com/office/drawing/2014/main" id="{FB4A8248-669B-788E-8C3A-67BB2FCF0177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8">
                <p14:nvContentPartPr>
                  <p14:cNvPr id="26569" name="Ink 26568">
                    <a:extLst>
                      <a:ext uri="{FF2B5EF4-FFF2-40B4-BE49-F238E27FC236}">
                        <a16:creationId xmlns:a16="http://schemas.microsoft.com/office/drawing/2014/main" id="{CDEEB129-5A61-1658-750B-C3B37E478B28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6569" name="Ink 26568">
                    <a:extLst>
                      <a:ext uri="{FF2B5EF4-FFF2-40B4-BE49-F238E27FC236}">
                        <a16:creationId xmlns:a16="http://schemas.microsoft.com/office/drawing/2014/main" id="{CDEEB129-5A61-1658-750B-C3B37E478B28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19">
                <p14:nvContentPartPr>
                  <p14:cNvPr id="26570" name="Ink 26569">
                    <a:extLst>
                      <a:ext uri="{FF2B5EF4-FFF2-40B4-BE49-F238E27FC236}">
                        <a16:creationId xmlns:a16="http://schemas.microsoft.com/office/drawing/2014/main" id="{3E2BB64B-EA64-BDE2-E96B-F319C4949839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6570" name="Ink 26569">
                    <a:extLst>
                      <a:ext uri="{FF2B5EF4-FFF2-40B4-BE49-F238E27FC236}">
                        <a16:creationId xmlns:a16="http://schemas.microsoft.com/office/drawing/2014/main" id="{3E2BB64B-EA64-BDE2-E96B-F319C4949839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0">
                <p14:nvContentPartPr>
                  <p14:cNvPr id="26571" name="Ink 26570">
                    <a:extLst>
                      <a:ext uri="{FF2B5EF4-FFF2-40B4-BE49-F238E27FC236}">
                        <a16:creationId xmlns:a16="http://schemas.microsoft.com/office/drawing/2014/main" id="{DC7A0B6D-C1E8-FF12-96B2-793231EE05BB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6571" name="Ink 26570">
                    <a:extLst>
                      <a:ext uri="{FF2B5EF4-FFF2-40B4-BE49-F238E27FC236}">
                        <a16:creationId xmlns:a16="http://schemas.microsoft.com/office/drawing/2014/main" id="{DC7A0B6D-C1E8-FF12-96B2-793231EE05BB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1">
                <p14:nvContentPartPr>
                  <p14:cNvPr id="26572" name="Ink 26571">
                    <a:extLst>
                      <a:ext uri="{FF2B5EF4-FFF2-40B4-BE49-F238E27FC236}">
                        <a16:creationId xmlns:a16="http://schemas.microsoft.com/office/drawing/2014/main" id="{37F3ACC3-8FCD-56D7-000E-59831EC22BE5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6572" name="Ink 26571">
                    <a:extLst>
                      <a:ext uri="{FF2B5EF4-FFF2-40B4-BE49-F238E27FC236}">
                        <a16:creationId xmlns:a16="http://schemas.microsoft.com/office/drawing/2014/main" id="{37F3ACC3-8FCD-56D7-000E-59831EC22BE5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2">
                <p14:nvContentPartPr>
                  <p14:cNvPr id="26573" name="Ink 26572">
                    <a:extLst>
                      <a:ext uri="{FF2B5EF4-FFF2-40B4-BE49-F238E27FC236}">
                        <a16:creationId xmlns:a16="http://schemas.microsoft.com/office/drawing/2014/main" id="{878EA55E-310D-B9E8-CCFB-8C477B1A63B4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6573" name="Ink 26572">
                    <a:extLst>
                      <a:ext uri="{FF2B5EF4-FFF2-40B4-BE49-F238E27FC236}">
                        <a16:creationId xmlns:a16="http://schemas.microsoft.com/office/drawing/2014/main" id="{878EA55E-310D-B9E8-CCFB-8C477B1A63B4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3">
                <p14:nvContentPartPr>
                  <p14:cNvPr id="26574" name="Ink 26573">
                    <a:extLst>
                      <a:ext uri="{FF2B5EF4-FFF2-40B4-BE49-F238E27FC236}">
                        <a16:creationId xmlns:a16="http://schemas.microsoft.com/office/drawing/2014/main" id="{2B4F5366-3EB2-6AC1-1AC3-986D1ACA6CBC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6574" name="Ink 26573">
                    <a:extLst>
                      <a:ext uri="{FF2B5EF4-FFF2-40B4-BE49-F238E27FC236}">
                        <a16:creationId xmlns:a16="http://schemas.microsoft.com/office/drawing/2014/main" id="{2B4F5366-3EB2-6AC1-1AC3-986D1ACA6CBC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4">
                <p14:nvContentPartPr>
                  <p14:cNvPr id="26575" name="Ink 26574">
                    <a:extLst>
                      <a:ext uri="{FF2B5EF4-FFF2-40B4-BE49-F238E27FC236}">
                        <a16:creationId xmlns:a16="http://schemas.microsoft.com/office/drawing/2014/main" id="{4318BB05-2503-4605-FD74-9B1DD20C87FC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6575" name="Ink 26574">
                    <a:extLst>
                      <a:ext uri="{FF2B5EF4-FFF2-40B4-BE49-F238E27FC236}">
                        <a16:creationId xmlns:a16="http://schemas.microsoft.com/office/drawing/2014/main" id="{4318BB05-2503-4605-FD74-9B1DD20C87FC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5">
                <p14:nvContentPartPr>
                  <p14:cNvPr id="26576" name="Ink 26575">
                    <a:extLst>
                      <a:ext uri="{FF2B5EF4-FFF2-40B4-BE49-F238E27FC236}">
                        <a16:creationId xmlns:a16="http://schemas.microsoft.com/office/drawing/2014/main" id="{0111024D-DDE2-6455-8C9E-D6FFDB6BBD68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6576" name="Ink 26575">
                    <a:extLst>
                      <a:ext uri="{FF2B5EF4-FFF2-40B4-BE49-F238E27FC236}">
                        <a16:creationId xmlns:a16="http://schemas.microsoft.com/office/drawing/2014/main" id="{0111024D-DDE2-6455-8C9E-D6FFDB6BBD68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6">
                <p14:nvContentPartPr>
                  <p14:cNvPr id="26577" name="Ink 26576">
                    <a:extLst>
                      <a:ext uri="{FF2B5EF4-FFF2-40B4-BE49-F238E27FC236}">
                        <a16:creationId xmlns:a16="http://schemas.microsoft.com/office/drawing/2014/main" id="{F7E3E842-4832-B3D3-AEEA-8F54B1DDBB3D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6577" name="Ink 26576">
                    <a:extLst>
                      <a:ext uri="{FF2B5EF4-FFF2-40B4-BE49-F238E27FC236}">
                        <a16:creationId xmlns:a16="http://schemas.microsoft.com/office/drawing/2014/main" id="{F7E3E842-4832-B3D3-AEEA-8F54B1DDBB3D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7">
                <p14:nvContentPartPr>
                  <p14:cNvPr id="26578" name="Ink 26577">
                    <a:extLst>
                      <a:ext uri="{FF2B5EF4-FFF2-40B4-BE49-F238E27FC236}">
                        <a16:creationId xmlns:a16="http://schemas.microsoft.com/office/drawing/2014/main" id="{72127851-619C-1B97-0F8D-DC51976279D1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6578" name="Ink 26577">
                    <a:extLst>
                      <a:ext uri="{FF2B5EF4-FFF2-40B4-BE49-F238E27FC236}">
                        <a16:creationId xmlns:a16="http://schemas.microsoft.com/office/drawing/2014/main" id="{72127851-619C-1B97-0F8D-DC51976279D1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8">
                <p14:nvContentPartPr>
                  <p14:cNvPr id="26579" name="Ink 26578">
                    <a:extLst>
                      <a:ext uri="{FF2B5EF4-FFF2-40B4-BE49-F238E27FC236}">
                        <a16:creationId xmlns:a16="http://schemas.microsoft.com/office/drawing/2014/main" id="{C1204B72-B173-7DEF-7175-4D8591224456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6579" name="Ink 26578">
                    <a:extLst>
                      <a:ext uri="{FF2B5EF4-FFF2-40B4-BE49-F238E27FC236}">
                        <a16:creationId xmlns:a16="http://schemas.microsoft.com/office/drawing/2014/main" id="{C1204B72-B173-7DEF-7175-4D8591224456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29">
                <p14:nvContentPartPr>
                  <p14:cNvPr id="26580" name="Ink 26579">
                    <a:extLst>
                      <a:ext uri="{FF2B5EF4-FFF2-40B4-BE49-F238E27FC236}">
                        <a16:creationId xmlns:a16="http://schemas.microsoft.com/office/drawing/2014/main" id="{6919081A-CC77-C56B-4D1D-FB2CA3095A13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6580" name="Ink 26579">
                    <a:extLst>
                      <a:ext uri="{FF2B5EF4-FFF2-40B4-BE49-F238E27FC236}">
                        <a16:creationId xmlns:a16="http://schemas.microsoft.com/office/drawing/2014/main" id="{6919081A-CC77-C56B-4D1D-FB2CA3095A13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0">
                <p14:nvContentPartPr>
                  <p14:cNvPr id="26581" name="Ink 26580">
                    <a:extLst>
                      <a:ext uri="{FF2B5EF4-FFF2-40B4-BE49-F238E27FC236}">
                        <a16:creationId xmlns:a16="http://schemas.microsoft.com/office/drawing/2014/main" id="{63EFD21F-67AD-D75A-2CF6-B25397275480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6581" name="Ink 26580">
                    <a:extLst>
                      <a:ext uri="{FF2B5EF4-FFF2-40B4-BE49-F238E27FC236}">
                        <a16:creationId xmlns:a16="http://schemas.microsoft.com/office/drawing/2014/main" id="{63EFD21F-67AD-D75A-2CF6-B25397275480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1">
                <p14:nvContentPartPr>
                  <p14:cNvPr id="26582" name="Ink 26581">
                    <a:extLst>
                      <a:ext uri="{FF2B5EF4-FFF2-40B4-BE49-F238E27FC236}">
                        <a16:creationId xmlns:a16="http://schemas.microsoft.com/office/drawing/2014/main" id="{64C27357-E7D9-BB67-22B9-9A06D297438E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6582" name="Ink 26581">
                    <a:extLst>
                      <a:ext uri="{FF2B5EF4-FFF2-40B4-BE49-F238E27FC236}">
                        <a16:creationId xmlns:a16="http://schemas.microsoft.com/office/drawing/2014/main" id="{64C27357-E7D9-BB67-22B9-9A06D297438E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7217" name="Group 27216">
            <a:extLst>
              <a:ext uri="{FF2B5EF4-FFF2-40B4-BE49-F238E27FC236}">
                <a16:creationId xmlns:a16="http://schemas.microsoft.com/office/drawing/2014/main" id="{EDD5ED6F-A8B6-49B6-F283-5592F2498511}"/>
              </a:ext>
            </a:extLst>
          </p:cNvPr>
          <p:cNvGrpSpPr>
            <a:grpSpLocks noChangeAspect="1"/>
          </p:cNvGrpSpPr>
          <p:nvPr/>
        </p:nvGrpSpPr>
        <p:grpSpPr>
          <a:xfrm>
            <a:off x="3481415" y="8634374"/>
            <a:ext cx="342918" cy="182880"/>
            <a:chOff x="9395680" y="2795445"/>
            <a:chExt cx="1970280" cy="1750320"/>
          </a:xfrm>
        </p:grpSpPr>
        <p:grpSp>
          <p:nvGrpSpPr>
            <p:cNvPr id="27218" name="Group 79">
              <a:extLst>
                <a:ext uri="{FF2B5EF4-FFF2-40B4-BE49-F238E27FC236}">
                  <a16:creationId xmlns:a16="http://schemas.microsoft.com/office/drawing/2014/main" id="{9A91A57A-D716-F8FD-852D-DE8FD9A7F6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255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5EF8034C-BCC0-1A4C-E192-395ABC01E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256" name="Freeform 27255">
                <a:extLst>
                  <a:ext uri="{FF2B5EF4-FFF2-40B4-BE49-F238E27FC236}">
                    <a16:creationId xmlns:a16="http://schemas.microsoft.com/office/drawing/2014/main" id="{B0DF2B7F-B166-3BE9-A7B8-B5936AE62F47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257" name="Straight Connector 27256">
                <a:extLst>
                  <a:ext uri="{FF2B5EF4-FFF2-40B4-BE49-F238E27FC236}">
                    <a16:creationId xmlns:a16="http://schemas.microsoft.com/office/drawing/2014/main" id="{966D4AE2-2818-3C38-C52F-0748151CC1FF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58" name="Straight Connector 27257">
                <a:extLst>
                  <a:ext uri="{FF2B5EF4-FFF2-40B4-BE49-F238E27FC236}">
                    <a16:creationId xmlns:a16="http://schemas.microsoft.com/office/drawing/2014/main" id="{FEB0A652-B228-EBAD-5A00-1659DE85CF40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59" name="Straight Connector 27258">
                <a:extLst>
                  <a:ext uri="{FF2B5EF4-FFF2-40B4-BE49-F238E27FC236}">
                    <a16:creationId xmlns:a16="http://schemas.microsoft.com/office/drawing/2014/main" id="{EC2A0458-67E0-0DFD-0594-55F71C27A110}"/>
                  </a:ext>
                </a:extLst>
              </p:cNvPr>
              <p:cNvCxnSpPr>
                <a:cxnSpLocks/>
                <a:stCxn id="27255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0" name="Straight Connector 27259">
                <a:extLst>
                  <a:ext uri="{FF2B5EF4-FFF2-40B4-BE49-F238E27FC236}">
                    <a16:creationId xmlns:a16="http://schemas.microsoft.com/office/drawing/2014/main" id="{E9938441-98D4-8412-128D-F1B0BA9CE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1" name="Straight Connector 27260">
                <a:extLst>
                  <a:ext uri="{FF2B5EF4-FFF2-40B4-BE49-F238E27FC236}">
                    <a16:creationId xmlns:a16="http://schemas.microsoft.com/office/drawing/2014/main" id="{EE8FE564-E09A-8886-4DF1-CBE57BD9E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2" name="Straight Connector 27261">
                <a:extLst>
                  <a:ext uri="{FF2B5EF4-FFF2-40B4-BE49-F238E27FC236}">
                    <a16:creationId xmlns:a16="http://schemas.microsoft.com/office/drawing/2014/main" id="{266C7468-86F1-6165-D4C2-FC8693EEC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3" name="Straight Connector 27262">
                <a:extLst>
                  <a:ext uri="{FF2B5EF4-FFF2-40B4-BE49-F238E27FC236}">
                    <a16:creationId xmlns:a16="http://schemas.microsoft.com/office/drawing/2014/main" id="{29C7E637-075D-806E-BE26-94BA8BE2E0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4" name="Straight Connector 27263">
                <a:extLst>
                  <a:ext uri="{FF2B5EF4-FFF2-40B4-BE49-F238E27FC236}">
                    <a16:creationId xmlns:a16="http://schemas.microsoft.com/office/drawing/2014/main" id="{A7E4E820-39FB-8B68-0BF1-3C0C66B4146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5" name="Straight Connector 27264">
                <a:extLst>
                  <a:ext uri="{FF2B5EF4-FFF2-40B4-BE49-F238E27FC236}">
                    <a16:creationId xmlns:a16="http://schemas.microsoft.com/office/drawing/2014/main" id="{C2CE1639-3DBF-FDB2-8FD8-0FE645D7E4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6" name="Straight Connector 27265">
                <a:extLst>
                  <a:ext uri="{FF2B5EF4-FFF2-40B4-BE49-F238E27FC236}">
                    <a16:creationId xmlns:a16="http://schemas.microsoft.com/office/drawing/2014/main" id="{57CC3E2D-A0A2-530D-D75C-CEEE8216B2B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7" name="Straight Connector 27266">
                <a:extLst>
                  <a:ext uri="{FF2B5EF4-FFF2-40B4-BE49-F238E27FC236}">
                    <a16:creationId xmlns:a16="http://schemas.microsoft.com/office/drawing/2014/main" id="{26E7E29E-BB24-8A7E-AC9E-8D82F2CE52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8" name="Straight Connector 27267">
                <a:extLst>
                  <a:ext uri="{FF2B5EF4-FFF2-40B4-BE49-F238E27FC236}">
                    <a16:creationId xmlns:a16="http://schemas.microsoft.com/office/drawing/2014/main" id="{38BABD65-BDFF-CD82-FD84-D1375A4B82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69" name="Straight Connector 27268">
                <a:extLst>
                  <a:ext uri="{FF2B5EF4-FFF2-40B4-BE49-F238E27FC236}">
                    <a16:creationId xmlns:a16="http://schemas.microsoft.com/office/drawing/2014/main" id="{E23D9CA1-5698-699F-18AB-3E158B54FE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0" name="Straight Connector 27269">
                <a:extLst>
                  <a:ext uri="{FF2B5EF4-FFF2-40B4-BE49-F238E27FC236}">
                    <a16:creationId xmlns:a16="http://schemas.microsoft.com/office/drawing/2014/main" id="{A554C18F-8684-8342-3467-0F0F8177F7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1" name="Straight Connector 27270">
                <a:extLst>
                  <a:ext uri="{FF2B5EF4-FFF2-40B4-BE49-F238E27FC236}">
                    <a16:creationId xmlns:a16="http://schemas.microsoft.com/office/drawing/2014/main" id="{5C342E3C-1F8B-AF39-A102-0E46B5E248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2" name="Straight Connector 27271">
                <a:extLst>
                  <a:ext uri="{FF2B5EF4-FFF2-40B4-BE49-F238E27FC236}">
                    <a16:creationId xmlns:a16="http://schemas.microsoft.com/office/drawing/2014/main" id="{0FEBAE42-480C-AE83-CE92-8D1EFAB20C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3" name="Straight Connector 27272">
                <a:extLst>
                  <a:ext uri="{FF2B5EF4-FFF2-40B4-BE49-F238E27FC236}">
                    <a16:creationId xmlns:a16="http://schemas.microsoft.com/office/drawing/2014/main" id="{F40F3CF7-C1DC-E4F5-066A-984A5569587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4" name="Straight Connector 27273">
                <a:extLst>
                  <a:ext uri="{FF2B5EF4-FFF2-40B4-BE49-F238E27FC236}">
                    <a16:creationId xmlns:a16="http://schemas.microsoft.com/office/drawing/2014/main" id="{B30F1D21-FBD1-6845-4DBE-993F7BA441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5" name="Straight Connector 27274">
                <a:extLst>
                  <a:ext uri="{FF2B5EF4-FFF2-40B4-BE49-F238E27FC236}">
                    <a16:creationId xmlns:a16="http://schemas.microsoft.com/office/drawing/2014/main" id="{ACB8E328-A7EE-0DBA-DF55-AEAD5C3150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6" name="Straight Connector 27275">
                <a:extLst>
                  <a:ext uri="{FF2B5EF4-FFF2-40B4-BE49-F238E27FC236}">
                    <a16:creationId xmlns:a16="http://schemas.microsoft.com/office/drawing/2014/main" id="{E76803B1-CD8B-6934-E995-150137ED9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7" name="Straight Connector 27276">
                <a:extLst>
                  <a:ext uri="{FF2B5EF4-FFF2-40B4-BE49-F238E27FC236}">
                    <a16:creationId xmlns:a16="http://schemas.microsoft.com/office/drawing/2014/main" id="{81466692-F333-2F8A-8793-73B8BE70567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8" name="Straight Connector 27277">
                <a:extLst>
                  <a:ext uri="{FF2B5EF4-FFF2-40B4-BE49-F238E27FC236}">
                    <a16:creationId xmlns:a16="http://schemas.microsoft.com/office/drawing/2014/main" id="{E680C5AA-380D-DA3B-D5CA-F36D835C193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79" name="Straight Connector 27278">
                <a:extLst>
                  <a:ext uri="{FF2B5EF4-FFF2-40B4-BE49-F238E27FC236}">
                    <a16:creationId xmlns:a16="http://schemas.microsoft.com/office/drawing/2014/main" id="{38912832-CB1D-1871-2F31-C2388B4A2B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0" name="Straight Connector 27279">
                <a:extLst>
                  <a:ext uri="{FF2B5EF4-FFF2-40B4-BE49-F238E27FC236}">
                    <a16:creationId xmlns:a16="http://schemas.microsoft.com/office/drawing/2014/main" id="{BBDF8B20-0275-22A8-EFD4-A3B2BDBFBFC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1" name="Straight Connector 27280">
                <a:extLst>
                  <a:ext uri="{FF2B5EF4-FFF2-40B4-BE49-F238E27FC236}">
                    <a16:creationId xmlns:a16="http://schemas.microsoft.com/office/drawing/2014/main" id="{49967934-5913-0AFC-B7A5-C8C0C01A0D4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2" name="Straight Connector 27281">
                <a:extLst>
                  <a:ext uri="{FF2B5EF4-FFF2-40B4-BE49-F238E27FC236}">
                    <a16:creationId xmlns:a16="http://schemas.microsoft.com/office/drawing/2014/main" id="{1358C2FA-0723-894B-0B5B-96E7B0D795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3" name="Straight Connector 27282">
                <a:extLst>
                  <a:ext uri="{FF2B5EF4-FFF2-40B4-BE49-F238E27FC236}">
                    <a16:creationId xmlns:a16="http://schemas.microsoft.com/office/drawing/2014/main" id="{958C3FEF-268F-7798-E02A-3A17A1D80D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4" name="Straight Connector 27283">
                <a:extLst>
                  <a:ext uri="{FF2B5EF4-FFF2-40B4-BE49-F238E27FC236}">
                    <a16:creationId xmlns:a16="http://schemas.microsoft.com/office/drawing/2014/main" id="{781DCFB8-D99F-F5A9-68F9-3E0441468E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5" name="Straight Connector 27284">
                <a:extLst>
                  <a:ext uri="{FF2B5EF4-FFF2-40B4-BE49-F238E27FC236}">
                    <a16:creationId xmlns:a16="http://schemas.microsoft.com/office/drawing/2014/main" id="{1301B58F-E09D-F291-3417-B5B9370708B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6" name="Straight Connector 27285">
                <a:extLst>
                  <a:ext uri="{FF2B5EF4-FFF2-40B4-BE49-F238E27FC236}">
                    <a16:creationId xmlns:a16="http://schemas.microsoft.com/office/drawing/2014/main" id="{CF310AAF-4D52-DED7-2886-EB44998A56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7" name="Straight Connector 27286">
                <a:extLst>
                  <a:ext uri="{FF2B5EF4-FFF2-40B4-BE49-F238E27FC236}">
                    <a16:creationId xmlns:a16="http://schemas.microsoft.com/office/drawing/2014/main" id="{DF6AF4B3-6F75-801B-7670-E2D63634751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8" name="Straight Connector 27287">
                <a:extLst>
                  <a:ext uri="{FF2B5EF4-FFF2-40B4-BE49-F238E27FC236}">
                    <a16:creationId xmlns:a16="http://schemas.microsoft.com/office/drawing/2014/main" id="{A4BBCB16-256F-9163-9DF2-6F3DB2869B4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9" name="Straight Connector 27288">
                <a:extLst>
                  <a:ext uri="{FF2B5EF4-FFF2-40B4-BE49-F238E27FC236}">
                    <a16:creationId xmlns:a16="http://schemas.microsoft.com/office/drawing/2014/main" id="{C75AD629-0AC7-C359-FE96-1EF9069F3A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0" name="Straight Connector 27289">
                <a:extLst>
                  <a:ext uri="{FF2B5EF4-FFF2-40B4-BE49-F238E27FC236}">
                    <a16:creationId xmlns:a16="http://schemas.microsoft.com/office/drawing/2014/main" id="{C6869FE5-AD1F-BA6E-F4FC-79000A8BFE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1" name="Straight Connector 27290">
                <a:extLst>
                  <a:ext uri="{FF2B5EF4-FFF2-40B4-BE49-F238E27FC236}">
                    <a16:creationId xmlns:a16="http://schemas.microsoft.com/office/drawing/2014/main" id="{A4593271-8B1F-FDC6-AB6F-DD2B1F5B08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2" name="Straight Connector 27291">
                <a:extLst>
                  <a:ext uri="{FF2B5EF4-FFF2-40B4-BE49-F238E27FC236}">
                    <a16:creationId xmlns:a16="http://schemas.microsoft.com/office/drawing/2014/main" id="{8D90494B-5B34-61BE-75A8-4A8E811D42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3" name="Straight Connector 27292">
                <a:extLst>
                  <a:ext uri="{FF2B5EF4-FFF2-40B4-BE49-F238E27FC236}">
                    <a16:creationId xmlns:a16="http://schemas.microsoft.com/office/drawing/2014/main" id="{C403E31A-9990-1237-A423-C701DAA6F5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4" name="Straight Connector 27293">
                <a:extLst>
                  <a:ext uri="{FF2B5EF4-FFF2-40B4-BE49-F238E27FC236}">
                    <a16:creationId xmlns:a16="http://schemas.microsoft.com/office/drawing/2014/main" id="{CCF468AD-37BA-A7CB-D5F6-F6EBC162DB7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5" name="Straight Connector 27294">
                <a:extLst>
                  <a:ext uri="{FF2B5EF4-FFF2-40B4-BE49-F238E27FC236}">
                    <a16:creationId xmlns:a16="http://schemas.microsoft.com/office/drawing/2014/main" id="{F4B0453E-CA30-AEF9-9C98-90AE32E736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6" name="Straight Connector 27295">
                <a:extLst>
                  <a:ext uri="{FF2B5EF4-FFF2-40B4-BE49-F238E27FC236}">
                    <a16:creationId xmlns:a16="http://schemas.microsoft.com/office/drawing/2014/main" id="{B54B6348-4C7C-738B-C92D-339586AA951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7" name="Straight Connector 27296">
                <a:extLst>
                  <a:ext uri="{FF2B5EF4-FFF2-40B4-BE49-F238E27FC236}">
                    <a16:creationId xmlns:a16="http://schemas.microsoft.com/office/drawing/2014/main" id="{D507F9F0-005B-490F-6574-4DD69C57ED6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8" name="Straight Connector 27297">
                <a:extLst>
                  <a:ext uri="{FF2B5EF4-FFF2-40B4-BE49-F238E27FC236}">
                    <a16:creationId xmlns:a16="http://schemas.microsoft.com/office/drawing/2014/main" id="{F556F7A8-5D9D-26FC-26DD-7FC33ADDE3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9" name="Straight Connector 27298">
                <a:extLst>
                  <a:ext uri="{FF2B5EF4-FFF2-40B4-BE49-F238E27FC236}">
                    <a16:creationId xmlns:a16="http://schemas.microsoft.com/office/drawing/2014/main" id="{3AD096C8-1BD7-A742-F183-3BA0F9C606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0" name="Straight Connector 27299">
                <a:extLst>
                  <a:ext uri="{FF2B5EF4-FFF2-40B4-BE49-F238E27FC236}">
                    <a16:creationId xmlns:a16="http://schemas.microsoft.com/office/drawing/2014/main" id="{D8F77959-6CF8-6B74-5D74-1818DDFB1A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1" name="Straight Connector 27300">
                <a:extLst>
                  <a:ext uri="{FF2B5EF4-FFF2-40B4-BE49-F238E27FC236}">
                    <a16:creationId xmlns:a16="http://schemas.microsoft.com/office/drawing/2014/main" id="{924FD9F6-2863-C0C6-BFC2-EDEF207F54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2" name="Straight Connector 27301">
                <a:extLst>
                  <a:ext uri="{FF2B5EF4-FFF2-40B4-BE49-F238E27FC236}">
                    <a16:creationId xmlns:a16="http://schemas.microsoft.com/office/drawing/2014/main" id="{E3538163-1236-D2B8-03DE-7F6DF71384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3" name="Straight Connector 27302">
                <a:extLst>
                  <a:ext uri="{FF2B5EF4-FFF2-40B4-BE49-F238E27FC236}">
                    <a16:creationId xmlns:a16="http://schemas.microsoft.com/office/drawing/2014/main" id="{B3D332C7-EE73-3164-8908-9CD0FBE6D9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4" name="Straight Connector 27303">
                <a:extLst>
                  <a:ext uri="{FF2B5EF4-FFF2-40B4-BE49-F238E27FC236}">
                    <a16:creationId xmlns:a16="http://schemas.microsoft.com/office/drawing/2014/main" id="{61C1566E-7EED-1BCA-331F-C4385DB12B7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5" name="Straight Connector 27304">
                <a:extLst>
                  <a:ext uri="{FF2B5EF4-FFF2-40B4-BE49-F238E27FC236}">
                    <a16:creationId xmlns:a16="http://schemas.microsoft.com/office/drawing/2014/main" id="{4F12C4EE-56FB-1C11-8D1B-1AA50C75EB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6" name="Straight Connector 27305">
                <a:extLst>
                  <a:ext uri="{FF2B5EF4-FFF2-40B4-BE49-F238E27FC236}">
                    <a16:creationId xmlns:a16="http://schemas.microsoft.com/office/drawing/2014/main" id="{5752D416-4385-F7B4-90D5-AFC2E83BD5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7" name="Straight Connector 27306">
                <a:extLst>
                  <a:ext uri="{FF2B5EF4-FFF2-40B4-BE49-F238E27FC236}">
                    <a16:creationId xmlns:a16="http://schemas.microsoft.com/office/drawing/2014/main" id="{AF5D42B8-053C-8784-C390-9D35C0F501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8" name="Straight Connector 27307">
                <a:extLst>
                  <a:ext uri="{FF2B5EF4-FFF2-40B4-BE49-F238E27FC236}">
                    <a16:creationId xmlns:a16="http://schemas.microsoft.com/office/drawing/2014/main" id="{EA72FCF6-4CB4-8B33-46F5-4D8E73D1060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9" name="Straight Connector 27308">
                <a:extLst>
                  <a:ext uri="{FF2B5EF4-FFF2-40B4-BE49-F238E27FC236}">
                    <a16:creationId xmlns:a16="http://schemas.microsoft.com/office/drawing/2014/main" id="{6D60BFCD-0A7B-6CD3-B86A-79386FB04A6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0" name="Straight Connector 27309">
                <a:extLst>
                  <a:ext uri="{FF2B5EF4-FFF2-40B4-BE49-F238E27FC236}">
                    <a16:creationId xmlns:a16="http://schemas.microsoft.com/office/drawing/2014/main" id="{921D108C-A1E6-F089-A103-62781F34C3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1" name="Straight Connector 27310">
                <a:extLst>
                  <a:ext uri="{FF2B5EF4-FFF2-40B4-BE49-F238E27FC236}">
                    <a16:creationId xmlns:a16="http://schemas.microsoft.com/office/drawing/2014/main" id="{A1C1D07C-B5F6-F25A-E62D-AAD80E3986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2" name="Straight Connector 27311">
                <a:extLst>
                  <a:ext uri="{FF2B5EF4-FFF2-40B4-BE49-F238E27FC236}">
                    <a16:creationId xmlns:a16="http://schemas.microsoft.com/office/drawing/2014/main" id="{788136FF-1013-23E1-8D3A-26EE6650E8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3" name="Straight Connector 27312">
                <a:extLst>
                  <a:ext uri="{FF2B5EF4-FFF2-40B4-BE49-F238E27FC236}">
                    <a16:creationId xmlns:a16="http://schemas.microsoft.com/office/drawing/2014/main" id="{788B3D26-40BB-F10A-BBCD-3968EA90767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4" name="Straight Connector 27313">
                <a:extLst>
                  <a:ext uri="{FF2B5EF4-FFF2-40B4-BE49-F238E27FC236}">
                    <a16:creationId xmlns:a16="http://schemas.microsoft.com/office/drawing/2014/main" id="{02870855-5FC8-9087-6A70-1074B309CE1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5" name="Straight Connector 27314">
                <a:extLst>
                  <a:ext uri="{FF2B5EF4-FFF2-40B4-BE49-F238E27FC236}">
                    <a16:creationId xmlns:a16="http://schemas.microsoft.com/office/drawing/2014/main" id="{BD48C532-8499-EEA7-B2FF-E00C1A9786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6" name="Straight Connector 27315">
                <a:extLst>
                  <a:ext uri="{FF2B5EF4-FFF2-40B4-BE49-F238E27FC236}">
                    <a16:creationId xmlns:a16="http://schemas.microsoft.com/office/drawing/2014/main" id="{49C2B822-223A-F2BE-AF91-041DF82186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7" name="Straight Connector 27316">
                <a:extLst>
                  <a:ext uri="{FF2B5EF4-FFF2-40B4-BE49-F238E27FC236}">
                    <a16:creationId xmlns:a16="http://schemas.microsoft.com/office/drawing/2014/main" id="{0AF310DB-CDF2-68F1-4EB9-23534C35B26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8" name="Straight Connector 27317">
                <a:extLst>
                  <a:ext uri="{FF2B5EF4-FFF2-40B4-BE49-F238E27FC236}">
                    <a16:creationId xmlns:a16="http://schemas.microsoft.com/office/drawing/2014/main" id="{B4CF8895-BF77-F1AB-9528-46D8920FAD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19" name="Straight Connector 27318">
                <a:extLst>
                  <a:ext uri="{FF2B5EF4-FFF2-40B4-BE49-F238E27FC236}">
                    <a16:creationId xmlns:a16="http://schemas.microsoft.com/office/drawing/2014/main" id="{40C23141-72DA-161A-7E07-6522AB26E5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0" name="Straight Connector 27319">
                <a:extLst>
                  <a:ext uri="{FF2B5EF4-FFF2-40B4-BE49-F238E27FC236}">
                    <a16:creationId xmlns:a16="http://schemas.microsoft.com/office/drawing/2014/main" id="{1A258E95-7DE7-2D1C-DD4A-7A90A965EB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1" name="Straight Connector 27320">
                <a:extLst>
                  <a:ext uri="{FF2B5EF4-FFF2-40B4-BE49-F238E27FC236}">
                    <a16:creationId xmlns:a16="http://schemas.microsoft.com/office/drawing/2014/main" id="{30E33738-876D-C38D-11F2-8D317D5809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2" name="Straight Connector 27321">
                <a:extLst>
                  <a:ext uri="{FF2B5EF4-FFF2-40B4-BE49-F238E27FC236}">
                    <a16:creationId xmlns:a16="http://schemas.microsoft.com/office/drawing/2014/main" id="{953F834C-A3D5-1194-239A-406DB00AEE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3" name="Straight Connector 27322">
                <a:extLst>
                  <a:ext uri="{FF2B5EF4-FFF2-40B4-BE49-F238E27FC236}">
                    <a16:creationId xmlns:a16="http://schemas.microsoft.com/office/drawing/2014/main" id="{A1C9CD9E-6E36-290A-0E84-5A5FFFF684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4" name="Straight Connector 27323">
                <a:extLst>
                  <a:ext uri="{FF2B5EF4-FFF2-40B4-BE49-F238E27FC236}">
                    <a16:creationId xmlns:a16="http://schemas.microsoft.com/office/drawing/2014/main" id="{0EC1B1F2-64AF-9964-545B-0E4BBE8107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5" name="Straight Connector 27324">
                <a:extLst>
                  <a:ext uri="{FF2B5EF4-FFF2-40B4-BE49-F238E27FC236}">
                    <a16:creationId xmlns:a16="http://schemas.microsoft.com/office/drawing/2014/main" id="{543C44DD-7BD7-953C-03D0-600D86BEA84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6" name="Straight Connector 27325">
                <a:extLst>
                  <a:ext uri="{FF2B5EF4-FFF2-40B4-BE49-F238E27FC236}">
                    <a16:creationId xmlns:a16="http://schemas.microsoft.com/office/drawing/2014/main" id="{DCA3F52C-25C4-260C-67A0-56BCB21221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7" name="Straight Connector 27326">
                <a:extLst>
                  <a:ext uri="{FF2B5EF4-FFF2-40B4-BE49-F238E27FC236}">
                    <a16:creationId xmlns:a16="http://schemas.microsoft.com/office/drawing/2014/main" id="{D9EC5C24-25AF-B324-E2AC-3561C1A7DFC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28" name="Straight Connector 27327">
                <a:extLst>
                  <a:ext uri="{FF2B5EF4-FFF2-40B4-BE49-F238E27FC236}">
                    <a16:creationId xmlns:a16="http://schemas.microsoft.com/office/drawing/2014/main" id="{0E532F0F-7723-8DE3-D4EE-1BFC2A4A8B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219" name="Group 27218">
              <a:extLst>
                <a:ext uri="{FF2B5EF4-FFF2-40B4-BE49-F238E27FC236}">
                  <a16:creationId xmlns:a16="http://schemas.microsoft.com/office/drawing/2014/main" id="{FB4B8B5A-73C3-ED5B-A7D9-9F00ED983783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832">
                <p14:nvContentPartPr>
                  <p14:cNvPr id="27220" name="Ink 27219">
                    <a:extLst>
                      <a:ext uri="{FF2B5EF4-FFF2-40B4-BE49-F238E27FC236}">
                        <a16:creationId xmlns:a16="http://schemas.microsoft.com/office/drawing/2014/main" id="{68F99849-3846-5384-1422-B670C000C008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7220" name="Ink 27219">
                    <a:extLst>
                      <a:ext uri="{FF2B5EF4-FFF2-40B4-BE49-F238E27FC236}">
                        <a16:creationId xmlns:a16="http://schemas.microsoft.com/office/drawing/2014/main" id="{68F99849-3846-5384-1422-B670C000C008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3">
                <p14:nvContentPartPr>
                  <p14:cNvPr id="27221" name="Ink 27220">
                    <a:extLst>
                      <a:ext uri="{FF2B5EF4-FFF2-40B4-BE49-F238E27FC236}">
                        <a16:creationId xmlns:a16="http://schemas.microsoft.com/office/drawing/2014/main" id="{44EBE980-BF2B-034F-4A7A-AE09DE575F80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7221" name="Ink 27220">
                    <a:extLst>
                      <a:ext uri="{FF2B5EF4-FFF2-40B4-BE49-F238E27FC236}">
                        <a16:creationId xmlns:a16="http://schemas.microsoft.com/office/drawing/2014/main" id="{44EBE980-BF2B-034F-4A7A-AE09DE575F80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4">
                <p14:nvContentPartPr>
                  <p14:cNvPr id="27222" name="Ink 27221">
                    <a:extLst>
                      <a:ext uri="{FF2B5EF4-FFF2-40B4-BE49-F238E27FC236}">
                        <a16:creationId xmlns:a16="http://schemas.microsoft.com/office/drawing/2014/main" id="{D5C9B7C1-73D8-A572-D396-F6512636C194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7222" name="Ink 27221">
                    <a:extLst>
                      <a:ext uri="{FF2B5EF4-FFF2-40B4-BE49-F238E27FC236}">
                        <a16:creationId xmlns:a16="http://schemas.microsoft.com/office/drawing/2014/main" id="{D5C9B7C1-73D8-A572-D396-F6512636C194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5">
                <p14:nvContentPartPr>
                  <p14:cNvPr id="27223" name="Ink 27222">
                    <a:extLst>
                      <a:ext uri="{FF2B5EF4-FFF2-40B4-BE49-F238E27FC236}">
                        <a16:creationId xmlns:a16="http://schemas.microsoft.com/office/drawing/2014/main" id="{309E7ABE-3436-8994-BC21-44D3B2AE8233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7223" name="Ink 27222">
                    <a:extLst>
                      <a:ext uri="{FF2B5EF4-FFF2-40B4-BE49-F238E27FC236}">
                        <a16:creationId xmlns:a16="http://schemas.microsoft.com/office/drawing/2014/main" id="{309E7ABE-3436-8994-BC21-44D3B2AE8233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6">
                <p14:nvContentPartPr>
                  <p14:cNvPr id="27224" name="Ink 27223">
                    <a:extLst>
                      <a:ext uri="{FF2B5EF4-FFF2-40B4-BE49-F238E27FC236}">
                        <a16:creationId xmlns:a16="http://schemas.microsoft.com/office/drawing/2014/main" id="{309AA4F4-DC38-65D8-67EB-4AA1D665482C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224" name="Ink 27223">
                    <a:extLst>
                      <a:ext uri="{FF2B5EF4-FFF2-40B4-BE49-F238E27FC236}">
                        <a16:creationId xmlns:a16="http://schemas.microsoft.com/office/drawing/2014/main" id="{309AA4F4-DC38-65D8-67EB-4AA1D665482C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7">
                <p14:nvContentPartPr>
                  <p14:cNvPr id="27225" name="Ink 27224">
                    <a:extLst>
                      <a:ext uri="{FF2B5EF4-FFF2-40B4-BE49-F238E27FC236}">
                        <a16:creationId xmlns:a16="http://schemas.microsoft.com/office/drawing/2014/main" id="{33F52AAD-EA4A-A983-258B-283250BEC136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225" name="Ink 27224">
                    <a:extLst>
                      <a:ext uri="{FF2B5EF4-FFF2-40B4-BE49-F238E27FC236}">
                        <a16:creationId xmlns:a16="http://schemas.microsoft.com/office/drawing/2014/main" id="{33F52AAD-EA4A-A983-258B-283250BEC136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8">
                <p14:nvContentPartPr>
                  <p14:cNvPr id="27226" name="Ink 27225">
                    <a:extLst>
                      <a:ext uri="{FF2B5EF4-FFF2-40B4-BE49-F238E27FC236}">
                        <a16:creationId xmlns:a16="http://schemas.microsoft.com/office/drawing/2014/main" id="{C75B052A-092F-A509-5486-B55E6100BBFE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226" name="Ink 27225">
                    <a:extLst>
                      <a:ext uri="{FF2B5EF4-FFF2-40B4-BE49-F238E27FC236}">
                        <a16:creationId xmlns:a16="http://schemas.microsoft.com/office/drawing/2014/main" id="{C75B052A-092F-A509-5486-B55E6100BBFE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39">
                <p14:nvContentPartPr>
                  <p14:cNvPr id="27227" name="Ink 27226">
                    <a:extLst>
                      <a:ext uri="{FF2B5EF4-FFF2-40B4-BE49-F238E27FC236}">
                        <a16:creationId xmlns:a16="http://schemas.microsoft.com/office/drawing/2014/main" id="{134B982B-98A5-D634-1882-8123A8436FC9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227" name="Ink 27226">
                    <a:extLst>
                      <a:ext uri="{FF2B5EF4-FFF2-40B4-BE49-F238E27FC236}">
                        <a16:creationId xmlns:a16="http://schemas.microsoft.com/office/drawing/2014/main" id="{134B982B-98A5-D634-1882-8123A8436FC9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0">
                <p14:nvContentPartPr>
                  <p14:cNvPr id="27228" name="Ink 27227">
                    <a:extLst>
                      <a:ext uri="{FF2B5EF4-FFF2-40B4-BE49-F238E27FC236}">
                        <a16:creationId xmlns:a16="http://schemas.microsoft.com/office/drawing/2014/main" id="{950D07E6-FB20-9F3C-AD87-8DF695A9E270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228" name="Ink 27227">
                    <a:extLst>
                      <a:ext uri="{FF2B5EF4-FFF2-40B4-BE49-F238E27FC236}">
                        <a16:creationId xmlns:a16="http://schemas.microsoft.com/office/drawing/2014/main" id="{950D07E6-FB20-9F3C-AD87-8DF695A9E270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1">
                <p14:nvContentPartPr>
                  <p14:cNvPr id="27229" name="Ink 27228">
                    <a:extLst>
                      <a:ext uri="{FF2B5EF4-FFF2-40B4-BE49-F238E27FC236}">
                        <a16:creationId xmlns:a16="http://schemas.microsoft.com/office/drawing/2014/main" id="{201D0F93-4551-DA01-2135-8597797598AD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229" name="Ink 27228">
                    <a:extLst>
                      <a:ext uri="{FF2B5EF4-FFF2-40B4-BE49-F238E27FC236}">
                        <a16:creationId xmlns:a16="http://schemas.microsoft.com/office/drawing/2014/main" id="{201D0F93-4551-DA01-2135-8597797598AD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2">
                <p14:nvContentPartPr>
                  <p14:cNvPr id="27230" name="Ink 27229">
                    <a:extLst>
                      <a:ext uri="{FF2B5EF4-FFF2-40B4-BE49-F238E27FC236}">
                        <a16:creationId xmlns:a16="http://schemas.microsoft.com/office/drawing/2014/main" id="{4CB704C8-558E-23CA-7C91-D4CDA474EF56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230" name="Ink 27229">
                    <a:extLst>
                      <a:ext uri="{FF2B5EF4-FFF2-40B4-BE49-F238E27FC236}">
                        <a16:creationId xmlns:a16="http://schemas.microsoft.com/office/drawing/2014/main" id="{4CB704C8-558E-23CA-7C91-D4CDA474EF56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3">
                <p14:nvContentPartPr>
                  <p14:cNvPr id="27231" name="Ink 27230">
                    <a:extLst>
                      <a:ext uri="{FF2B5EF4-FFF2-40B4-BE49-F238E27FC236}">
                        <a16:creationId xmlns:a16="http://schemas.microsoft.com/office/drawing/2014/main" id="{F72E48BA-73AA-9F3B-6523-8CED25D4F032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231" name="Ink 27230">
                    <a:extLst>
                      <a:ext uri="{FF2B5EF4-FFF2-40B4-BE49-F238E27FC236}">
                        <a16:creationId xmlns:a16="http://schemas.microsoft.com/office/drawing/2014/main" id="{F72E48BA-73AA-9F3B-6523-8CED25D4F032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4">
                <p14:nvContentPartPr>
                  <p14:cNvPr id="27232" name="Ink 27231">
                    <a:extLst>
                      <a:ext uri="{FF2B5EF4-FFF2-40B4-BE49-F238E27FC236}">
                        <a16:creationId xmlns:a16="http://schemas.microsoft.com/office/drawing/2014/main" id="{0D297DEC-67DA-53F0-9F64-52FC76A05C6A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232" name="Ink 27231">
                    <a:extLst>
                      <a:ext uri="{FF2B5EF4-FFF2-40B4-BE49-F238E27FC236}">
                        <a16:creationId xmlns:a16="http://schemas.microsoft.com/office/drawing/2014/main" id="{0D297DEC-67DA-53F0-9F64-52FC76A05C6A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5">
                <p14:nvContentPartPr>
                  <p14:cNvPr id="27233" name="Ink 27232">
                    <a:extLst>
                      <a:ext uri="{FF2B5EF4-FFF2-40B4-BE49-F238E27FC236}">
                        <a16:creationId xmlns:a16="http://schemas.microsoft.com/office/drawing/2014/main" id="{061D8765-8206-A992-A3AC-6DE1C56952B9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233" name="Ink 27232">
                    <a:extLst>
                      <a:ext uri="{FF2B5EF4-FFF2-40B4-BE49-F238E27FC236}">
                        <a16:creationId xmlns:a16="http://schemas.microsoft.com/office/drawing/2014/main" id="{061D8765-8206-A992-A3AC-6DE1C56952B9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6">
                <p14:nvContentPartPr>
                  <p14:cNvPr id="27234" name="Ink 27233">
                    <a:extLst>
                      <a:ext uri="{FF2B5EF4-FFF2-40B4-BE49-F238E27FC236}">
                        <a16:creationId xmlns:a16="http://schemas.microsoft.com/office/drawing/2014/main" id="{97AAF5D5-FCD0-C668-E62B-3E71057D5155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234" name="Ink 27233">
                    <a:extLst>
                      <a:ext uri="{FF2B5EF4-FFF2-40B4-BE49-F238E27FC236}">
                        <a16:creationId xmlns:a16="http://schemas.microsoft.com/office/drawing/2014/main" id="{97AAF5D5-FCD0-C668-E62B-3E71057D5155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7">
                <p14:nvContentPartPr>
                  <p14:cNvPr id="27235" name="Ink 27234">
                    <a:extLst>
                      <a:ext uri="{FF2B5EF4-FFF2-40B4-BE49-F238E27FC236}">
                        <a16:creationId xmlns:a16="http://schemas.microsoft.com/office/drawing/2014/main" id="{9F090900-4670-BA82-FB1D-9C69DBE37F10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235" name="Ink 27234">
                    <a:extLst>
                      <a:ext uri="{FF2B5EF4-FFF2-40B4-BE49-F238E27FC236}">
                        <a16:creationId xmlns:a16="http://schemas.microsoft.com/office/drawing/2014/main" id="{9F090900-4670-BA82-FB1D-9C69DBE37F10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8">
                <p14:nvContentPartPr>
                  <p14:cNvPr id="27236" name="Ink 27235">
                    <a:extLst>
                      <a:ext uri="{FF2B5EF4-FFF2-40B4-BE49-F238E27FC236}">
                        <a16:creationId xmlns:a16="http://schemas.microsoft.com/office/drawing/2014/main" id="{245E4031-9DA8-EB70-7580-14361A185047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236" name="Ink 27235">
                    <a:extLst>
                      <a:ext uri="{FF2B5EF4-FFF2-40B4-BE49-F238E27FC236}">
                        <a16:creationId xmlns:a16="http://schemas.microsoft.com/office/drawing/2014/main" id="{245E4031-9DA8-EB70-7580-14361A185047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49">
                <p14:nvContentPartPr>
                  <p14:cNvPr id="27237" name="Ink 27236">
                    <a:extLst>
                      <a:ext uri="{FF2B5EF4-FFF2-40B4-BE49-F238E27FC236}">
                        <a16:creationId xmlns:a16="http://schemas.microsoft.com/office/drawing/2014/main" id="{4518E9A8-74CA-3B90-42EA-AFCE5BD4DBC3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237" name="Ink 27236">
                    <a:extLst>
                      <a:ext uri="{FF2B5EF4-FFF2-40B4-BE49-F238E27FC236}">
                        <a16:creationId xmlns:a16="http://schemas.microsoft.com/office/drawing/2014/main" id="{4518E9A8-74CA-3B90-42EA-AFCE5BD4DBC3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0">
                <p14:nvContentPartPr>
                  <p14:cNvPr id="27238" name="Ink 27237">
                    <a:extLst>
                      <a:ext uri="{FF2B5EF4-FFF2-40B4-BE49-F238E27FC236}">
                        <a16:creationId xmlns:a16="http://schemas.microsoft.com/office/drawing/2014/main" id="{08E8AC50-0925-75C9-B882-9A18DB5C1463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238" name="Ink 27237">
                    <a:extLst>
                      <a:ext uri="{FF2B5EF4-FFF2-40B4-BE49-F238E27FC236}">
                        <a16:creationId xmlns:a16="http://schemas.microsoft.com/office/drawing/2014/main" id="{08E8AC50-0925-75C9-B882-9A18DB5C1463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1">
                <p14:nvContentPartPr>
                  <p14:cNvPr id="27239" name="Ink 27238">
                    <a:extLst>
                      <a:ext uri="{FF2B5EF4-FFF2-40B4-BE49-F238E27FC236}">
                        <a16:creationId xmlns:a16="http://schemas.microsoft.com/office/drawing/2014/main" id="{E490E9D3-47CA-02A1-274E-A5A7177A3F28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239" name="Ink 27238">
                    <a:extLst>
                      <a:ext uri="{FF2B5EF4-FFF2-40B4-BE49-F238E27FC236}">
                        <a16:creationId xmlns:a16="http://schemas.microsoft.com/office/drawing/2014/main" id="{E490E9D3-47CA-02A1-274E-A5A7177A3F28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2">
                <p14:nvContentPartPr>
                  <p14:cNvPr id="27240" name="Ink 27239">
                    <a:extLst>
                      <a:ext uri="{FF2B5EF4-FFF2-40B4-BE49-F238E27FC236}">
                        <a16:creationId xmlns:a16="http://schemas.microsoft.com/office/drawing/2014/main" id="{CFCFC2F0-A793-8074-EB71-E486BB676E95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240" name="Ink 27239">
                    <a:extLst>
                      <a:ext uri="{FF2B5EF4-FFF2-40B4-BE49-F238E27FC236}">
                        <a16:creationId xmlns:a16="http://schemas.microsoft.com/office/drawing/2014/main" id="{CFCFC2F0-A793-8074-EB71-E486BB676E95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3">
                <p14:nvContentPartPr>
                  <p14:cNvPr id="27241" name="Ink 27240">
                    <a:extLst>
                      <a:ext uri="{FF2B5EF4-FFF2-40B4-BE49-F238E27FC236}">
                        <a16:creationId xmlns:a16="http://schemas.microsoft.com/office/drawing/2014/main" id="{5641F39B-4134-DAFF-B2D1-103F13646D1D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241" name="Ink 27240">
                    <a:extLst>
                      <a:ext uri="{FF2B5EF4-FFF2-40B4-BE49-F238E27FC236}">
                        <a16:creationId xmlns:a16="http://schemas.microsoft.com/office/drawing/2014/main" id="{5641F39B-4134-DAFF-B2D1-103F13646D1D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4">
                <p14:nvContentPartPr>
                  <p14:cNvPr id="27242" name="Ink 27241">
                    <a:extLst>
                      <a:ext uri="{FF2B5EF4-FFF2-40B4-BE49-F238E27FC236}">
                        <a16:creationId xmlns:a16="http://schemas.microsoft.com/office/drawing/2014/main" id="{6F9FA549-29B0-45F7-7831-3758150B7839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242" name="Ink 27241">
                    <a:extLst>
                      <a:ext uri="{FF2B5EF4-FFF2-40B4-BE49-F238E27FC236}">
                        <a16:creationId xmlns:a16="http://schemas.microsoft.com/office/drawing/2014/main" id="{6F9FA549-29B0-45F7-7831-3758150B7839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5">
                <p14:nvContentPartPr>
                  <p14:cNvPr id="27243" name="Ink 27242">
                    <a:extLst>
                      <a:ext uri="{FF2B5EF4-FFF2-40B4-BE49-F238E27FC236}">
                        <a16:creationId xmlns:a16="http://schemas.microsoft.com/office/drawing/2014/main" id="{FEB05667-9BE3-DFEF-4341-34BBB3870CFA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243" name="Ink 27242">
                    <a:extLst>
                      <a:ext uri="{FF2B5EF4-FFF2-40B4-BE49-F238E27FC236}">
                        <a16:creationId xmlns:a16="http://schemas.microsoft.com/office/drawing/2014/main" id="{FEB05667-9BE3-DFEF-4341-34BBB3870CFA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6">
                <p14:nvContentPartPr>
                  <p14:cNvPr id="27244" name="Ink 27243">
                    <a:extLst>
                      <a:ext uri="{FF2B5EF4-FFF2-40B4-BE49-F238E27FC236}">
                        <a16:creationId xmlns:a16="http://schemas.microsoft.com/office/drawing/2014/main" id="{F753C93A-697E-7878-694A-D9FC791963B7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244" name="Ink 27243">
                    <a:extLst>
                      <a:ext uri="{FF2B5EF4-FFF2-40B4-BE49-F238E27FC236}">
                        <a16:creationId xmlns:a16="http://schemas.microsoft.com/office/drawing/2014/main" id="{F753C93A-697E-7878-694A-D9FC791963B7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7">
                <p14:nvContentPartPr>
                  <p14:cNvPr id="27245" name="Ink 27244">
                    <a:extLst>
                      <a:ext uri="{FF2B5EF4-FFF2-40B4-BE49-F238E27FC236}">
                        <a16:creationId xmlns:a16="http://schemas.microsoft.com/office/drawing/2014/main" id="{FDD47B21-6849-30D8-C91D-B5CDF617F307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245" name="Ink 27244">
                    <a:extLst>
                      <a:ext uri="{FF2B5EF4-FFF2-40B4-BE49-F238E27FC236}">
                        <a16:creationId xmlns:a16="http://schemas.microsoft.com/office/drawing/2014/main" id="{FDD47B21-6849-30D8-C91D-B5CDF617F307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8">
                <p14:nvContentPartPr>
                  <p14:cNvPr id="27246" name="Ink 27245">
                    <a:extLst>
                      <a:ext uri="{FF2B5EF4-FFF2-40B4-BE49-F238E27FC236}">
                        <a16:creationId xmlns:a16="http://schemas.microsoft.com/office/drawing/2014/main" id="{8F275C52-61C4-AF69-E7A1-C23EAE4DCD3D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246" name="Ink 27245">
                    <a:extLst>
                      <a:ext uri="{FF2B5EF4-FFF2-40B4-BE49-F238E27FC236}">
                        <a16:creationId xmlns:a16="http://schemas.microsoft.com/office/drawing/2014/main" id="{8F275C52-61C4-AF69-E7A1-C23EAE4DCD3D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59">
                <p14:nvContentPartPr>
                  <p14:cNvPr id="27247" name="Ink 27246">
                    <a:extLst>
                      <a:ext uri="{FF2B5EF4-FFF2-40B4-BE49-F238E27FC236}">
                        <a16:creationId xmlns:a16="http://schemas.microsoft.com/office/drawing/2014/main" id="{8093DCB2-136B-1F2A-6343-570686B3DDB6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247" name="Ink 27246">
                    <a:extLst>
                      <a:ext uri="{FF2B5EF4-FFF2-40B4-BE49-F238E27FC236}">
                        <a16:creationId xmlns:a16="http://schemas.microsoft.com/office/drawing/2014/main" id="{8093DCB2-136B-1F2A-6343-570686B3DDB6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0">
                <p14:nvContentPartPr>
                  <p14:cNvPr id="27248" name="Ink 27247">
                    <a:extLst>
                      <a:ext uri="{FF2B5EF4-FFF2-40B4-BE49-F238E27FC236}">
                        <a16:creationId xmlns:a16="http://schemas.microsoft.com/office/drawing/2014/main" id="{17F82590-20D7-56CB-D20A-CD9167827DF0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248" name="Ink 27247">
                    <a:extLst>
                      <a:ext uri="{FF2B5EF4-FFF2-40B4-BE49-F238E27FC236}">
                        <a16:creationId xmlns:a16="http://schemas.microsoft.com/office/drawing/2014/main" id="{17F82590-20D7-56CB-D20A-CD9167827DF0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1">
                <p14:nvContentPartPr>
                  <p14:cNvPr id="27249" name="Ink 27248">
                    <a:extLst>
                      <a:ext uri="{FF2B5EF4-FFF2-40B4-BE49-F238E27FC236}">
                        <a16:creationId xmlns:a16="http://schemas.microsoft.com/office/drawing/2014/main" id="{13C9AB5C-21DD-B20B-CA4E-9E0ADABB2C61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249" name="Ink 27248">
                    <a:extLst>
                      <a:ext uri="{FF2B5EF4-FFF2-40B4-BE49-F238E27FC236}">
                        <a16:creationId xmlns:a16="http://schemas.microsoft.com/office/drawing/2014/main" id="{13C9AB5C-21DD-B20B-CA4E-9E0ADABB2C61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2">
                <p14:nvContentPartPr>
                  <p14:cNvPr id="27250" name="Ink 27249">
                    <a:extLst>
                      <a:ext uri="{FF2B5EF4-FFF2-40B4-BE49-F238E27FC236}">
                        <a16:creationId xmlns:a16="http://schemas.microsoft.com/office/drawing/2014/main" id="{32793378-728E-9944-865C-AF7888B66847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250" name="Ink 27249">
                    <a:extLst>
                      <a:ext uri="{FF2B5EF4-FFF2-40B4-BE49-F238E27FC236}">
                        <a16:creationId xmlns:a16="http://schemas.microsoft.com/office/drawing/2014/main" id="{32793378-728E-9944-865C-AF7888B66847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3">
                <p14:nvContentPartPr>
                  <p14:cNvPr id="27251" name="Ink 27250">
                    <a:extLst>
                      <a:ext uri="{FF2B5EF4-FFF2-40B4-BE49-F238E27FC236}">
                        <a16:creationId xmlns:a16="http://schemas.microsoft.com/office/drawing/2014/main" id="{7885E85A-230C-045C-613A-EB04254882B8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251" name="Ink 27250">
                    <a:extLst>
                      <a:ext uri="{FF2B5EF4-FFF2-40B4-BE49-F238E27FC236}">
                        <a16:creationId xmlns:a16="http://schemas.microsoft.com/office/drawing/2014/main" id="{7885E85A-230C-045C-613A-EB04254882B8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4">
                <p14:nvContentPartPr>
                  <p14:cNvPr id="27252" name="Ink 27251">
                    <a:extLst>
                      <a:ext uri="{FF2B5EF4-FFF2-40B4-BE49-F238E27FC236}">
                        <a16:creationId xmlns:a16="http://schemas.microsoft.com/office/drawing/2014/main" id="{1B6FD375-D325-F331-30D7-F80346D04D4F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252" name="Ink 27251">
                    <a:extLst>
                      <a:ext uri="{FF2B5EF4-FFF2-40B4-BE49-F238E27FC236}">
                        <a16:creationId xmlns:a16="http://schemas.microsoft.com/office/drawing/2014/main" id="{1B6FD375-D325-F331-30D7-F80346D04D4F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5">
                <p14:nvContentPartPr>
                  <p14:cNvPr id="27253" name="Ink 27252">
                    <a:extLst>
                      <a:ext uri="{FF2B5EF4-FFF2-40B4-BE49-F238E27FC236}">
                        <a16:creationId xmlns:a16="http://schemas.microsoft.com/office/drawing/2014/main" id="{544FBB2F-9AD0-55BC-4482-F13B3584AA50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253" name="Ink 27252">
                    <a:extLst>
                      <a:ext uri="{FF2B5EF4-FFF2-40B4-BE49-F238E27FC236}">
                        <a16:creationId xmlns:a16="http://schemas.microsoft.com/office/drawing/2014/main" id="{544FBB2F-9AD0-55BC-4482-F13B3584AA50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6">
                <p14:nvContentPartPr>
                  <p14:cNvPr id="27254" name="Ink 27253">
                    <a:extLst>
                      <a:ext uri="{FF2B5EF4-FFF2-40B4-BE49-F238E27FC236}">
                        <a16:creationId xmlns:a16="http://schemas.microsoft.com/office/drawing/2014/main" id="{D652B487-48A4-88BF-19FE-FFEDC2D58EF8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254" name="Ink 27253">
                    <a:extLst>
                      <a:ext uri="{FF2B5EF4-FFF2-40B4-BE49-F238E27FC236}">
                        <a16:creationId xmlns:a16="http://schemas.microsoft.com/office/drawing/2014/main" id="{D652B487-48A4-88BF-19FE-FFEDC2D58EF8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7329" name="Group 27328">
            <a:extLst>
              <a:ext uri="{FF2B5EF4-FFF2-40B4-BE49-F238E27FC236}">
                <a16:creationId xmlns:a16="http://schemas.microsoft.com/office/drawing/2014/main" id="{04C7CF31-040E-25F9-100F-059FD4284FBB}"/>
              </a:ext>
            </a:extLst>
          </p:cNvPr>
          <p:cNvGrpSpPr>
            <a:grpSpLocks noChangeAspect="1"/>
          </p:cNvGrpSpPr>
          <p:nvPr/>
        </p:nvGrpSpPr>
        <p:grpSpPr>
          <a:xfrm>
            <a:off x="3734838" y="8730338"/>
            <a:ext cx="342918" cy="182880"/>
            <a:chOff x="9395680" y="2795445"/>
            <a:chExt cx="1970280" cy="1750320"/>
          </a:xfrm>
        </p:grpSpPr>
        <p:grpSp>
          <p:nvGrpSpPr>
            <p:cNvPr id="27330" name="Group 79">
              <a:extLst>
                <a:ext uri="{FF2B5EF4-FFF2-40B4-BE49-F238E27FC236}">
                  <a16:creationId xmlns:a16="http://schemas.microsoft.com/office/drawing/2014/main" id="{3B653C13-E7E2-CC49-5F7C-9433ECFA3C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367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004DE17A-E8B8-83E4-CCF1-C3BE3C20E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368" name="Freeform 27367">
                <a:extLst>
                  <a:ext uri="{FF2B5EF4-FFF2-40B4-BE49-F238E27FC236}">
                    <a16:creationId xmlns:a16="http://schemas.microsoft.com/office/drawing/2014/main" id="{AD382D05-F6E3-7CD4-558A-23A6D2C847A0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369" name="Straight Connector 27368">
                <a:extLst>
                  <a:ext uri="{FF2B5EF4-FFF2-40B4-BE49-F238E27FC236}">
                    <a16:creationId xmlns:a16="http://schemas.microsoft.com/office/drawing/2014/main" id="{E77A3A6C-69BD-48FB-C9C0-72961A6D3FA1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0" name="Straight Connector 27369">
                <a:extLst>
                  <a:ext uri="{FF2B5EF4-FFF2-40B4-BE49-F238E27FC236}">
                    <a16:creationId xmlns:a16="http://schemas.microsoft.com/office/drawing/2014/main" id="{11F10B84-CD60-84DE-DC48-97DD2899268A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1" name="Straight Connector 27370">
                <a:extLst>
                  <a:ext uri="{FF2B5EF4-FFF2-40B4-BE49-F238E27FC236}">
                    <a16:creationId xmlns:a16="http://schemas.microsoft.com/office/drawing/2014/main" id="{F075D0BC-419D-1561-72AA-F6ABE487D82C}"/>
                  </a:ext>
                </a:extLst>
              </p:cNvPr>
              <p:cNvCxnSpPr>
                <a:cxnSpLocks/>
                <a:stCxn id="27367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2" name="Straight Connector 27371">
                <a:extLst>
                  <a:ext uri="{FF2B5EF4-FFF2-40B4-BE49-F238E27FC236}">
                    <a16:creationId xmlns:a16="http://schemas.microsoft.com/office/drawing/2014/main" id="{A64CFE40-122F-003A-9D82-4BCE3DDB0C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3" name="Straight Connector 27372">
                <a:extLst>
                  <a:ext uri="{FF2B5EF4-FFF2-40B4-BE49-F238E27FC236}">
                    <a16:creationId xmlns:a16="http://schemas.microsoft.com/office/drawing/2014/main" id="{30A0EF0F-3A1E-14E6-660B-1E6AE384B4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4" name="Straight Connector 27373">
                <a:extLst>
                  <a:ext uri="{FF2B5EF4-FFF2-40B4-BE49-F238E27FC236}">
                    <a16:creationId xmlns:a16="http://schemas.microsoft.com/office/drawing/2014/main" id="{819A90F5-7F2D-9FE2-1487-FBF50FCED5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5" name="Straight Connector 27374">
                <a:extLst>
                  <a:ext uri="{FF2B5EF4-FFF2-40B4-BE49-F238E27FC236}">
                    <a16:creationId xmlns:a16="http://schemas.microsoft.com/office/drawing/2014/main" id="{FBA6F2B0-4262-E6B3-0933-7A8383C92B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6" name="Straight Connector 27375">
                <a:extLst>
                  <a:ext uri="{FF2B5EF4-FFF2-40B4-BE49-F238E27FC236}">
                    <a16:creationId xmlns:a16="http://schemas.microsoft.com/office/drawing/2014/main" id="{948DC14F-1E71-7CA7-D8A5-FB9B84DDE2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7" name="Straight Connector 27376">
                <a:extLst>
                  <a:ext uri="{FF2B5EF4-FFF2-40B4-BE49-F238E27FC236}">
                    <a16:creationId xmlns:a16="http://schemas.microsoft.com/office/drawing/2014/main" id="{82257B47-D5C7-0B1E-335D-C9A3C51113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8" name="Straight Connector 27377">
                <a:extLst>
                  <a:ext uri="{FF2B5EF4-FFF2-40B4-BE49-F238E27FC236}">
                    <a16:creationId xmlns:a16="http://schemas.microsoft.com/office/drawing/2014/main" id="{913D688B-320E-594C-F95B-2794787237E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79" name="Straight Connector 27378">
                <a:extLst>
                  <a:ext uri="{FF2B5EF4-FFF2-40B4-BE49-F238E27FC236}">
                    <a16:creationId xmlns:a16="http://schemas.microsoft.com/office/drawing/2014/main" id="{EA19C8CA-6EF0-7585-A40F-3813FDA7D99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0" name="Straight Connector 27379">
                <a:extLst>
                  <a:ext uri="{FF2B5EF4-FFF2-40B4-BE49-F238E27FC236}">
                    <a16:creationId xmlns:a16="http://schemas.microsoft.com/office/drawing/2014/main" id="{47B3BD5F-9885-2468-F88A-156D70E0A7F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1" name="Straight Connector 27380">
                <a:extLst>
                  <a:ext uri="{FF2B5EF4-FFF2-40B4-BE49-F238E27FC236}">
                    <a16:creationId xmlns:a16="http://schemas.microsoft.com/office/drawing/2014/main" id="{D74077A1-683F-C8E6-12F9-52769809B8A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2" name="Straight Connector 27381">
                <a:extLst>
                  <a:ext uri="{FF2B5EF4-FFF2-40B4-BE49-F238E27FC236}">
                    <a16:creationId xmlns:a16="http://schemas.microsoft.com/office/drawing/2014/main" id="{3C4DF6F4-BAE8-02CF-91A3-145B86E634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3" name="Straight Connector 27382">
                <a:extLst>
                  <a:ext uri="{FF2B5EF4-FFF2-40B4-BE49-F238E27FC236}">
                    <a16:creationId xmlns:a16="http://schemas.microsoft.com/office/drawing/2014/main" id="{E417FC1B-B1F5-EB8F-9A4F-A2D5549BD2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4" name="Straight Connector 27383">
                <a:extLst>
                  <a:ext uri="{FF2B5EF4-FFF2-40B4-BE49-F238E27FC236}">
                    <a16:creationId xmlns:a16="http://schemas.microsoft.com/office/drawing/2014/main" id="{E905DA63-007E-F187-7C4D-64A0F65664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5" name="Straight Connector 27384">
                <a:extLst>
                  <a:ext uri="{FF2B5EF4-FFF2-40B4-BE49-F238E27FC236}">
                    <a16:creationId xmlns:a16="http://schemas.microsoft.com/office/drawing/2014/main" id="{908630AF-8108-D1CA-0FC5-1F43948B41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6" name="Straight Connector 27385">
                <a:extLst>
                  <a:ext uri="{FF2B5EF4-FFF2-40B4-BE49-F238E27FC236}">
                    <a16:creationId xmlns:a16="http://schemas.microsoft.com/office/drawing/2014/main" id="{68369116-B090-2684-F629-1161D9A8EB3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7" name="Straight Connector 27386">
                <a:extLst>
                  <a:ext uri="{FF2B5EF4-FFF2-40B4-BE49-F238E27FC236}">
                    <a16:creationId xmlns:a16="http://schemas.microsoft.com/office/drawing/2014/main" id="{F4A619F2-584B-5E0F-B3EA-49FCCBEEA7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8" name="Straight Connector 27387">
                <a:extLst>
                  <a:ext uri="{FF2B5EF4-FFF2-40B4-BE49-F238E27FC236}">
                    <a16:creationId xmlns:a16="http://schemas.microsoft.com/office/drawing/2014/main" id="{78670AB1-55FF-B89F-5F2F-A67150A073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89" name="Straight Connector 27388">
                <a:extLst>
                  <a:ext uri="{FF2B5EF4-FFF2-40B4-BE49-F238E27FC236}">
                    <a16:creationId xmlns:a16="http://schemas.microsoft.com/office/drawing/2014/main" id="{91C23918-B926-EC1C-E98A-1F81CB35FB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0" name="Straight Connector 27389">
                <a:extLst>
                  <a:ext uri="{FF2B5EF4-FFF2-40B4-BE49-F238E27FC236}">
                    <a16:creationId xmlns:a16="http://schemas.microsoft.com/office/drawing/2014/main" id="{547DC6C3-A4E1-1EDB-3ACA-FBD8B3A789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1" name="Straight Connector 27390">
                <a:extLst>
                  <a:ext uri="{FF2B5EF4-FFF2-40B4-BE49-F238E27FC236}">
                    <a16:creationId xmlns:a16="http://schemas.microsoft.com/office/drawing/2014/main" id="{DB745850-EAEC-CA9B-458E-5E15B24ACF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2" name="Straight Connector 27391">
                <a:extLst>
                  <a:ext uri="{FF2B5EF4-FFF2-40B4-BE49-F238E27FC236}">
                    <a16:creationId xmlns:a16="http://schemas.microsoft.com/office/drawing/2014/main" id="{4EC2FD51-8734-CA58-9A25-A87A9A99E71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3" name="Straight Connector 27392">
                <a:extLst>
                  <a:ext uri="{FF2B5EF4-FFF2-40B4-BE49-F238E27FC236}">
                    <a16:creationId xmlns:a16="http://schemas.microsoft.com/office/drawing/2014/main" id="{1DE81AFF-7109-2869-B3AF-0EC55503AB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4" name="Straight Connector 27393">
                <a:extLst>
                  <a:ext uri="{FF2B5EF4-FFF2-40B4-BE49-F238E27FC236}">
                    <a16:creationId xmlns:a16="http://schemas.microsoft.com/office/drawing/2014/main" id="{BB765272-EB3C-8D0F-0DEC-33286611272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5" name="Straight Connector 27394">
                <a:extLst>
                  <a:ext uri="{FF2B5EF4-FFF2-40B4-BE49-F238E27FC236}">
                    <a16:creationId xmlns:a16="http://schemas.microsoft.com/office/drawing/2014/main" id="{027A30FA-33D1-544C-0CBA-7F6B0680FC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6" name="Straight Connector 27395">
                <a:extLst>
                  <a:ext uri="{FF2B5EF4-FFF2-40B4-BE49-F238E27FC236}">
                    <a16:creationId xmlns:a16="http://schemas.microsoft.com/office/drawing/2014/main" id="{07F5B6A9-BCBA-D71D-A1A3-C32B3071CB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7" name="Straight Connector 27396">
                <a:extLst>
                  <a:ext uri="{FF2B5EF4-FFF2-40B4-BE49-F238E27FC236}">
                    <a16:creationId xmlns:a16="http://schemas.microsoft.com/office/drawing/2014/main" id="{884D7E68-EF3E-AA31-207E-81768BB98B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8" name="Straight Connector 27397">
                <a:extLst>
                  <a:ext uri="{FF2B5EF4-FFF2-40B4-BE49-F238E27FC236}">
                    <a16:creationId xmlns:a16="http://schemas.microsoft.com/office/drawing/2014/main" id="{B244CB7F-4088-C895-4FDE-DA96EDEE54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99" name="Straight Connector 27398">
                <a:extLst>
                  <a:ext uri="{FF2B5EF4-FFF2-40B4-BE49-F238E27FC236}">
                    <a16:creationId xmlns:a16="http://schemas.microsoft.com/office/drawing/2014/main" id="{3AADE691-B99A-6431-5451-EFE022A1444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0" name="Straight Connector 27399">
                <a:extLst>
                  <a:ext uri="{FF2B5EF4-FFF2-40B4-BE49-F238E27FC236}">
                    <a16:creationId xmlns:a16="http://schemas.microsoft.com/office/drawing/2014/main" id="{1E44303E-6831-13A9-3696-4824240069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1" name="Straight Connector 27400">
                <a:extLst>
                  <a:ext uri="{FF2B5EF4-FFF2-40B4-BE49-F238E27FC236}">
                    <a16:creationId xmlns:a16="http://schemas.microsoft.com/office/drawing/2014/main" id="{0FF576E9-B55A-BDF7-7596-9F09D4CA0B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2" name="Straight Connector 27401">
                <a:extLst>
                  <a:ext uri="{FF2B5EF4-FFF2-40B4-BE49-F238E27FC236}">
                    <a16:creationId xmlns:a16="http://schemas.microsoft.com/office/drawing/2014/main" id="{F9B77316-3B1B-5B70-7088-3B5A7E9387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3" name="Straight Connector 27402">
                <a:extLst>
                  <a:ext uri="{FF2B5EF4-FFF2-40B4-BE49-F238E27FC236}">
                    <a16:creationId xmlns:a16="http://schemas.microsoft.com/office/drawing/2014/main" id="{8CC1AD00-A9AF-EA4D-6D6C-CB88575A60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4" name="Straight Connector 27403">
                <a:extLst>
                  <a:ext uri="{FF2B5EF4-FFF2-40B4-BE49-F238E27FC236}">
                    <a16:creationId xmlns:a16="http://schemas.microsoft.com/office/drawing/2014/main" id="{54E8BB49-E00A-26D4-007B-2F4401B9B7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5" name="Straight Connector 27404">
                <a:extLst>
                  <a:ext uri="{FF2B5EF4-FFF2-40B4-BE49-F238E27FC236}">
                    <a16:creationId xmlns:a16="http://schemas.microsoft.com/office/drawing/2014/main" id="{B7BA191E-33CB-6306-56AF-0964AE7F845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6" name="Straight Connector 27405">
                <a:extLst>
                  <a:ext uri="{FF2B5EF4-FFF2-40B4-BE49-F238E27FC236}">
                    <a16:creationId xmlns:a16="http://schemas.microsoft.com/office/drawing/2014/main" id="{FD859C19-4951-0819-778F-043B94E1EA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7" name="Straight Connector 27406">
                <a:extLst>
                  <a:ext uri="{FF2B5EF4-FFF2-40B4-BE49-F238E27FC236}">
                    <a16:creationId xmlns:a16="http://schemas.microsoft.com/office/drawing/2014/main" id="{540F0AC7-82B7-FAE5-FE4F-707C5DD6B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8" name="Straight Connector 27407">
                <a:extLst>
                  <a:ext uri="{FF2B5EF4-FFF2-40B4-BE49-F238E27FC236}">
                    <a16:creationId xmlns:a16="http://schemas.microsoft.com/office/drawing/2014/main" id="{546F89D0-8AC7-6D6C-5C25-E788054530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09" name="Straight Connector 27408">
                <a:extLst>
                  <a:ext uri="{FF2B5EF4-FFF2-40B4-BE49-F238E27FC236}">
                    <a16:creationId xmlns:a16="http://schemas.microsoft.com/office/drawing/2014/main" id="{1AA7B153-BE16-27D8-3C08-46687AEF22B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0" name="Straight Connector 27409">
                <a:extLst>
                  <a:ext uri="{FF2B5EF4-FFF2-40B4-BE49-F238E27FC236}">
                    <a16:creationId xmlns:a16="http://schemas.microsoft.com/office/drawing/2014/main" id="{CCA90718-4D38-B5C3-876B-8C16849D54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1" name="Straight Connector 27410">
                <a:extLst>
                  <a:ext uri="{FF2B5EF4-FFF2-40B4-BE49-F238E27FC236}">
                    <a16:creationId xmlns:a16="http://schemas.microsoft.com/office/drawing/2014/main" id="{7E56A7C9-B184-849F-DAA3-8D9C303E10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2" name="Straight Connector 27411">
                <a:extLst>
                  <a:ext uri="{FF2B5EF4-FFF2-40B4-BE49-F238E27FC236}">
                    <a16:creationId xmlns:a16="http://schemas.microsoft.com/office/drawing/2014/main" id="{C7BA41A4-A41B-3AA0-8763-DBE792D0381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3" name="Straight Connector 27412">
                <a:extLst>
                  <a:ext uri="{FF2B5EF4-FFF2-40B4-BE49-F238E27FC236}">
                    <a16:creationId xmlns:a16="http://schemas.microsoft.com/office/drawing/2014/main" id="{6BEF8BF5-EDE5-1247-CE8A-374D013657F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4" name="Straight Connector 27413">
                <a:extLst>
                  <a:ext uri="{FF2B5EF4-FFF2-40B4-BE49-F238E27FC236}">
                    <a16:creationId xmlns:a16="http://schemas.microsoft.com/office/drawing/2014/main" id="{5434377E-7C18-8AC4-DE39-FC15B0D493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5" name="Straight Connector 27414">
                <a:extLst>
                  <a:ext uri="{FF2B5EF4-FFF2-40B4-BE49-F238E27FC236}">
                    <a16:creationId xmlns:a16="http://schemas.microsoft.com/office/drawing/2014/main" id="{DCDE6BD6-87BD-23CD-6C1C-98AFB0293E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6" name="Straight Connector 27415">
                <a:extLst>
                  <a:ext uri="{FF2B5EF4-FFF2-40B4-BE49-F238E27FC236}">
                    <a16:creationId xmlns:a16="http://schemas.microsoft.com/office/drawing/2014/main" id="{A258D2BF-E213-F70F-528C-B7A470637BE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7" name="Straight Connector 27416">
                <a:extLst>
                  <a:ext uri="{FF2B5EF4-FFF2-40B4-BE49-F238E27FC236}">
                    <a16:creationId xmlns:a16="http://schemas.microsoft.com/office/drawing/2014/main" id="{48E944C4-9C51-B8A2-D602-BEA7D7675D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8" name="Straight Connector 27417">
                <a:extLst>
                  <a:ext uri="{FF2B5EF4-FFF2-40B4-BE49-F238E27FC236}">
                    <a16:creationId xmlns:a16="http://schemas.microsoft.com/office/drawing/2014/main" id="{E8208F42-30DD-AA40-60C2-4FAD3A4896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19" name="Straight Connector 27418">
                <a:extLst>
                  <a:ext uri="{FF2B5EF4-FFF2-40B4-BE49-F238E27FC236}">
                    <a16:creationId xmlns:a16="http://schemas.microsoft.com/office/drawing/2014/main" id="{D11C1DC6-47B5-928A-396B-A3F5A12E51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0" name="Straight Connector 27419">
                <a:extLst>
                  <a:ext uri="{FF2B5EF4-FFF2-40B4-BE49-F238E27FC236}">
                    <a16:creationId xmlns:a16="http://schemas.microsoft.com/office/drawing/2014/main" id="{853FA32D-25F3-49AB-2711-ECFEC4635F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1" name="Straight Connector 27420">
                <a:extLst>
                  <a:ext uri="{FF2B5EF4-FFF2-40B4-BE49-F238E27FC236}">
                    <a16:creationId xmlns:a16="http://schemas.microsoft.com/office/drawing/2014/main" id="{A9A8571E-D00A-863A-A39A-A559EDD9E3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2" name="Straight Connector 27421">
                <a:extLst>
                  <a:ext uri="{FF2B5EF4-FFF2-40B4-BE49-F238E27FC236}">
                    <a16:creationId xmlns:a16="http://schemas.microsoft.com/office/drawing/2014/main" id="{9496C765-61FF-09BD-F8FC-E1875D4407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3" name="Straight Connector 27422">
                <a:extLst>
                  <a:ext uri="{FF2B5EF4-FFF2-40B4-BE49-F238E27FC236}">
                    <a16:creationId xmlns:a16="http://schemas.microsoft.com/office/drawing/2014/main" id="{524D916F-AE90-37BE-D86D-6CE3A31301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4" name="Straight Connector 27423">
                <a:extLst>
                  <a:ext uri="{FF2B5EF4-FFF2-40B4-BE49-F238E27FC236}">
                    <a16:creationId xmlns:a16="http://schemas.microsoft.com/office/drawing/2014/main" id="{82CDF498-2E6B-F3A0-CE2B-93B1DB529B8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5" name="Straight Connector 27424">
                <a:extLst>
                  <a:ext uri="{FF2B5EF4-FFF2-40B4-BE49-F238E27FC236}">
                    <a16:creationId xmlns:a16="http://schemas.microsoft.com/office/drawing/2014/main" id="{0B270AC9-DB56-34E1-2E5D-DF0B05DE3E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6" name="Straight Connector 27425">
                <a:extLst>
                  <a:ext uri="{FF2B5EF4-FFF2-40B4-BE49-F238E27FC236}">
                    <a16:creationId xmlns:a16="http://schemas.microsoft.com/office/drawing/2014/main" id="{3153964F-19DF-675B-CFA4-82EBB3AD5C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7" name="Straight Connector 27426">
                <a:extLst>
                  <a:ext uri="{FF2B5EF4-FFF2-40B4-BE49-F238E27FC236}">
                    <a16:creationId xmlns:a16="http://schemas.microsoft.com/office/drawing/2014/main" id="{8FA8499A-03D9-AFA5-FA90-080CB44692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8" name="Straight Connector 27427">
                <a:extLst>
                  <a:ext uri="{FF2B5EF4-FFF2-40B4-BE49-F238E27FC236}">
                    <a16:creationId xmlns:a16="http://schemas.microsoft.com/office/drawing/2014/main" id="{E9B08AAA-E790-7E04-8376-BC45D6AF46D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29" name="Straight Connector 27428">
                <a:extLst>
                  <a:ext uri="{FF2B5EF4-FFF2-40B4-BE49-F238E27FC236}">
                    <a16:creationId xmlns:a16="http://schemas.microsoft.com/office/drawing/2014/main" id="{F624AF4E-752D-59C6-0431-2ECF4B1AE8A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0" name="Straight Connector 27429">
                <a:extLst>
                  <a:ext uri="{FF2B5EF4-FFF2-40B4-BE49-F238E27FC236}">
                    <a16:creationId xmlns:a16="http://schemas.microsoft.com/office/drawing/2014/main" id="{179B0104-6048-AAB2-25EA-746C806A5E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1" name="Straight Connector 27430">
                <a:extLst>
                  <a:ext uri="{FF2B5EF4-FFF2-40B4-BE49-F238E27FC236}">
                    <a16:creationId xmlns:a16="http://schemas.microsoft.com/office/drawing/2014/main" id="{8A3E6AA7-6A89-511A-5110-35EFD95FC9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2" name="Straight Connector 27431">
                <a:extLst>
                  <a:ext uri="{FF2B5EF4-FFF2-40B4-BE49-F238E27FC236}">
                    <a16:creationId xmlns:a16="http://schemas.microsoft.com/office/drawing/2014/main" id="{74D41D3D-7BF2-60C0-6FE1-E2BAE0E205F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3" name="Straight Connector 27432">
                <a:extLst>
                  <a:ext uri="{FF2B5EF4-FFF2-40B4-BE49-F238E27FC236}">
                    <a16:creationId xmlns:a16="http://schemas.microsoft.com/office/drawing/2014/main" id="{F978CCAF-F970-04A8-2FD4-B60C7418F3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4" name="Straight Connector 27433">
                <a:extLst>
                  <a:ext uri="{FF2B5EF4-FFF2-40B4-BE49-F238E27FC236}">
                    <a16:creationId xmlns:a16="http://schemas.microsoft.com/office/drawing/2014/main" id="{1FBDEC08-C040-031A-FC3C-5C7E7B1BF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5" name="Straight Connector 27434">
                <a:extLst>
                  <a:ext uri="{FF2B5EF4-FFF2-40B4-BE49-F238E27FC236}">
                    <a16:creationId xmlns:a16="http://schemas.microsoft.com/office/drawing/2014/main" id="{CD6C447E-2492-C057-9B2A-9D5C4BBC426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6" name="Straight Connector 27435">
                <a:extLst>
                  <a:ext uri="{FF2B5EF4-FFF2-40B4-BE49-F238E27FC236}">
                    <a16:creationId xmlns:a16="http://schemas.microsoft.com/office/drawing/2014/main" id="{AC8C9E68-5F28-A582-5D93-1E1560E765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7" name="Straight Connector 27436">
                <a:extLst>
                  <a:ext uri="{FF2B5EF4-FFF2-40B4-BE49-F238E27FC236}">
                    <a16:creationId xmlns:a16="http://schemas.microsoft.com/office/drawing/2014/main" id="{86CA62DA-F765-CF61-B721-568F2172F3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8" name="Straight Connector 27437">
                <a:extLst>
                  <a:ext uri="{FF2B5EF4-FFF2-40B4-BE49-F238E27FC236}">
                    <a16:creationId xmlns:a16="http://schemas.microsoft.com/office/drawing/2014/main" id="{18E3F588-893D-ABC8-5BA1-01FAC4391F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39" name="Straight Connector 27438">
                <a:extLst>
                  <a:ext uri="{FF2B5EF4-FFF2-40B4-BE49-F238E27FC236}">
                    <a16:creationId xmlns:a16="http://schemas.microsoft.com/office/drawing/2014/main" id="{39CAC36A-860E-DA34-7A3A-0DA1DFDBBD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40" name="Straight Connector 27439">
                <a:extLst>
                  <a:ext uri="{FF2B5EF4-FFF2-40B4-BE49-F238E27FC236}">
                    <a16:creationId xmlns:a16="http://schemas.microsoft.com/office/drawing/2014/main" id="{77207924-F42C-0F3D-8C8D-B47D330E58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331" name="Group 27330">
              <a:extLst>
                <a:ext uri="{FF2B5EF4-FFF2-40B4-BE49-F238E27FC236}">
                  <a16:creationId xmlns:a16="http://schemas.microsoft.com/office/drawing/2014/main" id="{1FCE7E22-87DD-C092-C10C-1BFD5029C4B6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867">
                <p14:nvContentPartPr>
                  <p14:cNvPr id="27332" name="Ink 27331">
                    <a:extLst>
                      <a:ext uri="{FF2B5EF4-FFF2-40B4-BE49-F238E27FC236}">
                        <a16:creationId xmlns:a16="http://schemas.microsoft.com/office/drawing/2014/main" id="{3C5CD5D8-4443-7A5F-33CF-EC97F0352CA9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7332" name="Ink 27331">
                    <a:extLst>
                      <a:ext uri="{FF2B5EF4-FFF2-40B4-BE49-F238E27FC236}">
                        <a16:creationId xmlns:a16="http://schemas.microsoft.com/office/drawing/2014/main" id="{3C5CD5D8-4443-7A5F-33CF-EC97F0352CA9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8">
                <p14:nvContentPartPr>
                  <p14:cNvPr id="27333" name="Ink 27332">
                    <a:extLst>
                      <a:ext uri="{FF2B5EF4-FFF2-40B4-BE49-F238E27FC236}">
                        <a16:creationId xmlns:a16="http://schemas.microsoft.com/office/drawing/2014/main" id="{6B3C8C44-2FBF-2F93-BED8-A4832F8FE390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7333" name="Ink 27332">
                    <a:extLst>
                      <a:ext uri="{FF2B5EF4-FFF2-40B4-BE49-F238E27FC236}">
                        <a16:creationId xmlns:a16="http://schemas.microsoft.com/office/drawing/2014/main" id="{6B3C8C44-2FBF-2F93-BED8-A4832F8FE390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69">
                <p14:nvContentPartPr>
                  <p14:cNvPr id="27334" name="Ink 27333">
                    <a:extLst>
                      <a:ext uri="{FF2B5EF4-FFF2-40B4-BE49-F238E27FC236}">
                        <a16:creationId xmlns:a16="http://schemas.microsoft.com/office/drawing/2014/main" id="{149D3CB3-B88E-CD1F-8874-917F180EEC4A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7334" name="Ink 27333">
                    <a:extLst>
                      <a:ext uri="{FF2B5EF4-FFF2-40B4-BE49-F238E27FC236}">
                        <a16:creationId xmlns:a16="http://schemas.microsoft.com/office/drawing/2014/main" id="{149D3CB3-B88E-CD1F-8874-917F180EEC4A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0">
                <p14:nvContentPartPr>
                  <p14:cNvPr id="27335" name="Ink 27334">
                    <a:extLst>
                      <a:ext uri="{FF2B5EF4-FFF2-40B4-BE49-F238E27FC236}">
                        <a16:creationId xmlns:a16="http://schemas.microsoft.com/office/drawing/2014/main" id="{D94C37CC-6FBB-9B8B-C752-21ED51EC53D1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7335" name="Ink 27334">
                    <a:extLst>
                      <a:ext uri="{FF2B5EF4-FFF2-40B4-BE49-F238E27FC236}">
                        <a16:creationId xmlns:a16="http://schemas.microsoft.com/office/drawing/2014/main" id="{D94C37CC-6FBB-9B8B-C752-21ED51EC53D1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1">
                <p14:nvContentPartPr>
                  <p14:cNvPr id="27336" name="Ink 27335">
                    <a:extLst>
                      <a:ext uri="{FF2B5EF4-FFF2-40B4-BE49-F238E27FC236}">
                        <a16:creationId xmlns:a16="http://schemas.microsoft.com/office/drawing/2014/main" id="{D918B6D1-2B5D-BD0C-2944-502BFFF5BDB8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336" name="Ink 27335">
                    <a:extLst>
                      <a:ext uri="{FF2B5EF4-FFF2-40B4-BE49-F238E27FC236}">
                        <a16:creationId xmlns:a16="http://schemas.microsoft.com/office/drawing/2014/main" id="{D918B6D1-2B5D-BD0C-2944-502BFFF5BDB8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2">
                <p14:nvContentPartPr>
                  <p14:cNvPr id="27337" name="Ink 27336">
                    <a:extLst>
                      <a:ext uri="{FF2B5EF4-FFF2-40B4-BE49-F238E27FC236}">
                        <a16:creationId xmlns:a16="http://schemas.microsoft.com/office/drawing/2014/main" id="{E88753FE-2091-8058-5F4C-E114E54C558D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337" name="Ink 27336">
                    <a:extLst>
                      <a:ext uri="{FF2B5EF4-FFF2-40B4-BE49-F238E27FC236}">
                        <a16:creationId xmlns:a16="http://schemas.microsoft.com/office/drawing/2014/main" id="{E88753FE-2091-8058-5F4C-E114E54C558D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3">
                <p14:nvContentPartPr>
                  <p14:cNvPr id="27338" name="Ink 27337">
                    <a:extLst>
                      <a:ext uri="{FF2B5EF4-FFF2-40B4-BE49-F238E27FC236}">
                        <a16:creationId xmlns:a16="http://schemas.microsoft.com/office/drawing/2014/main" id="{3B1DB2C5-7FFE-B715-B4F4-1DA2A876D3FB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338" name="Ink 27337">
                    <a:extLst>
                      <a:ext uri="{FF2B5EF4-FFF2-40B4-BE49-F238E27FC236}">
                        <a16:creationId xmlns:a16="http://schemas.microsoft.com/office/drawing/2014/main" id="{3B1DB2C5-7FFE-B715-B4F4-1DA2A876D3FB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4">
                <p14:nvContentPartPr>
                  <p14:cNvPr id="27339" name="Ink 27338">
                    <a:extLst>
                      <a:ext uri="{FF2B5EF4-FFF2-40B4-BE49-F238E27FC236}">
                        <a16:creationId xmlns:a16="http://schemas.microsoft.com/office/drawing/2014/main" id="{B7FAA542-FDF4-9920-6F6E-598692B783EF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339" name="Ink 27338">
                    <a:extLst>
                      <a:ext uri="{FF2B5EF4-FFF2-40B4-BE49-F238E27FC236}">
                        <a16:creationId xmlns:a16="http://schemas.microsoft.com/office/drawing/2014/main" id="{B7FAA542-FDF4-9920-6F6E-598692B783EF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5">
                <p14:nvContentPartPr>
                  <p14:cNvPr id="27340" name="Ink 27339">
                    <a:extLst>
                      <a:ext uri="{FF2B5EF4-FFF2-40B4-BE49-F238E27FC236}">
                        <a16:creationId xmlns:a16="http://schemas.microsoft.com/office/drawing/2014/main" id="{55C0BB48-A04A-E918-32C4-ACD6B0AF1C28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340" name="Ink 27339">
                    <a:extLst>
                      <a:ext uri="{FF2B5EF4-FFF2-40B4-BE49-F238E27FC236}">
                        <a16:creationId xmlns:a16="http://schemas.microsoft.com/office/drawing/2014/main" id="{55C0BB48-A04A-E918-32C4-ACD6B0AF1C28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6">
                <p14:nvContentPartPr>
                  <p14:cNvPr id="27341" name="Ink 27340">
                    <a:extLst>
                      <a:ext uri="{FF2B5EF4-FFF2-40B4-BE49-F238E27FC236}">
                        <a16:creationId xmlns:a16="http://schemas.microsoft.com/office/drawing/2014/main" id="{A14F55E3-BCCC-49A7-8C59-FD970112D66D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341" name="Ink 27340">
                    <a:extLst>
                      <a:ext uri="{FF2B5EF4-FFF2-40B4-BE49-F238E27FC236}">
                        <a16:creationId xmlns:a16="http://schemas.microsoft.com/office/drawing/2014/main" id="{A14F55E3-BCCC-49A7-8C59-FD970112D66D}"/>
                      </a:ext>
                    </a:extLst>
                  </p:cNvPr>
                  <p:cNvPicPr/>
                  <p:nvPr/>
                </p:nvPicPr>
                <p:blipFill>
                  <a:blip r:embed="rId3662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7">
                <p14:nvContentPartPr>
                  <p14:cNvPr id="27342" name="Ink 27341">
                    <a:extLst>
                      <a:ext uri="{FF2B5EF4-FFF2-40B4-BE49-F238E27FC236}">
                        <a16:creationId xmlns:a16="http://schemas.microsoft.com/office/drawing/2014/main" id="{69EFBE47-3624-8C06-9F68-2378611E5009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342" name="Ink 27341">
                    <a:extLst>
                      <a:ext uri="{FF2B5EF4-FFF2-40B4-BE49-F238E27FC236}">
                        <a16:creationId xmlns:a16="http://schemas.microsoft.com/office/drawing/2014/main" id="{69EFBE47-3624-8C06-9F68-2378611E5009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8">
                <p14:nvContentPartPr>
                  <p14:cNvPr id="27343" name="Ink 27342">
                    <a:extLst>
                      <a:ext uri="{FF2B5EF4-FFF2-40B4-BE49-F238E27FC236}">
                        <a16:creationId xmlns:a16="http://schemas.microsoft.com/office/drawing/2014/main" id="{F73A110C-64E0-8C23-858E-C95EEBB0FABA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343" name="Ink 27342">
                    <a:extLst>
                      <a:ext uri="{FF2B5EF4-FFF2-40B4-BE49-F238E27FC236}">
                        <a16:creationId xmlns:a16="http://schemas.microsoft.com/office/drawing/2014/main" id="{F73A110C-64E0-8C23-858E-C95EEBB0FABA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79">
                <p14:nvContentPartPr>
                  <p14:cNvPr id="27344" name="Ink 27343">
                    <a:extLst>
                      <a:ext uri="{FF2B5EF4-FFF2-40B4-BE49-F238E27FC236}">
                        <a16:creationId xmlns:a16="http://schemas.microsoft.com/office/drawing/2014/main" id="{D9CF82F8-1394-57E3-E3AD-B74C72FE1714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344" name="Ink 27343">
                    <a:extLst>
                      <a:ext uri="{FF2B5EF4-FFF2-40B4-BE49-F238E27FC236}">
                        <a16:creationId xmlns:a16="http://schemas.microsoft.com/office/drawing/2014/main" id="{D9CF82F8-1394-57E3-E3AD-B74C72FE1714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0">
                <p14:nvContentPartPr>
                  <p14:cNvPr id="27345" name="Ink 27344">
                    <a:extLst>
                      <a:ext uri="{FF2B5EF4-FFF2-40B4-BE49-F238E27FC236}">
                        <a16:creationId xmlns:a16="http://schemas.microsoft.com/office/drawing/2014/main" id="{D8F78FF3-E0B6-C7E3-B89F-AF24E5B3CDCF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345" name="Ink 27344">
                    <a:extLst>
                      <a:ext uri="{FF2B5EF4-FFF2-40B4-BE49-F238E27FC236}">
                        <a16:creationId xmlns:a16="http://schemas.microsoft.com/office/drawing/2014/main" id="{D8F78FF3-E0B6-C7E3-B89F-AF24E5B3CDCF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1">
                <p14:nvContentPartPr>
                  <p14:cNvPr id="27346" name="Ink 27345">
                    <a:extLst>
                      <a:ext uri="{FF2B5EF4-FFF2-40B4-BE49-F238E27FC236}">
                        <a16:creationId xmlns:a16="http://schemas.microsoft.com/office/drawing/2014/main" id="{B80493F3-51B2-B6B7-7C35-BFD0DBAC7539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346" name="Ink 27345">
                    <a:extLst>
                      <a:ext uri="{FF2B5EF4-FFF2-40B4-BE49-F238E27FC236}">
                        <a16:creationId xmlns:a16="http://schemas.microsoft.com/office/drawing/2014/main" id="{B80493F3-51B2-B6B7-7C35-BFD0DBAC7539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2">
                <p14:nvContentPartPr>
                  <p14:cNvPr id="27347" name="Ink 27346">
                    <a:extLst>
                      <a:ext uri="{FF2B5EF4-FFF2-40B4-BE49-F238E27FC236}">
                        <a16:creationId xmlns:a16="http://schemas.microsoft.com/office/drawing/2014/main" id="{DFA41843-21C6-15B1-A6E0-14FD7EAE39F5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347" name="Ink 27346">
                    <a:extLst>
                      <a:ext uri="{FF2B5EF4-FFF2-40B4-BE49-F238E27FC236}">
                        <a16:creationId xmlns:a16="http://schemas.microsoft.com/office/drawing/2014/main" id="{DFA41843-21C6-15B1-A6E0-14FD7EAE39F5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3">
                <p14:nvContentPartPr>
                  <p14:cNvPr id="27348" name="Ink 27347">
                    <a:extLst>
                      <a:ext uri="{FF2B5EF4-FFF2-40B4-BE49-F238E27FC236}">
                        <a16:creationId xmlns:a16="http://schemas.microsoft.com/office/drawing/2014/main" id="{62EA370C-CCAC-A206-D9AF-E559412BFB2F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348" name="Ink 27347">
                    <a:extLst>
                      <a:ext uri="{FF2B5EF4-FFF2-40B4-BE49-F238E27FC236}">
                        <a16:creationId xmlns:a16="http://schemas.microsoft.com/office/drawing/2014/main" id="{62EA370C-CCAC-A206-D9AF-E559412BFB2F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4">
                <p14:nvContentPartPr>
                  <p14:cNvPr id="27349" name="Ink 27348">
                    <a:extLst>
                      <a:ext uri="{FF2B5EF4-FFF2-40B4-BE49-F238E27FC236}">
                        <a16:creationId xmlns:a16="http://schemas.microsoft.com/office/drawing/2014/main" id="{D64ECDED-DF02-257A-4058-8BA2DE47B3AC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349" name="Ink 27348">
                    <a:extLst>
                      <a:ext uri="{FF2B5EF4-FFF2-40B4-BE49-F238E27FC236}">
                        <a16:creationId xmlns:a16="http://schemas.microsoft.com/office/drawing/2014/main" id="{D64ECDED-DF02-257A-4058-8BA2DE47B3AC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5">
                <p14:nvContentPartPr>
                  <p14:cNvPr id="27350" name="Ink 27349">
                    <a:extLst>
                      <a:ext uri="{FF2B5EF4-FFF2-40B4-BE49-F238E27FC236}">
                        <a16:creationId xmlns:a16="http://schemas.microsoft.com/office/drawing/2014/main" id="{45AC9284-BE2D-26D7-B536-44CE7DF2F2D8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350" name="Ink 27349">
                    <a:extLst>
                      <a:ext uri="{FF2B5EF4-FFF2-40B4-BE49-F238E27FC236}">
                        <a16:creationId xmlns:a16="http://schemas.microsoft.com/office/drawing/2014/main" id="{45AC9284-BE2D-26D7-B536-44CE7DF2F2D8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6">
                <p14:nvContentPartPr>
                  <p14:cNvPr id="27351" name="Ink 27350">
                    <a:extLst>
                      <a:ext uri="{FF2B5EF4-FFF2-40B4-BE49-F238E27FC236}">
                        <a16:creationId xmlns:a16="http://schemas.microsoft.com/office/drawing/2014/main" id="{FA1DDCDA-FBC8-9EA9-D453-A832873763EF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351" name="Ink 27350">
                    <a:extLst>
                      <a:ext uri="{FF2B5EF4-FFF2-40B4-BE49-F238E27FC236}">
                        <a16:creationId xmlns:a16="http://schemas.microsoft.com/office/drawing/2014/main" id="{FA1DDCDA-FBC8-9EA9-D453-A832873763EF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7">
                <p14:nvContentPartPr>
                  <p14:cNvPr id="27352" name="Ink 27351">
                    <a:extLst>
                      <a:ext uri="{FF2B5EF4-FFF2-40B4-BE49-F238E27FC236}">
                        <a16:creationId xmlns:a16="http://schemas.microsoft.com/office/drawing/2014/main" id="{93898401-1A8C-30AF-9927-2877B35D0B0C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352" name="Ink 27351">
                    <a:extLst>
                      <a:ext uri="{FF2B5EF4-FFF2-40B4-BE49-F238E27FC236}">
                        <a16:creationId xmlns:a16="http://schemas.microsoft.com/office/drawing/2014/main" id="{93898401-1A8C-30AF-9927-2877B35D0B0C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8">
                <p14:nvContentPartPr>
                  <p14:cNvPr id="27353" name="Ink 27352">
                    <a:extLst>
                      <a:ext uri="{FF2B5EF4-FFF2-40B4-BE49-F238E27FC236}">
                        <a16:creationId xmlns:a16="http://schemas.microsoft.com/office/drawing/2014/main" id="{6055C0A5-AB22-6064-988E-DB83EAE6920C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353" name="Ink 27352">
                    <a:extLst>
                      <a:ext uri="{FF2B5EF4-FFF2-40B4-BE49-F238E27FC236}">
                        <a16:creationId xmlns:a16="http://schemas.microsoft.com/office/drawing/2014/main" id="{6055C0A5-AB22-6064-988E-DB83EAE6920C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89">
                <p14:nvContentPartPr>
                  <p14:cNvPr id="27354" name="Ink 27353">
                    <a:extLst>
                      <a:ext uri="{FF2B5EF4-FFF2-40B4-BE49-F238E27FC236}">
                        <a16:creationId xmlns:a16="http://schemas.microsoft.com/office/drawing/2014/main" id="{6C0BA148-B060-A852-69C1-008BB2F4682B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354" name="Ink 27353">
                    <a:extLst>
                      <a:ext uri="{FF2B5EF4-FFF2-40B4-BE49-F238E27FC236}">
                        <a16:creationId xmlns:a16="http://schemas.microsoft.com/office/drawing/2014/main" id="{6C0BA148-B060-A852-69C1-008BB2F4682B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0">
                <p14:nvContentPartPr>
                  <p14:cNvPr id="27355" name="Ink 27354">
                    <a:extLst>
                      <a:ext uri="{FF2B5EF4-FFF2-40B4-BE49-F238E27FC236}">
                        <a16:creationId xmlns:a16="http://schemas.microsoft.com/office/drawing/2014/main" id="{8D625757-EAA1-ABF1-5523-4A837DCCCF43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355" name="Ink 27354">
                    <a:extLst>
                      <a:ext uri="{FF2B5EF4-FFF2-40B4-BE49-F238E27FC236}">
                        <a16:creationId xmlns:a16="http://schemas.microsoft.com/office/drawing/2014/main" id="{8D625757-EAA1-ABF1-5523-4A837DCCCF43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1">
                <p14:nvContentPartPr>
                  <p14:cNvPr id="27356" name="Ink 27355">
                    <a:extLst>
                      <a:ext uri="{FF2B5EF4-FFF2-40B4-BE49-F238E27FC236}">
                        <a16:creationId xmlns:a16="http://schemas.microsoft.com/office/drawing/2014/main" id="{DBC0FB51-51F5-58C6-7A83-B1B337A03B45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356" name="Ink 27355">
                    <a:extLst>
                      <a:ext uri="{FF2B5EF4-FFF2-40B4-BE49-F238E27FC236}">
                        <a16:creationId xmlns:a16="http://schemas.microsoft.com/office/drawing/2014/main" id="{DBC0FB51-51F5-58C6-7A83-B1B337A03B45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2">
                <p14:nvContentPartPr>
                  <p14:cNvPr id="27357" name="Ink 27356">
                    <a:extLst>
                      <a:ext uri="{FF2B5EF4-FFF2-40B4-BE49-F238E27FC236}">
                        <a16:creationId xmlns:a16="http://schemas.microsoft.com/office/drawing/2014/main" id="{193A58BB-A949-3B0C-4E18-ECA54A08FD36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357" name="Ink 27356">
                    <a:extLst>
                      <a:ext uri="{FF2B5EF4-FFF2-40B4-BE49-F238E27FC236}">
                        <a16:creationId xmlns:a16="http://schemas.microsoft.com/office/drawing/2014/main" id="{193A58BB-A949-3B0C-4E18-ECA54A08FD36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3">
                <p14:nvContentPartPr>
                  <p14:cNvPr id="27358" name="Ink 27357">
                    <a:extLst>
                      <a:ext uri="{FF2B5EF4-FFF2-40B4-BE49-F238E27FC236}">
                        <a16:creationId xmlns:a16="http://schemas.microsoft.com/office/drawing/2014/main" id="{D35CC0FA-B4A2-D9C6-107B-19AAFD01ED21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358" name="Ink 27357">
                    <a:extLst>
                      <a:ext uri="{FF2B5EF4-FFF2-40B4-BE49-F238E27FC236}">
                        <a16:creationId xmlns:a16="http://schemas.microsoft.com/office/drawing/2014/main" id="{D35CC0FA-B4A2-D9C6-107B-19AAFD01ED21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4">
                <p14:nvContentPartPr>
                  <p14:cNvPr id="27359" name="Ink 27358">
                    <a:extLst>
                      <a:ext uri="{FF2B5EF4-FFF2-40B4-BE49-F238E27FC236}">
                        <a16:creationId xmlns:a16="http://schemas.microsoft.com/office/drawing/2014/main" id="{755BBA0E-9680-3A5B-8266-6410100C7364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359" name="Ink 27358">
                    <a:extLst>
                      <a:ext uri="{FF2B5EF4-FFF2-40B4-BE49-F238E27FC236}">
                        <a16:creationId xmlns:a16="http://schemas.microsoft.com/office/drawing/2014/main" id="{755BBA0E-9680-3A5B-8266-6410100C7364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5">
                <p14:nvContentPartPr>
                  <p14:cNvPr id="27360" name="Ink 27359">
                    <a:extLst>
                      <a:ext uri="{FF2B5EF4-FFF2-40B4-BE49-F238E27FC236}">
                        <a16:creationId xmlns:a16="http://schemas.microsoft.com/office/drawing/2014/main" id="{87164C46-C96C-33F1-EFA8-96E7A77585DB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360" name="Ink 27359">
                    <a:extLst>
                      <a:ext uri="{FF2B5EF4-FFF2-40B4-BE49-F238E27FC236}">
                        <a16:creationId xmlns:a16="http://schemas.microsoft.com/office/drawing/2014/main" id="{87164C46-C96C-33F1-EFA8-96E7A77585DB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6">
                <p14:nvContentPartPr>
                  <p14:cNvPr id="27361" name="Ink 27360">
                    <a:extLst>
                      <a:ext uri="{FF2B5EF4-FFF2-40B4-BE49-F238E27FC236}">
                        <a16:creationId xmlns:a16="http://schemas.microsoft.com/office/drawing/2014/main" id="{39E09D4E-0F65-7866-0EB2-0CF30DBFBEC0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361" name="Ink 27360">
                    <a:extLst>
                      <a:ext uri="{FF2B5EF4-FFF2-40B4-BE49-F238E27FC236}">
                        <a16:creationId xmlns:a16="http://schemas.microsoft.com/office/drawing/2014/main" id="{39E09D4E-0F65-7866-0EB2-0CF30DBFBEC0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7">
                <p14:nvContentPartPr>
                  <p14:cNvPr id="27362" name="Ink 27361">
                    <a:extLst>
                      <a:ext uri="{FF2B5EF4-FFF2-40B4-BE49-F238E27FC236}">
                        <a16:creationId xmlns:a16="http://schemas.microsoft.com/office/drawing/2014/main" id="{89BD53D6-9314-DFBB-714E-698A4BEC2F17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362" name="Ink 27361">
                    <a:extLst>
                      <a:ext uri="{FF2B5EF4-FFF2-40B4-BE49-F238E27FC236}">
                        <a16:creationId xmlns:a16="http://schemas.microsoft.com/office/drawing/2014/main" id="{89BD53D6-9314-DFBB-714E-698A4BEC2F17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8">
                <p14:nvContentPartPr>
                  <p14:cNvPr id="27363" name="Ink 27362">
                    <a:extLst>
                      <a:ext uri="{FF2B5EF4-FFF2-40B4-BE49-F238E27FC236}">
                        <a16:creationId xmlns:a16="http://schemas.microsoft.com/office/drawing/2014/main" id="{3076B6C2-BF0E-B5E6-8B4A-A027C8BB8811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363" name="Ink 27362">
                    <a:extLst>
                      <a:ext uri="{FF2B5EF4-FFF2-40B4-BE49-F238E27FC236}">
                        <a16:creationId xmlns:a16="http://schemas.microsoft.com/office/drawing/2014/main" id="{3076B6C2-BF0E-B5E6-8B4A-A027C8BB8811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899">
                <p14:nvContentPartPr>
                  <p14:cNvPr id="27364" name="Ink 27363">
                    <a:extLst>
                      <a:ext uri="{FF2B5EF4-FFF2-40B4-BE49-F238E27FC236}">
                        <a16:creationId xmlns:a16="http://schemas.microsoft.com/office/drawing/2014/main" id="{A4E41176-05DA-C5AD-0564-B5396A6BBA2C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364" name="Ink 27363">
                    <a:extLst>
                      <a:ext uri="{FF2B5EF4-FFF2-40B4-BE49-F238E27FC236}">
                        <a16:creationId xmlns:a16="http://schemas.microsoft.com/office/drawing/2014/main" id="{A4E41176-05DA-C5AD-0564-B5396A6BBA2C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0">
                <p14:nvContentPartPr>
                  <p14:cNvPr id="27365" name="Ink 27364">
                    <a:extLst>
                      <a:ext uri="{FF2B5EF4-FFF2-40B4-BE49-F238E27FC236}">
                        <a16:creationId xmlns:a16="http://schemas.microsoft.com/office/drawing/2014/main" id="{BF251E35-DAF5-0B2A-2BBA-5CF0933CD764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365" name="Ink 27364">
                    <a:extLst>
                      <a:ext uri="{FF2B5EF4-FFF2-40B4-BE49-F238E27FC236}">
                        <a16:creationId xmlns:a16="http://schemas.microsoft.com/office/drawing/2014/main" id="{BF251E35-DAF5-0B2A-2BBA-5CF0933CD764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1">
                <p14:nvContentPartPr>
                  <p14:cNvPr id="27366" name="Ink 27365">
                    <a:extLst>
                      <a:ext uri="{FF2B5EF4-FFF2-40B4-BE49-F238E27FC236}">
                        <a16:creationId xmlns:a16="http://schemas.microsoft.com/office/drawing/2014/main" id="{40A54F5E-9CD6-FB8C-2E98-AAA94D2B801B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366" name="Ink 27365">
                    <a:extLst>
                      <a:ext uri="{FF2B5EF4-FFF2-40B4-BE49-F238E27FC236}">
                        <a16:creationId xmlns:a16="http://schemas.microsoft.com/office/drawing/2014/main" id="{40A54F5E-9CD6-FB8C-2E98-AAA94D2B801B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27553" name="Group 27552">
            <a:extLst>
              <a:ext uri="{FF2B5EF4-FFF2-40B4-BE49-F238E27FC236}">
                <a16:creationId xmlns:a16="http://schemas.microsoft.com/office/drawing/2014/main" id="{4135C434-2ADA-AF81-26AF-2702051C780A}"/>
              </a:ext>
            </a:extLst>
          </p:cNvPr>
          <p:cNvGrpSpPr>
            <a:grpSpLocks noChangeAspect="1"/>
          </p:cNvGrpSpPr>
          <p:nvPr/>
        </p:nvGrpSpPr>
        <p:grpSpPr>
          <a:xfrm>
            <a:off x="3760601" y="8887803"/>
            <a:ext cx="342918" cy="182880"/>
            <a:chOff x="9395680" y="2795445"/>
            <a:chExt cx="1970280" cy="1750320"/>
          </a:xfrm>
        </p:grpSpPr>
        <p:grpSp>
          <p:nvGrpSpPr>
            <p:cNvPr id="27554" name="Group 79">
              <a:extLst>
                <a:ext uri="{FF2B5EF4-FFF2-40B4-BE49-F238E27FC236}">
                  <a16:creationId xmlns:a16="http://schemas.microsoft.com/office/drawing/2014/main" id="{E4F834FC-2B15-CD62-A4E9-103617C71F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50675" y="2934126"/>
              <a:ext cx="1465262" cy="1465263"/>
              <a:chOff x="8151096" y="4498251"/>
              <a:chExt cx="1465470" cy="1465470"/>
            </a:xfrm>
          </p:grpSpPr>
          <p:pic>
            <p:nvPicPr>
              <p:cNvPr id="27591" name="Picture 2" descr="Urchin Icons - Free SVG &amp; PNG Urchin Images - Noun Project">
                <a:extLst>
                  <a:ext uri="{FF2B5EF4-FFF2-40B4-BE49-F238E27FC236}">
                    <a16:creationId xmlns:a16="http://schemas.microsoft.com/office/drawing/2014/main" id="{FBE01CAF-B8DA-B278-1587-C8B337F7C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51">
                <a:duotone>
                  <a:prstClr val="black"/>
                  <a:srgbClr val="C515AC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8151096" y="4498251"/>
                <a:ext cx="1465470" cy="1465470"/>
              </a:xfrm>
              <a:prstGeom prst="rect">
                <a:avLst/>
              </a:prstGeom>
              <a:noFill/>
              <a:ln w="3175">
                <a:noFill/>
              </a:ln>
            </p:spPr>
          </p:pic>
          <p:sp>
            <p:nvSpPr>
              <p:cNvPr id="27592" name="Freeform 27591">
                <a:extLst>
                  <a:ext uri="{FF2B5EF4-FFF2-40B4-BE49-F238E27FC236}">
                    <a16:creationId xmlns:a16="http://schemas.microsoft.com/office/drawing/2014/main" id="{9AB8FA26-EF3D-9C1C-2F61-91AD74C4FC4A}"/>
                  </a:ext>
                </a:extLst>
              </p:cNvPr>
              <p:cNvSpPr/>
              <p:nvPr/>
            </p:nvSpPr>
            <p:spPr>
              <a:xfrm>
                <a:off x="8467078" y="4861996"/>
                <a:ext cx="844550" cy="755650"/>
              </a:xfrm>
              <a:custGeom>
                <a:avLst/>
                <a:gdLst>
                  <a:gd name="connsiteX0" fmla="*/ 98425 w 844550"/>
                  <a:gd name="connsiteY0" fmla="*/ 612775 h 755650"/>
                  <a:gd name="connsiteX1" fmla="*/ 111125 w 844550"/>
                  <a:gd name="connsiteY1" fmla="*/ 660400 h 755650"/>
                  <a:gd name="connsiteX2" fmla="*/ 180975 w 844550"/>
                  <a:gd name="connsiteY2" fmla="*/ 625475 h 755650"/>
                  <a:gd name="connsiteX3" fmla="*/ 225425 w 844550"/>
                  <a:gd name="connsiteY3" fmla="*/ 708025 h 755650"/>
                  <a:gd name="connsiteX4" fmla="*/ 333375 w 844550"/>
                  <a:gd name="connsiteY4" fmla="*/ 698500 h 755650"/>
                  <a:gd name="connsiteX5" fmla="*/ 368300 w 844550"/>
                  <a:gd name="connsiteY5" fmla="*/ 698500 h 755650"/>
                  <a:gd name="connsiteX6" fmla="*/ 400050 w 844550"/>
                  <a:gd name="connsiteY6" fmla="*/ 701675 h 755650"/>
                  <a:gd name="connsiteX7" fmla="*/ 463550 w 844550"/>
                  <a:gd name="connsiteY7" fmla="*/ 736600 h 755650"/>
                  <a:gd name="connsiteX8" fmla="*/ 447675 w 844550"/>
                  <a:gd name="connsiteY8" fmla="*/ 688975 h 755650"/>
                  <a:gd name="connsiteX9" fmla="*/ 447675 w 844550"/>
                  <a:gd name="connsiteY9" fmla="*/ 622300 h 755650"/>
                  <a:gd name="connsiteX10" fmla="*/ 488950 w 844550"/>
                  <a:gd name="connsiteY10" fmla="*/ 625475 h 755650"/>
                  <a:gd name="connsiteX11" fmla="*/ 511175 w 844550"/>
                  <a:gd name="connsiteY11" fmla="*/ 676275 h 755650"/>
                  <a:gd name="connsiteX12" fmla="*/ 533400 w 844550"/>
                  <a:gd name="connsiteY12" fmla="*/ 708025 h 755650"/>
                  <a:gd name="connsiteX13" fmla="*/ 542925 w 844550"/>
                  <a:gd name="connsiteY13" fmla="*/ 682625 h 755650"/>
                  <a:gd name="connsiteX14" fmla="*/ 542925 w 844550"/>
                  <a:gd name="connsiteY14" fmla="*/ 631825 h 755650"/>
                  <a:gd name="connsiteX15" fmla="*/ 552450 w 844550"/>
                  <a:gd name="connsiteY15" fmla="*/ 603250 h 755650"/>
                  <a:gd name="connsiteX16" fmla="*/ 622300 w 844550"/>
                  <a:gd name="connsiteY16" fmla="*/ 631825 h 755650"/>
                  <a:gd name="connsiteX17" fmla="*/ 669925 w 844550"/>
                  <a:gd name="connsiteY17" fmla="*/ 685800 h 755650"/>
                  <a:gd name="connsiteX18" fmla="*/ 717550 w 844550"/>
                  <a:gd name="connsiteY18" fmla="*/ 657225 h 755650"/>
                  <a:gd name="connsiteX19" fmla="*/ 784225 w 844550"/>
                  <a:gd name="connsiteY19" fmla="*/ 596900 h 755650"/>
                  <a:gd name="connsiteX20" fmla="*/ 822325 w 844550"/>
                  <a:gd name="connsiteY20" fmla="*/ 590550 h 755650"/>
                  <a:gd name="connsiteX21" fmla="*/ 835025 w 844550"/>
                  <a:gd name="connsiteY21" fmla="*/ 561975 h 755650"/>
                  <a:gd name="connsiteX22" fmla="*/ 841375 w 844550"/>
                  <a:gd name="connsiteY22" fmla="*/ 508000 h 755650"/>
                  <a:gd name="connsiteX23" fmla="*/ 844550 w 844550"/>
                  <a:gd name="connsiteY23" fmla="*/ 469900 h 755650"/>
                  <a:gd name="connsiteX24" fmla="*/ 819150 w 844550"/>
                  <a:gd name="connsiteY24" fmla="*/ 431800 h 755650"/>
                  <a:gd name="connsiteX25" fmla="*/ 822325 w 844550"/>
                  <a:gd name="connsiteY25" fmla="*/ 349250 h 755650"/>
                  <a:gd name="connsiteX26" fmla="*/ 828675 w 844550"/>
                  <a:gd name="connsiteY26" fmla="*/ 279400 h 755650"/>
                  <a:gd name="connsiteX27" fmla="*/ 828675 w 844550"/>
                  <a:gd name="connsiteY27" fmla="*/ 222250 h 755650"/>
                  <a:gd name="connsiteX28" fmla="*/ 812800 w 844550"/>
                  <a:gd name="connsiteY28" fmla="*/ 206375 h 755650"/>
                  <a:gd name="connsiteX29" fmla="*/ 771525 w 844550"/>
                  <a:gd name="connsiteY29" fmla="*/ 130175 h 755650"/>
                  <a:gd name="connsiteX30" fmla="*/ 765175 w 844550"/>
                  <a:gd name="connsiteY30" fmla="*/ 107950 h 755650"/>
                  <a:gd name="connsiteX31" fmla="*/ 746125 w 844550"/>
                  <a:gd name="connsiteY31" fmla="*/ 85725 h 755650"/>
                  <a:gd name="connsiteX32" fmla="*/ 730250 w 844550"/>
                  <a:gd name="connsiteY32" fmla="*/ 73025 h 755650"/>
                  <a:gd name="connsiteX33" fmla="*/ 708025 w 844550"/>
                  <a:gd name="connsiteY33" fmla="*/ 60325 h 755650"/>
                  <a:gd name="connsiteX34" fmla="*/ 641350 w 844550"/>
                  <a:gd name="connsiteY34" fmla="*/ 92075 h 755650"/>
                  <a:gd name="connsiteX35" fmla="*/ 527050 w 844550"/>
                  <a:gd name="connsiteY35" fmla="*/ 69850 h 755650"/>
                  <a:gd name="connsiteX36" fmla="*/ 498475 w 844550"/>
                  <a:gd name="connsiteY36" fmla="*/ 63500 h 755650"/>
                  <a:gd name="connsiteX37" fmla="*/ 444500 w 844550"/>
                  <a:gd name="connsiteY37" fmla="*/ 57150 h 755650"/>
                  <a:gd name="connsiteX38" fmla="*/ 396875 w 844550"/>
                  <a:gd name="connsiteY38" fmla="*/ 47625 h 755650"/>
                  <a:gd name="connsiteX39" fmla="*/ 311150 w 844550"/>
                  <a:gd name="connsiteY39" fmla="*/ 0 h 755650"/>
                  <a:gd name="connsiteX40" fmla="*/ 282575 w 844550"/>
                  <a:gd name="connsiteY40" fmla="*/ 66675 h 755650"/>
                  <a:gd name="connsiteX41" fmla="*/ 266700 w 844550"/>
                  <a:gd name="connsiteY41" fmla="*/ 120650 h 755650"/>
                  <a:gd name="connsiteX42" fmla="*/ 174625 w 844550"/>
                  <a:gd name="connsiteY42" fmla="*/ 114300 h 755650"/>
                  <a:gd name="connsiteX43" fmla="*/ 104775 w 844550"/>
                  <a:gd name="connsiteY43" fmla="*/ 114300 h 755650"/>
                  <a:gd name="connsiteX44" fmla="*/ 82550 w 844550"/>
                  <a:gd name="connsiteY44" fmla="*/ 149225 h 755650"/>
                  <a:gd name="connsiteX45" fmla="*/ 101600 w 844550"/>
                  <a:gd name="connsiteY45" fmla="*/ 203200 h 755650"/>
                  <a:gd name="connsiteX46" fmla="*/ 152400 w 844550"/>
                  <a:gd name="connsiteY46" fmla="*/ 238125 h 755650"/>
                  <a:gd name="connsiteX47" fmla="*/ 111125 w 844550"/>
                  <a:gd name="connsiteY47" fmla="*/ 254000 h 755650"/>
                  <a:gd name="connsiteX48" fmla="*/ 95250 w 844550"/>
                  <a:gd name="connsiteY48" fmla="*/ 323850 h 755650"/>
                  <a:gd name="connsiteX49" fmla="*/ 63500 w 844550"/>
                  <a:gd name="connsiteY49" fmla="*/ 387350 h 755650"/>
                  <a:gd name="connsiteX50" fmla="*/ 50800 w 844550"/>
                  <a:gd name="connsiteY50" fmla="*/ 422275 h 755650"/>
                  <a:gd name="connsiteX51" fmla="*/ 50800 w 844550"/>
                  <a:gd name="connsiteY51" fmla="*/ 523875 h 755650"/>
                  <a:gd name="connsiteX52" fmla="*/ 0 w 844550"/>
                  <a:gd name="connsiteY52" fmla="*/ 596900 h 755650"/>
                  <a:gd name="connsiteX53" fmla="*/ 15875 w 844550"/>
                  <a:gd name="connsiteY53" fmla="*/ 628650 h 755650"/>
                  <a:gd name="connsiteX54" fmla="*/ 25400 w 844550"/>
                  <a:gd name="connsiteY54" fmla="*/ 654050 h 755650"/>
                  <a:gd name="connsiteX55" fmla="*/ 34925 w 844550"/>
                  <a:gd name="connsiteY55" fmla="*/ 660400 h 755650"/>
                  <a:gd name="connsiteX56" fmla="*/ 79375 w 844550"/>
                  <a:gd name="connsiteY56" fmla="*/ 708025 h 755650"/>
                  <a:gd name="connsiteX57" fmla="*/ 107950 w 844550"/>
                  <a:gd name="connsiteY57" fmla="*/ 742950 h 755650"/>
                  <a:gd name="connsiteX58" fmla="*/ 149225 w 844550"/>
                  <a:gd name="connsiteY58" fmla="*/ 752475 h 755650"/>
                  <a:gd name="connsiteX59" fmla="*/ 187325 w 844550"/>
                  <a:gd name="connsiteY59" fmla="*/ 755650 h 755650"/>
                  <a:gd name="connsiteX60" fmla="*/ 222250 w 844550"/>
                  <a:gd name="connsiteY60" fmla="*/ 71755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844550" h="755650">
                    <a:moveTo>
                      <a:pt x="98425" y="612775"/>
                    </a:moveTo>
                    <a:lnTo>
                      <a:pt x="111125" y="660400"/>
                    </a:lnTo>
                    <a:lnTo>
                      <a:pt x="180975" y="625475"/>
                    </a:lnTo>
                    <a:lnTo>
                      <a:pt x="225425" y="708025"/>
                    </a:lnTo>
                    <a:lnTo>
                      <a:pt x="333375" y="698500"/>
                    </a:lnTo>
                    <a:lnTo>
                      <a:pt x="368300" y="698500"/>
                    </a:lnTo>
                    <a:lnTo>
                      <a:pt x="400050" y="701675"/>
                    </a:lnTo>
                    <a:lnTo>
                      <a:pt x="463550" y="736600"/>
                    </a:lnTo>
                    <a:lnTo>
                      <a:pt x="447675" y="688975"/>
                    </a:lnTo>
                    <a:lnTo>
                      <a:pt x="447675" y="622300"/>
                    </a:lnTo>
                    <a:lnTo>
                      <a:pt x="488950" y="625475"/>
                    </a:lnTo>
                    <a:lnTo>
                      <a:pt x="511175" y="676275"/>
                    </a:lnTo>
                    <a:lnTo>
                      <a:pt x="533400" y="708025"/>
                    </a:lnTo>
                    <a:lnTo>
                      <a:pt x="542925" y="682625"/>
                    </a:lnTo>
                    <a:lnTo>
                      <a:pt x="542925" y="631825"/>
                    </a:lnTo>
                    <a:lnTo>
                      <a:pt x="552450" y="603250"/>
                    </a:lnTo>
                    <a:lnTo>
                      <a:pt x="622300" y="631825"/>
                    </a:lnTo>
                    <a:lnTo>
                      <a:pt x="669925" y="685800"/>
                    </a:lnTo>
                    <a:lnTo>
                      <a:pt x="717550" y="657225"/>
                    </a:lnTo>
                    <a:lnTo>
                      <a:pt x="784225" y="596900"/>
                    </a:lnTo>
                    <a:lnTo>
                      <a:pt x="822325" y="590550"/>
                    </a:lnTo>
                    <a:lnTo>
                      <a:pt x="835025" y="561975"/>
                    </a:lnTo>
                    <a:lnTo>
                      <a:pt x="841375" y="508000"/>
                    </a:lnTo>
                    <a:lnTo>
                      <a:pt x="844550" y="469900"/>
                    </a:lnTo>
                    <a:lnTo>
                      <a:pt x="819150" y="431800"/>
                    </a:lnTo>
                    <a:lnTo>
                      <a:pt x="822325" y="349250"/>
                    </a:lnTo>
                    <a:lnTo>
                      <a:pt x="828675" y="279400"/>
                    </a:lnTo>
                    <a:lnTo>
                      <a:pt x="828675" y="222250"/>
                    </a:lnTo>
                    <a:lnTo>
                      <a:pt x="812800" y="206375"/>
                    </a:lnTo>
                    <a:lnTo>
                      <a:pt x="771525" y="130175"/>
                    </a:lnTo>
                    <a:lnTo>
                      <a:pt x="765175" y="107950"/>
                    </a:lnTo>
                    <a:cubicBezTo>
                      <a:pt x="758825" y="100542"/>
                      <a:pt x="753024" y="92624"/>
                      <a:pt x="746125" y="85725"/>
                    </a:cubicBezTo>
                    <a:cubicBezTo>
                      <a:pt x="741333" y="80933"/>
                      <a:pt x="730250" y="73025"/>
                      <a:pt x="730250" y="73025"/>
                    </a:cubicBezTo>
                    <a:lnTo>
                      <a:pt x="708025" y="60325"/>
                    </a:lnTo>
                    <a:lnTo>
                      <a:pt x="641350" y="92075"/>
                    </a:lnTo>
                    <a:lnTo>
                      <a:pt x="527050" y="69850"/>
                    </a:lnTo>
                    <a:lnTo>
                      <a:pt x="498475" y="63500"/>
                    </a:lnTo>
                    <a:lnTo>
                      <a:pt x="444500" y="57150"/>
                    </a:lnTo>
                    <a:lnTo>
                      <a:pt x="396875" y="47625"/>
                    </a:lnTo>
                    <a:lnTo>
                      <a:pt x="311150" y="0"/>
                    </a:lnTo>
                    <a:lnTo>
                      <a:pt x="282575" y="66675"/>
                    </a:lnTo>
                    <a:lnTo>
                      <a:pt x="266700" y="120650"/>
                    </a:lnTo>
                    <a:lnTo>
                      <a:pt x="174625" y="114300"/>
                    </a:lnTo>
                    <a:lnTo>
                      <a:pt x="104775" y="114300"/>
                    </a:lnTo>
                    <a:lnTo>
                      <a:pt x="82550" y="149225"/>
                    </a:lnTo>
                    <a:lnTo>
                      <a:pt x="101600" y="203200"/>
                    </a:lnTo>
                    <a:lnTo>
                      <a:pt x="152400" y="238125"/>
                    </a:lnTo>
                    <a:lnTo>
                      <a:pt x="111125" y="254000"/>
                    </a:lnTo>
                    <a:lnTo>
                      <a:pt x="95250" y="323850"/>
                    </a:lnTo>
                    <a:lnTo>
                      <a:pt x="63500" y="387350"/>
                    </a:lnTo>
                    <a:lnTo>
                      <a:pt x="50800" y="422275"/>
                    </a:lnTo>
                    <a:lnTo>
                      <a:pt x="50800" y="523875"/>
                    </a:lnTo>
                    <a:lnTo>
                      <a:pt x="0" y="596900"/>
                    </a:lnTo>
                    <a:lnTo>
                      <a:pt x="15875" y="628650"/>
                    </a:lnTo>
                    <a:cubicBezTo>
                      <a:pt x="19050" y="637117"/>
                      <a:pt x="20748" y="646296"/>
                      <a:pt x="25400" y="654050"/>
                    </a:cubicBezTo>
                    <a:cubicBezTo>
                      <a:pt x="27363" y="657322"/>
                      <a:pt x="34925" y="660400"/>
                      <a:pt x="34925" y="660400"/>
                    </a:cubicBezTo>
                    <a:lnTo>
                      <a:pt x="79375" y="708025"/>
                    </a:lnTo>
                    <a:lnTo>
                      <a:pt x="107950" y="742950"/>
                    </a:lnTo>
                    <a:lnTo>
                      <a:pt x="149225" y="752475"/>
                    </a:lnTo>
                    <a:lnTo>
                      <a:pt x="187325" y="755650"/>
                    </a:lnTo>
                    <a:lnTo>
                      <a:pt x="222250" y="717550"/>
                    </a:lnTo>
                  </a:path>
                </a:pathLst>
              </a:custGeom>
              <a:gradFill flip="none" rotWithShape="1">
                <a:gsLst>
                  <a:gs pos="0">
                    <a:srgbClr val="114AC4"/>
                  </a:gs>
                  <a:gs pos="23000">
                    <a:schemeClr val="tx1"/>
                  </a:gs>
                  <a:gs pos="100000">
                    <a:srgbClr val="551909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>
                <a:solidFill>
                  <a:srgbClr val="551909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593" name="Straight Connector 27592">
                <a:extLst>
                  <a:ext uri="{FF2B5EF4-FFF2-40B4-BE49-F238E27FC236}">
                    <a16:creationId xmlns:a16="http://schemas.microsoft.com/office/drawing/2014/main" id="{D464B62F-3680-6247-2EE0-C31DD406DBAF}"/>
                  </a:ext>
                </a:extLst>
              </p:cNvPr>
              <p:cNvCxnSpPr/>
              <p:nvPr/>
            </p:nvCxnSpPr>
            <p:spPr>
              <a:xfrm flipH="1">
                <a:off x="9076739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4" name="Straight Connector 27593">
                <a:extLst>
                  <a:ext uri="{FF2B5EF4-FFF2-40B4-BE49-F238E27FC236}">
                    <a16:creationId xmlns:a16="http://schemas.microsoft.com/office/drawing/2014/main" id="{C09ECFBB-8FDC-2D1F-54F4-50DFF9F5F983}"/>
                  </a:ext>
                </a:extLst>
              </p:cNvPr>
              <p:cNvCxnSpPr/>
              <p:nvPr/>
            </p:nvCxnSpPr>
            <p:spPr>
              <a:xfrm flipH="1">
                <a:off x="9048160" y="4579225"/>
                <a:ext cx="50807" cy="4318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5" name="Straight Connector 27594">
                <a:extLst>
                  <a:ext uri="{FF2B5EF4-FFF2-40B4-BE49-F238E27FC236}">
                    <a16:creationId xmlns:a16="http://schemas.microsoft.com/office/drawing/2014/main" id="{E3C0FA6D-CCCB-1240-3DAC-B1FF8FE1844E}"/>
                  </a:ext>
                </a:extLst>
              </p:cNvPr>
              <p:cNvCxnSpPr>
                <a:cxnSpLocks/>
                <a:stCxn id="27591" idx="0"/>
              </p:cNvCxnSpPr>
              <p:nvPr/>
            </p:nvCxnSpPr>
            <p:spPr>
              <a:xfrm>
                <a:off x="8884625" y="4498251"/>
                <a:ext cx="119079" cy="51283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6" name="Straight Connector 27595">
                <a:extLst>
                  <a:ext uri="{FF2B5EF4-FFF2-40B4-BE49-F238E27FC236}">
                    <a16:creationId xmlns:a16="http://schemas.microsoft.com/office/drawing/2014/main" id="{E9371DD0-6E2A-A1DB-DE52-013958B608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33844" y="457922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7" name="Straight Connector 27596">
                <a:extLst>
                  <a:ext uri="{FF2B5EF4-FFF2-40B4-BE49-F238E27FC236}">
                    <a16:creationId xmlns:a16="http://schemas.microsoft.com/office/drawing/2014/main" id="{8C2487A8-792A-E938-9600-01D770FE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84625" y="4647497"/>
                <a:ext cx="119079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8" name="Straight Connector 27597">
                <a:extLst>
                  <a:ext uri="{FF2B5EF4-FFF2-40B4-BE49-F238E27FC236}">
                    <a16:creationId xmlns:a16="http://schemas.microsoft.com/office/drawing/2014/main" id="{FDFCE93D-77E7-2A5E-CBFA-B365E3290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931" y="4634795"/>
                <a:ext cx="120667" cy="5112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99" name="Straight Connector 27598">
                <a:extLst>
                  <a:ext uri="{FF2B5EF4-FFF2-40B4-BE49-F238E27FC236}">
                    <a16:creationId xmlns:a16="http://schemas.microsoft.com/office/drawing/2014/main" id="{56087AFA-6246-CCB5-92B3-BDED835E50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56126" y="4782454"/>
                <a:ext cx="223870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0" name="Straight Connector 27599">
                <a:extLst>
                  <a:ext uri="{FF2B5EF4-FFF2-40B4-BE49-F238E27FC236}">
                    <a16:creationId xmlns:a16="http://schemas.microsoft.com/office/drawing/2014/main" id="{98FCE1A4-FFB7-F920-0D2C-F12EA989C8A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83117" y="4795156"/>
                <a:ext cx="225457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1" name="Straight Connector 27600">
                <a:extLst>
                  <a:ext uri="{FF2B5EF4-FFF2-40B4-BE49-F238E27FC236}">
                    <a16:creationId xmlns:a16="http://schemas.microsoft.com/office/drawing/2014/main" id="{39593E8F-E8D5-ED56-51C3-A44B468554F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9775" y="4960279"/>
                <a:ext cx="225457" cy="38105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2" name="Straight Connector 27601">
                <a:extLst>
                  <a:ext uri="{FF2B5EF4-FFF2-40B4-BE49-F238E27FC236}">
                    <a16:creationId xmlns:a16="http://schemas.microsoft.com/office/drawing/2014/main" id="{C9E68010-5A74-0CE8-1A98-6925C1FA64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78354" y="4972981"/>
                <a:ext cx="223870" cy="37946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3" name="Straight Connector 27602">
                <a:extLst>
                  <a:ext uri="{FF2B5EF4-FFF2-40B4-BE49-F238E27FC236}">
                    <a16:creationId xmlns:a16="http://schemas.microsoft.com/office/drawing/2014/main" id="{A9AA8A52-0299-6911-D713-F393D6F76F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90789" y="5292113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4" name="Straight Connector 27603">
                <a:extLst>
                  <a:ext uri="{FF2B5EF4-FFF2-40B4-BE49-F238E27FC236}">
                    <a16:creationId xmlns:a16="http://schemas.microsoft.com/office/drawing/2014/main" id="{E1D93373-695D-EDD3-CC95-C8C56F6332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1596" y="5304815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5" name="Straight Connector 27604">
                <a:extLst>
                  <a:ext uri="{FF2B5EF4-FFF2-40B4-BE49-F238E27FC236}">
                    <a16:creationId xmlns:a16="http://schemas.microsoft.com/office/drawing/2014/main" id="{959CB480-2A01-A94F-B0BF-4E389805513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0" y="5444535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6" name="Straight Connector 27605">
                <a:extLst>
                  <a:ext uri="{FF2B5EF4-FFF2-40B4-BE49-F238E27FC236}">
                    <a16:creationId xmlns:a16="http://schemas.microsoft.com/office/drawing/2014/main" id="{1393052D-712A-C9DF-57A7-7FEB84ED66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94017" y="5457236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7" name="Straight Connector 27606">
                <a:extLst>
                  <a:ext uri="{FF2B5EF4-FFF2-40B4-BE49-F238E27FC236}">
                    <a16:creationId xmlns:a16="http://schemas.microsoft.com/office/drawing/2014/main" id="{5215241D-8A5E-2751-32C4-3AC37E6339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7167" y="5336569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8" name="Straight Connector 27607">
                <a:extLst>
                  <a:ext uri="{FF2B5EF4-FFF2-40B4-BE49-F238E27FC236}">
                    <a16:creationId xmlns:a16="http://schemas.microsoft.com/office/drawing/2014/main" id="{F8632D82-1BD3-0215-79CF-682D62110B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7974" y="5347684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09" name="Straight Connector 27608">
                <a:extLst>
                  <a:ext uri="{FF2B5EF4-FFF2-40B4-BE49-F238E27FC236}">
                    <a16:creationId xmlns:a16="http://schemas.microsoft.com/office/drawing/2014/main" id="{E493732A-CCC1-185A-BA5F-CCDFD71D7C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44771" y="5126990"/>
                <a:ext cx="385818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0" name="Straight Connector 27609">
                <a:extLst>
                  <a:ext uri="{FF2B5EF4-FFF2-40B4-BE49-F238E27FC236}">
                    <a16:creationId xmlns:a16="http://schemas.microsoft.com/office/drawing/2014/main" id="{826B0246-1947-80C7-5E71-5629C13A15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295579" y="5139692"/>
                <a:ext cx="362001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1" name="Straight Connector 27610">
                <a:extLst>
                  <a:ext uri="{FF2B5EF4-FFF2-40B4-BE49-F238E27FC236}">
                    <a16:creationId xmlns:a16="http://schemas.microsoft.com/office/drawing/2014/main" id="{E4E844B1-D56F-1AA1-D2ED-EAF0F9A741D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92590" y="4733234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2" name="Straight Connector 27611">
                <a:extLst>
                  <a:ext uri="{FF2B5EF4-FFF2-40B4-BE49-F238E27FC236}">
                    <a16:creationId xmlns:a16="http://schemas.microsoft.com/office/drawing/2014/main" id="{EF16C5FC-EAEB-5760-F865-B87D4CCB65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043398" y="4745936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3" name="Straight Connector 27612">
                <a:extLst>
                  <a:ext uri="{FF2B5EF4-FFF2-40B4-BE49-F238E27FC236}">
                    <a16:creationId xmlns:a16="http://schemas.microsoft.com/office/drawing/2014/main" id="{351A7B44-300E-DB92-A962-4437A46626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5012" y="4885656"/>
                <a:ext cx="384230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4" name="Straight Connector 27613">
                <a:extLst>
                  <a:ext uri="{FF2B5EF4-FFF2-40B4-BE49-F238E27FC236}">
                    <a16:creationId xmlns:a16="http://schemas.microsoft.com/office/drawing/2014/main" id="{A54D74EA-FEE6-7F34-6B67-FD0BFCA430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5819" y="4898358"/>
                <a:ext cx="360413" cy="31278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5" name="Straight Connector 27614">
                <a:extLst>
                  <a:ext uri="{FF2B5EF4-FFF2-40B4-BE49-F238E27FC236}">
                    <a16:creationId xmlns:a16="http://schemas.microsoft.com/office/drawing/2014/main" id="{F8D14071-0D98-F4A2-96AA-43066E7A48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48188" y="4971393"/>
                <a:ext cx="385817" cy="239747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6" name="Straight Connector 27615">
                <a:extLst>
                  <a:ext uri="{FF2B5EF4-FFF2-40B4-BE49-F238E27FC236}">
                    <a16:creationId xmlns:a16="http://schemas.microsoft.com/office/drawing/2014/main" id="{C3386D09-B28B-6152-9404-830494EAAA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98995" y="4982507"/>
                <a:ext cx="362001" cy="31436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7" name="Straight Connector 27616">
                <a:extLst>
                  <a:ext uri="{FF2B5EF4-FFF2-40B4-BE49-F238E27FC236}">
                    <a16:creationId xmlns:a16="http://schemas.microsoft.com/office/drawing/2014/main" id="{AD09DBBC-6FF1-6418-10A4-492C2CC738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45012" y="5350859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8" name="Straight Connector 27617">
                <a:extLst>
                  <a:ext uri="{FF2B5EF4-FFF2-40B4-BE49-F238E27FC236}">
                    <a16:creationId xmlns:a16="http://schemas.microsoft.com/office/drawing/2014/main" id="{9FC9FB63-A8F6-9C4B-E22C-AB243957CA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5819" y="5436597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19" name="Straight Connector 27618">
                <a:extLst>
                  <a:ext uri="{FF2B5EF4-FFF2-40B4-BE49-F238E27FC236}">
                    <a16:creationId xmlns:a16="http://schemas.microsoft.com/office/drawing/2014/main" id="{FC139E09-32B5-2F1B-2873-6DF1F42D3C1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48160" y="5420719"/>
                <a:ext cx="293730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0" name="Straight Connector 27619">
                <a:extLst>
                  <a:ext uri="{FF2B5EF4-FFF2-40B4-BE49-F238E27FC236}">
                    <a16:creationId xmlns:a16="http://schemas.microsoft.com/office/drawing/2014/main" id="{8329636E-6C81-6DE3-48F3-82DA49A2BC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8968" y="5506456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1" name="Straight Connector 27620">
                <a:extLst>
                  <a:ext uri="{FF2B5EF4-FFF2-40B4-BE49-F238E27FC236}">
                    <a16:creationId xmlns:a16="http://schemas.microsoft.com/office/drawing/2014/main" id="{927387B7-5718-2496-934A-59D0CE2FE8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3844" y="5423895"/>
                <a:ext cx="292141" cy="22069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2" name="Straight Connector 27621">
                <a:extLst>
                  <a:ext uri="{FF2B5EF4-FFF2-40B4-BE49-F238E27FC236}">
                    <a16:creationId xmlns:a16="http://schemas.microsoft.com/office/drawing/2014/main" id="{F11E372A-2BDA-102C-2BAA-22C56EAACF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4651" y="5509632"/>
                <a:ext cx="206404" cy="17306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3" name="Straight Connector 27622">
                <a:extLst>
                  <a:ext uri="{FF2B5EF4-FFF2-40B4-BE49-F238E27FC236}">
                    <a16:creationId xmlns:a16="http://schemas.microsoft.com/office/drawing/2014/main" id="{786976AD-65FC-8D2D-0DCA-ADCA081821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1923" y="5495342"/>
                <a:ext cx="293729" cy="222281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4" name="Straight Connector 27623">
                <a:extLst>
                  <a:ext uri="{FF2B5EF4-FFF2-40B4-BE49-F238E27FC236}">
                    <a16:creationId xmlns:a16="http://schemas.microsoft.com/office/drawing/2014/main" id="{478F2063-30FB-AAFD-C5F3-BA52C577D5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2731" y="5581079"/>
                <a:ext cx="206404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5" name="Straight Connector 27624">
                <a:extLst>
                  <a:ext uri="{FF2B5EF4-FFF2-40B4-BE49-F238E27FC236}">
                    <a16:creationId xmlns:a16="http://schemas.microsoft.com/office/drawing/2014/main" id="{5A0B73EF-C49C-8E7C-ACE9-36931BAE2E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52843" y="5466763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6" name="Straight Connector 27625">
                <a:extLst>
                  <a:ext uri="{FF2B5EF4-FFF2-40B4-BE49-F238E27FC236}">
                    <a16:creationId xmlns:a16="http://schemas.microsoft.com/office/drawing/2014/main" id="{4FBD2C08-D38D-F6A2-CA7D-9887F2A23C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03651" y="5552500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7" name="Straight Connector 27626">
                <a:extLst>
                  <a:ext uri="{FF2B5EF4-FFF2-40B4-BE49-F238E27FC236}">
                    <a16:creationId xmlns:a16="http://schemas.microsoft.com/office/drawing/2014/main" id="{51ED6A20-F8CD-0239-D077-AEE9A46C15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197407" y="5285762"/>
                <a:ext cx="293730" cy="22069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8" name="Straight Connector 27627">
                <a:extLst>
                  <a:ext uri="{FF2B5EF4-FFF2-40B4-BE49-F238E27FC236}">
                    <a16:creationId xmlns:a16="http://schemas.microsoft.com/office/drawing/2014/main" id="{45AAB311-6F76-A951-26D7-FA5F8C13F5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48214" y="5371499"/>
                <a:ext cx="207993" cy="17306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9" name="Straight Connector 27628">
                <a:extLst>
                  <a:ext uri="{FF2B5EF4-FFF2-40B4-BE49-F238E27FC236}">
                    <a16:creationId xmlns:a16="http://schemas.microsoft.com/office/drawing/2014/main" id="{FE2BD68E-3C17-DF12-CD06-8677E7C6346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71977" y="5462000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0" name="Straight Connector 27629">
                <a:extLst>
                  <a:ext uri="{FF2B5EF4-FFF2-40B4-BE49-F238E27FC236}">
                    <a16:creationId xmlns:a16="http://schemas.microsoft.com/office/drawing/2014/main" id="{28BEFA50-A24D-A642-8A41-6EF8DBE987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122784" y="5525509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1" name="Straight Connector 27630">
                <a:extLst>
                  <a:ext uri="{FF2B5EF4-FFF2-40B4-BE49-F238E27FC236}">
                    <a16:creationId xmlns:a16="http://schemas.microsoft.com/office/drawing/2014/main" id="{1EDD3507-23EA-E3E0-0BF2-103074887E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1697" y="5341333"/>
                <a:ext cx="327071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2" name="Straight Connector 27631">
                <a:extLst>
                  <a:ext uri="{FF2B5EF4-FFF2-40B4-BE49-F238E27FC236}">
                    <a16:creationId xmlns:a16="http://schemas.microsoft.com/office/drawing/2014/main" id="{903C844B-1FE8-7E9F-C010-1F69275F71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2504" y="5404842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3" name="Straight Connector 27632">
                <a:extLst>
                  <a:ext uri="{FF2B5EF4-FFF2-40B4-BE49-F238E27FC236}">
                    <a16:creationId xmlns:a16="http://schemas.microsoft.com/office/drawing/2014/main" id="{0F0EA885-E4D4-B921-1A5D-5258CAAF7E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18047" y="5249245"/>
                <a:ext cx="328659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4" name="Straight Connector 27633">
                <a:extLst>
                  <a:ext uri="{FF2B5EF4-FFF2-40B4-BE49-F238E27FC236}">
                    <a16:creationId xmlns:a16="http://schemas.microsoft.com/office/drawing/2014/main" id="{B1BEA457-68A1-57BE-8DC6-3C08D81C8C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68855" y="5312754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5" name="Straight Connector 27634">
                <a:extLst>
                  <a:ext uri="{FF2B5EF4-FFF2-40B4-BE49-F238E27FC236}">
                    <a16:creationId xmlns:a16="http://schemas.microsoft.com/office/drawing/2014/main" id="{3DDCF5F9-5442-EB6D-0BF0-FB6C268B522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221223" y="5157157"/>
                <a:ext cx="328659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6" name="Straight Connector 27635">
                <a:extLst>
                  <a:ext uri="{FF2B5EF4-FFF2-40B4-BE49-F238E27FC236}">
                    <a16:creationId xmlns:a16="http://schemas.microsoft.com/office/drawing/2014/main" id="{B53EBD87-BDB2-217C-321B-F8CEF1D68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2030" y="5220666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7" name="Straight Connector 27636">
                <a:extLst>
                  <a:ext uri="{FF2B5EF4-FFF2-40B4-BE49-F238E27FC236}">
                    <a16:creationId xmlns:a16="http://schemas.microsoft.com/office/drawing/2014/main" id="{CB68BEB2-BAC0-F37B-2887-5B6D210005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9395" y="5079358"/>
                <a:ext cx="328659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8" name="Straight Connector 27637">
                <a:extLst>
                  <a:ext uri="{FF2B5EF4-FFF2-40B4-BE49-F238E27FC236}">
                    <a16:creationId xmlns:a16="http://schemas.microsoft.com/office/drawing/2014/main" id="{0C752B97-1253-04F9-7F06-94EA8973B9B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70202" y="5142867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9" name="Straight Connector 27638">
                <a:extLst>
                  <a:ext uri="{FF2B5EF4-FFF2-40B4-BE49-F238E27FC236}">
                    <a16:creationId xmlns:a16="http://schemas.microsoft.com/office/drawing/2014/main" id="{2388C251-2B1C-CC4C-FB6A-5B8B57ED85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317807" y="4979332"/>
                <a:ext cx="328660" cy="3334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0" name="Straight Connector 27639">
                <a:extLst>
                  <a:ext uri="{FF2B5EF4-FFF2-40B4-BE49-F238E27FC236}">
                    <a16:creationId xmlns:a16="http://schemas.microsoft.com/office/drawing/2014/main" id="{FF8DF083-2A7E-5E09-CDE6-BE058F676F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68614" y="5042841"/>
                <a:ext cx="300081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1" name="Straight Connector 27640">
                <a:extLst>
                  <a:ext uri="{FF2B5EF4-FFF2-40B4-BE49-F238E27FC236}">
                    <a16:creationId xmlns:a16="http://schemas.microsoft.com/office/drawing/2014/main" id="{D15348C7-00D4-15C3-7E45-4F09807360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14685" y="4860252"/>
                <a:ext cx="328660" cy="33343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2" name="Straight Connector 27641">
                <a:extLst>
                  <a:ext uri="{FF2B5EF4-FFF2-40B4-BE49-F238E27FC236}">
                    <a16:creationId xmlns:a16="http://schemas.microsoft.com/office/drawing/2014/main" id="{8C59F7C7-5E10-3472-5E8B-02962CD7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565492" y="4922174"/>
                <a:ext cx="298492" cy="2381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3" name="Straight Connector 27642">
                <a:extLst>
                  <a:ext uri="{FF2B5EF4-FFF2-40B4-BE49-F238E27FC236}">
                    <a16:creationId xmlns:a16="http://schemas.microsoft.com/office/drawing/2014/main" id="{425BD1C2-7D91-20F3-BAC2-5EBB8271B2A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263824" y="5171446"/>
                <a:ext cx="328660" cy="34930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4" name="Straight Connector 27643">
                <a:extLst>
                  <a:ext uri="{FF2B5EF4-FFF2-40B4-BE49-F238E27FC236}">
                    <a16:creationId xmlns:a16="http://schemas.microsoft.com/office/drawing/2014/main" id="{6FC13298-ED0B-3660-8EE1-E3AA2A2501B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14631" y="5234955"/>
                <a:ext cx="298492" cy="2222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5" name="Straight Connector 27644">
                <a:extLst>
                  <a:ext uri="{FF2B5EF4-FFF2-40B4-BE49-F238E27FC236}">
                    <a16:creationId xmlns:a16="http://schemas.microsoft.com/office/drawing/2014/main" id="{2D09BC24-9A0B-3A34-45D6-B5678A792C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76660" y="4664963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6" name="Straight Connector 27645">
                <a:extLst>
                  <a:ext uri="{FF2B5EF4-FFF2-40B4-BE49-F238E27FC236}">
                    <a16:creationId xmlns:a16="http://schemas.microsoft.com/office/drawing/2014/main" id="{884D4D64-5A68-5359-18AA-6DC361E6A2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25853" y="4690366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7" name="Straight Connector 27646">
                <a:extLst>
                  <a:ext uri="{FF2B5EF4-FFF2-40B4-BE49-F238E27FC236}">
                    <a16:creationId xmlns:a16="http://schemas.microsoft.com/office/drawing/2014/main" id="{2F842C98-898E-7668-A47D-8EF78354B34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65519" y="4684015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8" name="Straight Connector 27647">
                <a:extLst>
                  <a:ext uri="{FF2B5EF4-FFF2-40B4-BE49-F238E27FC236}">
                    <a16:creationId xmlns:a16="http://schemas.microsoft.com/office/drawing/2014/main" id="{AFB1245B-ACA9-48D3-FA77-701BC90CE6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14712" y="4709419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49" name="Straight Connector 27648">
                <a:extLst>
                  <a:ext uri="{FF2B5EF4-FFF2-40B4-BE49-F238E27FC236}">
                    <a16:creationId xmlns:a16="http://schemas.microsoft.com/office/drawing/2014/main" id="{F9DBE76E-F1E3-2AA6-A0CD-DBE13C3A3A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73431" y="4768164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0" name="Straight Connector 27649">
                <a:extLst>
                  <a:ext uri="{FF2B5EF4-FFF2-40B4-BE49-F238E27FC236}">
                    <a16:creationId xmlns:a16="http://schemas.microsoft.com/office/drawing/2014/main" id="{D52BFE62-F980-6405-2E9A-77EABC8C9F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22624" y="4793568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1" name="Straight Connector 27650">
                <a:extLst>
                  <a:ext uri="{FF2B5EF4-FFF2-40B4-BE49-F238E27FC236}">
                    <a16:creationId xmlns:a16="http://schemas.microsoft.com/office/drawing/2014/main" id="{6D759199-789F-D216-4B12-F2D2C801E9A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48027" y="4796743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2" name="Straight Connector 27651">
                <a:extLst>
                  <a:ext uri="{FF2B5EF4-FFF2-40B4-BE49-F238E27FC236}">
                    <a16:creationId xmlns:a16="http://schemas.microsoft.com/office/drawing/2014/main" id="{40CF5B2C-5575-4DC1-E0D3-3E8A6DD57D5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497220" y="4822147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3" name="Straight Connector 27652">
                <a:extLst>
                  <a:ext uri="{FF2B5EF4-FFF2-40B4-BE49-F238E27FC236}">
                    <a16:creationId xmlns:a16="http://schemas.microsoft.com/office/drawing/2014/main" id="{C2D10230-D68D-F667-15A6-2761267ADAD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02010" y="5520745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4" name="Straight Connector 27653">
                <a:extLst>
                  <a:ext uri="{FF2B5EF4-FFF2-40B4-BE49-F238E27FC236}">
                    <a16:creationId xmlns:a16="http://schemas.microsoft.com/office/drawing/2014/main" id="{20692D85-C64E-764A-2862-D1A0C824E80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551203" y="5546149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5" name="Straight Connector 27654">
                <a:extLst>
                  <a:ext uri="{FF2B5EF4-FFF2-40B4-BE49-F238E27FC236}">
                    <a16:creationId xmlns:a16="http://schemas.microsoft.com/office/drawing/2014/main" id="{BA032253-D3C3-7948-9993-723C90A5E5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90923" y="5519158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6" name="Straight Connector 27655">
                <a:extLst>
                  <a:ext uri="{FF2B5EF4-FFF2-40B4-BE49-F238E27FC236}">
                    <a16:creationId xmlns:a16="http://schemas.microsoft.com/office/drawing/2014/main" id="{65D0EF5B-EC76-6DFC-FCE1-F1180E0F6F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640115" y="5544562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7" name="Straight Connector 27656">
                <a:extLst>
                  <a:ext uri="{FF2B5EF4-FFF2-40B4-BE49-F238E27FC236}">
                    <a16:creationId xmlns:a16="http://schemas.microsoft.com/office/drawing/2014/main" id="{31B21379-7F6D-16A9-2962-9388EED91A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89362" y="5539798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8" name="Straight Connector 27657">
                <a:extLst>
                  <a:ext uri="{FF2B5EF4-FFF2-40B4-BE49-F238E27FC236}">
                    <a16:creationId xmlns:a16="http://schemas.microsoft.com/office/drawing/2014/main" id="{8C62AFAD-6907-D14E-D0E2-5DD02F503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38554" y="5565202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59" name="Straight Connector 27658">
                <a:extLst>
                  <a:ext uri="{FF2B5EF4-FFF2-40B4-BE49-F238E27FC236}">
                    <a16:creationId xmlns:a16="http://schemas.microsoft.com/office/drawing/2014/main" id="{6AC94943-667B-F4B4-B45B-D4666416EE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00502" y="5454061"/>
                <a:ext cx="111141" cy="322309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60" name="Straight Connector 27659">
                <a:extLst>
                  <a:ext uri="{FF2B5EF4-FFF2-40B4-BE49-F238E27FC236}">
                    <a16:creationId xmlns:a16="http://schemas.microsoft.com/office/drawing/2014/main" id="{CB25D6C1-8558-B002-4389-E8E8F719FD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49695" y="5479465"/>
                <a:ext cx="101614" cy="296905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61" name="Straight Connector 27660">
                <a:extLst>
                  <a:ext uri="{FF2B5EF4-FFF2-40B4-BE49-F238E27FC236}">
                    <a16:creationId xmlns:a16="http://schemas.microsoft.com/office/drawing/2014/main" id="{5C3C3E91-1B87-64C4-E962-DD93428A85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86240" y="5447710"/>
                <a:ext cx="111141" cy="323896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62" name="Straight Connector 27661">
                <a:extLst>
                  <a:ext uri="{FF2B5EF4-FFF2-40B4-BE49-F238E27FC236}">
                    <a16:creationId xmlns:a16="http://schemas.microsoft.com/office/drawing/2014/main" id="{2A8A6434-4561-63C1-42E7-B67CBED7D8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35432" y="5473114"/>
                <a:ext cx="101614" cy="298492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63" name="Straight Connector 27662">
                <a:extLst>
                  <a:ext uri="{FF2B5EF4-FFF2-40B4-BE49-F238E27FC236}">
                    <a16:creationId xmlns:a16="http://schemas.microsoft.com/office/drawing/2014/main" id="{431237FF-A1AA-D45F-6EE0-7C0FE7A4B8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29081" y="4817384"/>
                <a:ext cx="111141" cy="322308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64" name="Straight Connector 27663">
                <a:extLst>
                  <a:ext uri="{FF2B5EF4-FFF2-40B4-BE49-F238E27FC236}">
                    <a16:creationId xmlns:a16="http://schemas.microsoft.com/office/drawing/2014/main" id="{9EE76B4B-6A59-C7F8-D8C1-7B7CC3279EB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878274" y="4842788"/>
                <a:ext cx="101614" cy="296904"/>
              </a:xfrm>
              <a:prstGeom prst="line">
                <a:avLst/>
              </a:prstGeom>
              <a:ln w="3175">
                <a:solidFill>
                  <a:srgbClr val="55190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555" name="Group 27554">
              <a:extLst>
                <a:ext uri="{FF2B5EF4-FFF2-40B4-BE49-F238E27FC236}">
                  <a16:creationId xmlns:a16="http://schemas.microsoft.com/office/drawing/2014/main" id="{8608E984-B87B-5FE6-418C-7A99128A010C}"/>
                </a:ext>
              </a:extLst>
            </p:cNvPr>
            <p:cNvGrpSpPr/>
            <p:nvPr/>
          </p:nvGrpSpPr>
          <p:grpSpPr>
            <a:xfrm>
              <a:off x="9395680" y="2795445"/>
              <a:ext cx="1970280" cy="1750320"/>
              <a:chOff x="9395680" y="2795445"/>
              <a:chExt cx="1970280" cy="175032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902">
                <p14:nvContentPartPr>
                  <p14:cNvPr id="27556" name="Ink 27555">
                    <a:extLst>
                      <a:ext uri="{FF2B5EF4-FFF2-40B4-BE49-F238E27FC236}">
                        <a16:creationId xmlns:a16="http://schemas.microsoft.com/office/drawing/2014/main" id="{A282F5A7-A600-E447-E09E-FB472FC07657}"/>
                      </a:ext>
                    </a:extLst>
                  </p14:cNvPr>
                  <p14:cNvContentPartPr/>
                  <p14:nvPr/>
                </p14:nvContentPartPr>
                <p14:xfrm>
                  <a:off x="10607440" y="2914245"/>
                  <a:ext cx="186120" cy="422280"/>
                </p14:xfrm>
              </p:contentPart>
            </mc:Choice>
            <mc:Fallback xmlns="">
              <p:pic>
                <p:nvPicPr>
                  <p:cNvPr id="27556" name="Ink 27555">
                    <a:extLst>
                      <a:ext uri="{FF2B5EF4-FFF2-40B4-BE49-F238E27FC236}">
                        <a16:creationId xmlns:a16="http://schemas.microsoft.com/office/drawing/2014/main" id="{A282F5A7-A600-E447-E09E-FB472FC07657}"/>
                      </a:ext>
                    </a:extLst>
                  </p:cNvPr>
                  <p:cNvPicPr/>
                  <p:nvPr/>
                </p:nvPicPr>
                <p:blipFill>
                  <a:blip r:embed="rId2760"/>
                  <a:stretch>
                    <a:fillRect/>
                  </a:stretch>
                </p:blipFill>
                <p:spPr>
                  <a:xfrm>
                    <a:off x="10582897" y="2873047"/>
                    <a:ext cx="235207" cy="5046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3">
                <p14:nvContentPartPr>
                  <p14:cNvPr id="27557" name="Ink 27556">
                    <a:extLst>
                      <a:ext uri="{FF2B5EF4-FFF2-40B4-BE49-F238E27FC236}">
                        <a16:creationId xmlns:a16="http://schemas.microsoft.com/office/drawing/2014/main" id="{570E5670-ACA2-41CA-2749-8C2FF48AE3D3}"/>
                      </a:ext>
                    </a:extLst>
                  </p14:cNvPr>
                  <p14:cNvContentPartPr/>
                  <p14:nvPr/>
                </p14:nvContentPartPr>
                <p14:xfrm>
                  <a:off x="10558120" y="2978325"/>
                  <a:ext cx="379080" cy="486720"/>
                </p14:xfrm>
              </p:contentPart>
            </mc:Choice>
            <mc:Fallback xmlns="">
              <p:pic>
                <p:nvPicPr>
                  <p:cNvPr id="27557" name="Ink 27556">
                    <a:extLst>
                      <a:ext uri="{FF2B5EF4-FFF2-40B4-BE49-F238E27FC236}">
                        <a16:creationId xmlns:a16="http://schemas.microsoft.com/office/drawing/2014/main" id="{570E5670-ACA2-41CA-2749-8C2FF48AE3D3}"/>
                      </a:ext>
                    </a:extLst>
                  </p:cNvPr>
                  <p:cNvPicPr/>
                  <p:nvPr/>
                </p:nvPicPr>
                <p:blipFill>
                  <a:blip r:embed="rId3630"/>
                  <a:stretch>
                    <a:fillRect/>
                  </a:stretch>
                </p:blipFill>
                <p:spPr>
                  <a:xfrm>
                    <a:off x="10533397" y="2937194"/>
                    <a:ext cx="428525" cy="56898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4">
                <p14:nvContentPartPr>
                  <p14:cNvPr id="27558" name="Ink 27557">
                    <a:extLst>
                      <a:ext uri="{FF2B5EF4-FFF2-40B4-BE49-F238E27FC236}">
                        <a16:creationId xmlns:a16="http://schemas.microsoft.com/office/drawing/2014/main" id="{805C7633-7363-B0C4-F764-7672952CA810}"/>
                      </a:ext>
                    </a:extLst>
                  </p14:cNvPr>
                  <p14:cNvContentPartPr/>
                  <p14:nvPr/>
                </p14:nvContentPartPr>
                <p14:xfrm>
                  <a:off x="10475680" y="3095685"/>
                  <a:ext cx="587520" cy="416880"/>
                </p14:xfrm>
              </p:contentPart>
            </mc:Choice>
            <mc:Fallback xmlns="">
              <p:pic>
                <p:nvPicPr>
                  <p:cNvPr id="27558" name="Ink 27557">
                    <a:extLst>
                      <a:ext uri="{FF2B5EF4-FFF2-40B4-BE49-F238E27FC236}">
                        <a16:creationId xmlns:a16="http://schemas.microsoft.com/office/drawing/2014/main" id="{805C7633-7363-B0C4-F764-7672952CA810}"/>
                      </a:ext>
                    </a:extLst>
                  </p:cNvPr>
                  <p:cNvPicPr/>
                  <p:nvPr/>
                </p:nvPicPr>
                <p:blipFill>
                  <a:blip r:embed="rId3635"/>
                  <a:stretch>
                    <a:fillRect/>
                  </a:stretch>
                </p:blipFill>
                <p:spPr>
                  <a:xfrm>
                    <a:off x="10450942" y="3054680"/>
                    <a:ext cx="636995" cy="49888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5">
                <p14:nvContentPartPr>
                  <p14:cNvPr id="27559" name="Ink 27558">
                    <a:extLst>
                      <a:ext uri="{FF2B5EF4-FFF2-40B4-BE49-F238E27FC236}">
                        <a16:creationId xmlns:a16="http://schemas.microsoft.com/office/drawing/2014/main" id="{3DCA6B48-2377-3CA1-E392-57A0CD0BA743}"/>
                      </a:ext>
                    </a:extLst>
                  </p14:cNvPr>
                  <p14:cNvContentPartPr/>
                  <p14:nvPr/>
                </p14:nvContentPartPr>
                <p14:xfrm>
                  <a:off x="10482880" y="3223845"/>
                  <a:ext cx="733680" cy="297720"/>
                </p14:xfrm>
              </p:contentPart>
            </mc:Choice>
            <mc:Fallback xmlns="">
              <p:pic>
                <p:nvPicPr>
                  <p:cNvPr id="27559" name="Ink 27558">
                    <a:extLst>
                      <a:ext uri="{FF2B5EF4-FFF2-40B4-BE49-F238E27FC236}">
                        <a16:creationId xmlns:a16="http://schemas.microsoft.com/office/drawing/2014/main" id="{3DCA6B48-2377-3CA1-E392-57A0CD0BA743}"/>
                      </a:ext>
                    </a:extLst>
                  </p:cNvPr>
                  <p:cNvPicPr/>
                  <p:nvPr/>
                </p:nvPicPr>
                <p:blipFill>
                  <a:blip r:embed="rId3638"/>
                  <a:stretch>
                    <a:fillRect/>
                  </a:stretch>
                </p:blipFill>
                <p:spPr>
                  <a:xfrm>
                    <a:off x="10458149" y="3182780"/>
                    <a:ext cx="783142" cy="379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6">
                <p14:nvContentPartPr>
                  <p14:cNvPr id="27560" name="Ink 27559">
                    <a:extLst>
                      <a:ext uri="{FF2B5EF4-FFF2-40B4-BE49-F238E27FC236}">
                        <a16:creationId xmlns:a16="http://schemas.microsoft.com/office/drawing/2014/main" id="{62C5F0DC-BAE2-62D7-8A3C-226F42E3F832}"/>
                      </a:ext>
                    </a:extLst>
                  </p14:cNvPr>
                  <p14:cNvContentPartPr/>
                  <p14:nvPr/>
                </p14:nvContentPartPr>
                <p14:xfrm>
                  <a:off x="10534360" y="3410325"/>
                  <a:ext cx="778680" cy="106200"/>
                </p14:xfrm>
              </p:contentPart>
            </mc:Choice>
            <mc:Fallback xmlns="">
              <p:pic>
                <p:nvPicPr>
                  <p:cNvPr id="27560" name="Ink 27559">
                    <a:extLst>
                      <a:ext uri="{FF2B5EF4-FFF2-40B4-BE49-F238E27FC236}">
                        <a16:creationId xmlns:a16="http://schemas.microsoft.com/office/drawing/2014/main" id="{62C5F0DC-BAE2-62D7-8A3C-226F42E3F832}"/>
                      </a:ext>
                    </a:extLst>
                  </p:cNvPr>
                  <p:cNvPicPr/>
                  <p:nvPr/>
                </p:nvPicPr>
                <p:blipFill>
                  <a:blip r:embed="rId3640"/>
                  <a:stretch>
                    <a:fillRect/>
                  </a:stretch>
                </p:blipFill>
                <p:spPr>
                  <a:xfrm>
                    <a:off x="10509574" y="3370500"/>
                    <a:ext cx="828251" cy="1858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7">
                <p14:nvContentPartPr>
                  <p14:cNvPr id="27561" name="Ink 27560">
                    <a:extLst>
                      <a:ext uri="{FF2B5EF4-FFF2-40B4-BE49-F238E27FC236}">
                        <a16:creationId xmlns:a16="http://schemas.microsoft.com/office/drawing/2014/main" id="{9A6E8B8B-15CD-D438-FFAB-F683CFFFAF29}"/>
                      </a:ext>
                    </a:extLst>
                  </p14:cNvPr>
                  <p14:cNvContentPartPr/>
                  <p14:nvPr/>
                </p14:nvContentPartPr>
                <p14:xfrm>
                  <a:off x="10199920" y="3597165"/>
                  <a:ext cx="1099800" cy="82440"/>
                </p14:xfrm>
              </p:contentPart>
            </mc:Choice>
            <mc:Fallback xmlns="">
              <p:pic>
                <p:nvPicPr>
                  <p:cNvPr id="27561" name="Ink 27560">
                    <a:extLst>
                      <a:ext uri="{FF2B5EF4-FFF2-40B4-BE49-F238E27FC236}">
                        <a16:creationId xmlns:a16="http://schemas.microsoft.com/office/drawing/2014/main" id="{9A6E8B8B-15CD-D438-FFAB-F683CFFFAF29}"/>
                      </a:ext>
                    </a:extLst>
                  </p:cNvPr>
                  <p:cNvPicPr/>
                  <p:nvPr/>
                </p:nvPicPr>
                <p:blipFill>
                  <a:blip r:embed="rId3649"/>
                  <a:stretch>
                    <a:fillRect/>
                  </a:stretch>
                </p:blipFill>
                <p:spPr>
                  <a:xfrm>
                    <a:off x="10175159" y="3557594"/>
                    <a:ext cx="1149322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8">
                <p14:nvContentPartPr>
                  <p14:cNvPr id="27562" name="Ink 27561">
                    <a:extLst>
                      <a:ext uri="{FF2B5EF4-FFF2-40B4-BE49-F238E27FC236}">
                        <a16:creationId xmlns:a16="http://schemas.microsoft.com/office/drawing/2014/main" id="{4D5F1AB8-6328-E63B-883C-6ACDAA3660E4}"/>
                      </a:ext>
                    </a:extLst>
                  </p14:cNvPr>
                  <p14:cNvContentPartPr/>
                  <p14:nvPr/>
                </p14:nvContentPartPr>
                <p14:xfrm>
                  <a:off x="9548320" y="3559005"/>
                  <a:ext cx="637200" cy="71640"/>
                </p14:xfrm>
              </p:contentPart>
            </mc:Choice>
            <mc:Fallback xmlns="">
              <p:pic>
                <p:nvPicPr>
                  <p:cNvPr id="27562" name="Ink 27561">
                    <a:extLst>
                      <a:ext uri="{FF2B5EF4-FFF2-40B4-BE49-F238E27FC236}">
                        <a16:creationId xmlns:a16="http://schemas.microsoft.com/office/drawing/2014/main" id="{4D5F1AB8-6328-E63B-883C-6ACDAA3660E4}"/>
                      </a:ext>
                    </a:extLst>
                  </p:cNvPr>
                  <p:cNvPicPr/>
                  <p:nvPr/>
                </p:nvPicPr>
                <p:blipFill>
                  <a:blip r:embed="rId2772"/>
                  <a:stretch>
                    <a:fillRect/>
                  </a:stretch>
                </p:blipFill>
                <p:spPr>
                  <a:xfrm>
                    <a:off x="9523574" y="3519929"/>
                    <a:ext cx="686691" cy="1497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09">
                <p14:nvContentPartPr>
                  <p14:cNvPr id="27563" name="Ink 27562">
                    <a:extLst>
                      <a:ext uri="{FF2B5EF4-FFF2-40B4-BE49-F238E27FC236}">
                        <a16:creationId xmlns:a16="http://schemas.microsoft.com/office/drawing/2014/main" id="{4FF346F3-C762-3F6A-93C8-224C63D62B7E}"/>
                      </a:ext>
                    </a:extLst>
                  </p14:cNvPr>
                  <p14:cNvContentPartPr/>
                  <p14:nvPr/>
                </p14:nvContentPartPr>
                <p14:xfrm>
                  <a:off x="9771880" y="3152565"/>
                  <a:ext cx="425880" cy="357480"/>
                </p14:xfrm>
              </p:contentPart>
            </mc:Choice>
            <mc:Fallback xmlns="">
              <p:pic>
                <p:nvPicPr>
                  <p:cNvPr id="27563" name="Ink 27562">
                    <a:extLst>
                      <a:ext uri="{FF2B5EF4-FFF2-40B4-BE49-F238E27FC236}">
                        <a16:creationId xmlns:a16="http://schemas.microsoft.com/office/drawing/2014/main" id="{4FF346F3-C762-3F6A-93C8-224C63D62B7E}"/>
                      </a:ext>
                    </a:extLst>
                  </p:cNvPr>
                  <p:cNvPicPr/>
                  <p:nvPr/>
                </p:nvPicPr>
                <p:blipFill>
                  <a:blip r:embed="rId3655"/>
                  <a:stretch>
                    <a:fillRect/>
                  </a:stretch>
                </p:blipFill>
                <p:spPr>
                  <a:xfrm>
                    <a:off x="9747191" y="3111710"/>
                    <a:ext cx="475257" cy="4391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0">
                <p14:nvContentPartPr>
                  <p14:cNvPr id="27564" name="Ink 27563">
                    <a:extLst>
                      <a:ext uri="{FF2B5EF4-FFF2-40B4-BE49-F238E27FC236}">
                        <a16:creationId xmlns:a16="http://schemas.microsoft.com/office/drawing/2014/main" id="{A690D914-B113-8ABF-0014-D7944161CCB9}"/>
                      </a:ext>
                    </a:extLst>
                  </p14:cNvPr>
                  <p14:cNvContentPartPr/>
                  <p14:nvPr/>
                </p14:nvContentPartPr>
                <p14:xfrm>
                  <a:off x="9550480" y="3332565"/>
                  <a:ext cx="516960" cy="201240"/>
                </p14:xfrm>
              </p:contentPart>
            </mc:Choice>
            <mc:Fallback xmlns="">
              <p:pic>
                <p:nvPicPr>
                  <p:cNvPr id="27564" name="Ink 27563">
                    <a:extLst>
                      <a:ext uri="{FF2B5EF4-FFF2-40B4-BE49-F238E27FC236}">
                        <a16:creationId xmlns:a16="http://schemas.microsoft.com/office/drawing/2014/main" id="{A690D914-B113-8ABF-0014-D7944161CCB9}"/>
                      </a:ext>
                    </a:extLst>
                  </p:cNvPr>
                  <p:cNvPicPr/>
                  <p:nvPr/>
                </p:nvPicPr>
                <p:blipFill>
                  <a:blip r:embed="rId2776"/>
                  <a:stretch>
                    <a:fillRect/>
                  </a:stretch>
                </p:blipFill>
                <p:spPr>
                  <a:xfrm>
                    <a:off x="9525765" y="3291635"/>
                    <a:ext cx="566390" cy="2831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1">
                <p14:nvContentPartPr>
                  <p14:cNvPr id="27565" name="Ink 27564">
                    <a:extLst>
                      <a:ext uri="{FF2B5EF4-FFF2-40B4-BE49-F238E27FC236}">
                        <a16:creationId xmlns:a16="http://schemas.microsoft.com/office/drawing/2014/main" id="{1D4DFEF0-2675-1B79-5C9A-EDA621A32711}"/>
                      </a:ext>
                    </a:extLst>
                  </p14:cNvPr>
                  <p14:cNvContentPartPr/>
                  <p14:nvPr/>
                </p14:nvContentPartPr>
                <p14:xfrm>
                  <a:off x="9540760" y="3493485"/>
                  <a:ext cx="567720" cy="82440"/>
                </p14:xfrm>
              </p:contentPart>
            </mc:Choice>
            <mc:Fallback xmlns="">
              <p:pic>
                <p:nvPicPr>
                  <p:cNvPr id="27565" name="Ink 27564">
                    <a:extLst>
                      <a:ext uri="{FF2B5EF4-FFF2-40B4-BE49-F238E27FC236}">
                        <a16:creationId xmlns:a16="http://schemas.microsoft.com/office/drawing/2014/main" id="{1D4DFEF0-2675-1B79-5C9A-EDA621A32711}"/>
                      </a:ext>
                    </a:extLst>
                  </p:cNvPr>
                  <p:cNvPicPr/>
                  <p:nvPr/>
                </p:nvPicPr>
                <p:blipFill>
                  <a:blip r:embed="rId2778"/>
                  <a:stretch>
                    <a:fillRect/>
                  </a:stretch>
                </p:blipFill>
                <p:spPr>
                  <a:xfrm>
                    <a:off x="9515987" y="3453914"/>
                    <a:ext cx="617266" cy="16158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2">
                <p14:nvContentPartPr>
                  <p14:cNvPr id="27566" name="Ink 27565">
                    <a:extLst>
                      <a:ext uri="{FF2B5EF4-FFF2-40B4-BE49-F238E27FC236}">
                        <a16:creationId xmlns:a16="http://schemas.microsoft.com/office/drawing/2014/main" id="{381139C1-B98E-E0CC-192A-EAB8ECF04C84}"/>
                      </a:ext>
                    </a:extLst>
                  </p14:cNvPr>
                  <p14:cNvContentPartPr/>
                  <p14:nvPr/>
                </p14:nvContentPartPr>
                <p14:xfrm>
                  <a:off x="9591520" y="3700485"/>
                  <a:ext cx="692280" cy="40320"/>
                </p14:xfrm>
              </p:contentPart>
            </mc:Choice>
            <mc:Fallback xmlns="">
              <p:pic>
                <p:nvPicPr>
                  <p:cNvPr id="27566" name="Ink 27565">
                    <a:extLst>
                      <a:ext uri="{FF2B5EF4-FFF2-40B4-BE49-F238E27FC236}">
                        <a16:creationId xmlns:a16="http://schemas.microsoft.com/office/drawing/2014/main" id="{381139C1-B98E-E0CC-192A-EAB8ECF04C84}"/>
                      </a:ext>
                    </a:extLst>
                  </p:cNvPr>
                  <p:cNvPicPr/>
                  <p:nvPr/>
                </p:nvPicPr>
                <p:blipFill>
                  <a:blip r:embed="rId3665"/>
                  <a:stretch>
                    <a:fillRect/>
                  </a:stretch>
                </p:blipFill>
                <p:spPr>
                  <a:xfrm>
                    <a:off x="9566796" y="3663267"/>
                    <a:ext cx="741729" cy="11475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3">
                <p14:nvContentPartPr>
                  <p14:cNvPr id="27567" name="Ink 27566">
                    <a:extLst>
                      <a:ext uri="{FF2B5EF4-FFF2-40B4-BE49-F238E27FC236}">
                        <a16:creationId xmlns:a16="http://schemas.microsoft.com/office/drawing/2014/main" id="{CE17BB1F-0D1F-F20D-086E-6A4DBF298813}"/>
                      </a:ext>
                    </a:extLst>
                  </p14:cNvPr>
                  <p14:cNvContentPartPr/>
                  <p14:nvPr/>
                </p14:nvContentPartPr>
                <p14:xfrm>
                  <a:off x="9418720" y="3814245"/>
                  <a:ext cx="748080" cy="71280"/>
                </p14:xfrm>
              </p:contentPart>
            </mc:Choice>
            <mc:Fallback xmlns="">
              <p:pic>
                <p:nvPicPr>
                  <p:cNvPr id="27567" name="Ink 27566">
                    <a:extLst>
                      <a:ext uri="{FF2B5EF4-FFF2-40B4-BE49-F238E27FC236}">
                        <a16:creationId xmlns:a16="http://schemas.microsoft.com/office/drawing/2014/main" id="{CE17BB1F-0D1F-F20D-086E-6A4DBF298813}"/>
                      </a:ext>
                    </a:extLst>
                  </p:cNvPr>
                  <p:cNvPicPr/>
                  <p:nvPr/>
                </p:nvPicPr>
                <p:blipFill>
                  <a:blip r:embed="rId2782"/>
                  <a:stretch>
                    <a:fillRect/>
                  </a:stretch>
                </p:blipFill>
                <p:spPr>
                  <a:xfrm>
                    <a:off x="9393990" y="3775365"/>
                    <a:ext cx="797540" cy="1490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4">
                <p14:nvContentPartPr>
                  <p14:cNvPr id="27568" name="Ink 27567">
                    <a:extLst>
                      <a:ext uri="{FF2B5EF4-FFF2-40B4-BE49-F238E27FC236}">
                        <a16:creationId xmlns:a16="http://schemas.microsoft.com/office/drawing/2014/main" id="{291D6688-12FA-8BFD-3904-A496A10E61BE}"/>
                      </a:ext>
                    </a:extLst>
                  </p14:cNvPr>
                  <p14:cNvContentPartPr/>
                  <p14:nvPr/>
                </p14:nvContentPartPr>
                <p14:xfrm>
                  <a:off x="9395680" y="3877965"/>
                  <a:ext cx="664920" cy="280080"/>
                </p14:xfrm>
              </p:contentPart>
            </mc:Choice>
            <mc:Fallback xmlns="">
              <p:pic>
                <p:nvPicPr>
                  <p:cNvPr id="27568" name="Ink 27567">
                    <a:extLst>
                      <a:ext uri="{FF2B5EF4-FFF2-40B4-BE49-F238E27FC236}">
                        <a16:creationId xmlns:a16="http://schemas.microsoft.com/office/drawing/2014/main" id="{291D6688-12FA-8BFD-3904-A496A10E61BE}"/>
                      </a:ext>
                    </a:extLst>
                  </p:cNvPr>
                  <p:cNvPicPr/>
                  <p:nvPr/>
                </p:nvPicPr>
                <p:blipFill>
                  <a:blip r:embed="rId2784"/>
                  <a:stretch>
                    <a:fillRect/>
                  </a:stretch>
                </p:blipFill>
                <p:spPr>
                  <a:xfrm>
                    <a:off x="9370900" y="3836978"/>
                    <a:ext cx="714479" cy="36205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5">
                <p14:nvContentPartPr>
                  <p14:cNvPr id="27569" name="Ink 27568">
                    <a:extLst>
                      <a:ext uri="{FF2B5EF4-FFF2-40B4-BE49-F238E27FC236}">
                        <a16:creationId xmlns:a16="http://schemas.microsoft.com/office/drawing/2014/main" id="{FF0A2B8E-183B-ABA2-F3D7-B43B3777A306}"/>
                      </a:ext>
                    </a:extLst>
                  </p14:cNvPr>
                  <p14:cNvContentPartPr/>
                  <p14:nvPr/>
                </p14:nvContentPartPr>
                <p14:xfrm>
                  <a:off x="9614920" y="3939165"/>
                  <a:ext cx="480240" cy="356400"/>
                </p14:xfrm>
              </p:contentPart>
            </mc:Choice>
            <mc:Fallback xmlns="">
              <p:pic>
                <p:nvPicPr>
                  <p:cNvPr id="27569" name="Ink 27568">
                    <a:extLst>
                      <a:ext uri="{FF2B5EF4-FFF2-40B4-BE49-F238E27FC236}">
                        <a16:creationId xmlns:a16="http://schemas.microsoft.com/office/drawing/2014/main" id="{FF0A2B8E-183B-ABA2-F3D7-B43B3777A306}"/>
                      </a:ext>
                    </a:extLst>
                  </p:cNvPr>
                  <p:cNvPicPr/>
                  <p:nvPr/>
                </p:nvPicPr>
                <p:blipFill>
                  <a:blip r:embed="rId2786"/>
                  <a:stretch>
                    <a:fillRect/>
                  </a:stretch>
                </p:blipFill>
                <p:spPr>
                  <a:xfrm>
                    <a:off x="9590187" y="3898042"/>
                    <a:ext cx="529707" cy="43864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6">
                <p14:nvContentPartPr>
                  <p14:cNvPr id="27570" name="Ink 27569">
                    <a:extLst>
                      <a:ext uri="{FF2B5EF4-FFF2-40B4-BE49-F238E27FC236}">
                        <a16:creationId xmlns:a16="http://schemas.microsoft.com/office/drawing/2014/main" id="{0A74B908-A542-BA7C-287A-243D0DF57671}"/>
                      </a:ext>
                    </a:extLst>
                  </p14:cNvPr>
                  <p14:cNvContentPartPr/>
                  <p14:nvPr/>
                </p14:nvContentPartPr>
                <p14:xfrm>
                  <a:off x="9460480" y="3933405"/>
                  <a:ext cx="566280" cy="88200"/>
                </p14:xfrm>
              </p:contentPart>
            </mc:Choice>
            <mc:Fallback xmlns="">
              <p:pic>
                <p:nvPicPr>
                  <p:cNvPr id="27570" name="Ink 27569">
                    <a:extLst>
                      <a:ext uri="{FF2B5EF4-FFF2-40B4-BE49-F238E27FC236}">
                        <a16:creationId xmlns:a16="http://schemas.microsoft.com/office/drawing/2014/main" id="{0A74B908-A542-BA7C-287A-243D0DF57671}"/>
                      </a:ext>
                    </a:extLst>
                  </p:cNvPr>
                  <p:cNvPicPr/>
                  <p:nvPr/>
                </p:nvPicPr>
                <p:blipFill>
                  <a:blip r:embed="rId2788"/>
                  <a:stretch>
                    <a:fillRect/>
                  </a:stretch>
                </p:blipFill>
                <p:spPr>
                  <a:xfrm>
                    <a:off x="9435770" y="3894205"/>
                    <a:ext cx="615701" cy="1666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7">
                <p14:nvContentPartPr>
                  <p14:cNvPr id="27571" name="Ink 27570">
                    <a:extLst>
                      <a:ext uri="{FF2B5EF4-FFF2-40B4-BE49-F238E27FC236}">
                        <a16:creationId xmlns:a16="http://schemas.microsoft.com/office/drawing/2014/main" id="{1EBAC872-6F19-C231-9300-DF37AE250173}"/>
                      </a:ext>
                    </a:extLst>
                  </p14:cNvPr>
                  <p14:cNvContentPartPr/>
                  <p14:nvPr/>
                </p14:nvContentPartPr>
                <p14:xfrm>
                  <a:off x="10083640" y="3914325"/>
                  <a:ext cx="131400" cy="562320"/>
                </p14:xfrm>
              </p:contentPart>
            </mc:Choice>
            <mc:Fallback xmlns="">
              <p:pic>
                <p:nvPicPr>
                  <p:cNvPr id="27571" name="Ink 27570">
                    <a:extLst>
                      <a:ext uri="{FF2B5EF4-FFF2-40B4-BE49-F238E27FC236}">
                        <a16:creationId xmlns:a16="http://schemas.microsoft.com/office/drawing/2014/main" id="{1EBAC872-6F19-C231-9300-DF37AE250173}"/>
                      </a:ext>
                    </a:extLst>
                  </p:cNvPr>
                  <p:cNvPicPr/>
                  <p:nvPr/>
                </p:nvPicPr>
                <p:blipFill>
                  <a:blip r:embed="rId2790"/>
                  <a:stretch>
                    <a:fillRect/>
                  </a:stretch>
                </p:blipFill>
                <p:spPr>
                  <a:xfrm>
                    <a:off x="10059002" y="3873180"/>
                    <a:ext cx="180675" cy="64461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8">
                <p14:nvContentPartPr>
                  <p14:cNvPr id="27572" name="Ink 27571">
                    <a:extLst>
                      <a:ext uri="{FF2B5EF4-FFF2-40B4-BE49-F238E27FC236}">
                        <a16:creationId xmlns:a16="http://schemas.microsoft.com/office/drawing/2014/main" id="{E1836709-1BAD-4E00-AEB5-4E364E254F34}"/>
                      </a:ext>
                    </a:extLst>
                  </p14:cNvPr>
                  <p14:cNvContentPartPr/>
                  <p14:nvPr/>
                </p14:nvContentPartPr>
                <p14:xfrm>
                  <a:off x="9924880" y="3930885"/>
                  <a:ext cx="249120" cy="534960"/>
                </p14:xfrm>
              </p:contentPart>
            </mc:Choice>
            <mc:Fallback xmlns="">
              <p:pic>
                <p:nvPicPr>
                  <p:cNvPr id="27572" name="Ink 27571">
                    <a:extLst>
                      <a:ext uri="{FF2B5EF4-FFF2-40B4-BE49-F238E27FC236}">
                        <a16:creationId xmlns:a16="http://schemas.microsoft.com/office/drawing/2014/main" id="{E1836709-1BAD-4E00-AEB5-4E364E254F34}"/>
                      </a:ext>
                    </a:extLst>
                  </p:cNvPr>
                  <p:cNvPicPr/>
                  <p:nvPr/>
                </p:nvPicPr>
                <p:blipFill>
                  <a:blip r:embed="rId2792"/>
                  <a:stretch>
                    <a:fillRect/>
                  </a:stretch>
                </p:blipFill>
                <p:spPr>
                  <a:xfrm>
                    <a:off x="9900174" y="3889734"/>
                    <a:ext cx="298532" cy="6172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19">
                <p14:nvContentPartPr>
                  <p14:cNvPr id="27573" name="Ink 27572">
                    <a:extLst>
                      <a:ext uri="{FF2B5EF4-FFF2-40B4-BE49-F238E27FC236}">
                        <a16:creationId xmlns:a16="http://schemas.microsoft.com/office/drawing/2014/main" id="{2930CE37-A2AD-CEB7-1209-1D1375C00D3E}"/>
                      </a:ext>
                    </a:extLst>
                  </p14:cNvPr>
                  <p14:cNvContentPartPr/>
                  <p14:nvPr/>
                </p14:nvContentPartPr>
                <p14:xfrm>
                  <a:off x="10333120" y="3927645"/>
                  <a:ext cx="48600" cy="494280"/>
                </p14:xfrm>
              </p:contentPart>
            </mc:Choice>
            <mc:Fallback xmlns="">
              <p:pic>
                <p:nvPicPr>
                  <p:cNvPr id="27573" name="Ink 27572">
                    <a:extLst>
                      <a:ext uri="{FF2B5EF4-FFF2-40B4-BE49-F238E27FC236}">
                        <a16:creationId xmlns:a16="http://schemas.microsoft.com/office/drawing/2014/main" id="{2930CE37-A2AD-CEB7-1209-1D1375C00D3E}"/>
                      </a:ext>
                    </a:extLst>
                  </p:cNvPr>
                  <p:cNvPicPr/>
                  <p:nvPr/>
                </p:nvPicPr>
                <p:blipFill>
                  <a:blip r:embed="rId2794"/>
                  <a:stretch>
                    <a:fillRect/>
                  </a:stretch>
                </p:blipFill>
                <p:spPr>
                  <a:xfrm>
                    <a:off x="10308820" y="3886455"/>
                    <a:ext cx="97200" cy="5766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0">
                <p14:nvContentPartPr>
                  <p14:cNvPr id="27574" name="Ink 27573">
                    <a:extLst>
                      <a:ext uri="{FF2B5EF4-FFF2-40B4-BE49-F238E27FC236}">
                        <a16:creationId xmlns:a16="http://schemas.microsoft.com/office/drawing/2014/main" id="{98B095E0-2AE0-5439-950C-7AA4C0A476D3}"/>
                      </a:ext>
                    </a:extLst>
                  </p14:cNvPr>
                  <p14:cNvContentPartPr/>
                  <p14:nvPr/>
                </p14:nvContentPartPr>
                <p14:xfrm>
                  <a:off x="10444360" y="3949605"/>
                  <a:ext cx="266400" cy="421560"/>
                </p14:xfrm>
              </p:contentPart>
            </mc:Choice>
            <mc:Fallback xmlns="">
              <p:pic>
                <p:nvPicPr>
                  <p:cNvPr id="27574" name="Ink 27573">
                    <a:extLst>
                      <a:ext uri="{FF2B5EF4-FFF2-40B4-BE49-F238E27FC236}">
                        <a16:creationId xmlns:a16="http://schemas.microsoft.com/office/drawing/2014/main" id="{98B095E0-2AE0-5439-950C-7AA4C0A476D3}"/>
                      </a:ext>
                    </a:extLst>
                  </p:cNvPr>
                  <p:cNvPicPr/>
                  <p:nvPr/>
                </p:nvPicPr>
                <p:blipFill>
                  <a:blip r:embed="rId2796"/>
                  <a:stretch>
                    <a:fillRect/>
                  </a:stretch>
                </p:blipFill>
                <p:spPr>
                  <a:xfrm>
                    <a:off x="10419769" y="3908477"/>
                    <a:ext cx="315582" cy="5038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1">
                <p14:nvContentPartPr>
                  <p14:cNvPr id="27575" name="Ink 27574">
                    <a:extLst>
                      <a:ext uri="{FF2B5EF4-FFF2-40B4-BE49-F238E27FC236}">
                        <a16:creationId xmlns:a16="http://schemas.microsoft.com/office/drawing/2014/main" id="{7C2059D3-0B70-0FE1-88E3-104C98D0AD16}"/>
                      </a:ext>
                    </a:extLst>
                  </p14:cNvPr>
                  <p14:cNvContentPartPr/>
                  <p14:nvPr/>
                </p14:nvContentPartPr>
                <p14:xfrm>
                  <a:off x="10594840" y="3928365"/>
                  <a:ext cx="544680" cy="371880"/>
                </p14:xfrm>
              </p:contentPart>
            </mc:Choice>
            <mc:Fallback xmlns="">
              <p:pic>
                <p:nvPicPr>
                  <p:cNvPr id="27575" name="Ink 27574">
                    <a:extLst>
                      <a:ext uri="{FF2B5EF4-FFF2-40B4-BE49-F238E27FC236}">
                        <a16:creationId xmlns:a16="http://schemas.microsoft.com/office/drawing/2014/main" id="{7C2059D3-0B70-0FE1-88E3-104C98D0AD16}"/>
                      </a:ext>
                    </a:extLst>
                  </p:cNvPr>
                  <p:cNvPicPr/>
                  <p:nvPr/>
                </p:nvPicPr>
                <p:blipFill>
                  <a:blip r:embed="rId2798"/>
                  <a:stretch>
                    <a:fillRect/>
                  </a:stretch>
                </p:blipFill>
                <p:spPr>
                  <a:xfrm>
                    <a:off x="10570082" y="3887424"/>
                    <a:ext cx="594196" cy="453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2">
                <p14:nvContentPartPr>
                  <p14:cNvPr id="27576" name="Ink 27575">
                    <a:extLst>
                      <a:ext uri="{FF2B5EF4-FFF2-40B4-BE49-F238E27FC236}">
                        <a16:creationId xmlns:a16="http://schemas.microsoft.com/office/drawing/2014/main" id="{5684035E-1C15-CB7B-F8F0-8C345B7A6742}"/>
                      </a:ext>
                    </a:extLst>
                  </p14:cNvPr>
                  <p14:cNvContentPartPr/>
                  <p14:nvPr/>
                </p14:nvContentPartPr>
                <p14:xfrm>
                  <a:off x="10659640" y="3822525"/>
                  <a:ext cx="706320" cy="195480"/>
                </p14:xfrm>
              </p:contentPart>
            </mc:Choice>
            <mc:Fallback xmlns="">
              <p:pic>
                <p:nvPicPr>
                  <p:cNvPr id="27576" name="Ink 27575">
                    <a:extLst>
                      <a:ext uri="{FF2B5EF4-FFF2-40B4-BE49-F238E27FC236}">
                        <a16:creationId xmlns:a16="http://schemas.microsoft.com/office/drawing/2014/main" id="{5684035E-1C15-CB7B-F8F0-8C345B7A6742}"/>
                      </a:ext>
                    </a:extLst>
                  </p:cNvPr>
                  <p:cNvPicPr/>
                  <p:nvPr/>
                </p:nvPicPr>
                <p:blipFill>
                  <a:blip r:embed="rId2800"/>
                  <a:stretch>
                    <a:fillRect/>
                  </a:stretch>
                </p:blipFill>
                <p:spPr>
                  <a:xfrm>
                    <a:off x="10634857" y="3782081"/>
                    <a:ext cx="755886" cy="27636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3">
                <p14:nvContentPartPr>
                  <p14:cNvPr id="27577" name="Ink 27576">
                    <a:extLst>
                      <a:ext uri="{FF2B5EF4-FFF2-40B4-BE49-F238E27FC236}">
                        <a16:creationId xmlns:a16="http://schemas.microsoft.com/office/drawing/2014/main" id="{6378ECAA-F745-2700-6C99-3D6CE4BE40AE}"/>
                      </a:ext>
                    </a:extLst>
                  </p14:cNvPr>
                  <p14:cNvContentPartPr/>
                  <p14:nvPr/>
                </p14:nvContentPartPr>
                <p14:xfrm>
                  <a:off x="10696360" y="3732885"/>
                  <a:ext cx="612000" cy="52920"/>
                </p14:xfrm>
              </p:contentPart>
            </mc:Choice>
            <mc:Fallback xmlns="">
              <p:pic>
                <p:nvPicPr>
                  <p:cNvPr id="27577" name="Ink 27576">
                    <a:extLst>
                      <a:ext uri="{FF2B5EF4-FFF2-40B4-BE49-F238E27FC236}">
                        <a16:creationId xmlns:a16="http://schemas.microsoft.com/office/drawing/2014/main" id="{6378ECAA-F745-2700-6C99-3D6CE4BE40AE}"/>
                      </a:ext>
                    </a:extLst>
                  </p:cNvPr>
                  <p:cNvPicPr/>
                  <p:nvPr/>
                </p:nvPicPr>
                <p:blipFill>
                  <a:blip r:embed="rId2802"/>
                  <a:stretch>
                    <a:fillRect/>
                  </a:stretch>
                </p:blipFill>
                <p:spPr>
                  <a:xfrm>
                    <a:off x="10671633" y="3693195"/>
                    <a:ext cx="661455" cy="1323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4">
                <p14:nvContentPartPr>
                  <p14:cNvPr id="27578" name="Ink 27577">
                    <a:extLst>
                      <a:ext uri="{FF2B5EF4-FFF2-40B4-BE49-F238E27FC236}">
                        <a16:creationId xmlns:a16="http://schemas.microsoft.com/office/drawing/2014/main" id="{98588611-7D53-B4EC-08DB-1A336F6E6845}"/>
                      </a:ext>
                    </a:extLst>
                  </p14:cNvPr>
                  <p14:cNvContentPartPr/>
                  <p14:nvPr/>
                </p14:nvContentPartPr>
                <p14:xfrm>
                  <a:off x="10539040" y="2926485"/>
                  <a:ext cx="60120" cy="434880"/>
                </p14:xfrm>
              </p:contentPart>
            </mc:Choice>
            <mc:Fallback xmlns="">
              <p:pic>
                <p:nvPicPr>
                  <p:cNvPr id="27578" name="Ink 27577">
                    <a:extLst>
                      <a:ext uri="{FF2B5EF4-FFF2-40B4-BE49-F238E27FC236}">
                        <a16:creationId xmlns:a16="http://schemas.microsoft.com/office/drawing/2014/main" id="{98588611-7D53-B4EC-08DB-1A336F6E6845}"/>
                      </a:ext>
                    </a:extLst>
                  </p:cNvPr>
                  <p:cNvPicPr/>
                  <p:nvPr/>
                </p:nvPicPr>
                <p:blipFill>
                  <a:blip r:embed="rId4299"/>
                  <a:stretch>
                    <a:fillRect/>
                  </a:stretch>
                </p:blipFill>
                <p:spPr>
                  <a:xfrm>
                    <a:off x="10514992" y="2885394"/>
                    <a:ext cx="108216" cy="5170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5">
                <p14:nvContentPartPr>
                  <p14:cNvPr id="27579" name="Ink 27578">
                    <a:extLst>
                      <a:ext uri="{FF2B5EF4-FFF2-40B4-BE49-F238E27FC236}">
                        <a16:creationId xmlns:a16="http://schemas.microsoft.com/office/drawing/2014/main" id="{05EC5F13-3DB0-0A59-E649-E8158AC2E025}"/>
                      </a:ext>
                    </a:extLst>
                  </p14:cNvPr>
                  <p14:cNvContentPartPr/>
                  <p14:nvPr/>
                </p14:nvContentPartPr>
                <p14:xfrm>
                  <a:off x="10304680" y="2795445"/>
                  <a:ext cx="54720" cy="476640"/>
                </p14:xfrm>
              </p:contentPart>
            </mc:Choice>
            <mc:Fallback xmlns="">
              <p:pic>
                <p:nvPicPr>
                  <p:cNvPr id="27579" name="Ink 27578">
                    <a:extLst>
                      <a:ext uri="{FF2B5EF4-FFF2-40B4-BE49-F238E27FC236}">
                        <a16:creationId xmlns:a16="http://schemas.microsoft.com/office/drawing/2014/main" id="{05EC5F13-3DB0-0A59-E649-E8158AC2E025}"/>
                      </a:ext>
                    </a:extLst>
                  </p:cNvPr>
                  <p:cNvPicPr/>
                  <p:nvPr/>
                </p:nvPicPr>
                <p:blipFill>
                  <a:blip r:embed="rId2806"/>
                  <a:stretch>
                    <a:fillRect/>
                  </a:stretch>
                </p:blipFill>
                <p:spPr>
                  <a:xfrm>
                    <a:off x="10280360" y="2754296"/>
                    <a:ext cx="103360" cy="5589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6">
                <p14:nvContentPartPr>
                  <p14:cNvPr id="27580" name="Ink 27579">
                    <a:extLst>
                      <a:ext uri="{FF2B5EF4-FFF2-40B4-BE49-F238E27FC236}">
                        <a16:creationId xmlns:a16="http://schemas.microsoft.com/office/drawing/2014/main" id="{4B951679-998A-2E54-0428-F2B45A7E0DD2}"/>
                      </a:ext>
                    </a:extLst>
                  </p14:cNvPr>
                  <p14:cNvContentPartPr/>
                  <p14:nvPr/>
                </p14:nvContentPartPr>
                <p14:xfrm>
                  <a:off x="10140160" y="2817765"/>
                  <a:ext cx="88920" cy="510120"/>
                </p14:xfrm>
              </p:contentPart>
            </mc:Choice>
            <mc:Fallback xmlns="">
              <p:pic>
                <p:nvPicPr>
                  <p:cNvPr id="27580" name="Ink 27579">
                    <a:extLst>
                      <a:ext uri="{FF2B5EF4-FFF2-40B4-BE49-F238E27FC236}">
                        <a16:creationId xmlns:a16="http://schemas.microsoft.com/office/drawing/2014/main" id="{4B951679-998A-2E54-0428-F2B45A7E0DD2}"/>
                      </a:ext>
                    </a:extLst>
                  </p:cNvPr>
                  <p:cNvPicPr/>
                  <p:nvPr/>
                </p:nvPicPr>
                <p:blipFill>
                  <a:blip r:embed="rId2808"/>
                  <a:stretch>
                    <a:fillRect/>
                  </a:stretch>
                </p:blipFill>
                <p:spPr>
                  <a:xfrm>
                    <a:off x="10115909" y="2776682"/>
                    <a:ext cx="137422" cy="59228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7">
                <p14:nvContentPartPr>
                  <p14:cNvPr id="27581" name="Ink 27580">
                    <a:extLst>
                      <a:ext uri="{FF2B5EF4-FFF2-40B4-BE49-F238E27FC236}">
                        <a16:creationId xmlns:a16="http://schemas.microsoft.com/office/drawing/2014/main" id="{80EE291D-7F97-8371-5F8C-1FCC2E8D5ED3}"/>
                      </a:ext>
                    </a:extLst>
                  </p14:cNvPr>
                  <p14:cNvContentPartPr/>
                  <p14:nvPr/>
                </p14:nvContentPartPr>
                <p14:xfrm>
                  <a:off x="9909040" y="2853045"/>
                  <a:ext cx="365400" cy="518040"/>
                </p14:xfrm>
              </p:contentPart>
            </mc:Choice>
            <mc:Fallback xmlns="">
              <p:pic>
                <p:nvPicPr>
                  <p:cNvPr id="27581" name="Ink 27580">
                    <a:extLst>
                      <a:ext uri="{FF2B5EF4-FFF2-40B4-BE49-F238E27FC236}">
                        <a16:creationId xmlns:a16="http://schemas.microsoft.com/office/drawing/2014/main" id="{80EE291D-7F97-8371-5F8C-1FCC2E8D5ED3}"/>
                      </a:ext>
                    </a:extLst>
                  </p:cNvPr>
                  <p:cNvPicPr/>
                  <p:nvPr/>
                </p:nvPicPr>
                <p:blipFill>
                  <a:blip r:embed="rId4306"/>
                  <a:stretch>
                    <a:fillRect/>
                  </a:stretch>
                </p:blipFill>
                <p:spPr>
                  <a:xfrm>
                    <a:off x="9884267" y="2811876"/>
                    <a:ext cx="414946" cy="60037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8">
                <p14:nvContentPartPr>
                  <p14:cNvPr id="27582" name="Ink 27581">
                    <a:extLst>
                      <a:ext uri="{FF2B5EF4-FFF2-40B4-BE49-F238E27FC236}">
                        <a16:creationId xmlns:a16="http://schemas.microsoft.com/office/drawing/2014/main" id="{1B71F305-1524-9410-D5A0-DB873C212CA1}"/>
                      </a:ext>
                    </a:extLst>
                  </p14:cNvPr>
                  <p14:cNvContentPartPr/>
                  <p14:nvPr/>
                </p14:nvContentPartPr>
                <p14:xfrm>
                  <a:off x="9812560" y="2967165"/>
                  <a:ext cx="408240" cy="442080"/>
                </p14:xfrm>
              </p:contentPart>
            </mc:Choice>
            <mc:Fallback xmlns="">
              <p:pic>
                <p:nvPicPr>
                  <p:cNvPr id="27582" name="Ink 27581">
                    <a:extLst>
                      <a:ext uri="{FF2B5EF4-FFF2-40B4-BE49-F238E27FC236}">
                        <a16:creationId xmlns:a16="http://schemas.microsoft.com/office/drawing/2014/main" id="{1B71F305-1524-9410-D5A0-DB873C212CA1}"/>
                      </a:ext>
                    </a:extLst>
                  </p:cNvPr>
                  <p:cNvPicPr/>
                  <p:nvPr/>
                </p:nvPicPr>
                <p:blipFill>
                  <a:blip r:embed="rId4308"/>
                  <a:stretch>
                    <a:fillRect/>
                  </a:stretch>
                </p:blipFill>
                <p:spPr>
                  <a:xfrm>
                    <a:off x="9787818" y="2926041"/>
                    <a:ext cx="457724" cy="52432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29">
                <p14:nvContentPartPr>
                  <p14:cNvPr id="27583" name="Ink 27582">
                    <a:extLst>
                      <a:ext uri="{FF2B5EF4-FFF2-40B4-BE49-F238E27FC236}">
                        <a16:creationId xmlns:a16="http://schemas.microsoft.com/office/drawing/2014/main" id="{477A8C74-F334-F221-2A01-BDC02599583A}"/>
                      </a:ext>
                    </a:extLst>
                  </p14:cNvPr>
                  <p14:cNvContentPartPr/>
                  <p14:nvPr/>
                </p14:nvContentPartPr>
                <p14:xfrm>
                  <a:off x="9632920" y="3201165"/>
                  <a:ext cx="513000" cy="324360"/>
                </p14:xfrm>
              </p:contentPart>
            </mc:Choice>
            <mc:Fallback xmlns="">
              <p:pic>
                <p:nvPicPr>
                  <p:cNvPr id="27583" name="Ink 27582">
                    <a:extLst>
                      <a:ext uri="{FF2B5EF4-FFF2-40B4-BE49-F238E27FC236}">
                        <a16:creationId xmlns:a16="http://schemas.microsoft.com/office/drawing/2014/main" id="{477A8C74-F334-F221-2A01-BDC02599583A}"/>
                      </a:ext>
                    </a:extLst>
                  </p:cNvPr>
                  <p:cNvPicPr/>
                  <p:nvPr/>
                </p:nvPicPr>
                <p:blipFill>
                  <a:blip r:embed="rId4314"/>
                  <a:stretch>
                    <a:fillRect/>
                  </a:stretch>
                </p:blipFill>
                <p:spPr>
                  <a:xfrm>
                    <a:off x="9608197" y="3160193"/>
                    <a:ext cx="562446" cy="40630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0">
                <p14:nvContentPartPr>
                  <p14:cNvPr id="27584" name="Ink 27583">
                    <a:extLst>
                      <a:ext uri="{FF2B5EF4-FFF2-40B4-BE49-F238E27FC236}">
                        <a16:creationId xmlns:a16="http://schemas.microsoft.com/office/drawing/2014/main" id="{8C504DE2-A96B-1A68-CD4C-212B341417DE}"/>
                      </a:ext>
                    </a:extLst>
                  </p14:cNvPr>
                  <p14:cNvContentPartPr/>
                  <p14:nvPr/>
                </p14:nvContentPartPr>
                <p14:xfrm>
                  <a:off x="10433200" y="2810565"/>
                  <a:ext cx="59760" cy="536400"/>
                </p14:xfrm>
              </p:contentPart>
            </mc:Choice>
            <mc:Fallback xmlns="">
              <p:pic>
                <p:nvPicPr>
                  <p:cNvPr id="27584" name="Ink 27583">
                    <a:extLst>
                      <a:ext uri="{FF2B5EF4-FFF2-40B4-BE49-F238E27FC236}">
                        <a16:creationId xmlns:a16="http://schemas.microsoft.com/office/drawing/2014/main" id="{8C504DE2-A96B-1A68-CD4C-212B341417DE}"/>
                      </a:ext>
                    </a:extLst>
                  </p:cNvPr>
                  <p:cNvPicPr/>
                  <p:nvPr/>
                </p:nvPicPr>
                <p:blipFill>
                  <a:blip r:embed="rId4316"/>
                  <a:stretch>
                    <a:fillRect/>
                  </a:stretch>
                </p:blipFill>
                <p:spPr>
                  <a:xfrm>
                    <a:off x="10409296" y="2769566"/>
                    <a:ext cx="107568" cy="6183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1">
                <p14:nvContentPartPr>
                  <p14:cNvPr id="27585" name="Ink 27584">
                    <a:extLst>
                      <a:ext uri="{FF2B5EF4-FFF2-40B4-BE49-F238E27FC236}">
                        <a16:creationId xmlns:a16="http://schemas.microsoft.com/office/drawing/2014/main" id="{1BA98E50-A717-B464-E37F-6FC0F2E27137}"/>
                      </a:ext>
                    </a:extLst>
                  </p14:cNvPr>
                  <p14:cNvContentPartPr/>
                  <p14:nvPr/>
                </p14:nvContentPartPr>
                <p14:xfrm>
                  <a:off x="10608520" y="2830365"/>
                  <a:ext cx="97200" cy="482760"/>
                </p14:xfrm>
              </p:contentPart>
            </mc:Choice>
            <mc:Fallback xmlns="">
              <p:pic>
                <p:nvPicPr>
                  <p:cNvPr id="27585" name="Ink 27584">
                    <a:extLst>
                      <a:ext uri="{FF2B5EF4-FFF2-40B4-BE49-F238E27FC236}">
                        <a16:creationId xmlns:a16="http://schemas.microsoft.com/office/drawing/2014/main" id="{1BA98E50-A717-B464-E37F-6FC0F2E27137}"/>
                      </a:ext>
                    </a:extLst>
                  </p:cNvPr>
                  <p:cNvPicPr/>
                  <p:nvPr/>
                </p:nvPicPr>
                <p:blipFill>
                  <a:blip r:embed="rId4318"/>
                  <a:stretch>
                    <a:fillRect/>
                  </a:stretch>
                </p:blipFill>
                <p:spPr>
                  <a:xfrm>
                    <a:off x="10584220" y="2789279"/>
                    <a:ext cx="145800" cy="56493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2">
                <p14:nvContentPartPr>
                  <p14:cNvPr id="27586" name="Ink 27585">
                    <a:extLst>
                      <a:ext uri="{FF2B5EF4-FFF2-40B4-BE49-F238E27FC236}">
                        <a16:creationId xmlns:a16="http://schemas.microsoft.com/office/drawing/2014/main" id="{E5104B27-A541-24E9-5D8C-329A12C28EA2}"/>
                      </a:ext>
                    </a:extLst>
                  </p14:cNvPr>
                  <p14:cNvContentPartPr/>
                  <p14:nvPr/>
                </p14:nvContentPartPr>
                <p14:xfrm>
                  <a:off x="10268680" y="3959685"/>
                  <a:ext cx="9360" cy="586080"/>
                </p14:xfrm>
              </p:contentPart>
            </mc:Choice>
            <mc:Fallback xmlns="">
              <p:pic>
                <p:nvPicPr>
                  <p:cNvPr id="27586" name="Ink 27585">
                    <a:extLst>
                      <a:ext uri="{FF2B5EF4-FFF2-40B4-BE49-F238E27FC236}">
                        <a16:creationId xmlns:a16="http://schemas.microsoft.com/office/drawing/2014/main" id="{E5104B27-A541-24E9-5D8C-329A12C28EA2}"/>
                      </a:ext>
                    </a:extLst>
                  </p:cNvPr>
                  <p:cNvPicPr/>
                  <p:nvPr/>
                </p:nvPicPr>
                <p:blipFill>
                  <a:blip r:embed="rId4320"/>
                  <a:stretch>
                    <a:fillRect/>
                  </a:stretch>
                </p:blipFill>
                <p:spPr>
                  <a:xfrm>
                    <a:off x="10246216" y="3918557"/>
                    <a:ext cx="54288" cy="66833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3">
                <p14:nvContentPartPr>
                  <p14:cNvPr id="27587" name="Ink 27586">
                    <a:extLst>
                      <a:ext uri="{FF2B5EF4-FFF2-40B4-BE49-F238E27FC236}">
                        <a16:creationId xmlns:a16="http://schemas.microsoft.com/office/drawing/2014/main" id="{E7EBB16B-99E0-7EE1-A925-23166AD374AA}"/>
                      </a:ext>
                    </a:extLst>
                  </p14:cNvPr>
                  <p14:cNvContentPartPr/>
                  <p14:nvPr/>
                </p14:nvContentPartPr>
                <p14:xfrm>
                  <a:off x="10552720" y="4004685"/>
                  <a:ext cx="495360" cy="321480"/>
                </p14:xfrm>
              </p:contentPart>
            </mc:Choice>
            <mc:Fallback xmlns="">
              <p:pic>
                <p:nvPicPr>
                  <p:cNvPr id="27587" name="Ink 27586">
                    <a:extLst>
                      <a:ext uri="{FF2B5EF4-FFF2-40B4-BE49-F238E27FC236}">
                        <a16:creationId xmlns:a16="http://schemas.microsoft.com/office/drawing/2014/main" id="{E7EBB16B-99E0-7EE1-A925-23166AD374AA}"/>
                      </a:ext>
                    </a:extLst>
                  </p:cNvPr>
                  <p:cNvPicPr/>
                  <p:nvPr/>
                </p:nvPicPr>
                <p:blipFill>
                  <a:blip r:embed="rId4322"/>
                  <a:stretch>
                    <a:fillRect/>
                  </a:stretch>
                </p:blipFill>
                <p:spPr>
                  <a:xfrm>
                    <a:off x="10527952" y="3963645"/>
                    <a:ext cx="544896" cy="40356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4">
                <p14:nvContentPartPr>
                  <p14:cNvPr id="27588" name="Ink 27587">
                    <a:extLst>
                      <a:ext uri="{FF2B5EF4-FFF2-40B4-BE49-F238E27FC236}">
                        <a16:creationId xmlns:a16="http://schemas.microsoft.com/office/drawing/2014/main" id="{B5E5AFFD-0673-2E5E-952F-E0C2A3C1C815}"/>
                      </a:ext>
                    </a:extLst>
                  </p14:cNvPr>
                  <p14:cNvContentPartPr/>
                  <p14:nvPr/>
                </p14:nvContentPartPr>
                <p14:xfrm>
                  <a:off x="10719760" y="3909285"/>
                  <a:ext cx="602640" cy="172800"/>
                </p14:xfrm>
              </p:contentPart>
            </mc:Choice>
            <mc:Fallback xmlns="">
              <p:pic>
                <p:nvPicPr>
                  <p:cNvPr id="27588" name="Ink 27587">
                    <a:extLst>
                      <a:ext uri="{FF2B5EF4-FFF2-40B4-BE49-F238E27FC236}">
                        <a16:creationId xmlns:a16="http://schemas.microsoft.com/office/drawing/2014/main" id="{B5E5AFFD-0673-2E5E-952F-E0C2A3C1C815}"/>
                      </a:ext>
                    </a:extLst>
                  </p:cNvPr>
                  <p:cNvPicPr/>
                  <p:nvPr/>
                </p:nvPicPr>
                <p:blipFill>
                  <a:blip r:embed="rId2824"/>
                  <a:stretch>
                    <a:fillRect/>
                  </a:stretch>
                </p:blipFill>
                <p:spPr>
                  <a:xfrm>
                    <a:off x="10694994" y="3868626"/>
                    <a:ext cx="652172" cy="25411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5">
                <p14:nvContentPartPr>
                  <p14:cNvPr id="27589" name="Ink 27588">
                    <a:extLst>
                      <a:ext uri="{FF2B5EF4-FFF2-40B4-BE49-F238E27FC236}">
                        <a16:creationId xmlns:a16="http://schemas.microsoft.com/office/drawing/2014/main" id="{D09D7778-4267-5977-5A0D-334B581C3EC6}"/>
                      </a:ext>
                    </a:extLst>
                  </p14:cNvPr>
                  <p14:cNvContentPartPr/>
                  <p14:nvPr/>
                </p14:nvContentPartPr>
                <p14:xfrm>
                  <a:off x="10505200" y="4002525"/>
                  <a:ext cx="378720" cy="403560"/>
                </p14:xfrm>
              </p:contentPart>
            </mc:Choice>
            <mc:Fallback xmlns="">
              <p:pic>
                <p:nvPicPr>
                  <p:cNvPr id="27589" name="Ink 27588">
                    <a:extLst>
                      <a:ext uri="{FF2B5EF4-FFF2-40B4-BE49-F238E27FC236}">
                        <a16:creationId xmlns:a16="http://schemas.microsoft.com/office/drawing/2014/main" id="{D09D7778-4267-5977-5A0D-334B581C3EC6}"/>
                      </a:ext>
                    </a:extLst>
                  </p:cNvPr>
                  <p:cNvPicPr/>
                  <p:nvPr/>
                </p:nvPicPr>
                <p:blipFill>
                  <a:blip r:embed="rId2826"/>
                  <a:stretch>
                    <a:fillRect/>
                  </a:stretch>
                </p:blipFill>
                <p:spPr>
                  <a:xfrm>
                    <a:off x="10480501" y="3961485"/>
                    <a:ext cx="428118" cy="4856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36">
                <p14:nvContentPartPr>
                  <p14:cNvPr id="27590" name="Ink 27589">
                    <a:extLst>
                      <a:ext uri="{FF2B5EF4-FFF2-40B4-BE49-F238E27FC236}">
                        <a16:creationId xmlns:a16="http://schemas.microsoft.com/office/drawing/2014/main" id="{77C8DA26-435D-2EB3-22F8-357B8FC600B0}"/>
                      </a:ext>
                    </a:extLst>
                  </p14:cNvPr>
                  <p14:cNvContentPartPr/>
                  <p14:nvPr/>
                </p14:nvContentPartPr>
                <p14:xfrm>
                  <a:off x="10437160" y="4000365"/>
                  <a:ext cx="60120" cy="496080"/>
                </p14:xfrm>
              </p:contentPart>
            </mc:Choice>
            <mc:Fallback xmlns="">
              <p:pic>
                <p:nvPicPr>
                  <p:cNvPr id="27590" name="Ink 27589">
                    <a:extLst>
                      <a:ext uri="{FF2B5EF4-FFF2-40B4-BE49-F238E27FC236}">
                        <a16:creationId xmlns:a16="http://schemas.microsoft.com/office/drawing/2014/main" id="{77C8DA26-435D-2EB3-22F8-357B8FC600B0}"/>
                      </a:ext>
                    </a:extLst>
                  </p:cNvPr>
                  <p:cNvPicPr/>
                  <p:nvPr/>
                </p:nvPicPr>
                <p:blipFill>
                  <a:blip r:embed="rId2828"/>
                  <a:stretch>
                    <a:fillRect/>
                  </a:stretch>
                </p:blipFill>
                <p:spPr>
                  <a:xfrm>
                    <a:off x="10413112" y="3959310"/>
                    <a:ext cx="108216" cy="578190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pic>
        <p:nvPicPr>
          <p:cNvPr id="5" name="Picture 17191">
            <a:extLst>
              <a:ext uri="{FF2B5EF4-FFF2-40B4-BE49-F238E27FC236}">
                <a16:creationId xmlns:a16="http://schemas.microsoft.com/office/drawing/2014/main" id="{8BFEB251-A47F-81F1-ADF3-DD88F4D1E0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8702" y="1765426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17216">
            <a:extLst>
              <a:ext uri="{FF2B5EF4-FFF2-40B4-BE49-F238E27FC236}">
                <a16:creationId xmlns:a16="http://schemas.microsoft.com/office/drawing/2014/main" id="{356881F3-F0FB-9C3F-33BC-164B3BFD6D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0536" y="3042149"/>
            <a:ext cx="572098" cy="200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7191">
            <a:extLst>
              <a:ext uri="{FF2B5EF4-FFF2-40B4-BE49-F238E27FC236}">
                <a16:creationId xmlns:a16="http://schemas.microsoft.com/office/drawing/2014/main" id="{8D6D528C-7FEB-D06B-26B8-20C6DE8380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1325" y="2581146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17191">
            <a:extLst>
              <a:ext uri="{FF2B5EF4-FFF2-40B4-BE49-F238E27FC236}">
                <a16:creationId xmlns:a16="http://schemas.microsoft.com/office/drawing/2014/main" id="{71F3BF09-833D-44F7-AB69-5EE2722B3A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177" y="2435355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17191">
            <a:extLst>
              <a:ext uri="{FF2B5EF4-FFF2-40B4-BE49-F238E27FC236}">
                <a16:creationId xmlns:a16="http://schemas.microsoft.com/office/drawing/2014/main" id="{2B8FC053-7F8F-6DAD-768B-37DC7FA6FC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3323" y="2687767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Picture 17191">
            <a:extLst>
              <a:ext uri="{FF2B5EF4-FFF2-40B4-BE49-F238E27FC236}">
                <a16:creationId xmlns:a16="http://schemas.microsoft.com/office/drawing/2014/main" id="{2D501D6D-6980-1066-884E-D4529F532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46744" y="2913973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17191">
            <a:extLst>
              <a:ext uri="{FF2B5EF4-FFF2-40B4-BE49-F238E27FC236}">
                <a16:creationId xmlns:a16="http://schemas.microsoft.com/office/drawing/2014/main" id="{AA09BEDA-F069-B944-4CFD-FEF7A1E6C3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2086" y="2784605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17216">
            <a:extLst>
              <a:ext uri="{FF2B5EF4-FFF2-40B4-BE49-F238E27FC236}">
                <a16:creationId xmlns:a16="http://schemas.microsoft.com/office/drawing/2014/main" id="{49DDAA31-C231-FF18-429F-552621ECDC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3123" y="3066471"/>
            <a:ext cx="572098" cy="200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7220">
            <a:extLst>
              <a:ext uri="{FF2B5EF4-FFF2-40B4-BE49-F238E27FC236}">
                <a16:creationId xmlns:a16="http://schemas.microsoft.com/office/drawing/2014/main" id="{3FC8DF0B-6C45-7521-E2D4-3715F8BFA2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5073" y="3343556"/>
            <a:ext cx="583677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7191">
            <a:extLst>
              <a:ext uri="{FF2B5EF4-FFF2-40B4-BE49-F238E27FC236}">
                <a16:creationId xmlns:a16="http://schemas.microsoft.com/office/drawing/2014/main" id="{508D33C3-BA11-38BC-23DB-A8F06B233B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33104" y="3935386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7191">
            <a:extLst>
              <a:ext uri="{FF2B5EF4-FFF2-40B4-BE49-F238E27FC236}">
                <a16:creationId xmlns:a16="http://schemas.microsoft.com/office/drawing/2014/main" id="{A59BC8F5-84BF-3A5C-ED13-903DCC5714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595" y="4079848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17191">
            <a:extLst>
              <a:ext uri="{FF2B5EF4-FFF2-40B4-BE49-F238E27FC236}">
                <a16:creationId xmlns:a16="http://schemas.microsoft.com/office/drawing/2014/main" id="{57994143-0DA1-09E8-1D0A-5ED51B645C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107" y="4240185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17191">
            <a:extLst>
              <a:ext uri="{FF2B5EF4-FFF2-40B4-BE49-F238E27FC236}">
                <a16:creationId xmlns:a16="http://schemas.microsoft.com/office/drawing/2014/main" id="{8BADC2F8-9487-273E-07CB-22E7BD4A41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1717" y="4358387"/>
            <a:ext cx="32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AA128D72-5A2A-1D55-2359-0E9F5C1D96CB}"/>
              </a:ext>
            </a:extLst>
          </p:cNvPr>
          <p:cNvPicPr>
            <a:picLocks noChangeAspect="1"/>
          </p:cNvPicPr>
          <p:nvPr/>
        </p:nvPicPr>
        <p:blipFill>
          <a:blip r:embed="rId2849">
            <a:extLst>
              <a:ext uri="{BEBA8EAE-BF5A-486C-A8C5-ECC9F3942E4B}">
                <a14:imgProps xmlns:a14="http://schemas.microsoft.com/office/drawing/2010/main">
                  <a14:imgLayer r:embed="rId2850">
                    <a14:imgEffect>
                      <a14:backgroundRemoval t="9957" b="95671" l="9221" r="92623">
                        <a14:foregroundMark x1="45082" y1="94372" x2="45082" y2="94372"/>
                        <a14:foregroundMark x1="57992" y1="95671" x2="57992" y2="95671"/>
                        <a14:foregroundMark x1="92213" y1="40260" x2="92213" y2="40260"/>
                        <a14:foregroundMark x1="92623" y1="80087" x2="92623" y2="800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005763" y="4095015"/>
            <a:ext cx="413050" cy="19552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379CF59-14FD-94A4-F850-6DE3EC8E0B22}"/>
              </a:ext>
            </a:extLst>
          </p:cNvPr>
          <p:cNvPicPr>
            <a:picLocks noChangeAspect="1"/>
          </p:cNvPicPr>
          <p:nvPr/>
        </p:nvPicPr>
        <p:blipFill>
          <a:blip r:embed="rId2849">
            <a:extLst>
              <a:ext uri="{BEBA8EAE-BF5A-486C-A8C5-ECC9F3942E4B}">
                <a14:imgProps xmlns:a14="http://schemas.microsoft.com/office/drawing/2010/main">
                  <a14:imgLayer r:embed="rId2850">
                    <a14:imgEffect>
                      <a14:backgroundRemoval t="9957" b="95671" l="9221" r="92623">
                        <a14:foregroundMark x1="45082" y1="94372" x2="45082" y2="94372"/>
                        <a14:foregroundMark x1="57992" y1="95671" x2="57992" y2="95671"/>
                        <a14:foregroundMark x1="92213" y1="40260" x2="92213" y2="40260"/>
                        <a14:foregroundMark x1="92623" y1="80087" x2="92623" y2="800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977185" y="3616033"/>
            <a:ext cx="413050" cy="195522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99CBAE75-E3D5-9DD0-29B1-009EE04086B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550212" y="3105494"/>
            <a:ext cx="322434" cy="18288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2255303B-7FEA-0681-D61B-C9FA26DD19F0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69683" y="2939254"/>
            <a:ext cx="322434" cy="18288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6859F0BF-97CC-271A-6890-8A2B5D778372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513418" y="3263516"/>
            <a:ext cx="322434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5D16E135-06A8-6D4C-65FD-FF9C7B34668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82048" y="2786603"/>
            <a:ext cx="322434" cy="18288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261B752-61B7-0AC9-A27C-369A56C26802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839237" y="3934209"/>
            <a:ext cx="322434" cy="182880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4A6CF630-B5FF-8117-ED4C-ED4916F3E80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658708" y="3767969"/>
            <a:ext cx="322434" cy="182880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3564C7DD-4AC8-875E-4052-17B477474A5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802443" y="4092231"/>
            <a:ext cx="322434" cy="182880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B836B635-CE45-276C-0DFD-E08CF323326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671073" y="3615318"/>
            <a:ext cx="322434" cy="182880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282890D3-BC67-822B-87A4-0E4F0D1AF7D8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857166" y="3319805"/>
            <a:ext cx="322434" cy="182880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E8754FA2-A058-B083-CAED-A432C9BEA3DD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820372" y="3477827"/>
            <a:ext cx="322434" cy="182880"/>
          </a:xfrm>
          <a:prstGeom prst="rect">
            <a:avLst/>
          </a:prstGeom>
        </p:spPr>
      </p:pic>
      <p:pic>
        <p:nvPicPr>
          <p:cNvPr id="34" name="Picture 12313">
            <a:extLst>
              <a:ext uri="{FF2B5EF4-FFF2-40B4-BE49-F238E27FC236}">
                <a16:creationId xmlns:a16="http://schemas.microsoft.com/office/drawing/2014/main" id="{337E971E-6377-1A66-83C5-BFDA5A7058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9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63376" y="6673737"/>
            <a:ext cx="786727" cy="443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12313">
            <a:extLst>
              <a:ext uri="{FF2B5EF4-FFF2-40B4-BE49-F238E27FC236}">
                <a16:creationId xmlns:a16="http://schemas.microsoft.com/office/drawing/2014/main" id="{68F30ED3-ECFB-19CB-AE05-9978B93F9B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9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7939" y="2487369"/>
            <a:ext cx="4905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12312">
            <a:extLst>
              <a:ext uri="{FF2B5EF4-FFF2-40B4-BE49-F238E27FC236}">
                <a16:creationId xmlns:a16="http://schemas.microsoft.com/office/drawing/2014/main" id="{ACC8B033-97E9-5440-B5F0-7E6E5DDE6A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9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16579" y="5846319"/>
            <a:ext cx="1245017" cy="626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" name="Picture 12312">
            <a:extLst>
              <a:ext uri="{FF2B5EF4-FFF2-40B4-BE49-F238E27FC236}">
                <a16:creationId xmlns:a16="http://schemas.microsoft.com/office/drawing/2014/main" id="{B96E6856-FB6B-7768-A35D-FD7431394C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9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1552" y="2989029"/>
            <a:ext cx="776288" cy="39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366296C8-0DBE-6ED9-1661-AF6FEC8301E8}"/>
              </a:ext>
            </a:extLst>
          </p:cNvPr>
          <p:cNvPicPr>
            <a:picLocks noChangeAspect="1"/>
          </p:cNvPicPr>
          <p:nvPr/>
        </p:nvPicPr>
        <p:blipFill>
          <a:blip r:embed="rId2851">
            <a:extLst>
              <a:ext uri="{BEBA8EAE-BF5A-486C-A8C5-ECC9F3942E4B}">
                <a14:imgProps xmlns:a14="http://schemas.microsoft.com/office/drawing/2010/main">
                  <a14:imgLayer r:embed="rId2852">
                    <a14:imgEffect>
                      <a14:backgroundRemoval t="3976" b="89297" l="4375" r="95313">
                        <a14:foregroundMark x1="10625" y1="38532" x2="4375" y2="48012"/>
                        <a14:foregroundMark x1="4375" y1="48012" x2="10625" y2="55352"/>
                        <a14:foregroundMark x1="10625" y1="55352" x2="11875" y2="55963"/>
                        <a14:foregroundMark x1="10625" y1="59327" x2="5000" y2="54434"/>
                        <a14:foregroundMark x1="5000" y1="54434" x2="4375" y2="53211"/>
                        <a14:foregroundMark x1="19375" y1="60245" x2="36406" y2="65443"/>
                        <a14:foregroundMark x1="36406" y1="65443" x2="46563" y2="64220"/>
                        <a14:foregroundMark x1="46563" y1="64220" x2="59219" y2="56269"/>
                        <a14:foregroundMark x1="94375" y1="34557" x2="95313" y2="57187"/>
                        <a14:foregroundMark x1="36719" y1="3976" x2="35781" y2="8563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061287" y="3334228"/>
            <a:ext cx="589991" cy="301449"/>
          </a:xfrm>
          <a:prstGeom prst="rect">
            <a:avLst/>
          </a:prstGeom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ADC3FFB3-8F25-701C-E3EE-E06286DC515D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8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119197" y="3041384"/>
            <a:ext cx="654700" cy="311396"/>
          </a:xfrm>
          <a:prstGeom prst="rect">
            <a:avLst/>
          </a:prstGeom>
        </p:spPr>
      </p:pic>
      <p:pic>
        <p:nvPicPr>
          <p:cNvPr id="40" name="Picture 39">
            <a:extLst>
              <a:ext uri="{FF2B5EF4-FFF2-40B4-BE49-F238E27FC236}">
                <a16:creationId xmlns:a16="http://schemas.microsoft.com/office/drawing/2014/main" id="{4E0CC8D6-F776-77FC-5E51-DED7E91072A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105067" y="2850297"/>
            <a:ext cx="322434" cy="182880"/>
          </a:xfrm>
          <a:prstGeom prst="rect">
            <a:avLst/>
          </a:prstGeom>
        </p:spPr>
      </p:pic>
      <p:pic>
        <p:nvPicPr>
          <p:cNvPr id="41" name="Picture 40">
            <a:extLst>
              <a:ext uri="{FF2B5EF4-FFF2-40B4-BE49-F238E27FC236}">
                <a16:creationId xmlns:a16="http://schemas.microsoft.com/office/drawing/2014/main" id="{B70954C9-E80D-768B-5271-D32A29A97D7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252185" y="2542863"/>
            <a:ext cx="322434" cy="182880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F2E54F0D-E1F7-FDEE-475E-C4808CCADA8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068273" y="3008319"/>
            <a:ext cx="322434" cy="182880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4ED3ED35-EFB3-CD51-D6F4-C24D2887E44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264550" y="2390212"/>
            <a:ext cx="322434" cy="182880"/>
          </a:xfrm>
          <a:prstGeom prst="rect">
            <a:avLst/>
          </a:prstGeom>
        </p:spPr>
      </p:pic>
      <p:pic>
        <p:nvPicPr>
          <p:cNvPr id="44" name="Picture 43">
            <a:extLst>
              <a:ext uri="{FF2B5EF4-FFF2-40B4-BE49-F238E27FC236}">
                <a16:creationId xmlns:a16="http://schemas.microsoft.com/office/drawing/2014/main" id="{2EBA1F8F-ED42-C5F6-AC43-F50EF664586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612095" y="2336770"/>
            <a:ext cx="322434" cy="182880"/>
          </a:xfrm>
          <a:prstGeom prst="rect">
            <a:avLst/>
          </a:prstGeom>
        </p:spPr>
      </p:pic>
      <p:pic>
        <p:nvPicPr>
          <p:cNvPr id="45" name="Picture 44">
            <a:extLst>
              <a:ext uri="{FF2B5EF4-FFF2-40B4-BE49-F238E27FC236}">
                <a16:creationId xmlns:a16="http://schemas.microsoft.com/office/drawing/2014/main" id="{2AF2C24D-AAC0-D436-53D7-B99416DDAE9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103919" y="2311724"/>
            <a:ext cx="322434" cy="182880"/>
          </a:xfrm>
          <a:prstGeom prst="rect">
            <a:avLst/>
          </a:prstGeom>
        </p:spPr>
      </p:pic>
      <p:pic>
        <p:nvPicPr>
          <p:cNvPr id="46" name="Picture 45">
            <a:extLst>
              <a:ext uri="{FF2B5EF4-FFF2-40B4-BE49-F238E27FC236}">
                <a16:creationId xmlns:a16="http://schemas.microsoft.com/office/drawing/2014/main" id="{08964568-E054-25E7-9279-304A0677AE5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575301" y="2494792"/>
            <a:ext cx="322434" cy="182880"/>
          </a:xfrm>
          <a:prstGeom prst="rect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4B336167-8FC8-6020-533A-FE4EE9536088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487842" y="2685422"/>
            <a:ext cx="322434" cy="182880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895E9964-EB1B-5767-0ADC-4A6D80DDC11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901120" y="3165485"/>
            <a:ext cx="322434" cy="182880"/>
          </a:xfrm>
          <a:prstGeom prst="rect">
            <a:avLst/>
          </a:prstGeom>
        </p:spPr>
      </p:pic>
      <p:pic>
        <p:nvPicPr>
          <p:cNvPr id="49" name="Picture 48">
            <a:extLst>
              <a:ext uri="{FF2B5EF4-FFF2-40B4-BE49-F238E27FC236}">
                <a16:creationId xmlns:a16="http://schemas.microsoft.com/office/drawing/2014/main" id="{B6A450FA-D5A7-2437-0594-755136BDA6D0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720591" y="2999245"/>
            <a:ext cx="322434" cy="182880"/>
          </a:xfrm>
          <a:prstGeom prst="rect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45C48CF7-D103-E3FB-CA94-105B37C85D0C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732956" y="2846594"/>
            <a:ext cx="322434" cy="182880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3890DC1E-A98F-5199-524A-2E6918EFE41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919049" y="2551081"/>
            <a:ext cx="322434" cy="182880"/>
          </a:xfrm>
          <a:prstGeom prst="rect">
            <a:avLst/>
          </a:prstGeom>
        </p:spPr>
      </p:pic>
      <p:pic>
        <p:nvPicPr>
          <p:cNvPr id="53" name="Picture 52">
            <a:extLst>
              <a:ext uri="{FF2B5EF4-FFF2-40B4-BE49-F238E27FC236}">
                <a16:creationId xmlns:a16="http://schemas.microsoft.com/office/drawing/2014/main" id="{D521FAF7-7272-7A72-2280-4C24F5F08B5C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882255" y="2709103"/>
            <a:ext cx="322434" cy="18288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B32190AF-18D1-DF16-A984-A62C552463D1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4939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31146" y="6229259"/>
            <a:ext cx="322434" cy="182880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D81E33AB-509B-2CAA-DFF2-2878BA67A4B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4940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69137" y="6139306"/>
            <a:ext cx="322434" cy="182880"/>
          </a:xfrm>
          <a:prstGeom prst="rect">
            <a:avLst/>
          </a:prstGeom>
        </p:spPr>
      </p:pic>
      <p:pic>
        <p:nvPicPr>
          <p:cNvPr id="56" name="Picture 55">
            <a:extLst>
              <a:ext uri="{FF2B5EF4-FFF2-40B4-BE49-F238E27FC236}">
                <a16:creationId xmlns:a16="http://schemas.microsoft.com/office/drawing/2014/main" id="{0B3CA2D2-583C-5561-44BD-A64FB306FCB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4939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93889" y="6409854"/>
            <a:ext cx="322434" cy="182880"/>
          </a:xfrm>
          <a:prstGeom prst="rect">
            <a:avLst/>
          </a:prstGeom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1592E527-364E-F84D-04A4-8E199C5461A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4940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331880" y="6319901"/>
            <a:ext cx="322434" cy="182880"/>
          </a:xfrm>
          <a:prstGeom prst="rect">
            <a:avLst/>
          </a:prstGeom>
        </p:spPr>
      </p:pic>
      <p:pic>
        <p:nvPicPr>
          <p:cNvPr id="58" name="Picture 57">
            <a:extLst>
              <a:ext uri="{FF2B5EF4-FFF2-40B4-BE49-F238E27FC236}">
                <a16:creationId xmlns:a16="http://schemas.microsoft.com/office/drawing/2014/main" id="{581C1E0C-9D3B-02E4-1605-AF75687CB879}"/>
              </a:ext>
            </a:extLst>
          </p:cNvPr>
          <p:cNvPicPr>
            <a:picLocks noChangeAspect="1"/>
          </p:cNvPicPr>
          <p:nvPr/>
        </p:nvPicPr>
        <p:blipFill>
          <a:blip r:embed="rId2833">
            <a:extLst>
              <a:ext uri="{BEBA8EAE-BF5A-486C-A8C5-ECC9F3942E4B}">
                <a14:imgProps xmlns:a14="http://schemas.microsoft.com/office/drawing/2010/main">
                  <a14:imgLayer r:embed="rId2834">
                    <a14:imgEffect>
                      <a14:backgroundRemoval t="9459" b="89865" l="6563" r="93906">
                        <a14:foregroundMark x1="10313" y1="45608" x2="10781" y2="56081"/>
                        <a14:foregroundMark x1="10625" y1="59797" x2="10781" y2="46622"/>
                        <a14:foregroundMark x1="10781" y1="46622" x2="10781" y2="46622"/>
                        <a14:foregroundMark x1="10000" y1="44595" x2="6563" y2="51351"/>
                        <a14:foregroundMark x1="21250" y1="63851" x2="30781" y2="67905"/>
                        <a14:foregroundMark x1="93750" y1="42568" x2="93906" y2="6486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53569" y="6140916"/>
            <a:ext cx="443691" cy="205207"/>
          </a:xfrm>
          <a:prstGeom prst="rect">
            <a:avLst/>
          </a:prstGeom>
        </p:spPr>
      </p:pic>
      <p:pic>
        <p:nvPicPr>
          <p:cNvPr id="59" name="Picture 58">
            <a:extLst>
              <a:ext uri="{FF2B5EF4-FFF2-40B4-BE49-F238E27FC236}">
                <a16:creationId xmlns:a16="http://schemas.microsoft.com/office/drawing/2014/main" id="{A7C64ADE-E11F-3612-C8D9-6F2BC0950938}"/>
              </a:ext>
            </a:extLst>
          </p:cNvPr>
          <p:cNvPicPr>
            <a:picLocks noChangeAspect="1"/>
          </p:cNvPicPr>
          <p:nvPr/>
        </p:nvPicPr>
        <p:blipFill>
          <a:blip r:embed="rId2831">
            <a:extLst>
              <a:ext uri="{BEBA8EAE-BF5A-486C-A8C5-ECC9F3942E4B}">
                <a14:imgProps xmlns:a14="http://schemas.microsoft.com/office/drawing/2010/main">
                  <a14:imgLayer r:embed="rId2832">
                    <a14:imgEffect>
                      <a14:backgroundRemoval t="6276" b="89540" l="5871" r="95695">
                        <a14:foregroundMark x1="13112" y1="40167" x2="5871" y2="43515"/>
                        <a14:foregroundMark x1="5871" y1="43515" x2="10176" y2="58996"/>
                        <a14:foregroundMark x1="10176" y1="58996" x2="11546" y2="59414"/>
                        <a14:foregroundMark x1="90998" y1="50209" x2="92368" y2="66946"/>
                        <a14:foregroundMark x1="92368" y1="66946" x2="88650" y2="72385"/>
                        <a14:foregroundMark x1="93933" y1="53975" x2="95890" y2="67364"/>
                        <a14:foregroundMark x1="57926" y1="6276" x2="50489" y2="10460"/>
                        <a14:foregroundMark x1="50489" y1="10460" x2="50489" y2="10460"/>
                      </a14:backgroundRemoval>
                    </a14:imgEffect>
                    <a14:imgEffect>
                      <a14:brightnessContrast brigh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488121" y="7481432"/>
            <a:ext cx="319307" cy="149343"/>
          </a:xfrm>
          <a:prstGeom prst="rect">
            <a:avLst/>
          </a:prstGeom>
        </p:spPr>
      </p:pic>
      <p:pic>
        <p:nvPicPr>
          <p:cNvPr id="60" name="Picture 59">
            <a:extLst>
              <a:ext uri="{FF2B5EF4-FFF2-40B4-BE49-F238E27FC236}">
                <a16:creationId xmlns:a16="http://schemas.microsoft.com/office/drawing/2014/main" id="{E5A26CF2-2C1D-5362-004B-D0931A7E78E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966505" y="7677952"/>
            <a:ext cx="322434" cy="182880"/>
          </a:xfrm>
          <a:prstGeom prst="rect">
            <a:avLst/>
          </a:prstGeom>
        </p:spPr>
      </p:pic>
      <p:pic>
        <p:nvPicPr>
          <p:cNvPr id="61" name="Picture 60">
            <a:extLst>
              <a:ext uri="{FF2B5EF4-FFF2-40B4-BE49-F238E27FC236}">
                <a16:creationId xmlns:a16="http://schemas.microsoft.com/office/drawing/2014/main" id="{B624C241-CAB9-E90F-02E3-7FD2CB4ED0E8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978870" y="7525301"/>
            <a:ext cx="322434" cy="182880"/>
          </a:xfrm>
          <a:prstGeom prst="rect">
            <a:avLst/>
          </a:prstGeom>
        </p:spPr>
      </p:pic>
      <p:pic>
        <p:nvPicPr>
          <p:cNvPr id="62" name="Picture 61">
            <a:extLst>
              <a:ext uri="{FF2B5EF4-FFF2-40B4-BE49-F238E27FC236}">
                <a16:creationId xmlns:a16="http://schemas.microsoft.com/office/drawing/2014/main" id="{9DF29636-C72A-231B-E0C4-76A2919E026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987970" y="7047495"/>
            <a:ext cx="322434" cy="182880"/>
          </a:xfrm>
          <a:prstGeom prst="rect">
            <a:avLst/>
          </a:prstGeom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CADC115F-EB31-C675-AD6E-53B819F9BA9F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951176" y="7205517"/>
            <a:ext cx="322434" cy="182880"/>
          </a:xfrm>
          <a:prstGeom prst="rect">
            <a:avLst/>
          </a:prstGeom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CAB5D670-43DF-9D5B-3C80-8FDEC283251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63717" y="7396147"/>
            <a:ext cx="322434" cy="182880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268024DB-7435-A514-2F1F-D36E0613E522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044687" y="6887047"/>
            <a:ext cx="322434" cy="182880"/>
          </a:xfrm>
          <a:prstGeom prst="rect">
            <a:avLst/>
          </a:prstGeom>
        </p:spPr>
      </p:pic>
      <p:pic>
        <p:nvPicPr>
          <p:cNvPr id="66" name="Picture 65">
            <a:extLst>
              <a:ext uri="{FF2B5EF4-FFF2-40B4-BE49-F238E27FC236}">
                <a16:creationId xmlns:a16="http://schemas.microsoft.com/office/drawing/2014/main" id="{E9C55917-FBA7-31B3-8E7A-6AB84C1EE49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64158" y="6720807"/>
            <a:ext cx="322434" cy="182880"/>
          </a:xfrm>
          <a:prstGeom prst="rect">
            <a:avLst/>
          </a:prstGeom>
        </p:spPr>
      </p:pic>
      <p:pic>
        <p:nvPicPr>
          <p:cNvPr id="67" name="Picture 66">
            <a:extLst>
              <a:ext uri="{FF2B5EF4-FFF2-40B4-BE49-F238E27FC236}">
                <a16:creationId xmlns:a16="http://schemas.microsoft.com/office/drawing/2014/main" id="{67350B17-E592-C033-2803-9026767E492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76523" y="6568156"/>
            <a:ext cx="322434" cy="182880"/>
          </a:xfrm>
          <a:prstGeom prst="rect">
            <a:avLst/>
          </a:prstGeom>
        </p:spPr>
      </p:pic>
      <p:pic>
        <p:nvPicPr>
          <p:cNvPr id="68" name="Picture 67">
            <a:extLst>
              <a:ext uri="{FF2B5EF4-FFF2-40B4-BE49-F238E27FC236}">
                <a16:creationId xmlns:a16="http://schemas.microsoft.com/office/drawing/2014/main" id="{D50F7504-C919-02D2-C753-ADA75941B86C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062616" y="6272643"/>
            <a:ext cx="322434" cy="182880"/>
          </a:xfrm>
          <a:prstGeom prst="rect">
            <a:avLst/>
          </a:prstGeom>
        </p:spPr>
      </p:pic>
      <p:pic>
        <p:nvPicPr>
          <p:cNvPr id="69" name="Picture 68">
            <a:extLst>
              <a:ext uri="{FF2B5EF4-FFF2-40B4-BE49-F238E27FC236}">
                <a16:creationId xmlns:a16="http://schemas.microsoft.com/office/drawing/2014/main" id="{98975BB8-C31A-3033-5390-85052C2664C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025822" y="6430665"/>
            <a:ext cx="322434" cy="182880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D3E389E8-A38E-2A04-291A-6B3FD3FC4C7F}"/>
              </a:ext>
            </a:extLst>
          </p:cNvPr>
          <p:cNvPicPr>
            <a:picLocks noChangeAspect="1"/>
          </p:cNvPicPr>
          <p:nvPr/>
        </p:nvPicPr>
        <p:blipFill>
          <a:blip r:embed="rId2833">
            <a:extLst>
              <a:ext uri="{BEBA8EAE-BF5A-486C-A8C5-ECC9F3942E4B}">
                <a14:imgProps xmlns:a14="http://schemas.microsoft.com/office/drawing/2010/main">
                  <a14:imgLayer r:embed="rId2843">
                    <a14:imgEffect>
                      <a14:backgroundRemoval t="9459" b="89865" l="6563" r="93906">
                        <a14:foregroundMark x1="10313" y1="45608" x2="10781" y2="56081"/>
                        <a14:foregroundMark x1="10625" y1="59797" x2="10781" y2="46622"/>
                        <a14:foregroundMark x1="10781" y1="46622" x2="10781" y2="46622"/>
                        <a14:foregroundMark x1="10000" y1="44595" x2="6563" y2="51351"/>
                        <a14:foregroundMark x1="21250" y1="63851" x2="30781" y2="67905"/>
                        <a14:foregroundMark x1="93750" y1="42568" x2="93906" y2="6486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097176" y="7236862"/>
            <a:ext cx="443691" cy="205207"/>
          </a:xfrm>
          <a:prstGeom prst="rect">
            <a:avLst/>
          </a:prstGeom>
        </p:spPr>
      </p:pic>
      <p:pic>
        <p:nvPicPr>
          <p:cNvPr id="71" name="Picture 17206">
            <a:extLst>
              <a:ext uri="{FF2B5EF4-FFF2-40B4-BE49-F238E27FC236}">
                <a16:creationId xmlns:a16="http://schemas.microsoft.com/office/drawing/2014/main" id="{CC3FC604-4F90-3AC8-D68A-FE7C13C984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7661" y="9056886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Picture 17207">
            <a:extLst>
              <a:ext uri="{FF2B5EF4-FFF2-40B4-BE49-F238E27FC236}">
                <a16:creationId xmlns:a16="http://schemas.microsoft.com/office/drawing/2014/main" id="{271B8A07-9455-CC80-70EF-6DCC910806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1466" y="8946550"/>
            <a:ext cx="313728" cy="146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Picture 17208">
            <a:extLst>
              <a:ext uri="{FF2B5EF4-FFF2-40B4-BE49-F238E27FC236}">
                <a16:creationId xmlns:a16="http://schemas.microsoft.com/office/drawing/2014/main" id="{5FB2CBF5-E197-4038-93D1-9520F54CC9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2923" y="8808571"/>
            <a:ext cx="313728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7209">
            <a:extLst>
              <a:ext uri="{FF2B5EF4-FFF2-40B4-BE49-F238E27FC236}">
                <a16:creationId xmlns:a16="http://schemas.microsoft.com/office/drawing/2014/main" id="{48FCE76B-0021-E674-629C-C225F290D0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6488" y="8993515"/>
            <a:ext cx="313729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" name="Picture 17206">
            <a:extLst>
              <a:ext uri="{FF2B5EF4-FFF2-40B4-BE49-F238E27FC236}">
                <a16:creationId xmlns:a16="http://schemas.microsoft.com/office/drawing/2014/main" id="{E1F56A21-CFFA-E2B1-72BE-671E70FE9F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5518" y="8924638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" name="Picture 17207">
            <a:extLst>
              <a:ext uri="{FF2B5EF4-FFF2-40B4-BE49-F238E27FC236}">
                <a16:creationId xmlns:a16="http://schemas.microsoft.com/office/drawing/2014/main" id="{B9C37703-34DC-92E8-F141-23321104B8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9348" y="8876404"/>
            <a:ext cx="313728" cy="146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" name="Picture 17208">
            <a:extLst>
              <a:ext uri="{FF2B5EF4-FFF2-40B4-BE49-F238E27FC236}">
                <a16:creationId xmlns:a16="http://schemas.microsoft.com/office/drawing/2014/main" id="{1D6FEDF2-BFB2-E0CF-0EA3-B7890ACD78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1741" y="8984784"/>
            <a:ext cx="313728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17209">
            <a:extLst>
              <a:ext uri="{FF2B5EF4-FFF2-40B4-BE49-F238E27FC236}">
                <a16:creationId xmlns:a16="http://schemas.microsoft.com/office/drawing/2014/main" id="{4FD50D9E-6BB5-329C-0EF6-AC3027AF67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6571" y="8773540"/>
            <a:ext cx="313729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" name="Picture 17206">
            <a:extLst>
              <a:ext uri="{FF2B5EF4-FFF2-40B4-BE49-F238E27FC236}">
                <a16:creationId xmlns:a16="http://schemas.microsoft.com/office/drawing/2014/main" id="{FB58CCAF-661A-D155-FCEC-596DDEFD03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1475" y="8474352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" name="Picture 17206">
            <a:extLst>
              <a:ext uri="{FF2B5EF4-FFF2-40B4-BE49-F238E27FC236}">
                <a16:creationId xmlns:a16="http://schemas.microsoft.com/office/drawing/2014/main" id="{5C7E29CF-BA89-D4F4-A14A-E0E32B42A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8655" y="8456058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" name="Picture 17206">
            <a:extLst>
              <a:ext uri="{FF2B5EF4-FFF2-40B4-BE49-F238E27FC236}">
                <a16:creationId xmlns:a16="http://schemas.microsoft.com/office/drawing/2014/main" id="{4F9A0197-A307-E7F8-4635-CAC6087CA2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6874" y="8602930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073CE782-FAD7-6D6F-04D9-44C6D22304BB}"/>
              </a:ext>
            </a:extLst>
          </p:cNvPr>
          <p:cNvPicPr>
            <a:picLocks noChangeAspect="1"/>
          </p:cNvPicPr>
          <p:nvPr/>
        </p:nvPicPr>
        <p:blipFill>
          <a:blip r:embed="rId2837">
            <a:extLst>
              <a:ext uri="{BEBA8EAE-BF5A-486C-A8C5-ECC9F3942E4B}">
                <a14:imgProps xmlns:a14="http://schemas.microsoft.com/office/drawing/2010/main">
                  <a14:imgLayer r:embed="rId2838">
                    <a14:imgEffect>
                      <a14:backgroundRemoval t="9375" b="89286" l="5469" r="94375">
                        <a14:foregroundMark x1="11406" y1="34375" x2="5469" y2="43750"/>
                        <a14:foregroundMark x1="5469" y1="43750" x2="12031" y2="58036"/>
                        <a14:foregroundMark x1="12031" y1="58036" x2="14844" y2="58929"/>
                        <a14:foregroundMark x1="90000" y1="26786" x2="94688" y2="38393"/>
                        <a14:foregroundMark x1="94688" y1="38393" x2="94375" y2="56696"/>
                        <a14:foregroundMark x1="94375" y1="56696" x2="89531" y2="5803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24052" y="6918772"/>
            <a:ext cx="507279" cy="177547"/>
          </a:xfrm>
          <a:prstGeom prst="rect">
            <a:avLst/>
          </a:prstGeom>
        </p:spPr>
      </p:pic>
      <p:pic>
        <p:nvPicPr>
          <p:cNvPr id="84" name="Picture 83">
            <a:extLst>
              <a:ext uri="{FF2B5EF4-FFF2-40B4-BE49-F238E27FC236}">
                <a16:creationId xmlns:a16="http://schemas.microsoft.com/office/drawing/2014/main" id="{BAB4224C-475C-45F4-ACFE-3F0CA6AE18B8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20163" y="7445690"/>
            <a:ext cx="322434" cy="182880"/>
          </a:xfrm>
          <a:prstGeom prst="rect">
            <a:avLst/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D92AC5A7-E3D6-0B40-9BE4-B945487639AC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32528" y="7293039"/>
            <a:ext cx="322434" cy="182880"/>
          </a:xfrm>
          <a:prstGeom prst="rect">
            <a:avLst/>
          </a:prstGeom>
        </p:spPr>
      </p:pic>
      <p:pic>
        <p:nvPicPr>
          <p:cNvPr id="86" name="Picture 85">
            <a:extLst>
              <a:ext uri="{FF2B5EF4-FFF2-40B4-BE49-F238E27FC236}">
                <a16:creationId xmlns:a16="http://schemas.microsoft.com/office/drawing/2014/main" id="{BE6359DF-68DD-21BB-37DA-05FF2441BA28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41628" y="6815233"/>
            <a:ext cx="322434" cy="182880"/>
          </a:xfrm>
          <a:prstGeom prst="rect">
            <a:avLst/>
          </a:prstGeom>
        </p:spPr>
      </p:pic>
      <p:pic>
        <p:nvPicPr>
          <p:cNvPr id="87" name="Picture 86">
            <a:extLst>
              <a:ext uri="{FF2B5EF4-FFF2-40B4-BE49-F238E27FC236}">
                <a16:creationId xmlns:a16="http://schemas.microsoft.com/office/drawing/2014/main" id="{8BDE6921-5022-F2DA-CAC1-31560AA7729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04834" y="6973255"/>
            <a:ext cx="322434" cy="182880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16D2843D-A7C7-E42E-B956-96CD96A91A5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17375" y="7163885"/>
            <a:ext cx="322434" cy="182880"/>
          </a:xfrm>
          <a:prstGeom prst="rect">
            <a:avLst/>
          </a:prstGeom>
        </p:spPr>
      </p:pic>
      <p:pic>
        <p:nvPicPr>
          <p:cNvPr id="89" name="Picture 88">
            <a:extLst>
              <a:ext uri="{FF2B5EF4-FFF2-40B4-BE49-F238E27FC236}">
                <a16:creationId xmlns:a16="http://schemas.microsoft.com/office/drawing/2014/main" id="{9F19C4FC-8906-DF51-2584-D3CEC8CBD71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98345" y="6654785"/>
            <a:ext cx="322434" cy="182880"/>
          </a:xfrm>
          <a:prstGeom prst="rect">
            <a:avLst/>
          </a:prstGeom>
        </p:spPr>
      </p:pic>
      <p:pic>
        <p:nvPicPr>
          <p:cNvPr id="90" name="Picture 89">
            <a:extLst>
              <a:ext uri="{FF2B5EF4-FFF2-40B4-BE49-F238E27FC236}">
                <a16:creationId xmlns:a16="http://schemas.microsoft.com/office/drawing/2014/main" id="{FA7B440E-7EF4-5AFE-7244-9AEDEA77B35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17816" y="6488545"/>
            <a:ext cx="322434" cy="182880"/>
          </a:xfrm>
          <a:prstGeom prst="rect">
            <a:avLst/>
          </a:prstGeom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23CAF47B-7565-9168-27C5-0E0403B2F89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30181" y="6335894"/>
            <a:ext cx="322434" cy="182880"/>
          </a:xfrm>
          <a:prstGeom prst="rect">
            <a:avLst/>
          </a:prstGeom>
        </p:spPr>
      </p:pic>
      <p:pic>
        <p:nvPicPr>
          <p:cNvPr id="92" name="Picture 91">
            <a:extLst>
              <a:ext uri="{FF2B5EF4-FFF2-40B4-BE49-F238E27FC236}">
                <a16:creationId xmlns:a16="http://schemas.microsoft.com/office/drawing/2014/main" id="{DCEAD64B-EA81-28E4-8E75-F0539A9FE99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916274" y="6040381"/>
            <a:ext cx="322434" cy="182880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id="{8789F0A8-0CAB-63CC-F1A6-C385E7126B4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879480" y="6198403"/>
            <a:ext cx="322434" cy="182880"/>
          </a:xfrm>
          <a:prstGeom prst="rect">
            <a:avLst/>
          </a:prstGeom>
        </p:spPr>
      </p:pic>
      <p:pic>
        <p:nvPicPr>
          <p:cNvPr id="94" name="Picture 93">
            <a:extLst>
              <a:ext uri="{FF2B5EF4-FFF2-40B4-BE49-F238E27FC236}">
                <a16:creationId xmlns:a16="http://schemas.microsoft.com/office/drawing/2014/main" id="{8653E2C3-12BE-642C-4794-BE1B072ABCC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120393" y="6737953"/>
            <a:ext cx="322434" cy="182880"/>
          </a:xfrm>
          <a:prstGeom prst="rect">
            <a:avLst/>
          </a:prstGeom>
        </p:spPr>
      </p:pic>
      <p:pic>
        <p:nvPicPr>
          <p:cNvPr id="95" name="Picture 94">
            <a:extLst>
              <a:ext uri="{FF2B5EF4-FFF2-40B4-BE49-F238E27FC236}">
                <a16:creationId xmlns:a16="http://schemas.microsoft.com/office/drawing/2014/main" id="{D779D2A6-C5B1-C7B6-8D6A-3BF466CCBDE4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132758" y="6585302"/>
            <a:ext cx="322434" cy="182880"/>
          </a:xfrm>
          <a:prstGeom prst="rect">
            <a:avLst/>
          </a:prstGeom>
        </p:spPr>
      </p:pic>
      <p:pic>
        <p:nvPicPr>
          <p:cNvPr id="96" name="Picture 95">
            <a:extLst>
              <a:ext uri="{FF2B5EF4-FFF2-40B4-BE49-F238E27FC236}">
                <a16:creationId xmlns:a16="http://schemas.microsoft.com/office/drawing/2014/main" id="{216AA897-DB0E-9DFC-FF80-44B6C85A01E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141858" y="6107496"/>
            <a:ext cx="322434" cy="182880"/>
          </a:xfrm>
          <a:prstGeom prst="rect">
            <a:avLst/>
          </a:prstGeom>
        </p:spPr>
      </p:pic>
      <p:pic>
        <p:nvPicPr>
          <p:cNvPr id="97" name="Picture 96">
            <a:extLst>
              <a:ext uri="{FF2B5EF4-FFF2-40B4-BE49-F238E27FC236}">
                <a16:creationId xmlns:a16="http://schemas.microsoft.com/office/drawing/2014/main" id="{DA1977B9-F8CA-B041-F87B-CF322B87454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017605" y="6456148"/>
            <a:ext cx="322434" cy="182880"/>
          </a:xfrm>
          <a:prstGeom prst="rect">
            <a:avLst/>
          </a:prstGeom>
        </p:spPr>
      </p:pic>
      <p:pic>
        <p:nvPicPr>
          <p:cNvPr id="98" name="Picture 97">
            <a:extLst>
              <a:ext uri="{FF2B5EF4-FFF2-40B4-BE49-F238E27FC236}">
                <a16:creationId xmlns:a16="http://schemas.microsoft.com/office/drawing/2014/main" id="{1D36BB5C-5D3F-9C14-0078-DF4D0196277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198575" y="5947048"/>
            <a:ext cx="322434" cy="182880"/>
          </a:xfrm>
          <a:prstGeom prst="rect">
            <a:avLst/>
          </a:prstGeom>
        </p:spPr>
      </p:pic>
      <p:pic>
        <p:nvPicPr>
          <p:cNvPr id="99" name="Picture 98">
            <a:extLst>
              <a:ext uri="{FF2B5EF4-FFF2-40B4-BE49-F238E27FC236}">
                <a16:creationId xmlns:a16="http://schemas.microsoft.com/office/drawing/2014/main" id="{22877EDF-1E45-48E7-4179-255D101596B2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077491" y="7070071"/>
            <a:ext cx="322434" cy="182880"/>
          </a:xfrm>
          <a:prstGeom prst="rect">
            <a:avLst/>
          </a:prstGeom>
        </p:spPr>
      </p:pic>
      <p:pic>
        <p:nvPicPr>
          <p:cNvPr id="100" name="Picture 17207">
            <a:extLst>
              <a:ext uri="{FF2B5EF4-FFF2-40B4-BE49-F238E27FC236}">
                <a16:creationId xmlns:a16="http://schemas.microsoft.com/office/drawing/2014/main" id="{0BE047D4-16A3-285C-4EF5-49AC453CA5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86830" y="8851901"/>
            <a:ext cx="313728" cy="146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" name="Picture 17209">
            <a:extLst>
              <a:ext uri="{FF2B5EF4-FFF2-40B4-BE49-F238E27FC236}">
                <a16:creationId xmlns:a16="http://schemas.microsoft.com/office/drawing/2014/main" id="{2AE97A1A-99B1-D415-D966-2CE8D2C6CA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7411" y="8385297"/>
            <a:ext cx="313729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" name="Picture 17206">
            <a:extLst>
              <a:ext uri="{FF2B5EF4-FFF2-40B4-BE49-F238E27FC236}">
                <a16:creationId xmlns:a16="http://schemas.microsoft.com/office/drawing/2014/main" id="{129F4ACC-F21B-D459-DF40-8A8CDA43B0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6562" y="8488202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3" name="Picture 17206">
            <a:extLst>
              <a:ext uri="{FF2B5EF4-FFF2-40B4-BE49-F238E27FC236}">
                <a16:creationId xmlns:a16="http://schemas.microsoft.com/office/drawing/2014/main" id="{33C011E3-31CF-4C34-968B-CE935D854F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5451" y="8593206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17206">
            <a:extLst>
              <a:ext uri="{FF2B5EF4-FFF2-40B4-BE49-F238E27FC236}">
                <a16:creationId xmlns:a16="http://schemas.microsoft.com/office/drawing/2014/main" id="{7E7B8FAD-E58F-33C7-FFD7-E830AC0752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2245" y="8710181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" name="Picture 17207">
            <a:extLst>
              <a:ext uri="{FF2B5EF4-FFF2-40B4-BE49-F238E27FC236}">
                <a16:creationId xmlns:a16="http://schemas.microsoft.com/office/drawing/2014/main" id="{6E9866EF-ADD1-18CB-6066-75C33DD77B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1724" y="8867390"/>
            <a:ext cx="313728" cy="146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6" name="Picture 17209">
            <a:extLst>
              <a:ext uri="{FF2B5EF4-FFF2-40B4-BE49-F238E27FC236}">
                <a16:creationId xmlns:a16="http://schemas.microsoft.com/office/drawing/2014/main" id="{55DF7FA9-5CE7-3AF4-E901-ED9E24E3C9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3649" y="8707573"/>
            <a:ext cx="313729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7" name="Picture 17206">
            <a:extLst>
              <a:ext uri="{FF2B5EF4-FFF2-40B4-BE49-F238E27FC236}">
                <a16:creationId xmlns:a16="http://schemas.microsoft.com/office/drawing/2014/main" id="{EDFAEC8A-9996-9980-5423-B488C4FBFF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7162" y="8870307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" name="Picture 17206">
            <a:extLst>
              <a:ext uri="{FF2B5EF4-FFF2-40B4-BE49-F238E27FC236}">
                <a16:creationId xmlns:a16="http://schemas.microsoft.com/office/drawing/2014/main" id="{AB703CE3-3216-B19A-3FA9-C00DDD7479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3811" y="8998570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9" name="Picture 17206">
            <a:extLst>
              <a:ext uri="{FF2B5EF4-FFF2-40B4-BE49-F238E27FC236}">
                <a16:creationId xmlns:a16="http://schemas.microsoft.com/office/drawing/2014/main" id="{2769649A-5E5C-1A49-A069-D4EB9DB5A8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3521" y="9156300"/>
            <a:ext cx="314699" cy="1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" name="Picture 17207">
            <a:extLst>
              <a:ext uri="{FF2B5EF4-FFF2-40B4-BE49-F238E27FC236}">
                <a16:creationId xmlns:a16="http://schemas.microsoft.com/office/drawing/2014/main" id="{21C21DA2-748C-22AC-0693-5942FF2AD6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1852" y="9097994"/>
            <a:ext cx="313728" cy="146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" name="Picture 17209">
            <a:extLst>
              <a:ext uri="{FF2B5EF4-FFF2-40B4-BE49-F238E27FC236}">
                <a16:creationId xmlns:a16="http://schemas.microsoft.com/office/drawing/2014/main" id="{DBA7D6BB-4F63-FAD3-7D05-850D06D7CE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2978" y="8976023"/>
            <a:ext cx="313729" cy="14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" name="Picture 111">
            <a:extLst>
              <a:ext uri="{FF2B5EF4-FFF2-40B4-BE49-F238E27FC236}">
                <a16:creationId xmlns:a16="http://schemas.microsoft.com/office/drawing/2014/main" id="{DB306DC3-18D6-D680-3242-99E059541309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2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727140" y="7501837"/>
            <a:ext cx="691083" cy="328701"/>
          </a:xfrm>
          <a:prstGeom prst="rect">
            <a:avLst/>
          </a:prstGeom>
        </p:spPr>
      </p:pic>
      <p:pic>
        <p:nvPicPr>
          <p:cNvPr id="130" name="Picture 129">
            <a:extLst>
              <a:ext uri="{FF2B5EF4-FFF2-40B4-BE49-F238E27FC236}">
                <a16:creationId xmlns:a16="http://schemas.microsoft.com/office/drawing/2014/main" id="{27FBF49D-C807-4F23-73CC-17C484E1C14F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59503" y="8338509"/>
            <a:ext cx="322434" cy="182880"/>
          </a:xfrm>
          <a:prstGeom prst="rect">
            <a:avLst/>
          </a:prstGeom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FDA5B768-5578-C261-0258-F5742AB8C61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71868" y="8185858"/>
            <a:ext cx="322434" cy="182880"/>
          </a:xfrm>
          <a:prstGeom prst="rect">
            <a:avLst/>
          </a:prstGeom>
        </p:spPr>
      </p:pic>
      <p:pic>
        <p:nvPicPr>
          <p:cNvPr id="132" name="Picture 131">
            <a:extLst>
              <a:ext uri="{FF2B5EF4-FFF2-40B4-BE49-F238E27FC236}">
                <a16:creationId xmlns:a16="http://schemas.microsoft.com/office/drawing/2014/main" id="{0CF4E1E8-B4A3-B784-AC42-98CB8E6EEAD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80968" y="7708052"/>
            <a:ext cx="322434" cy="182880"/>
          </a:xfrm>
          <a:prstGeom prst="rect">
            <a:avLst/>
          </a:prstGeom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CE4A3C3E-4619-A31D-5BB7-7C2C1BAFE951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44174" y="7866074"/>
            <a:ext cx="322434" cy="182880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69BD548B-7E91-0EC1-AFCA-2EF9E4D1F66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356715" y="8056704"/>
            <a:ext cx="322434" cy="182880"/>
          </a:xfrm>
          <a:prstGeom prst="rect">
            <a:avLst/>
          </a:prstGeom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49E643E9-D568-24BB-5687-016BFC625BAC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537685" y="7547604"/>
            <a:ext cx="322434" cy="182880"/>
          </a:xfrm>
          <a:prstGeom prst="rect">
            <a:avLst/>
          </a:prstGeom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8CFB61C9-4CE0-EC49-B187-E0CAB1B68500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357156" y="7381364"/>
            <a:ext cx="322434" cy="182880"/>
          </a:xfrm>
          <a:prstGeom prst="rect">
            <a:avLst/>
          </a:prstGeom>
        </p:spPr>
      </p:pic>
      <p:pic>
        <p:nvPicPr>
          <p:cNvPr id="137" name="Picture 136">
            <a:extLst>
              <a:ext uri="{FF2B5EF4-FFF2-40B4-BE49-F238E27FC236}">
                <a16:creationId xmlns:a16="http://schemas.microsoft.com/office/drawing/2014/main" id="{2B2867AB-D9D0-8BE7-32A9-56D968CE6320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369521" y="7228713"/>
            <a:ext cx="322434" cy="182880"/>
          </a:xfrm>
          <a:prstGeom prst="rect">
            <a:avLst/>
          </a:prstGeom>
        </p:spPr>
      </p:pic>
      <p:pic>
        <p:nvPicPr>
          <p:cNvPr id="138" name="Picture 137">
            <a:extLst>
              <a:ext uri="{FF2B5EF4-FFF2-40B4-BE49-F238E27FC236}">
                <a16:creationId xmlns:a16="http://schemas.microsoft.com/office/drawing/2014/main" id="{5EB5CA0D-3124-DD58-CC28-D52716A4808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555614" y="6933200"/>
            <a:ext cx="322434" cy="182880"/>
          </a:xfrm>
          <a:prstGeom prst="rect">
            <a:avLst/>
          </a:prstGeom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C5FC57FD-0254-E74E-CC7A-EFA7165D1F4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518820" y="7091222"/>
            <a:ext cx="322434" cy="182880"/>
          </a:xfrm>
          <a:prstGeom prst="rect">
            <a:avLst/>
          </a:prstGeom>
        </p:spPr>
      </p:pic>
      <p:pic>
        <p:nvPicPr>
          <p:cNvPr id="140" name="Picture 139">
            <a:extLst>
              <a:ext uri="{FF2B5EF4-FFF2-40B4-BE49-F238E27FC236}">
                <a16:creationId xmlns:a16="http://schemas.microsoft.com/office/drawing/2014/main" id="{5B7FC260-3577-D7D5-441E-0DD667D66270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59733" y="7630772"/>
            <a:ext cx="322434" cy="182880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720F93A3-0EA7-F4C6-8DA7-1327BC2B63E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72098" y="7478121"/>
            <a:ext cx="322434" cy="182880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4F35B60E-821E-18D0-F0CC-48A88F438B74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81198" y="7000315"/>
            <a:ext cx="322434" cy="182880"/>
          </a:xfrm>
          <a:prstGeom prst="rect">
            <a:avLst/>
          </a:prstGeom>
        </p:spPr>
      </p:pic>
      <p:pic>
        <p:nvPicPr>
          <p:cNvPr id="143" name="Picture 142">
            <a:extLst>
              <a:ext uri="{FF2B5EF4-FFF2-40B4-BE49-F238E27FC236}">
                <a16:creationId xmlns:a16="http://schemas.microsoft.com/office/drawing/2014/main" id="{4592D1BF-3731-EFF2-0676-643CC6DA8C4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656945" y="7348967"/>
            <a:ext cx="322434" cy="182880"/>
          </a:xfrm>
          <a:prstGeom prst="rect">
            <a:avLst/>
          </a:prstGeom>
        </p:spPr>
      </p:pic>
      <p:pic>
        <p:nvPicPr>
          <p:cNvPr id="144" name="Picture 143">
            <a:extLst>
              <a:ext uri="{FF2B5EF4-FFF2-40B4-BE49-F238E27FC236}">
                <a16:creationId xmlns:a16="http://schemas.microsoft.com/office/drawing/2014/main" id="{0F7E7E0C-C6C7-DC5A-4FD7-00342058AB8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837915" y="6839867"/>
            <a:ext cx="322434" cy="182880"/>
          </a:xfrm>
          <a:prstGeom prst="rect">
            <a:avLst/>
          </a:prstGeom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C09CBB90-FFF3-D758-A8D7-0F86232CA5D2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16831" y="7962890"/>
            <a:ext cx="322434" cy="182880"/>
          </a:xfrm>
          <a:prstGeom prst="rect">
            <a:avLst/>
          </a:prstGeom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18AD12A8-F027-4F1A-B480-2B577A16F1F5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936297" y="7832390"/>
            <a:ext cx="322434" cy="182880"/>
          </a:xfrm>
          <a:prstGeom prst="rect">
            <a:avLst/>
          </a:prstGeom>
        </p:spPr>
      </p:pic>
      <p:pic>
        <p:nvPicPr>
          <p:cNvPr id="147" name="Picture 146">
            <a:extLst>
              <a:ext uri="{FF2B5EF4-FFF2-40B4-BE49-F238E27FC236}">
                <a16:creationId xmlns:a16="http://schemas.microsoft.com/office/drawing/2014/main" id="{945AEE78-B2D0-FE6B-9CD9-56B46076F59E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948662" y="7679739"/>
            <a:ext cx="322434" cy="182880"/>
          </a:xfrm>
          <a:prstGeom prst="rect">
            <a:avLst/>
          </a:prstGeom>
        </p:spPr>
      </p:pic>
      <p:pic>
        <p:nvPicPr>
          <p:cNvPr id="148" name="Picture 147">
            <a:extLst>
              <a:ext uri="{FF2B5EF4-FFF2-40B4-BE49-F238E27FC236}">
                <a16:creationId xmlns:a16="http://schemas.microsoft.com/office/drawing/2014/main" id="{C6749D54-61E6-1767-2F92-2B79E02344F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957762" y="7201933"/>
            <a:ext cx="322434" cy="182880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314A452E-23E1-7B0D-5EEB-33904BE6EE7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77508" y="7795816"/>
            <a:ext cx="322434" cy="182880"/>
          </a:xfrm>
          <a:prstGeom prst="rect">
            <a:avLst/>
          </a:prstGeom>
        </p:spPr>
      </p:pic>
      <p:pic>
        <p:nvPicPr>
          <p:cNvPr id="1902" name="Picture 1901">
            <a:extLst>
              <a:ext uri="{FF2B5EF4-FFF2-40B4-BE49-F238E27FC236}">
                <a16:creationId xmlns:a16="http://schemas.microsoft.com/office/drawing/2014/main" id="{F1C8A4AE-A2CE-6011-E40F-7F0ECDBF49BD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226730" y="7599875"/>
            <a:ext cx="322434" cy="182880"/>
          </a:xfrm>
          <a:prstGeom prst="rect">
            <a:avLst/>
          </a:prstGeom>
        </p:spPr>
      </p:pic>
      <p:pic>
        <p:nvPicPr>
          <p:cNvPr id="1903" name="Picture 1902">
            <a:extLst>
              <a:ext uri="{FF2B5EF4-FFF2-40B4-BE49-F238E27FC236}">
                <a16:creationId xmlns:a16="http://schemas.microsoft.com/office/drawing/2014/main" id="{6B66A437-205E-854A-7C77-872908E9C3D4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014479" y="7041485"/>
            <a:ext cx="322434" cy="182880"/>
          </a:xfrm>
          <a:prstGeom prst="rect">
            <a:avLst/>
          </a:prstGeom>
        </p:spPr>
      </p:pic>
      <p:pic>
        <p:nvPicPr>
          <p:cNvPr id="1904" name="Picture 1903">
            <a:extLst>
              <a:ext uri="{FF2B5EF4-FFF2-40B4-BE49-F238E27FC236}">
                <a16:creationId xmlns:a16="http://schemas.microsoft.com/office/drawing/2014/main" id="{4DB35468-0677-3883-A1D0-FF8A22026C07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036332" y="7407128"/>
            <a:ext cx="322434" cy="182880"/>
          </a:xfrm>
          <a:prstGeom prst="rect">
            <a:avLst/>
          </a:prstGeom>
        </p:spPr>
      </p:pic>
      <p:pic>
        <p:nvPicPr>
          <p:cNvPr id="1905" name="Picture 1904">
            <a:extLst>
              <a:ext uri="{FF2B5EF4-FFF2-40B4-BE49-F238E27FC236}">
                <a16:creationId xmlns:a16="http://schemas.microsoft.com/office/drawing/2014/main" id="{35D2511A-AFEE-26B2-9993-F8308C82461F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85032" y="7206052"/>
            <a:ext cx="322434" cy="182880"/>
          </a:xfrm>
          <a:prstGeom prst="rect">
            <a:avLst/>
          </a:prstGeom>
        </p:spPr>
      </p:pic>
      <p:pic>
        <p:nvPicPr>
          <p:cNvPr id="1906" name="Picture 1905">
            <a:extLst>
              <a:ext uri="{FF2B5EF4-FFF2-40B4-BE49-F238E27FC236}">
                <a16:creationId xmlns:a16="http://schemas.microsoft.com/office/drawing/2014/main" id="{9795ADA7-06B6-04FB-DDA5-7D5FCBC7149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124323" y="6687083"/>
            <a:ext cx="322434" cy="182880"/>
          </a:xfrm>
          <a:prstGeom prst="rect">
            <a:avLst/>
          </a:prstGeom>
        </p:spPr>
      </p:pic>
      <p:pic>
        <p:nvPicPr>
          <p:cNvPr id="1907" name="Picture 1906">
            <a:extLst>
              <a:ext uri="{FF2B5EF4-FFF2-40B4-BE49-F238E27FC236}">
                <a16:creationId xmlns:a16="http://schemas.microsoft.com/office/drawing/2014/main" id="{5414D087-F7FE-DB87-910D-37BEB490B7BA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630391" y="6748043"/>
            <a:ext cx="322434" cy="182880"/>
          </a:xfrm>
          <a:prstGeom prst="rect">
            <a:avLst/>
          </a:prstGeom>
        </p:spPr>
      </p:pic>
      <p:pic>
        <p:nvPicPr>
          <p:cNvPr id="1908" name="Picture 1907">
            <a:extLst>
              <a:ext uri="{FF2B5EF4-FFF2-40B4-BE49-F238E27FC236}">
                <a16:creationId xmlns:a16="http://schemas.microsoft.com/office/drawing/2014/main" id="{5161F5C6-F5BD-0E9F-5358-504155964C1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236527" y="7124653"/>
            <a:ext cx="322434" cy="182880"/>
          </a:xfrm>
          <a:prstGeom prst="rect">
            <a:avLst/>
          </a:prstGeom>
        </p:spPr>
      </p:pic>
      <p:pic>
        <p:nvPicPr>
          <p:cNvPr id="1909" name="Picture 1908">
            <a:extLst>
              <a:ext uri="{FF2B5EF4-FFF2-40B4-BE49-F238E27FC236}">
                <a16:creationId xmlns:a16="http://schemas.microsoft.com/office/drawing/2014/main" id="{2C523728-6D18-82C4-9507-82372523FB7F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248892" y="6972002"/>
            <a:ext cx="322434" cy="182880"/>
          </a:xfrm>
          <a:prstGeom prst="rect">
            <a:avLst/>
          </a:prstGeom>
        </p:spPr>
      </p:pic>
      <p:pic>
        <p:nvPicPr>
          <p:cNvPr id="1910" name="Picture 1909">
            <a:extLst>
              <a:ext uri="{FF2B5EF4-FFF2-40B4-BE49-F238E27FC236}">
                <a16:creationId xmlns:a16="http://schemas.microsoft.com/office/drawing/2014/main" id="{620E854F-31EE-4610-009E-5E9FE9DEDCB3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37299" y="6839483"/>
            <a:ext cx="322434" cy="182880"/>
          </a:xfrm>
          <a:prstGeom prst="rect">
            <a:avLst/>
          </a:prstGeom>
        </p:spPr>
      </p:pic>
      <p:pic>
        <p:nvPicPr>
          <p:cNvPr id="1911" name="Picture 1910">
            <a:extLst>
              <a:ext uri="{FF2B5EF4-FFF2-40B4-BE49-F238E27FC236}">
                <a16:creationId xmlns:a16="http://schemas.microsoft.com/office/drawing/2014/main" id="{213069B3-6CBE-DF3A-F0D1-A012F505DA36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7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133739" y="6842848"/>
            <a:ext cx="322434" cy="182880"/>
          </a:xfrm>
          <a:prstGeom prst="rect">
            <a:avLst/>
          </a:prstGeom>
        </p:spPr>
      </p:pic>
      <p:pic>
        <p:nvPicPr>
          <p:cNvPr id="1912" name="Picture 1911">
            <a:extLst>
              <a:ext uri="{FF2B5EF4-FFF2-40B4-BE49-F238E27FC236}">
                <a16:creationId xmlns:a16="http://schemas.microsoft.com/office/drawing/2014/main" id="{EDF8065B-C5CE-3C6B-FDBA-C064DAF0F349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5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379130" y="6687083"/>
            <a:ext cx="322434" cy="182880"/>
          </a:xfrm>
          <a:prstGeom prst="rect">
            <a:avLst/>
          </a:prstGeom>
        </p:spPr>
      </p:pic>
      <p:pic>
        <p:nvPicPr>
          <p:cNvPr id="1913" name="Picture 1912">
            <a:extLst>
              <a:ext uri="{FF2B5EF4-FFF2-40B4-BE49-F238E27FC236}">
                <a16:creationId xmlns:a16="http://schemas.microsoft.com/office/drawing/2014/main" id="{33861D37-C5F8-D2F4-99CC-76D0DFE5714B}"/>
              </a:ext>
            </a:extLst>
          </p:cNvPr>
          <p:cNvPicPr>
            <a:picLocks noChangeAspect="1"/>
          </p:cNvPicPr>
          <p:nvPr/>
        </p:nvPicPr>
        <p:blipFill>
          <a:blip r:embed="rId2844">
            <a:extLst>
              <a:ext uri="{BEBA8EAE-BF5A-486C-A8C5-ECC9F3942E4B}">
                <a14:imgProps xmlns:a14="http://schemas.microsoft.com/office/drawing/2010/main">
                  <a14:imgLayer r:embed="rId2846">
                    <a14:imgEffect>
                      <a14:backgroundRemoval t="9642" b="89532" l="8594" r="93438">
                        <a14:foregroundMark x1="10469" y1="33884" x2="8594" y2="45179"/>
                        <a14:foregroundMark x1="8594" y1="45179" x2="10156" y2="48760"/>
                        <a14:foregroundMark x1="93438" y1="32782" x2="89531" y2="3911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820317" y="8205191"/>
            <a:ext cx="322434" cy="182880"/>
          </a:xfrm>
          <a:prstGeom prst="rect">
            <a:avLst/>
          </a:prstGeom>
        </p:spPr>
      </p:pic>
      <p:pic>
        <p:nvPicPr>
          <p:cNvPr id="1914" name="Picture 17207">
            <a:extLst>
              <a:ext uri="{FF2B5EF4-FFF2-40B4-BE49-F238E27FC236}">
                <a16:creationId xmlns:a16="http://schemas.microsoft.com/office/drawing/2014/main" id="{E93DE402-1F38-C2B7-2668-57095038D6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8141" y="9444144"/>
            <a:ext cx="376819" cy="176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5" name="Picture 17208">
            <a:extLst>
              <a:ext uri="{FF2B5EF4-FFF2-40B4-BE49-F238E27FC236}">
                <a16:creationId xmlns:a16="http://schemas.microsoft.com/office/drawing/2014/main" id="{A0C4BAA5-7B45-8DE7-C5FB-FD36F71DD1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9598" y="9306163"/>
            <a:ext cx="376819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6" name="Picture 17209">
            <a:extLst>
              <a:ext uri="{FF2B5EF4-FFF2-40B4-BE49-F238E27FC236}">
                <a16:creationId xmlns:a16="http://schemas.microsoft.com/office/drawing/2014/main" id="{F9C57C5B-46C7-E76E-F36C-530BC9359D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6336" y="9628938"/>
            <a:ext cx="376820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7" name="Picture 17206">
            <a:extLst>
              <a:ext uri="{FF2B5EF4-FFF2-40B4-BE49-F238E27FC236}">
                <a16:creationId xmlns:a16="http://schemas.microsoft.com/office/drawing/2014/main" id="{2ADE233A-2CA3-5B7B-ABC7-2BAF0BCE4F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8240" y="9551683"/>
            <a:ext cx="377985" cy="176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8" name="Picture 17207">
            <a:extLst>
              <a:ext uri="{FF2B5EF4-FFF2-40B4-BE49-F238E27FC236}">
                <a16:creationId xmlns:a16="http://schemas.microsoft.com/office/drawing/2014/main" id="{75BB6E1E-9434-8AA7-8602-1EBB231CB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0095" y="9220606"/>
            <a:ext cx="376819" cy="176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9" name="Picture 17209">
            <a:extLst>
              <a:ext uri="{FF2B5EF4-FFF2-40B4-BE49-F238E27FC236}">
                <a16:creationId xmlns:a16="http://schemas.microsoft.com/office/drawing/2014/main" id="{FC49437F-6F3C-032E-CA29-84A3D9EAC7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1686" y="9104527"/>
            <a:ext cx="376820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0" name="Picture 17207">
            <a:extLst>
              <a:ext uri="{FF2B5EF4-FFF2-40B4-BE49-F238E27FC236}">
                <a16:creationId xmlns:a16="http://schemas.microsoft.com/office/drawing/2014/main" id="{88BB934B-ACB4-F5EF-DC22-563436C2FC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2347" y="9197294"/>
            <a:ext cx="376819" cy="176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1" name="Picture 17208">
            <a:extLst>
              <a:ext uri="{FF2B5EF4-FFF2-40B4-BE49-F238E27FC236}">
                <a16:creationId xmlns:a16="http://schemas.microsoft.com/office/drawing/2014/main" id="{1612C83B-619D-001C-F9AA-7ADC0CC692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5819" y="9617808"/>
            <a:ext cx="376819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2" name="Picture 17209">
            <a:extLst>
              <a:ext uri="{FF2B5EF4-FFF2-40B4-BE49-F238E27FC236}">
                <a16:creationId xmlns:a16="http://schemas.microsoft.com/office/drawing/2014/main" id="{1061CBB8-1D5D-7A99-62FA-F20B11A546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7769" y="9592365"/>
            <a:ext cx="376820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3" name="Picture 17206">
            <a:extLst>
              <a:ext uri="{FF2B5EF4-FFF2-40B4-BE49-F238E27FC236}">
                <a16:creationId xmlns:a16="http://schemas.microsoft.com/office/drawing/2014/main" id="{8C4C5D8D-218F-8471-2E7F-2231F7D770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3980" y="9667711"/>
            <a:ext cx="377985" cy="176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4" name="Picture 17207">
            <a:extLst>
              <a:ext uri="{FF2B5EF4-FFF2-40B4-BE49-F238E27FC236}">
                <a16:creationId xmlns:a16="http://schemas.microsoft.com/office/drawing/2014/main" id="{793B3EB5-B6F2-FB51-B330-1BAA93B5B4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316" y="9532251"/>
            <a:ext cx="376819" cy="176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5" name="Picture 17209">
            <a:extLst>
              <a:ext uri="{FF2B5EF4-FFF2-40B4-BE49-F238E27FC236}">
                <a16:creationId xmlns:a16="http://schemas.microsoft.com/office/drawing/2014/main" id="{EADB26CB-FD8E-2348-0A4D-FBCD83CC99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7907" y="9416172"/>
            <a:ext cx="376820" cy="177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6" name="Picture 1995">
            <a:extLst>
              <a:ext uri="{FF2B5EF4-FFF2-40B4-BE49-F238E27FC236}">
                <a16:creationId xmlns:a16="http://schemas.microsoft.com/office/drawing/2014/main" id="{5F9925AB-6D8C-57CC-BA2D-28382FD42735}"/>
              </a:ext>
            </a:extLst>
          </p:cNvPr>
          <p:cNvPicPr>
            <a:picLocks noChangeAspect="1"/>
          </p:cNvPicPr>
          <p:nvPr/>
        </p:nvPicPr>
        <p:blipFill>
          <a:blip r:embed="rId2840">
            <a:extLst>
              <a:ext uri="{BEBA8EAE-BF5A-486C-A8C5-ECC9F3942E4B}">
                <a14:imgProps xmlns:a14="http://schemas.microsoft.com/office/drawing/2010/main">
                  <a14:imgLayer r:embed="rId2842">
                    <a14:imgEffect>
                      <a14:backgroundRemoval t="9894" b="89753" l="6050" r="89916">
                        <a14:foregroundMark x1="10588" y1="53004" x2="13613" y2="64664"/>
                        <a14:foregroundMark x1="12269" y1="53357" x2="6050" y2="56184"/>
                        <a14:foregroundMark x1="6050" y1="56184" x2="11429" y2="65371"/>
                        <a14:foregroundMark x1="11429" y1="65371" x2="14958" y2="65724"/>
                        <a14:foregroundMark x1="27395" y1="71025" x2="49580" y2="74205"/>
                        <a14:foregroundMark x1="49580" y1="74205" x2="57647" y2="66431"/>
                        <a14:foregroundMark x1="57647" y1="66431" x2="48739" y2="61484"/>
                        <a14:foregroundMark x1="48739" y1="61484" x2="45714" y2="6572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188065" y="8656716"/>
            <a:ext cx="691083" cy="328701"/>
          </a:xfrm>
          <a:prstGeom prst="rect">
            <a:avLst/>
          </a:prstGeom>
        </p:spPr>
      </p:pic>
      <p:pic>
        <p:nvPicPr>
          <p:cNvPr id="1998" name="Picture 1997">
            <a:extLst>
              <a:ext uri="{FF2B5EF4-FFF2-40B4-BE49-F238E27FC236}">
                <a16:creationId xmlns:a16="http://schemas.microsoft.com/office/drawing/2014/main" id="{18548AF0-C73D-261C-D64B-4D19C1111678}"/>
              </a:ext>
            </a:extLst>
          </p:cNvPr>
          <p:cNvPicPr>
            <a:picLocks noChangeAspect="1"/>
          </p:cNvPicPr>
          <p:nvPr/>
        </p:nvPicPr>
        <p:blipFill>
          <a:blip r:embed="rId4941">
            <a:extLst>
              <a:ext uri="{BEBA8EAE-BF5A-486C-A8C5-ECC9F3942E4B}">
                <a14:imgProps xmlns:a14="http://schemas.microsoft.com/office/drawing/2010/main">
                  <a14:imgLayer r:embed="rId4942">
                    <a14:imgEffect>
                      <a14:backgroundRemoval t="3983" b="95802" l="554" r="97382">
                        <a14:foregroundMark x1="655" y1="49300" x2="23867" y2="79010"/>
                        <a14:foregroundMark x1="23867" y1="79010" x2="24874" y2="79548"/>
                        <a14:foregroundMark x1="554" y1="52314" x2="1309" y2="53175"/>
                        <a14:foregroundMark x1="10020" y1="41335" x2="6445" y2="50915"/>
                        <a14:foregroundMark x1="30262" y1="12809" x2="38469" y2="9688"/>
                        <a14:foregroundMark x1="38469" y1="9688" x2="52316" y2="19053"/>
                        <a14:foregroundMark x1="55639" y1="4198" x2="61934" y2="28418"/>
                        <a14:foregroundMark x1="96534" y1="56233" x2="96173" y2="63724"/>
                        <a14:foregroundMark x1="98338" y1="18837" x2="97830" y2="29372"/>
                        <a14:foregroundMark x1="96173" y1="63724" x2="97432" y2="75996"/>
                        <a14:foregroundMark x1="62840" y1="91927" x2="62840" y2="91927"/>
                        <a14:foregroundMark x1="31823" y1="84715" x2="37210" y2="95802"/>
                        <a14:backgroundMark x1="97936" y1="37460" x2="98590" y2="56728"/>
                        <a14:backgroundMark x1="97180" y1="32831" x2="96677" y2="50377"/>
                        <a14:backgroundMark x1="96677" y1="49300" x2="96677" y2="54790"/>
                        <a14:backgroundMark x1="96677" y1="51561" x2="96828" y2="56189"/>
                        <a14:backgroundMark x1="98338" y1="29817" x2="97180" y2="3552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312821" y="6685699"/>
            <a:ext cx="898589" cy="419089"/>
          </a:xfrm>
          <a:prstGeom prst="rect">
            <a:avLst/>
          </a:prstGeom>
        </p:spPr>
      </p:pic>
      <p:sp>
        <p:nvSpPr>
          <p:cNvPr id="1999" name="TextBox 1998">
            <a:extLst>
              <a:ext uri="{FF2B5EF4-FFF2-40B4-BE49-F238E27FC236}">
                <a16:creationId xmlns:a16="http://schemas.microsoft.com/office/drawing/2014/main" id="{B24CAEA2-45F1-6F3A-CC35-9A2BB9706C2C}"/>
              </a:ext>
            </a:extLst>
          </p:cNvPr>
          <p:cNvSpPr txBox="1"/>
          <p:nvPr/>
        </p:nvSpPr>
        <p:spPr>
          <a:xfrm>
            <a:off x="7045112" y="6485324"/>
            <a:ext cx="131017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dirty="0">
                <a:latin typeface="Arial" panose="020B0604020202020204" pitchFamily="34" charset="0"/>
                <a:cs typeface="Arial" panose="020B0604020202020204" pitchFamily="34" charset="0"/>
              </a:rPr>
              <a:t>Halfmoon</a:t>
            </a:r>
          </a:p>
        </p:txBody>
      </p:sp>
      <p:pic>
        <p:nvPicPr>
          <p:cNvPr id="2000" name="Picture 1999">
            <a:extLst>
              <a:ext uri="{FF2B5EF4-FFF2-40B4-BE49-F238E27FC236}">
                <a16:creationId xmlns:a16="http://schemas.microsoft.com/office/drawing/2014/main" id="{3CE5DACF-4B70-143A-7C96-373A8FC50580}"/>
              </a:ext>
            </a:extLst>
          </p:cNvPr>
          <p:cNvPicPr>
            <a:picLocks noChangeAspect="1"/>
          </p:cNvPicPr>
          <p:nvPr/>
        </p:nvPicPr>
        <p:blipFill>
          <a:blip r:embed="rId4941">
            <a:extLst>
              <a:ext uri="{BEBA8EAE-BF5A-486C-A8C5-ECC9F3942E4B}">
                <a14:imgProps xmlns:a14="http://schemas.microsoft.com/office/drawing/2010/main">
                  <a14:imgLayer r:embed="rId4943">
                    <a14:imgEffect>
                      <a14:backgroundRemoval t="3983" b="95802" l="554" r="97382">
                        <a14:foregroundMark x1="655" y1="49300" x2="23867" y2="79010"/>
                        <a14:foregroundMark x1="23867" y1="79010" x2="24874" y2="79548"/>
                        <a14:foregroundMark x1="554" y1="52314" x2="1309" y2="53175"/>
                        <a14:foregroundMark x1="10020" y1="41335" x2="6445" y2="50915"/>
                        <a14:foregroundMark x1="30262" y1="12809" x2="38469" y2="9688"/>
                        <a14:foregroundMark x1="38469" y1="9688" x2="52316" y2="19053"/>
                        <a14:foregroundMark x1="55639" y1="4198" x2="61934" y2="28418"/>
                        <a14:foregroundMark x1="96534" y1="56233" x2="96173" y2="63724"/>
                        <a14:foregroundMark x1="98338" y1="18837" x2="97830" y2="29372"/>
                        <a14:foregroundMark x1="96173" y1="63724" x2="97432" y2="75996"/>
                        <a14:foregroundMark x1="62840" y1="91927" x2="62840" y2="91927"/>
                        <a14:foregroundMark x1="31823" y1="84715" x2="37210" y2="95802"/>
                        <a14:backgroundMark x1="97936" y1="37460" x2="98590" y2="56728"/>
                        <a14:backgroundMark x1="97180" y1="32831" x2="96677" y2="50377"/>
                        <a14:backgroundMark x1="96677" y1="49300" x2="96677" y2="54790"/>
                        <a14:backgroundMark x1="96677" y1="51561" x2="96828" y2="56189"/>
                        <a14:backgroundMark x1="98338" y1="29817" x2="97180" y2="3552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494760" y="7346211"/>
            <a:ext cx="451866" cy="210744"/>
          </a:xfrm>
          <a:prstGeom prst="rect">
            <a:avLst/>
          </a:prstGeom>
        </p:spPr>
      </p:pic>
      <p:pic>
        <p:nvPicPr>
          <p:cNvPr id="2001" name="Picture 2000">
            <a:extLst>
              <a:ext uri="{FF2B5EF4-FFF2-40B4-BE49-F238E27FC236}">
                <a16:creationId xmlns:a16="http://schemas.microsoft.com/office/drawing/2014/main" id="{58783F00-4991-0E6B-DBCA-D8AB54DFAA2F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4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969115" y="3716886"/>
            <a:ext cx="204814" cy="567098"/>
          </a:xfrm>
          <a:prstGeom prst="rect">
            <a:avLst/>
          </a:prstGeom>
        </p:spPr>
      </p:pic>
      <p:pic>
        <p:nvPicPr>
          <p:cNvPr id="2002" name="Picture 2001">
            <a:extLst>
              <a:ext uri="{FF2B5EF4-FFF2-40B4-BE49-F238E27FC236}">
                <a16:creationId xmlns:a16="http://schemas.microsoft.com/office/drawing/2014/main" id="{C5612DAE-1642-75E5-5859-A5ABFE3D8082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5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134028" y="3726294"/>
            <a:ext cx="204814" cy="567098"/>
          </a:xfrm>
          <a:prstGeom prst="rect">
            <a:avLst/>
          </a:prstGeom>
        </p:spPr>
      </p:pic>
      <p:sp>
        <p:nvSpPr>
          <p:cNvPr id="8003" name="Freeform 8002">
            <a:extLst>
              <a:ext uri="{FF2B5EF4-FFF2-40B4-BE49-F238E27FC236}">
                <a16:creationId xmlns:a16="http://schemas.microsoft.com/office/drawing/2014/main" id="{7F4100A6-A66D-CE37-7481-E8540E1E244E}"/>
              </a:ext>
            </a:extLst>
          </p:cNvPr>
          <p:cNvSpPr/>
          <p:nvPr/>
        </p:nvSpPr>
        <p:spPr>
          <a:xfrm>
            <a:off x="4188627" y="3840754"/>
            <a:ext cx="489007" cy="629830"/>
          </a:xfrm>
          <a:custGeom>
            <a:avLst/>
            <a:gdLst>
              <a:gd name="connsiteX0" fmla="*/ 1493514 w 2809864"/>
              <a:gd name="connsiteY0" fmla="*/ 3230880 h 3619364"/>
              <a:gd name="connsiteX1" fmla="*/ 1484805 w 2809864"/>
              <a:gd name="connsiteY1" fmla="*/ 3021874 h 3619364"/>
              <a:gd name="connsiteX2" fmla="*/ 1476097 w 2809864"/>
              <a:gd name="connsiteY2" fmla="*/ 2995748 h 3619364"/>
              <a:gd name="connsiteX3" fmla="*/ 1458680 w 2809864"/>
              <a:gd name="connsiteY3" fmla="*/ 2908663 h 3619364"/>
              <a:gd name="connsiteX4" fmla="*/ 1449971 w 2809864"/>
              <a:gd name="connsiteY4" fmla="*/ 2830285 h 3619364"/>
              <a:gd name="connsiteX5" fmla="*/ 1432554 w 2809864"/>
              <a:gd name="connsiteY5" fmla="*/ 2629988 h 3619364"/>
              <a:gd name="connsiteX6" fmla="*/ 1415137 w 2809864"/>
              <a:gd name="connsiteY6" fmla="*/ 2281645 h 3619364"/>
              <a:gd name="connsiteX7" fmla="*/ 1389011 w 2809864"/>
              <a:gd name="connsiteY7" fmla="*/ 2072640 h 3619364"/>
              <a:gd name="connsiteX8" fmla="*/ 1380303 w 2809864"/>
              <a:gd name="connsiteY8" fmla="*/ 2002971 h 3619364"/>
              <a:gd name="connsiteX9" fmla="*/ 1371594 w 2809864"/>
              <a:gd name="connsiteY9" fmla="*/ 1802674 h 3619364"/>
              <a:gd name="connsiteX10" fmla="*/ 1380303 w 2809864"/>
              <a:gd name="connsiteY10" fmla="*/ 1828800 h 3619364"/>
              <a:gd name="connsiteX11" fmla="*/ 1406428 w 2809864"/>
              <a:gd name="connsiteY11" fmla="*/ 1837508 h 3619364"/>
              <a:gd name="connsiteX12" fmla="*/ 1476097 w 2809864"/>
              <a:gd name="connsiteY12" fmla="*/ 1820091 h 3619364"/>
              <a:gd name="connsiteX13" fmla="*/ 1502223 w 2809864"/>
              <a:gd name="connsiteY13" fmla="*/ 1793965 h 3619364"/>
              <a:gd name="connsiteX14" fmla="*/ 1537057 w 2809864"/>
              <a:gd name="connsiteY14" fmla="*/ 1776548 h 3619364"/>
              <a:gd name="connsiteX15" fmla="*/ 1563183 w 2809864"/>
              <a:gd name="connsiteY15" fmla="*/ 1741714 h 3619364"/>
              <a:gd name="connsiteX16" fmla="*/ 1589308 w 2809864"/>
              <a:gd name="connsiteY16" fmla="*/ 1724297 h 3619364"/>
              <a:gd name="connsiteX17" fmla="*/ 1624143 w 2809864"/>
              <a:gd name="connsiteY17" fmla="*/ 1672045 h 3619364"/>
              <a:gd name="connsiteX18" fmla="*/ 1650268 w 2809864"/>
              <a:gd name="connsiteY18" fmla="*/ 1619794 h 3619364"/>
              <a:gd name="connsiteX19" fmla="*/ 1676394 w 2809864"/>
              <a:gd name="connsiteY19" fmla="*/ 1532708 h 3619364"/>
              <a:gd name="connsiteX20" fmla="*/ 1667685 w 2809864"/>
              <a:gd name="connsiteY20" fmla="*/ 1288868 h 3619364"/>
              <a:gd name="connsiteX21" fmla="*/ 1685103 w 2809864"/>
              <a:gd name="connsiteY21" fmla="*/ 1210491 h 3619364"/>
              <a:gd name="connsiteX22" fmla="*/ 1711228 w 2809864"/>
              <a:gd name="connsiteY22" fmla="*/ 1158240 h 3619364"/>
              <a:gd name="connsiteX23" fmla="*/ 1772188 w 2809864"/>
              <a:gd name="connsiteY23" fmla="*/ 1132114 h 3619364"/>
              <a:gd name="connsiteX24" fmla="*/ 1841857 w 2809864"/>
              <a:gd name="connsiteY24" fmla="*/ 1105988 h 3619364"/>
              <a:gd name="connsiteX25" fmla="*/ 1867983 w 2809864"/>
              <a:gd name="connsiteY25" fmla="*/ 1088571 h 3619364"/>
              <a:gd name="connsiteX26" fmla="*/ 1928943 w 2809864"/>
              <a:gd name="connsiteY26" fmla="*/ 1071154 h 3619364"/>
              <a:gd name="connsiteX27" fmla="*/ 1981194 w 2809864"/>
              <a:gd name="connsiteY27" fmla="*/ 1053737 h 3619364"/>
              <a:gd name="connsiteX28" fmla="*/ 2007320 w 2809864"/>
              <a:gd name="connsiteY28" fmla="*/ 1045028 h 3619364"/>
              <a:gd name="connsiteX29" fmla="*/ 2059571 w 2809864"/>
              <a:gd name="connsiteY29" fmla="*/ 992777 h 3619364"/>
              <a:gd name="connsiteX30" fmla="*/ 2094405 w 2809864"/>
              <a:gd name="connsiteY30" fmla="*/ 914400 h 3619364"/>
              <a:gd name="connsiteX31" fmla="*/ 2111823 w 2809864"/>
              <a:gd name="connsiteY31" fmla="*/ 879565 h 3619364"/>
              <a:gd name="connsiteX32" fmla="*/ 2120531 w 2809864"/>
              <a:gd name="connsiteY32" fmla="*/ 844731 h 3619364"/>
              <a:gd name="connsiteX33" fmla="*/ 2137948 w 2809864"/>
              <a:gd name="connsiteY33" fmla="*/ 792480 h 3619364"/>
              <a:gd name="connsiteX34" fmla="*/ 2146657 w 2809864"/>
              <a:gd name="connsiteY34" fmla="*/ 757645 h 3619364"/>
              <a:gd name="connsiteX35" fmla="*/ 2190200 w 2809864"/>
              <a:gd name="connsiteY35" fmla="*/ 687977 h 3619364"/>
              <a:gd name="connsiteX36" fmla="*/ 2225034 w 2809864"/>
              <a:gd name="connsiteY36" fmla="*/ 635725 h 3619364"/>
              <a:gd name="connsiteX37" fmla="*/ 2285994 w 2809864"/>
              <a:gd name="connsiteY37" fmla="*/ 566057 h 3619364"/>
              <a:gd name="connsiteX38" fmla="*/ 2312120 w 2809864"/>
              <a:gd name="connsiteY38" fmla="*/ 548640 h 3619364"/>
              <a:gd name="connsiteX39" fmla="*/ 2381788 w 2809864"/>
              <a:gd name="connsiteY39" fmla="*/ 487680 h 3619364"/>
              <a:gd name="connsiteX40" fmla="*/ 2416623 w 2809864"/>
              <a:gd name="connsiteY40" fmla="*/ 478971 h 3619364"/>
              <a:gd name="connsiteX41" fmla="*/ 2468874 w 2809864"/>
              <a:gd name="connsiteY41" fmla="*/ 461554 h 3619364"/>
              <a:gd name="connsiteX42" fmla="*/ 2512417 w 2809864"/>
              <a:gd name="connsiteY42" fmla="*/ 452845 h 3619364"/>
              <a:gd name="connsiteX43" fmla="*/ 2538543 w 2809864"/>
              <a:gd name="connsiteY43" fmla="*/ 444137 h 3619364"/>
              <a:gd name="connsiteX44" fmla="*/ 2573377 w 2809864"/>
              <a:gd name="connsiteY44" fmla="*/ 435428 h 3619364"/>
              <a:gd name="connsiteX45" fmla="*/ 2616920 w 2809864"/>
              <a:gd name="connsiteY45" fmla="*/ 391885 h 3619364"/>
              <a:gd name="connsiteX46" fmla="*/ 2651754 w 2809864"/>
              <a:gd name="connsiteY46" fmla="*/ 339634 h 3619364"/>
              <a:gd name="connsiteX47" fmla="*/ 2669171 w 2809864"/>
              <a:gd name="connsiteY47" fmla="*/ 304800 h 3619364"/>
              <a:gd name="connsiteX48" fmla="*/ 2712714 w 2809864"/>
              <a:gd name="connsiteY48" fmla="*/ 226423 h 3619364"/>
              <a:gd name="connsiteX49" fmla="*/ 2677880 w 2809864"/>
              <a:gd name="connsiteY49" fmla="*/ 182880 h 3619364"/>
              <a:gd name="connsiteX50" fmla="*/ 2721423 w 2809864"/>
              <a:gd name="connsiteY50" fmla="*/ 156754 h 3619364"/>
              <a:gd name="connsiteX51" fmla="*/ 2782383 w 2809864"/>
              <a:gd name="connsiteY51" fmla="*/ 139337 h 3619364"/>
              <a:gd name="connsiteX52" fmla="*/ 2808508 w 2809864"/>
              <a:gd name="connsiteY52" fmla="*/ 121920 h 3619364"/>
              <a:gd name="connsiteX53" fmla="*/ 2773674 w 2809864"/>
              <a:gd name="connsiteY53" fmla="*/ 78377 h 3619364"/>
              <a:gd name="connsiteX54" fmla="*/ 2747548 w 2809864"/>
              <a:gd name="connsiteY54" fmla="*/ 69668 h 3619364"/>
              <a:gd name="connsiteX55" fmla="*/ 2712714 w 2809864"/>
              <a:gd name="connsiteY55" fmla="*/ 52251 h 3619364"/>
              <a:gd name="connsiteX56" fmla="*/ 2651754 w 2809864"/>
              <a:gd name="connsiteY56" fmla="*/ 34834 h 3619364"/>
              <a:gd name="connsiteX57" fmla="*/ 2495000 w 2809864"/>
              <a:gd name="connsiteY57" fmla="*/ 43543 h 3619364"/>
              <a:gd name="connsiteX58" fmla="*/ 2468874 w 2809864"/>
              <a:gd name="connsiteY58" fmla="*/ 52251 h 3619364"/>
              <a:gd name="connsiteX59" fmla="*/ 2460165 w 2809864"/>
              <a:gd name="connsiteY59" fmla="*/ 78377 h 3619364"/>
              <a:gd name="connsiteX60" fmla="*/ 2434040 w 2809864"/>
              <a:gd name="connsiteY60" fmla="*/ 104503 h 3619364"/>
              <a:gd name="connsiteX61" fmla="*/ 2416623 w 2809864"/>
              <a:gd name="connsiteY61" fmla="*/ 139337 h 3619364"/>
              <a:gd name="connsiteX62" fmla="*/ 2373080 w 2809864"/>
              <a:gd name="connsiteY62" fmla="*/ 191588 h 3619364"/>
              <a:gd name="connsiteX63" fmla="*/ 2346954 w 2809864"/>
              <a:gd name="connsiteY63" fmla="*/ 209005 h 3619364"/>
              <a:gd name="connsiteX64" fmla="*/ 2320828 w 2809864"/>
              <a:gd name="connsiteY64" fmla="*/ 217714 h 3619364"/>
              <a:gd name="connsiteX65" fmla="*/ 2285994 w 2809864"/>
              <a:gd name="connsiteY65" fmla="*/ 243840 h 3619364"/>
              <a:gd name="connsiteX66" fmla="*/ 2259868 w 2809864"/>
              <a:gd name="connsiteY66" fmla="*/ 252548 h 3619364"/>
              <a:gd name="connsiteX67" fmla="*/ 2216325 w 2809864"/>
              <a:gd name="connsiteY67" fmla="*/ 269965 h 3619364"/>
              <a:gd name="connsiteX68" fmla="*/ 2120531 w 2809864"/>
              <a:gd name="connsiteY68" fmla="*/ 287383 h 3619364"/>
              <a:gd name="connsiteX69" fmla="*/ 2085697 w 2809864"/>
              <a:gd name="connsiteY69" fmla="*/ 296091 h 3619364"/>
              <a:gd name="connsiteX70" fmla="*/ 2024737 w 2809864"/>
              <a:gd name="connsiteY70" fmla="*/ 348343 h 3619364"/>
              <a:gd name="connsiteX71" fmla="*/ 1972485 w 2809864"/>
              <a:gd name="connsiteY71" fmla="*/ 400594 h 3619364"/>
              <a:gd name="connsiteX72" fmla="*/ 1946360 w 2809864"/>
              <a:gd name="connsiteY72" fmla="*/ 426720 h 3619364"/>
              <a:gd name="connsiteX73" fmla="*/ 1894108 w 2809864"/>
              <a:gd name="connsiteY73" fmla="*/ 496388 h 3619364"/>
              <a:gd name="connsiteX74" fmla="*/ 1841857 w 2809864"/>
              <a:gd name="connsiteY74" fmla="*/ 583474 h 3619364"/>
              <a:gd name="connsiteX75" fmla="*/ 1815731 w 2809864"/>
              <a:gd name="connsiteY75" fmla="*/ 618308 h 3619364"/>
              <a:gd name="connsiteX76" fmla="*/ 1789605 w 2809864"/>
              <a:gd name="connsiteY76" fmla="*/ 696685 h 3619364"/>
              <a:gd name="connsiteX77" fmla="*/ 1780897 w 2809864"/>
              <a:gd name="connsiteY77" fmla="*/ 722811 h 3619364"/>
              <a:gd name="connsiteX78" fmla="*/ 1763480 w 2809864"/>
              <a:gd name="connsiteY78" fmla="*/ 766354 h 3619364"/>
              <a:gd name="connsiteX79" fmla="*/ 1746063 w 2809864"/>
              <a:gd name="connsiteY79" fmla="*/ 801188 h 3619364"/>
              <a:gd name="connsiteX80" fmla="*/ 1737354 w 2809864"/>
              <a:gd name="connsiteY80" fmla="*/ 836023 h 3619364"/>
              <a:gd name="connsiteX81" fmla="*/ 1711228 w 2809864"/>
              <a:gd name="connsiteY81" fmla="*/ 862148 h 3619364"/>
              <a:gd name="connsiteX82" fmla="*/ 1685103 w 2809864"/>
              <a:gd name="connsiteY82" fmla="*/ 896983 h 3619364"/>
              <a:gd name="connsiteX83" fmla="*/ 1632851 w 2809864"/>
              <a:gd name="connsiteY83" fmla="*/ 931817 h 3619364"/>
              <a:gd name="connsiteX84" fmla="*/ 1606725 w 2809864"/>
              <a:gd name="connsiteY84" fmla="*/ 949234 h 3619364"/>
              <a:gd name="connsiteX85" fmla="*/ 1580600 w 2809864"/>
              <a:gd name="connsiteY85" fmla="*/ 966651 h 3619364"/>
              <a:gd name="connsiteX86" fmla="*/ 1510931 w 2809864"/>
              <a:gd name="connsiteY86" fmla="*/ 1001485 h 3619364"/>
              <a:gd name="connsiteX87" fmla="*/ 1449971 w 2809864"/>
              <a:gd name="connsiteY87" fmla="*/ 1045028 h 3619364"/>
              <a:gd name="connsiteX88" fmla="*/ 1432554 w 2809864"/>
              <a:gd name="connsiteY88" fmla="*/ 1071154 h 3619364"/>
              <a:gd name="connsiteX89" fmla="*/ 1423845 w 2809864"/>
              <a:gd name="connsiteY89" fmla="*/ 1105988 h 3619364"/>
              <a:gd name="connsiteX90" fmla="*/ 1406428 w 2809864"/>
              <a:gd name="connsiteY90" fmla="*/ 1280160 h 3619364"/>
              <a:gd name="connsiteX91" fmla="*/ 1397720 w 2809864"/>
              <a:gd name="connsiteY91" fmla="*/ 1341120 h 3619364"/>
              <a:gd name="connsiteX92" fmla="*/ 1380303 w 2809864"/>
              <a:gd name="connsiteY92" fmla="*/ 1393371 h 3619364"/>
              <a:gd name="connsiteX93" fmla="*/ 1362885 w 2809864"/>
              <a:gd name="connsiteY93" fmla="*/ 1445623 h 3619364"/>
              <a:gd name="connsiteX94" fmla="*/ 1354177 w 2809864"/>
              <a:gd name="connsiteY94" fmla="*/ 1471748 h 3619364"/>
              <a:gd name="connsiteX95" fmla="*/ 1336760 w 2809864"/>
              <a:gd name="connsiteY95" fmla="*/ 1576251 h 3619364"/>
              <a:gd name="connsiteX96" fmla="*/ 1336760 w 2809864"/>
              <a:gd name="connsiteY96" fmla="*/ 1672045 h 3619364"/>
              <a:gd name="connsiteX97" fmla="*/ 1328051 w 2809864"/>
              <a:gd name="connsiteY97" fmla="*/ 1715588 h 3619364"/>
              <a:gd name="connsiteX98" fmla="*/ 1397720 w 2809864"/>
              <a:gd name="connsiteY98" fmla="*/ 1698171 h 3619364"/>
              <a:gd name="connsiteX99" fmla="*/ 1423845 w 2809864"/>
              <a:gd name="connsiteY99" fmla="*/ 1680754 h 3619364"/>
              <a:gd name="connsiteX100" fmla="*/ 1449971 w 2809864"/>
              <a:gd name="connsiteY100" fmla="*/ 1654628 h 3619364"/>
              <a:gd name="connsiteX101" fmla="*/ 1502223 w 2809864"/>
              <a:gd name="connsiteY101" fmla="*/ 1619794 h 3619364"/>
              <a:gd name="connsiteX102" fmla="*/ 1537057 w 2809864"/>
              <a:gd name="connsiteY102" fmla="*/ 1567543 h 3619364"/>
              <a:gd name="connsiteX103" fmla="*/ 1554474 w 2809864"/>
              <a:gd name="connsiteY103" fmla="*/ 1471748 h 3619364"/>
              <a:gd name="connsiteX104" fmla="*/ 1571891 w 2809864"/>
              <a:gd name="connsiteY104" fmla="*/ 1436914 h 3619364"/>
              <a:gd name="connsiteX105" fmla="*/ 1589308 w 2809864"/>
              <a:gd name="connsiteY105" fmla="*/ 1367245 h 3619364"/>
              <a:gd name="connsiteX106" fmla="*/ 1606725 w 2809864"/>
              <a:gd name="connsiteY106" fmla="*/ 1306285 h 3619364"/>
              <a:gd name="connsiteX107" fmla="*/ 1615434 w 2809864"/>
              <a:gd name="connsiteY107" fmla="*/ 1280160 h 3619364"/>
              <a:gd name="connsiteX108" fmla="*/ 1589308 w 2809864"/>
              <a:gd name="connsiteY108" fmla="*/ 1341120 h 3619364"/>
              <a:gd name="connsiteX109" fmla="*/ 1571891 w 2809864"/>
              <a:gd name="connsiteY109" fmla="*/ 1375954 h 3619364"/>
              <a:gd name="connsiteX110" fmla="*/ 1554474 w 2809864"/>
              <a:gd name="connsiteY110" fmla="*/ 1428205 h 3619364"/>
              <a:gd name="connsiteX111" fmla="*/ 1537057 w 2809864"/>
              <a:gd name="connsiteY111" fmla="*/ 1471748 h 3619364"/>
              <a:gd name="connsiteX112" fmla="*/ 1528348 w 2809864"/>
              <a:gd name="connsiteY112" fmla="*/ 1497874 h 3619364"/>
              <a:gd name="connsiteX113" fmla="*/ 1510931 w 2809864"/>
              <a:gd name="connsiteY113" fmla="*/ 1532708 h 3619364"/>
              <a:gd name="connsiteX114" fmla="*/ 1493514 w 2809864"/>
              <a:gd name="connsiteY114" fmla="*/ 1619794 h 3619364"/>
              <a:gd name="connsiteX115" fmla="*/ 1484805 w 2809864"/>
              <a:gd name="connsiteY115" fmla="*/ 1645920 h 3619364"/>
              <a:gd name="connsiteX116" fmla="*/ 1458680 w 2809864"/>
              <a:gd name="connsiteY116" fmla="*/ 1672045 h 3619364"/>
              <a:gd name="connsiteX117" fmla="*/ 1432554 w 2809864"/>
              <a:gd name="connsiteY117" fmla="*/ 1680754 h 3619364"/>
              <a:gd name="connsiteX118" fmla="*/ 1371594 w 2809864"/>
              <a:gd name="connsiteY118" fmla="*/ 1698171 h 3619364"/>
              <a:gd name="connsiteX119" fmla="*/ 1362885 w 2809864"/>
              <a:gd name="connsiteY119" fmla="*/ 1663337 h 3619364"/>
              <a:gd name="connsiteX120" fmla="*/ 1345468 w 2809864"/>
              <a:gd name="connsiteY120" fmla="*/ 1584960 h 3619364"/>
              <a:gd name="connsiteX121" fmla="*/ 1328051 w 2809864"/>
              <a:gd name="connsiteY121" fmla="*/ 1532708 h 3619364"/>
              <a:gd name="connsiteX122" fmla="*/ 1319343 w 2809864"/>
              <a:gd name="connsiteY122" fmla="*/ 1506583 h 3619364"/>
              <a:gd name="connsiteX123" fmla="*/ 1267091 w 2809864"/>
              <a:gd name="connsiteY123" fmla="*/ 1471748 h 3619364"/>
              <a:gd name="connsiteX124" fmla="*/ 1258383 w 2809864"/>
              <a:gd name="connsiteY124" fmla="*/ 1445623 h 3619364"/>
              <a:gd name="connsiteX125" fmla="*/ 1240965 w 2809864"/>
              <a:gd name="connsiteY125" fmla="*/ 1410788 h 3619364"/>
              <a:gd name="connsiteX126" fmla="*/ 1232257 w 2809864"/>
              <a:gd name="connsiteY126" fmla="*/ 1367245 h 3619364"/>
              <a:gd name="connsiteX127" fmla="*/ 1249674 w 2809864"/>
              <a:gd name="connsiteY127" fmla="*/ 1297577 h 3619364"/>
              <a:gd name="connsiteX128" fmla="*/ 1301925 w 2809864"/>
              <a:gd name="connsiteY128" fmla="*/ 1245325 h 3619364"/>
              <a:gd name="connsiteX129" fmla="*/ 1319343 w 2809864"/>
              <a:gd name="connsiteY129" fmla="*/ 1227908 h 3619364"/>
              <a:gd name="connsiteX130" fmla="*/ 1336760 w 2809864"/>
              <a:gd name="connsiteY130" fmla="*/ 1201783 h 3619364"/>
              <a:gd name="connsiteX131" fmla="*/ 1328051 w 2809864"/>
              <a:gd name="connsiteY131" fmla="*/ 1123405 h 3619364"/>
              <a:gd name="connsiteX132" fmla="*/ 1319343 w 2809864"/>
              <a:gd name="connsiteY132" fmla="*/ 1097280 h 3619364"/>
              <a:gd name="connsiteX133" fmla="*/ 1293217 w 2809864"/>
              <a:gd name="connsiteY133" fmla="*/ 1088571 h 3619364"/>
              <a:gd name="connsiteX134" fmla="*/ 1284508 w 2809864"/>
              <a:gd name="connsiteY134" fmla="*/ 914400 h 3619364"/>
              <a:gd name="connsiteX135" fmla="*/ 1293217 w 2809864"/>
              <a:gd name="connsiteY135" fmla="*/ 879565 h 3619364"/>
              <a:gd name="connsiteX136" fmla="*/ 1319343 w 2809864"/>
              <a:gd name="connsiteY136" fmla="*/ 827314 h 3619364"/>
              <a:gd name="connsiteX137" fmla="*/ 1328051 w 2809864"/>
              <a:gd name="connsiteY137" fmla="*/ 783771 h 3619364"/>
              <a:gd name="connsiteX138" fmla="*/ 1336760 w 2809864"/>
              <a:gd name="connsiteY138" fmla="*/ 748937 h 3619364"/>
              <a:gd name="connsiteX139" fmla="*/ 1328051 w 2809864"/>
              <a:gd name="connsiteY139" fmla="*/ 661851 h 3619364"/>
              <a:gd name="connsiteX140" fmla="*/ 1275800 w 2809864"/>
              <a:gd name="connsiteY140" fmla="*/ 627017 h 3619364"/>
              <a:gd name="connsiteX141" fmla="*/ 1258383 w 2809864"/>
              <a:gd name="connsiteY141" fmla="*/ 574765 h 3619364"/>
              <a:gd name="connsiteX142" fmla="*/ 1249674 w 2809864"/>
              <a:gd name="connsiteY142" fmla="*/ 548640 h 3619364"/>
              <a:gd name="connsiteX143" fmla="*/ 1171297 w 2809864"/>
              <a:gd name="connsiteY143" fmla="*/ 609600 h 3619364"/>
              <a:gd name="connsiteX144" fmla="*/ 1145171 w 2809864"/>
              <a:gd name="connsiteY144" fmla="*/ 644434 h 3619364"/>
              <a:gd name="connsiteX145" fmla="*/ 1066794 w 2809864"/>
              <a:gd name="connsiteY145" fmla="*/ 705394 h 3619364"/>
              <a:gd name="connsiteX146" fmla="*/ 1031960 w 2809864"/>
              <a:gd name="connsiteY146" fmla="*/ 740228 h 3619364"/>
              <a:gd name="connsiteX147" fmla="*/ 971000 w 2809864"/>
              <a:gd name="connsiteY147" fmla="*/ 775063 h 3619364"/>
              <a:gd name="connsiteX148" fmla="*/ 918748 w 2809864"/>
              <a:gd name="connsiteY148" fmla="*/ 818605 h 3619364"/>
              <a:gd name="connsiteX149" fmla="*/ 892623 w 2809864"/>
              <a:gd name="connsiteY149" fmla="*/ 896983 h 3619364"/>
              <a:gd name="connsiteX150" fmla="*/ 927457 w 2809864"/>
              <a:gd name="connsiteY150" fmla="*/ 1053737 h 3619364"/>
              <a:gd name="connsiteX151" fmla="*/ 962291 w 2809864"/>
              <a:gd name="connsiteY151" fmla="*/ 1097280 h 3619364"/>
              <a:gd name="connsiteX152" fmla="*/ 997125 w 2809864"/>
              <a:gd name="connsiteY152" fmla="*/ 1149531 h 3619364"/>
              <a:gd name="connsiteX153" fmla="*/ 1049377 w 2809864"/>
              <a:gd name="connsiteY153" fmla="*/ 1201783 h 3619364"/>
              <a:gd name="connsiteX154" fmla="*/ 1075503 w 2809864"/>
              <a:gd name="connsiteY154" fmla="*/ 1227908 h 3619364"/>
              <a:gd name="connsiteX155" fmla="*/ 1119045 w 2809864"/>
              <a:gd name="connsiteY155" fmla="*/ 1280160 h 3619364"/>
              <a:gd name="connsiteX156" fmla="*/ 1145171 w 2809864"/>
              <a:gd name="connsiteY156" fmla="*/ 1341120 h 3619364"/>
              <a:gd name="connsiteX157" fmla="*/ 1162588 w 2809864"/>
              <a:gd name="connsiteY157" fmla="*/ 1393371 h 3619364"/>
              <a:gd name="connsiteX158" fmla="*/ 1171297 w 2809864"/>
              <a:gd name="connsiteY158" fmla="*/ 1419497 h 3619364"/>
              <a:gd name="connsiteX159" fmla="*/ 1180005 w 2809864"/>
              <a:gd name="connsiteY159" fmla="*/ 1445623 h 3619364"/>
              <a:gd name="connsiteX160" fmla="*/ 1171297 w 2809864"/>
              <a:gd name="connsiteY160" fmla="*/ 1576251 h 3619364"/>
              <a:gd name="connsiteX161" fmla="*/ 1153880 w 2809864"/>
              <a:gd name="connsiteY161" fmla="*/ 1550125 h 3619364"/>
              <a:gd name="connsiteX162" fmla="*/ 1145171 w 2809864"/>
              <a:gd name="connsiteY162" fmla="*/ 1506583 h 3619364"/>
              <a:gd name="connsiteX163" fmla="*/ 1127754 w 2809864"/>
              <a:gd name="connsiteY163" fmla="*/ 1471748 h 3619364"/>
              <a:gd name="connsiteX164" fmla="*/ 1092920 w 2809864"/>
              <a:gd name="connsiteY164" fmla="*/ 1428205 h 3619364"/>
              <a:gd name="connsiteX165" fmla="*/ 1066794 w 2809864"/>
              <a:gd name="connsiteY165" fmla="*/ 1410788 h 3619364"/>
              <a:gd name="connsiteX166" fmla="*/ 1040668 w 2809864"/>
              <a:gd name="connsiteY166" fmla="*/ 1375954 h 3619364"/>
              <a:gd name="connsiteX167" fmla="*/ 1031960 w 2809864"/>
              <a:gd name="connsiteY167" fmla="*/ 1349828 h 3619364"/>
              <a:gd name="connsiteX168" fmla="*/ 1014543 w 2809864"/>
              <a:gd name="connsiteY168" fmla="*/ 1323703 h 3619364"/>
              <a:gd name="connsiteX169" fmla="*/ 1023251 w 2809864"/>
              <a:gd name="connsiteY169" fmla="*/ 1280160 h 3619364"/>
              <a:gd name="connsiteX170" fmla="*/ 1040668 w 2809864"/>
              <a:gd name="connsiteY170" fmla="*/ 1219200 h 3619364"/>
              <a:gd name="connsiteX171" fmla="*/ 1031960 w 2809864"/>
              <a:gd name="connsiteY171" fmla="*/ 1193074 h 3619364"/>
              <a:gd name="connsiteX172" fmla="*/ 1005834 w 2809864"/>
              <a:gd name="connsiteY172" fmla="*/ 1184365 h 3619364"/>
              <a:gd name="connsiteX173" fmla="*/ 979708 w 2809864"/>
              <a:gd name="connsiteY173" fmla="*/ 1166948 h 3619364"/>
              <a:gd name="connsiteX174" fmla="*/ 936165 w 2809864"/>
              <a:gd name="connsiteY174" fmla="*/ 1123405 h 3619364"/>
              <a:gd name="connsiteX175" fmla="*/ 918748 w 2809864"/>
              <a:gd name="connsiteY175" fmla="*/ 1062445 h 3619364"/>
              <a:gd name="connsiteX176" fmla="*/ 910040 w 2809864"/>
              <a:gd name="connsiteY176" fmla="*/ 1036320 h 3619364"/>
              <a:gd name="connsiteX177" fmla="*/ 918748 w 2809864"/>
              <a:gd name="connsiteY177" fmla="*/ 879565 h 3619364"/>
              <a:gd name="connsiteX178" fmla="*/ 927457 w 2809864"/>
              <a:gd name="connsiteY178" fmla="*/ 853440 h 3619364"/>
              <a:gd name="connsiteX179" fmla="*/ 979708 w 2809864"/>
              <a:gd name="connsiteY179" fmla="*/ 827314 h 3619364"/>
              <a:gd name="connsiteX180" fmla="*/ 997125 w 2809864"/>
              <a:gd name="connsiteY180" fmla="*/ 801188 h 3619364"/>
              <a:gd name="connsiteX181" fmla="*/ 988417 w 2809864"/>
              <a:gd name="connsiteY181" fmla="*/ 775063 h 3619364"/>
              <a:gd name="connsiteX182" fmla="*/ 944874 w 2809864"/>
              <a:gd name="connsiteY182" fmla="*/ 740228 h 3619364"/>
              <a:gd name="connsiteX183" fmla="*/ 910040 w 2809864"/>
              <a:gd name="connsiteY183" fmla="*/ 696685 h 3619364"/>
              <a:gd name="connsiteX184" fmla="*/ 892623 w 2809864"/>
              <a:gd name="connsiteY184" fmla="*/ 670560 h 3619364"/>
              <a:gd name="connsiteX185" fmla="*/ 910040 w 2809864"/>
              <a:gd name="connsiteY185" fmla="*/ 548640 h 3619364"/>
              <a:gd name="connsiteX186" fmla="*/ 944874 w 2809864"/>
              <a:gd name="connsiteY186" fmla="*/ 496388 h 3619364"/>
              <a:gd name="connsiteX187" fmla="*/ 979708 w 2809864"/>
              <a:gd name="connsiteY187" fmla="*/ 435428 h 3619364"/>
              <a:gd name="connsiteX188" fmla="*/ 988417 w 2809864"/>
              <a:gd name="connsiteY188" fmla="*/ 400594 h 3619364"/>
              <a:gd name="connsiteX189" fmla="*/ 971000 w 2809864"/>
              <a:gd name="connsiteY189" fmla="*/ 278674 h 3619364"/>
              <a:gd name="connsiteX190" fmla="*/ 953583 w 2809864"/>
              <a:gd name="connsiteY190" fmla="*/ 209005 h 3619364"/>
              <a:gd name="connsiteX191" fmla="*/ 927457 w 2809864"/>
              <a:gd name="connsiteY191" fmla="*/ 113211 h 3619364"/>
              <a:gd name="connsiteX192" fmla="*/ 901331 w 2809864"/>
              <a:gd name="connsiteY192" fmla="*/ 26125 h 3619364"/>
              <a:gd name="connsiteX193" fmla="*/ 892623 w 2809864"/>
              <a:gd name="connsiteY193" fmla="*/ 0 h 3619364"/>
              <a:gd name="connsiteX194" fmla="*/ 875205 w 2809864"/>
              <a:gd name="connsiteY194" fmla="*/ 95794 h 3619364"/>
              <a:gd name="connsiteX195" fmla="*/ 849080 w 2809864"/>
              <a:gd name="connsiteY195" fmla="*/ 182880 h 3619364"/>
              <a:gd name="connsiteX196" fmla="*/ 831663 w 2809864"/>
              <a:gd name="connsiteY196" fmla="*/ 269965 h 3619364"/>
              <a:gd name="connsiteX197" fmla="*/ 796828 w 2809864"/>
              <a:gd name="connsiteY197" fmla="*/ 330925 h 3619364"/>
              <a:gd name="connsiteX198" fmla="*/ 761994 w 2809864"/>
              <a:gd name="connsiteY198" fmla="*/ 374468 h 3619364"/>
              <a:gd name="connsiteX199" fmla="*/ 753285 w 2809864"/>
              <a:gd name="connsiteY199" fmla="*/ 400594 h 3619364"/>
              <a:gd name="connsiteX200" fmla="*/ 727160 w 2809864"/>
              <a:gd name="connsiteY200" fmla="*/ 435428 h 3619364"/>
              <a:gd name="connsiteX201" fmla="*/ 701034 w 2809864"/>
              <a:gd name="connsiteY201" fmla="*/ 505097 h 3619364"/>
              <a:gd name="connsiteX202" fmla="*/ 701034 w 2809864"/>
              <a:gd name="connsiteY202" fmla="*/ 1027611 h 3619364"/>
              <a:gd name="connsiteX203" fmla="*/ 709743 w 2809864"/>
              <a:gd name="connsiteY203" fmla="*/ 1132114 h 3619364"/>
              <a:gd name="connsiteX204" fmla="*/ 718451 w 2809864"/>
              <a:gd name="connsiteY204" fmla="*/ 1158240 h 3619364"/>
              <a:gd name="connsiteX205" fmla="*/ 788120 w 2809864"/>
              <a:gd name="connsiteY205" fmla="*/ 1227908 h 3619364"/>
              <a:gd name="connsiteX206" fmla="*/ 814245 w 2809864"/>
              <a:gd name="connsiteY206" fmla="*/ 1254034 h 3619364"/>
              <a:gd name="connsiteX207" fmla="*/ 831663 w 2809864"/>
              <a:gd name="connsiteY207" fmla="*/ 1271451 h 3619364"/>
              <a:gd name="connsiteX208" fmla="*/ 910040 w 2809864"/>
              <a:gd name="connsiteY208" fmla="*/ 1323703 h 3619364"/>
              <a:gd name="connsiteX209" fmla="*/ 944874 w 2809864"/>
              <a:gd name="connsiteY209" fmla="*/ 1393371 h 3619364"/>
              <a:gd name="connsiteX210" fmla="*/ 962291 w 2809864"/>
              <a:gd name="connsiteY210" fmla="*/ 1445623 h 3619364"/>
              <a:gd name="connsiteX211" fmla="*/ 953583 w 2809864"/>
              <a:gd name="connsiteY211" fmla="*/ 1471748 h 3619364"/>
              <a:gd name="connsiteX212" fmla="*/ 918748 w 2809864"/>
              <a:gd name="connsiteY212" fmla="*/ 1480457 h 3619364"/>
              <a:gd name="connsiteX213" fmla="*/ 788120 w 2809864"/>
              <a:gd name="connsiteY213" fmla="*/ 1463040 h 3619364"/>
              <a:gd name="connsiteX214" fmla="*/ 735868 w 2809864"/>
              <a:gd name="connsiteY214" fmla="*/ 1436914 h 3619364"/>
              <a:gd name="connsiteX215" fmla="*/ 666200 w 2809864"/>
              <a:gd name="connsiteY215" fmla="*/ 1402080 h 3619364"/>
              <a:gd name="connsiteX216" fmla="*/ 640074 w 2809864"/>
              <a:gd name="connsiteY216" fmla="*/ 1384663 h 3619364"/>
              <a:gd name="connsiteX217" fmla="*/ 622657 w 2809864"/>
              <a:gd name="connsiteY217" fmla="*/ 1367245 h 3619364"/>
              <a:gd name="connsiteX218" fmla="*/ 596531 w 2809864"/>
              <a:gd name="connsiteY218" fmla="*/ 1375954 h 3619364"/>
              <a:gd name="connsiteX219" fmla="*/ 535571 w 2809864"/>
              <a:gd name="connsiteY219" fmla="*/ 1445623 h 3619364"/>
              <a:gd name="connsiteX220" fmla="*/ 518154 w 2809864"/>
              <a:gd name="connsiteY220" fmla="*/ 1480457 h 3619364"/>
              <a:gd name="connsiteX221" fmla="*/ 500737 w 2809864"/>
              <a:gd name="connsiteY221" fmla="*/ 1506583 h 3619364"/>
              <a:gd name="connsiteX222" fmla="*/ 483320 w 2809864"/>
              <a:gd name="connsiteY222" fmla="*/ 1558834 h 3619364"/>
              <a:gd name="connsiteX223" fmla="*/ 474611 w 2809864"/>
              <a:gd name="connsiteY223" fmla="*/ 1584960 h 3619364"/>
              <a:gd name="connsiteX224" fmla="*/ 465903 w 2809864"/>
              <a:gd name="connsiteY224" fmla="*/ 1619794 h 3619364"/>
              <a:gd name="connsiteX225" fmla="*/ 448485 w 2809864"/>
              <a:gd name="connsiteY225" fmla="*/ 1654628 h 3619364"/>
              <a:gd name="connsiteX226" fmla="*/ 413651 w 2809864"/>
              <a:gd name="connsiteY226" fmla="*/ 1733005 h 3619364"/>
              <a:gd name="connsiteX227" fmla="*/ 396234 w 2809864"/>
              <a:gd name="connsiteY227" fmla="*/ 1759131 h 3619364"/>
              <a:gd name="connsiteX228" fmla="*/ 343983 w 2809864"/>
              <a:gd name="connsiteY228" fmla="*/ 1811383 h 3619364"/>
              <a:gd name="connsiteX229" fmla="*/ 291731 w 2809864"/>
              <a:gd name="connsiteY229" fmla="*/ 1863634 h 3619364"/>
              <a:gd name="connsiteX230" fmla="*/ 265605 w 2809864"/>
              <a:gd name="connsiteY230" fmla="*/ 1889760 h 3619364"/>
              <a:gd name="connsiteX231" fmla="*/ 239480 w 2809864"/>
              <a:gd name="connsiteY231" fmla="*/ 1907177 h 3619364"/>
              <a:gd name="connsiteX232" fmla="*/ 187228 w 2809864"/>
              <a:gd name="connsiteY232" fmla="*/ 1959428 h 3619364"/>
              <a:gd name="connsiteX233" fmla="*/ 169811 w 2809864"/>
              <a:gd name="connsiteY233" fmla="*/ 2011680 h 3619364"/>
              <a:gd name="connsiteX234" fmla="*/ 161103 w 2809864"/>
              <a:gd name="connsiteY234" fmla="*/ 2037805 h 3619364"/>
              <a:gd name="connsiteX235" fmla="*/ 152394 w 2809864"/>
              <a:gd name="connsiteY235" fmla="*/ 2142308 h 3619364"/>
              <a:gd name="connsiteX236" fmla="*/ 143685 w 2809864"/>
              <a:gd name="connsiteY236" fmla="*/ 2177143 h 3619364"/>
              <a:gd name="connsiteX237" fmla="*/ 108851 w 2809864"/>
              <a:gd name="connsiteY237" fmla="*/ 2255520 h 3619364"/>
              <a:gd name="connsiteX238" fmla="*/ 91434 w 2809864"/>
              <a:gd name="connsiteY238" fmla="*/ 2281645 h 3619364"/>
              <a:gd name="connsiteX239" fmla="*/ 74017 w 2809864"/>
              <a:gd name="connsiteY239" fmla="*/ 2316480 h 3619364"/>
              <a:gd name="connsiteX240" fmla="*/ 39183 w 2809864"/>
              <a:gd name="connsiteY240" fmla="*/ 2360023 h 3619364"/>
              <a:gd name="connsiteX241" fmla="*/ 4348 w 2809864"/>
              <a:gd name="connsiteY241" fmla="*/ 2412274 h 3619364"/>
              <a:gd name="connsiteX242" fmla="*/ 65308 w 2809864"/>
              <a:gd name="connsiteY242" fmla="*/ 2377440 h 3619364"/>
              <a:gd name="connsiteX243" fmla="*/ 117560 w 2809864"/>
              <a:gd name="connsiteY243" fmla="*/ 2342605 h 3619364"/>
              <a:gd name="connsiteX244" fmla="*/ 143685 w 2809864"/>
              <a:gd name="connsiteY244" fmla="*/ 2325188 h 3619364"/>
              <a:gd name="connsiteX245" fmla="*/ 178520 w 2809864"/>
              <a:gd name="connsiteY245" fmla="*/ 2299063 h 3619364"/>
              <a:gd name="connsiteX246" fmla="*/ 222063 w 2809864"/>
              <a:gd name="connsiteY246" fmla="*/ 2255520 h 3619364"/>
              <a:gd name="connsiteX247" fmla="*/ 239480 w 2809864"/>
              <a:gd name="connsiteY247" fmla="*/ 2220685 h 3619364"/>
              <a:gd name="connsiteX248" fmla="*/ 256897 w 2809864"/>
              <a:gd name="connsiteY248" fmla="*/ 2177143 h 3619364"/>
              <a:gd name="connsiteX249" fmla="*/ 274314 w 2809864"/>
              <a:gd name="connsiteY249" fmla="*/ 2151017 h 3619364"/>
              <a:gd name="connsiteX250" fmla="*/ 291731 w 2809864"/>
              <a:gd name="connsiteY250" fmla="*/ 2116183 h 3619364"/>
              <a:gd name="connsiteX251" fmla="*/ 309148 w 2809864"/>
              <a:gd name="connsiteY251" fmla="*/ 2072640 h 3619364"/>
              <a:gd name="connsiteX252" fmla="*/ 326565 w 2809864"/>
              <a:gd name="connsiteY252" fmla="*/ 2037805 h 3619364"/>
              <a:gd name="connsiteX253" fmla="*/ 335274 w 2809864"/>
              <a:gd name="connsiteY253" fmla="*/ 2011680 h 3619364"/>
              <a:gd name="connsiteX254" fmla="*/ 352691 w 2809864"/>
              <a:gd name="connsiteY254" fmla="*/ 1976845 h 3619364"/>
              <a:gd name="connsiteX255" fmla="*/ 387525 w 2809864"/>
              <a:gd name="connsiteY255" fmla="*/ 1924594 h 3619364"/>
              <a:gd name="connsiteX256" fmla="*/ 396234 w 2809864"/>
              <a:gd name="connsiteY256" fmla="*/ 1898468 h 3619364"/>
              <a:gd name="connsiteX257" fmla="*/ 422360 w 2809864"/>
              <a:gd name="connsiteY257" fmla="*/ 1863634 h 3619364"/>
              <a:gd name="connsiteX258" fmla="*/ 448485 w 2809864"/>
              <a:gd name="connsiteY258" fmla="*/ 1846217 h 3619364"/>
              <a:gd name="connsiteX259" fmla="*/ 526863 w 2809864"/>
              <a:gd name="connsiteY259" fmla="*/ 1811383 h 3619364"/>
              <a:gd name="connsiteX260" fmla="*/ 579114 w 2809864"/>
              <a:gd name="connsiteY260" fmla="*/ 1793965 h 3619364"/>
              <a:gd name="connsiteX261" fmla="*/ 613948 w 2809864"/>
              <a:gd name="connsiteY261" fmla="*/ 1767840 h 3619364"/>
              <a:gd name="connsiteX262" fmla="*/ 657491 w 2809864"/>
              <a:gd name="connsiteY262" fmla="*/ 1733005 h 3619364"/>
              <a:gd name="connsiteX263" fmla="*/ 674908 w 2809864"/>
              <a:gd name="connsiteY263" fmla="*/ 1706880 h 3619364"/>
              <a:gd name="connsiteX264" fmla="*/ 701034 w 2809864"/>
              <a:gd name="connsiteY264" fmla="*/ 1680754 h 3619364"/>
              <a:gd name="connsiteX265" fmla="*/ 718451 w 2809864"/>
              <a:gd name="connsiteY265" fmla="*/ 1654628 h 3619364"/>
              <a:gd name="connsiteX266" fmla="*/ 788120 w 2809864"/>
              <a:gd name="connsiteY266" fmla="*/ 1593668 h 3619364"/>
              <a:gd name="connsiteX267" fmla="*/ 1023251 w 2809864"/>
              <a:gd name="connsiteY267" fmla="*/ 1619794 h 3619364"/>
              <a:gd name="connsiteX268" fmla="*/ 1092920 w 2809864"/>
              <a:gd name="connsiteY268" fmla="*/ 1637211 h 3619364"/>
              <a:gd name="connsiteX269" fmla="*/ 1049377 w 2809864"/>
              <a:gd name="connsiteY269" fmla="*/ 1645920 h 3619364"/>
              <a:gd name="connsiteX270" fmla="*/ 1014543 w 2809864"/>
              <a:gd name="connsiteY270" fmla="*/ 1654628 h 3619364"/>
              <a:gd name="connsiteX271" fmla="*/ 857788 w 2809864"/>
              <a:gd name="connsiteY271" fmla="*/ 1689463 h 3619364"/>
              <a:gd name="connsiteX272" fmla="*/ 805537 w 2809864"/>
              <a:gd name="connsiteY272" fmla="*/ 1706880 h 3619364"/>
              <a:gd name="connsiteX273" fmla="*/ 779411 w 2809864"/>
              <a:gd name="connsiteY273" fmla="*/ 1715588 h 3619364"/>
              <a:gd name="connsiteX274" fmla="*/ 735868 w 2809864"/>
              <a:gd name="connsiteY274" fmla="*/ 1733005 h 3619364"/>
              <a:gd name="connsiteX275" fmla="*/ 718451 w 2809864"/>
              <a:gd name="connsiteY275" fmla="*/ 1750423 h 3619364"/>
              <a:gd name="connsiteX276" fmla="*/ 701034 w 2809864"/>
              <a:gd name="connsiteY276" fmla="*/ 1776548 h 3619364"/>
              <a:gd name="connsiteX277" fmla="*/ 674908 w 2809864"/>
              <a:gd name="connsiteY277" fmla="*/ 1811383 h 3619364"/>
              <a:gd name="connsiteX278" fmla="*/ 657491 w 2809864"/>
              <a:gd name="connsiteY278" fmla="*/ 1889760 h 3619364"/>
              <a:gd name="connsiteX279" fmla="*/ 648783 w 2809864"/>
              <a:gd name="connsiteY279" fmla="*/ 2124891 h 3619364"/>
              <a:gd name="connsiteX280" fmla="*/ 622657 w 2809864"/>
              <a:gd name="connsiteY280" fmla="*/ 2238103 h 3619364"/>
              <a:gd name="connsiteX281" fmla="*/ 605240 w 2809864"/>
              <a:gd name="connsiteY281" fmla="*/ 2281645 h 3619364"/>
              <a:gd name="connsiteX282" fmla="*/ 561697 w 2809864"/>
              <a:gd name="connsiteY282" fmla="*/ 2325188 h 3619364"/>
              <a:gd name="connsiteX283" fmla="*/ 526863 w 2809864"/>
              <a:gd name="connsiteY283" fmla="*/ 2360023 h 3619364"/>
              <a:gd name="connsiteX284" fmla="*/ 474611 w 2809864"/>
              <a:gd name="connsiteY284" fmla="*/ 2403565 h 3619364"/>
              <a:gd name="connsiteX285" fmla="*/ 448485 w 2809864"/>
              <a:gd name="connsiteY285" fmla="*/ 2473234 h 3619364"/>
              <a:gd name="connsiteX286" fmla="*/ 457194 w 2809864"/>
              <a:gd name="connsiteY286" fmla="*/ 2499360 h 3619364"/>
              <a:gd name="connsiteX287" fmla="*/ 561697 w 2809864"/>
              <a:gd name="connsiteY287" fmla="*/ 2542903 h 3619364"/>
              <a:gd name="connsiteX288" fmla="*/ 587823 w 2809864"/>
              <a:gd name="connsiteY288" fmla="*/ 2560320 h 3619364"/>
              <a:gd name="connsiteX289" fmla="*/ 613948 w 2809864"/>
              <a:gd name="connsiteY289" fmla="*/ 2534194 h 3619364"/>
              <a:gd name="connsiteX290" fmla="*/ 657491 w 2809864"/>
              <a:gd name="connsiteY290" fmla="*/ 2481943 h 3619364"/>
              <a:gd name="connsiteX291" fmla="*/ 744577 w 2809864"/>
              <a:gd name="connsiteY291" fmla="*/ 2447108 h 3619364"/>
              <a:gd name="connsiteX292" fmla="*/ 822954 w 2809864"/>
              <a:gd name="connsiteY292" fmla="*/ 2429691 h 3619364"/>
              <a:gd name="connsiteX293" fmla="*/ 857788 w 2809864"/>
              <a:gd name="connsiteY293" fmla="*/ 2420983 h 3619364"/>
              <a:gd name="connsiteX294" fmla="*/ 892623 w 2809864"/>
              <a:gd name="connsiteY294" fmla="*/ 2377440 h 3619364"/>
              <a:gd name="connsiteX295" fmla="*/ 875205 w 2809864"/>
              <a:gd name="connsiteY295" fmla="*/ 2177143 h 3619364"/>
              <a:gd name="connsiteX296" fmla="*/ 883914 w 2809864"/>
              <a:gd name="connsiteY296" fmla="*/ 1872343 h 3619364"/>
              <a:gd name="connsiteX297" fmla="*/ 901331 w 2809864"/>
              <a:gd name="connsiteY297" fmla="*/ 1767840 h 3619364"/>
              <a:gd name="connsiteX298" fmla="*/ 910040 w 2809864"/>
              <a:gd name="connsiteY298" fmla="*/ 1741714 h 3619364"/>
              <a:gd name="connsiteX299" fmla="*/ 936165 w 2809864"/>
              <a:gd name="connsiteY299" fmla="*/ 1715588 h 3619364"/>
              <a:gd name="connsiteX300" fmla="*/ 1092920 w 2809864"/>
              <a:gd name="connsiteY300" fmla="*/ 1724297 h 3619364"/>
              <a:gd name="connsiteX301" fmla="*/ 1180005 w 2809864"/>
              <a:gd name="connsiteY301" fmla="*/ 1741714 h 3619364"/>
              <a:gd name="connsiteX302" fmla="*/ 1206131 w 2809864"/>
              <a:gd name="connsiteY302" fmla="*/ 1750423 h 3619364"/>
              <a:gd name="connsiteX303" fmla="*/ 1214840 w 2809864"/>
              <a:gd name="connsiteY303" fmla="*/ 1776548 h 3619364"/>
              <a:gd name="connsiteX304" fmla="*/ 1197423 w 2809864"/>
              <a:gd name="connsiteY304" fmla="*/ 1854925 h 3619364"/>
              <a:gd name="connsiteX305" fmla="*/ 1180005 w 2809864"/>
              <a:gd name="connsiteY305" fmla="*/ 1942011 h 3619364"/>
              <a:gd name="connsiteX306" fmla="*/ 1197423 w 2809864"/>
              <a:gd name="connsiteY306" fmla="*/ 2272937 h 3619364"/>
              <a:gd name="connsiteX307" fmla="*/ 1206131 w 2809864"/>
              <a:gd name="connsiteY307" fmla="*/ 2325188 h 3619364"/>
              <a:gd name="connsiteX308" fmla="*/ 1214840 w 2809864"/>
              <a:gd name="connsiteY308" fmla="*/ 2386148 h 3619364"/>
              <a:gd name="connsiteX309" fmla="*/ 1223548 w 2809864"/>
              <a:gd name="connsiteY309" fmla="*/ 2438400 h 3619364"/>
              <a:gd name="connsiteX310" fmla="*/ 1232257 w 2809864"/>
              <a:gd name="connsiteY310" fmla="*/ 2499360 h 3619364"/>
              <a:gd name="connsiteX311" fmla="*/ 1249674 w 2809864"/>
              <a:gd name="connsiteY311" fmla="*/ 2603863 h 3619364"/>
              <a:gd name="connsiteX312" fmla="*/ 1258383 w 2809864"/>
              <a:gd name="connsiteY312" fmla="*/ 2656114 h 3619364"/>
              <a:gd name="connsiteX313" fmla="*/ 1267091 w 2809864"/>
              <a:gd name="connsiteY313" fmla="*/ 2717074 h 3619364"/>
              <a:gd name="connsiteX314" fmla="*/ 1284508 w 2809864"/>
              <a:gd name="connsiteY314" fmla="*/ 2812868 h 3619364"/>
              <a:gd name="connsiteX315" fmla="*/ 1301925 w 2809864"/>
              <a:gd name="connsiteY315" fmla="*/ 2969623 h 3619364"/>
              <a:gd name="connsiteX316" fmla="*/ 1319343 w 2809864"/>
              <a:gd name="connsiteY316" fmla="*/ 3143794 h 3619364"/>
              <a:gd name="connsiteX317" fmla="*/ 1284508 w 2809864"/>
              <a:gd name="connsiteY317" fmla="*/ 3257005 h 3619364"/>
              <a:gd name="connsiteX318" fmla="*/ 1232257 w 2809864"/>
              <a:gd name="connsiteY318" fmla="*/ 3291840 h 3619364"/>
              <a:gd name="connsiteX319" fmla="*/ 1180005 w 2809864"/>
              <a:gd name="connsiteY319" fmla="*/ 3309257 h 3619364"/>
              <a:gd name="connsiteX320" fmla="*/ 1153880 w 2809864"/>
              <a:gd name="connsiteY320" fmla="*/ 3335383 h 3619364"/>
              <a:gd name="connsiteX321" fmla="*/ 1127754 w 2809864"/>
              <a:gd name="connsiteY321" fmla="*/ 3352800 h 3619364"/>
              <a:gd name="connsiteX322" fmla="*/ 1119045 w 2809864"/>
              <a:gd name="connsiteY322" fmla="*/ 3378925 h 3619364"/>
              <a:gd name="connsiteX323" fmla="*/ 1110337 w 2809864"/>
              <a:gd name="connsiteY323" fmla="*/ 3431177 h 3619364"/>
              <a:gd name="connsiteX324" fmla="*/ 1101628 w 2809864"/>
              <a:gd name="connsiteY324" fmla="*/ 3466011 h 3619364"/>
              <a:gd name="connsiteX325" fmla="*/ 1162588 w 2809864"/>
              <a:gd name="connsiteY325" fmla="*/ 3405051 h 3619364"/>
              <a:gd name="connsiteX326" fmla="*/ 1197423 w 2809864"/>
              <a:gd name="connsiteY326" fmla="*/ 3378925 h 3619364"/>
              <a:gd name="connsiteX327" fmla="*/ 1240965 w 2809864"/>
              <a:gd name="connsiteY327" fmla="*/ 3352800 h 3619364"/>
              <a:gd name="connsiteX328" fmla="*/ 1258383 w 2809864"/>
              <a:gd name="connsiteY328" fmla="*/ 3335383 h 3619364"/>
              <a:gd name="connsiteX329" fmla="*/ 1293217 w 2809864"/>
              <a:gd name="connsiteY329" fmla="*/ 3326674 h 3619364"/>
              <a:gd name="connsiteX330" fmla="*/ 1319343 w 2809864"/>
              <a:gd name="connsiteY330" fmla="*/ 3309257 h 3619364"/>
              <a:gd name="connsiteX331" fmla="*/ 1336760 w 2809864"/>
              <a:gd name="connsiteY331" fmla="*/ 3326674 h 3619364"/>
              <a:gd name="connsiteX332" fmla="*/ 1275800 w 2809864"/>
              <a:gd name="connsiteY332" fmla="*/ 3378925 h 3619364"/>
              <a:gd name="connsiteX333" fmla="*/ 1240965 w 2809864"/>
              <a:gd name="connsiteY333" fmla="*/ 3439885 h 3619364"/>
              <a:gd name="connsiteX334" fmla="*/ 1223548 w 2809864"/>
              <a:gd name="connsiteY334" fmla="*/ 3500845 h 3619364"/>
              <a:gd name="connsiteX335" fmla="*/ 1214840 w 2809864"/>
              <a:gd name="connsiteY335" fmla="*/ 3526971 h 3619364"/>
              <a:gd name="connsiteX336" fmla="*/ 1240965 w 2809864"/>
              <a:gd name="connsiteY336" fmla="*/ 3509554 h 3619364"/>
              <a:gd name="connsiteX337" fmla="*/ 1258383 w 2809864"/>
              <a:gd name="connsiteY337" fmla="*/ 3483428 h 3619364"/>
              <a:gd name="connsiteX338" fmla="*/ 1284508 w 2809864"/>
              <a:gd name="connsiteY338" fmla="*/ 3448594 h 3619364"/>
              <a:gd name="connsiteX339" fmla="*/ 1362885 w 2809864"/>
              <a:gd name="connsiteY339" fmla="*/ 3326674 h 3619364"/>
              <a:gd name="connsiteX340" fmla="*/ 1380303 w 2809864"/>
              <a:gd name="connsiteY340" fmla="*/ 3309257 h 3619364"/>
              <a:gd name="connsiteX341" fmla="*/ 1389011 w 2809864"/>
              <a:gd name="connsiteY341" fmla="*/ 3283131 h 3619364"/>
              <a:gd name="connsiteX342" fmla="*/ 1406428 w 2809864"/>
              <a:gd name="connsiteY342" fmla="*/ 3326674 h 3619364"/>
              <a:gd name="connsiteX343" fmla="*/ 1415137 w 2809864"/>
              <a:gd name="connsiteY343" fmla="*/ 3378925 h 3619364"/>
              <a:gd name="connsiteX344" fmla="*/ 1432554 w 2809864"/>
              <a:gd name="connsiteY344" fmla="*/ 3492137 h 3619364"/>
              <a:gd name="connsiteX345" fmla="*/ 1449971 w 2809864"/>
              <a:gd name="connsiteY345" fmla="*/ 3544388 h 3619364"/>
              <a:gd name="connsiteX346" fmla="*/ 1458680 w 2809864"/>
              <a:gd name="connsiteY346" fmla="*/ 3492137 h 3619364"/>
              <a:gd name="connsiteX347" fmla="*/ 1476097 w 2809864"/>
              <a:gd name="connsiteY347" fmla="*/ 3274423 h 3619364"/>
              <a:gd name="connsiteX348" fmla="*/ 1502223 w 2809864"/>
              <a:gd name="connsiteY348" fmla="*/ 3291840 h 3619364"/>
              <a:gd name="connsiteX349" fmla="*/ 1528348 w 2809864"/>
              <a:gd name="connsiteY349" fmla="*/ 3335383 h 3619364"/>
              <a:gd name="connsiteX350" fmla="*/ 1563183 w 2809864"/>
              <a:gd name="connsiteY350" fmla="*/ 3448594 h 3619364"/>
              <a:gd name="connsiteX351" fmla="*/ 1571891 w 2809864"/>
              <a:gd name="connsiteY351" fmla="*/ 3483428 h 3619364"/>
              <a:gd name="connsiteX352" fmla="*/ 1580600 w 2809864"/>
              <a:gd name="connsiteY352" fmla="*/ 3509554 h 3619364"/>
              <a:gd name="connsiteX353" fmla="*/ 1589308 w 2809864"/>
              <a:gd name="connsiteY353" fmla="*/ 3570514 h 3619364"/>
              <a:gd name="connsiteX354" fmla="*/ 1571891 w 2809864"/>
              <a:gd name="connsiteY354" fmla="*/ 3509554 h 3619364"/>
              <a:gd name="connsiteX355" fmla="*/ 1563183 w 2809864"/>
              <a:gd name="connsiteY355" fmla="*/ 3448594 h 3619364"/>
              <a:gd name="connsiteX356" fmla="*/ 1545765 w 2809864"/>
              <a:gd name="connsiteY356" fmla="*/ 3361508 h 3619364"/>
              <a:gd name="connsiteX357" fmla="*/ 1537057 w 2809864"/>
              <a:gd name="connsiteY357" fmla="*/ 3283131 h 3619364"/>
              <a:gd name="connsiteX358" fmla="*/ 1519640 w 2809864"/>
              <a:gd name="connsiteY358" fmla="*/ 3230880 h 3619364"/>
              <a:gd name="connsiteX359" fmla="*/ 1528348 w 2809864"/>
              <a:gd name="connsiteY359" fmla="*/ 3196045 h 3619364"/>
              <a:gd name="connsiteX360" fmla="*/ 1563183 w 2809864"/>
              <a:gd name="connsiteY360" fmla="*/ 3230880 h 3619364"/>
              <a:gd name="connsiteX361" fmla="*/ 1606725 w 2809864"/>
              <a:gd name="connsiteY361" fmla="*/ 3274423 h 3619364"/>
              <a:gd name="connsiteX362" fmla="*/ 1658977 w 2809864"/>
              <a:gd name="connsiteY362" fmla="*/ 3361508 h 3619364"/>
              <a:gd name="connsiteX363" fmla="*/ 1685103 w 2809864"/>
              <a:gd name="connsiteY363" fmla="*/ 3448594 h 3619364"/>
              <a:gd name="connsiteX364" fmla="*/ 1702520 w 2809864"/>
              <a:gd name="connsiteY364" fmla="*/ 3500845 h 3619364"/>
              <a:gd name="connsiteX365" fmla="*/ 1711228 w 2809864"/>
              <a:gd name="connsiteY365" fmla="*/ 3535680 h 3619364"/>
              <a:gd name="connsiteX366" fmla="*/ 1719937 w 2809864"/>
              <a:gd name="connsiteY366" fmla="*/ 3614057 h 3619364"/>
              <a:gd name="connsiteX367" fmla="*/ 1702520 w 2809864"/>
              <a:gd name="connsiteY367" fmla="*/ 3466011 h 3619364"/>
              <a:gd name="connsiteX368" fmla="*/ 1685103 w 2809864"/>
              <a:gd name="connsiteY368" fmla="*/ 3344091 h 3619364"/>
              <a:gd name="connsiteX369" fmla="*/ 1658977 w 2809864"/>
              <a:gd name="connsiteY369" fmla="*/ 3291840 h 3619364"/>
              <a:gd name="connsiteX370" fmla="*/ 1615434 w 2809864"/>
              <a:gd name="connsiteY370" fmla="*/ 3257005 h 3619364"/>
              <a:gd name="connsiteX371" fmla="*/ 1598017 w 2809864"/>
              <a:gd name="connsiteY371" fmla="*/ 3230880 h 3619364"/>
              <a:gd name="connsiteX372" fmla="*/ 1571891 w 2809864"/>
              <a:gd name="connsiteY372" fmla="*/ 3222171 h 3619364"/>
              <a:gd name="connsiteX373" fmla="*/ 1493514 w 2809864"/>
              <a:gd name="connsiteY373" fmla="*/ 3230880 h 3619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2809864" h="3619364">
                <a:moveTo>
                  <a:pt x="1493514" y="3230880"/>
                </a:moveTo>
                <a:cubicBezTo>
                  <a:pt x="1479000" y="3197497"/>
                  <a:pt x="1489956" y="3091413"/>
                  <a:pt x="1484805" y="3021874"/>
                </a:cubicBezTo>
                <a:cubicBezTo>
                  <a:pt x="1484127" y="3012719"/>
                  <a:pt x="1478088" y="3004709"/>
                  <a:pt x="1476097" y="2995748"/>
                </a:cubicBezTo>
                <a:cubicBezTo>
                  <a:pt x="1433385" y="2803543"/>
                  <a:pt x="1493385" y="3047490"/>
                  <a:pt x="1458680" y="2908663"/>
                </a:cubicBezTo>
                <a:cubicBezTo>
                  <a:pt x="1455777" y="2882537"/>
                  <a:pt x="1452425" y="2856457"/>
                  <a:pt x="1449971" y="2830285"/>
                </a:cubicBezTo>
                <a:cubicBezTo>
                  <a:pt x="1443715" y="2763560"/>
                  <a:pt x="1432554" y="2629988"/>
                  <a:pt x="1432554" y="2629988"/>
                </a:cubicBezTo>
                <a:cubicBezTo>
                  <a:pt x="1429272" y="2547946"/>
                  <a:pt x="1424367" y="2377024"/>
                  <a:pt x="1415137" y="2281645"/>
                </a:cubicBezTo>
                <a:cubicBezTo>
                  <a:pt x="1415131" y="2281579"/>
                  <a:pt x="1393369" y="2107507"/>
                  <a:pt x="1389011" y="2072640"/>
                </a:cubicBezTo>
                <a:lnTo>
                  <a:pt x="1380303" y="2002971"/>
                </a:lnTo>
                <a:cubicBezTo>
                  <a:pt x="1377400" y="1936205"/>
                  <a:pt x="1371594" y="1869503"/>
                  <a:pt x="1371594" y="1802674"/>
                </a:cubicBezTo>
                <a:cubicBezTo>
                  <a:pt x="1371594" y="1793494"/>
                  <a:pt x="1373812" y="1822309"/>
                  <a:pt x="1380303" y="1828800"/>
                </a:cubicBezTo>
                <a:cubicBezTo>
                  <a:pt x="1386794" y="1835291"/>
                  <a:pt x="1397720" y="1834605"/>
                  <a:pt x="1406428" y="1837508"/>
                </a:cubicBezTo>
                <a:cubicBezTo>
                  <a:pt x="1412712" y="1836251"/>
                  <a:pt x="1464619" y="1827743"/>
                  <a:pt x="1476097" y="1820091"/>
                </a:cubicBezTo>
                <a:cubicBezTo>
                  <a:pt x="1486344" y="1813259"/>
                  <a:pt x="1492201" y="1801123"/>
                  <a:pt x="1502223" y="1793965"/>
                </a:cubicBezTo>
                <a:cubicBezTo>
                  <a:pt x="1512787" y="1786419"/>
                  <a:pt x="1525446" y="1782354"/>
                  <a:pt x="1537057" y="1776548"/>
                </a:cubicBezTo>
                <a:cubicBezTo>
                  <a:pt x="1545766" y="1764937"/>
                  <a:pt x="1552920" y="1751977"/>
                  <a:pt x="1563183" y="1741714"/>
                </a:cubicBezTo>
                <a:cubicBezTo>
                  <a:pt x="1570584" y="1734313"/>
                  <a:pt x="1582416" y="1732174"/>
                  <a:pt x="1589308" y="1724297"/>
                </a:cubicBezTo>
                <a:cubicBezTo>
                  <a:pt x="1603092" y="1708543"/>
                  <a:pt x="1624143" y="1672045"/>
                  <a:pt x="1624143" y="1672045"/>
                </a:cubicBezTo>
                <a:cubicBezTo>
                  <a:pt x="1655898" y="1576775"/>
                  <a:pt x="1605254" y="1721076"/>
                  <a:pt x="1650268" y="1619794"/>
                </a:cubicBezTo>
                <a:cubicBezTo>
                  <a:pt x="1662383" y="1592535"/>
                  <a:pt x="1669156" y="1561658"/>
                  <a:pt x="1676394" y="1532708"/>
                </a:cubicBezTo>
                <a:cubicBezTo>
                  <a:pt x="1673491" y="1451428"/>
                  <a:pt x="1667685" y="1370200"/>
                  <a:pt x="1667685" y="1288868"/>
                </a:cubicBezTo>
                <a:cubicBezTo>
                  <a:pt x="1667685" y="1279888"/>
                  <a:pt x="1681744" y="1222248"/>
                  <a:pt x="1685103" y="1210491"/>
                </a:cubicBezTo>
                <a:cubicBezTo>
                  <a:pt x="1690770" y="1190657"/>
                  <a:pt x="1695960" y="1173508"/>
                  <a:pt x="1711228" y="1158240"/>
                </a:cubicBezTo>
                <a:cubicBezTo>
                  <a:pt x="1735935" y="1133533"/>
                  <a:pt x="1740211" y="1144106"/>
                  <a:pt x="1772188" y="1132114"/>
                </a:cubicBezTo>
                <a:cubicBezTo>
                  <a:pt x="1863267" y="1097959"/>
                  <a:pt x="1752445" y="1128342"/>
                  <a:pt x="1841857" y="1105988"/>
                </a:cubicBezTo>
                <a:cubicBezTo>
                  <a:pt x="1850566" y="1100182"/>
                  <a:pt x="1858621" y="1093252"/>
                  <a:pt x="1867983" y="1088571"/>
                </a:cubicBezTo>
                <a:cubicBezTo>
                  <a:pt x="1882613" y="1081256"/>
                  <a:pt x="1914997" y="1075338"/>
                  <a:pt x="1928943" y="1071154"/>
                </a:cubicBezTo>
                <a:cubicBezTo>
                  <a:pt x="1946528" y="1065879"/>
                  <a:pt x="1963777" y="1059543"/>
                  <a:pt x="1981194" y="1053737"/>
                </a:cubicBezTo>
                <a:lnTo>
                  <a:pt x="2007320" y="1045028"/>
                </a:lnTo>
                <a:cubicBezTo>
                  <a:pt x="2024737" y="1027611"/>
                  <a:pt x="2048556" y="1014808"/>
                  <a:pt x="2059571" y="992777"/>
                </a:cubicBezTo>
                <a:cubicBezTo>
                  <a:pt x="2102452" y="907015"/>
                  <a:pt x="2049922" y="1014486"/>
                  <a:pt x="2094405" y="914400"/>
                </a:cubicBezTo>
                <a:cubicBezTo>
                  <a:pt x="2099678" y="902537"/>
                  <a:pt x="2106017" y="891177"/>
                  <a:pt x="2111823" y="879565"/>
                </a:cubicBezTo>
                <a:cubicBezTo>
                  <a:pt x="2114726" y="867954"/>
                  <a:pt x="2117092" y="856195"/>
                  <a:pt x="2120531" y="844731"/>
                </a:cubicBezTo>
                <a:cubicBezTo>
                  <a:pt x="2125806" y="827146"/>
                  <a:pt x="2133495" y="810291"/>
                  <a:pt x="2137948" y="792480"/>
                </a:cubicBezTo>
                <a:cubicBezTo>
                  <a:pt x="2140851" y="780868"/>
                  <a:pt x="2142454" y="768852"/>
                  <a:pt x="2146657" y="757645"/>
                </a:cubicBezTo>
                <a:cubicBezTo>
                  <a:pt x="2158611" y="725767"/>
                  <a:pt x="2169649" y="715377"/>
                  <a:pt x="2190200" y="687977"/>
                </a:cubicBezTo>
                <a:cubicBezTo>
                  <a:pt x="2205503" y="642064"/>
                  <a:pt x="2188794" y="679213"/>
                  <a:pt x="2225034" y="635725"/>
                </a:cubicBezTo>
                <a:cubicBezTo>
                  <a:pt x="2270433" y="581247"/>
                  <a:pt x="2202503" y="639111"/>
                  <a:pt x="2285994" y="566057"/>
                </a:cubicBezTo>
                <a:cubicBezTo>
                  <a:pt x="2293871" y="559165"/>
                  <a:pt x="2304173" y="555452"/>
                  <a:pt x="2312120" y="548640"/>
                </a:cubicBezTo>
                <a:cubicBezTo>
                  <a:pt x="2337268" y="527084"/>
                  <a:pt x="2351449" y="502849"/>
                  <a:pt x="2381788" y="487680"/>
                </a:cubicBezTo>
                <a:cubicBezTo>
                  <a:pt x="2392493" y="482327"/>
                  <a:pt x="2405159" y="482410"/>
                  <a:pt x="2416623" y="478971"/>
                </a:cubicBezTo>
                <a:cubicBezTo>
                  <a:pt x="2434208" y="473696"/>
                  <a:pt x="2450871" y="465155"/>
                  <a:pt x="2468874" y="461554"/>
                </a:cubicBezTo>
                <a:cubicBezTo>
                  <a:pt x="2483388" y="458651"/>
                  <a:pt x="2498057" y="456435"/>
                  <a:pt x="2512417" y="452845"/>
                </a:cubicBezTo>
                <a:cubicBezTo>
                  <a:pt x="2521323" y="450619"/>
                  <a:pt x="2529717" y="446659"/>
                  <a:pt x="2538543" y="444137"/>
                </a:cubicBezTo>
                <a:cubicBezTo>
                  <a:pt x="2550051" y="440849"/>
                  <a:pt x="2561766" y="438331"/>
                  <a:pt x="2573377" y="435428"/>
                </a:cubicBezTo>
                <a:cubicBezTo>
                  <a:pt x="2587891" y="420914"/>
                  <a:pt x="2605534" y="408964"/>
                  <a:pt x="2616920" y="391885"/>
                </a:cubicBezTo>
                <a:lnTo>
                  <a:pt x="2651754" y="339634"/>
                </a:lnTo>
                <a:cubicBezTo>
                  <a:pt x="2658955" y="328832"/>
                  <a:pt x="2662492" y="315932"/>
                  <a:pt x="2669171" y="304800"/>
                </a:cubicBezTo>
                <a:cubicBezTo>
                  <a:pt x="2714088" y="229937"/>
                  <a:pt x="2695196" y="278972"/>
                  <a:pt x="2712714" y="226423"/>
                </a:cubicBezTo>
                <a:cubicBezTo>
                  <a:pt x="2708005" y="221714"/>
                  <a:pt x="2674219" y="190202"/>
                  <a:pt x="2677880" y="182880"/>
                </a:cubicBezTo>
                <a:cubicBezTo>
                  <a:pt x="2685450" y="167741"/>
                  <a:pt x="2706284" y="164324"/>
                  <a:pt x="2721423" y="156754"/>
                </a:cubicBezTo>
                <a:cubicBezTo>
                  <a:pt x="2733921" y="150505"/>
                  <a:pt x="2771215" y="142129"/>
                  <a:pt x="2782383" y="139337"/>
                </a:cubicBezTo>
                <a:cubicBezTo>
                  <a:pt x="2791091" y="133531"/>
                  <a:pt x="2804621" y="131638"/>
                  <a:pt x="2808508" y="121920"/>
                </a:cubicBezTo>
                <a:cubicBezTo>
                  <a:pt x="2816878" y="100994"/>
                  <a:pt x="2784192" y="83636"/>
                  <a:pt x="2773674" y="78377"/>
                </a:cubicBezTo>
                <a:cubicBezTo>
                  <a:pt x="2765463" y="74272"/>
                  <a:pt x="2755986" y="73284"/>
                  <a:pt x="2747548" y="69668"/>
                </a:cubicBezTo>
                <a:cubicBezTo>
                  <a:pt x="2735616" y="64554"/>
                  <a:pt x="2724646" y="57365"/>
                  <a:pt x="2712714" y="52251"/>
                </a:cubicBezTo>
                <a:cubicBezTo>
                  <a:pt x="2695229" y="44758"/>
                  <a:pt x="2669423" y="39251"/>
                  <a:pt x="2651754" y="34834"/>
                </a:cubicBezTo>
                <a:cubicBezTo>
                  <a:pt x="2599503" y="37737"/>
                  <a:pt x="2547096" y="38581"/>
                  <a:pt x="2495000" y="43543"/>
                </a:cubicBezTo>
                <a:cubicBezTo>
                  <a:pt x="2485862" y="44413"/>
                  <a:pt x="2475365" y="45760"/>
                  <a:pt x="2468874" y="52251"/>
                </a:cubicBezTo>
                <a:cubicBezTo>
                  <a:pt x="2462383" y="58742"/>
                  <a:pt x="2465257" y="70739"/>
                  <a:pt x="2460165" y="78377"/>
                </a:cubicBezTo>
                <a:cubicBezTo>
                  <a:pt x="2453334" y="88624"/>
                  <a:pt x="2441198" y="94481"/>
                  <a:pt x="2434040" y="104503"/>
                </a:cubicBezTo>
                <a:cubicBezTo>
                  <a:pt x="2426495" y="115067"/>
                  <a:pt x="2423064" y="128066"/>
                  <a:pt x="2416623" y="139337"/>
                </a:cubicBezTo>
                <a:cubicBezTo>
                  <a:pt x="2404169" y="161132"/>
                  <a:pt x="2392727" y="175215"/>
                  <a:pt x="2373080" y="191588"/>
                </a:cubicBezTo>
                <a:cubicBezTo>
                  <a:pt x="2365039" y="198288"/>
                  <a:pt x="2356315" y="204324"/>
                  <a:pt x="2346954" y="209005"/>
                </a:cubicBezTo>
                <a:cubicBezTo>
                  <a:pt x="2338743" y="213110"/>
                  <a:pt x="2329537" y="214811"/>
                  <a:pt x="2320828" y="217714"/>
                </a:cubicBezTo>
                <a:cubicBezTo>
                  <a:pt x="2309217" y="226423"/>
                  <a:pt x="2298596" y="236639"/>
                  <a:pt x="2285994" y="243840"/>
                </a:cubicBezTo>
                <a:cubicBezTo>
                  <a:pt x="2278024" y="248394"/>
                  <a:pt x="2268463" y="249325"/>
                  <a:pt x="2259868" y="252548"/>
                </a:cubicBezTo>
                <a:cubicBezTo>
                  <a:pt x="2245231" y="258037"/>
                  <a:pt x="2231298" y="265473"/>
                  <a:pt x="2216325" y="269965"/>
                </a:cubicBezTo>
                <a:cubicBezTo>
                  <a:pt x="2197642" y="275570"/>
                  <a:pt x="2137071" y="284075"/>
                  <a:pt x="2120531" y="287383"/>
                </a:cubicBezTo>
                <a:cubicBezTo>
                  <a:pt x="2108795" y="289730"/>
                  <a:pt x="2097308" y="293188"/>
                  <a:pt x="2085697" y="296091"/>
                </a:cubicBezTo>
                <a:cubicBezTo>
                  <a:pt x="1992440" y="389348"/>
                  <a:pt x="2136442" y="247809"/>
                  <a:pt x="2024737" y="348343"/>
                </a:cubicBezTo>
                <a:cubicBezTo>
                  <a:pt x="2006428" y="364821"/>
                  <a:pt x="1989902" y="383177"/>
                  <a:pt x="1972485" y="400594"/>
                </a:cubicBezTo>
                <a:cubicBezTo>
                  <a:pt x="1963776" y="409303"/>
                  <a:pt x="1953749" y="416868"/>
                  <a:pt x="1946360" y="426720"/>
                </a:cubicBezTo>
                <a:cubicBezTo>
                  <a:pt x="1928943" y="449943"/>
                  <a:pt x="1909043" y="471496"/>
                  <a:pt x="1894108" y="496388"/>
                </a:cubicBezTo>
                <a:cubicBezTo>
                  <a:pt x="1876691" y="525417"/>
                  <a:pt x="1862169" y="556392"/>
                  <a:pt x="1841857" y="583474"/>
                </a:cubicBezTo>
                <a:cubicBezTo>
                  <a:pt x="1833148" y="595085"/>
                  <a:pt x="1822780" y="605620"/>
                  <a:pt x="1815731" y="618308"/>
                </a:cubicBezTo>
                <a:cubicBezTo>
                  <a:pt x="1798072" y="650094"/>
                  <a:pt x="1798888" y="664195"/>
                  <a:pt x="1789605" y="696685"/>
                </a:cubicBezTo>
                <a:cubicBezTo>
                  <a:pt x="1787083" y="705511"/>
                  <a:pt x="1784120" y="714216"/>
                  <a:pt x="1780897" y="722811"/>
                </a:cubicBezTo>
                <a:cubicBezTo>
                  <a:pt x="1775408" y="737448"/>
                  <a:pt x="1769829" y="752069"/>
                  <a:pt x="1763480" y="766354"/>
                </a:cubicBezTo>
                <a:cubicBezTo>
                  <a:pt x="1758208" y="778217"/>
                  <a:pt x="1750621" y="789033"/>
                  <a:pt x="1746063" y="801188"/>
                </a:cubicBezTo>
                <a:cubicBezTo>
                  <a:pt x="1741860" y="812395"/>
                  <a:pt x="1743292" y="825631"/>
                  <a:pt x="1737354" y="836023"/>
                </a:cubicBezTo>
                <a:cubicBezTo>
                  <a:pt x="1731244" y="846716"/>
                  <a:pt x="1719243" y="852797"/>
                  <a:pt x="1711228" y="862148"/>
                </a:cubicBezTo>
                <a:cubicBezTo>
                  <a:pt x="1701782" y="873168"/>
                  <a:pt x="1695951" y="887340"/>
                  <a:pt x="1685103" y="896983"/>
                </a:cubicBezTo>
                <a:cubicBezTo>
                  <a:pt x="1669458" y="910890"/>
                  <a:pt x="1650268" y="920206"/>
                  <a:pt x="1632851" y="931817"/>
                </a:cubicBezTo>
                <a:lnTo>
                  <a:pt x="1606725" y="949234"/>
                </a:lnTo>
                <a:cubicBezTo>
                  <a:pt x="1598017" y="955040"/>
                  <a:pt x="1589961" y="961970"/>
                  <a:pt x="1580600" y="966651"/>
                </a:cubicBezTo>
                <a:cubicBezTo>
                  <a:pt x="1557377" y="978262"/>
                  <a:pt x="1532534" y="987082"/>
                  <a:pt x="1510931" y="1001485"/>
                </a:cubicBezTo>
                <a:cubicBezTo>
                  <a:pt x="1472729" y="1026954"/>
                  <a:pt x="1493178" y="1012623"/>
                  <a:pt x="1449971" y="1045028"/>
                </a:cubicBezTo>
                <a:cubicBezTo>
                  <a:pt x="1444165" y="1053737"/>
                  <a:pt x="1436677" y="1061534"/>
                  <a:pt x="1432554" y="1071154"/>
                </a:cubicBezTo>
                <a:cubicBezTo>
                  <a:pt x="1427839" y="1082155"/>
                  <a:pt x="1425330" y="1094112"/>
                  <a:pt x="1423845" y="1105988"/>
                </a:cubicBezTo>
                <a:cubicBezTo>
                  <a:pt x="1416608" y="1163884"/>
                  <a:pt x="1414679" y="1222399"/>
                  <a:pt x="1406428" y="1280160"/>
                </a:cubicBezTo>
                <a:cubicBezTo>
                  <a:pt x="1403525" y="1300480"/>
                  <a:pt x="1402335" y="1321119"/>
                  <a:pt x="1397720" y="1341120"/>
                </a:cubicBezTo>
                <a:cubicBezTo>
                  <a:pt x="1393592" y="1359009"/>
                  <a:pt x="1386109" y="1375954"/>
                  <a:pt x="1380303" y="1393371"/>
                </a:cubicBezTo>
                <a:lnTo>
                  <a:pt x="1362885" y="1445623"/>
                </a:lnTo>
                <a:cubicBezTo>
                  <a:pt x="1359982" y="1454331"/>
                  <a:pt x="1355977" y="1462747"/>
                  <a:pt x="1354177" y="1471748"/>
                </a:cubicBezTo>
                <a:cubicBezTo>
                  <a:pt x="1341442" y="1535419"/>
                  <a:pt x="1347561" y="1500638"/>
                  <a:pt x="1336760" y="1576251"/>
                </a:cubicBezTo>
                <a:cubicBezTo>
                  <a:pt x="1352258" y="1622749"/>
                  <a:pt x="1348162" y="1597934"/>
                  <a:pt x="1336760" y="1672045"/>
                </a:cubicBezTo>
                <a:cubicBezTo>
                  <a:pt x="1334509" y="1686675"/>
                  <a:pt x="1314446" y="1709757"/>
                  <a:pt x="1328051" y="1715588"/>
                </a:cubicBezTo>
                <a:cubicBezTo>
                  <a:pt x="1350053" y="1725018"/>
                  <a:pt x="1374497" y="1703977"/>
                  <a:pt x="1397720" y="1698171"/>
                </a:cubicBezTo>
                <a:cubicBezTo>
                  <a:pt x="1406428" y="1692365"/>
                  <a:pt x="1415805" y="1687454"/>
                  <a:pt x="1423845" y="1680754"/>
                </a:cubicBezTo>
                <a:cubicBezTo>
                  <a:pt x="1433306" y="1672869"/>
                  <a:pt x="1439949" y="1661786"/>
                  <a:pt x="1449971" y="1654628"/>
                </a:cubicBezTo>
                <a:cubicBezTo>
                  <a:pt x="1484102" y="1630248"/>
                  <a:pt x="1480714" y="1648472"/>
                  <a:pt x="1502223" y="1619794"/>
                </a:cubicBezTo>
                <a:cubicBezTo>
                  <a:pt x="1514783" y="1603048"/>
                  <a:pt x="1537057" y="1567543"/>
                  <a:pt x="1537057" y="1567543"/>
                </a:cubicBezTo>
                <a:cubicBezTo>
                  <a:pt x="1540236" y="1545286"/>
                  <a:pt x="1544997" y="1497019"/>
                  <a:pt x="1554474" y="1471748"/>
                </a:cubicBezTo>
                <a:cubicBezTo>
                  <a:pt x="1559032" y="1459593"/>
                  <a:pt x="1567786" y="1449230"/>
                  <a:pt x="1571891" y="1436914"/>
                </a:cubicBezTo>
                <a:cubicBezTo>
                  <a:pt x="1579461" y="1414205"/>
                  <a:pt x="1581738" y="1389954"/>
                  <a:pt x="1589308" y="1367245"/>
                </a:cubicBezTo>
                <a:cubicBezTo>
                  <a:pt x="1610189" y="1304607"/>
                  <a:pt x="1584855" y="1382829"/>
                  <a:pt x="1606725" y="1306285"/>
                </a:cubicBezTo>
                <a:cubicBezTo>
                  <a:pt x="1609247" y="1297459"/>
                  <a:pt x="1621924" y="1273669"/>
                  <a:pt x="1615434" y="1280160"/>
                </a:cubicBezTo>
                <a:cubicBezTo>
                  <a:pt x="1600993" y="1294603"/>
                  <a:pt x="1597115" y="1322903"/>
                  <a:pt x="1589308" y="1341120"/>
                </a:cubicBezTo>
                <a:cubicBezTo>
                  <a:pt x="1584194" y="1353052"/>
                  <a:pt x="1576712" y="1363901"/>
                  <a:pt x="1571891" y="1375954"/>
                </a:cubicBezTo>
                <a:cubicBezTo>
                  <a:pt x="1565073" y="1393000"/>
                  <a:pt x="1561292" y="1411159"/>
                  <a:pt x="1554474" y="1428205"/>
                </a:cubicBezTo>
                <a:cubicBezTo>
                  <a:pt x="1548668" y="1442719"/>
                  <a:pt x="1542546" y="1457111"/>
                  <a:pt x="1537057" y="1471748"/>
                </a:cubicBezTo>
                <a:cubicBezTo>
                  <a:pt x="1533834" y="1480343"/>
                  <a:pt x="1531964" y="1489436"/>
                  <a:pt x="1528348" y="1497874"/>
                </a:cubicBezTo>
                <a:cubicBezTo>
                  <a:pt x="1523234" y="1509806"/>
                  <a:pt x="1516737" y="1521097"/>
                  <a:pt x="1510931" y="1532708"/>
                </a:cubicBezTo>
                <a:cubicBezTo>
                  <a:pt x="1504087" y="1573772"/>
                  <a:pt x="1503908" y="1583415"/>
                  <a:pt x="1493514" y="1619794"/>
                </a:cubicBezTo>
                <a:cubicBezTo>
                  <a:pt x="1490992" y="1628621"/>
                  <a:pt x="1489897" y="1638282"/>
                  <a:pt x="1484805" y="1645920"/>
                </a:cubicBezTo>
                <a:cubicBezTo>
                  <a:pt x="1477974" y="1656167"/>
                  <a:pt x="1468927" y="1665214"/>
                  <a:pt x="1458680" y="1672045"/>
                </a:cubicBezTo>
                <a:cubicBezTo>
                  <a:pt x="1451042" y="1677137"/>
                  <a:pt x="1441381" y="1678232"/>
                  <a:pt x="1432554" y="1680754"/>
                </a:cubicBezTo>
                <a:cubicBezTo>
                  <a:pt x="1355983" y="1702633"/>
                  <a:pt x="1434256" y="1677285"/>
                  <a:pt x="1371594" y="1698171"/>
                </a:cubicBezTo>
                <a:cubicBezTo>
                  <a:pt x="1368691" y="1686560"/>
                  <a:pt x="1365481" y="1675021"/>
                  <a:pt x="1362885" y="1663337"/>
                </a:cubicBezTo>
                <a:cubicBezTo>
                  <a:pt x="1355778" y="1631354"/>
                  <a:pt x="1354575" y="1615316"/>
                  <a:pt x="1345468" y="1584960"/>
                </a:cubicBezTo>
                <a:cubicBezTo>
                  <a:pt x="1340192" y="1567375"/>
                  <a:pt x="1333857" y="1550125"/>
                  <a:pt x="1328051" y="1532708"/>
                </a:cubicBezTo>
                <a:cubicBezTo>
                  <a:pt x="1325148" y="1524000"/>
                  <a:pt x="1326981" y="1511675"/>
                  <a:pt x="1319343" y="1506583"/>
                </a:cubicBezTo>
                <a:lnTo>
                  <a:pt x="1267091" y="1471748"/>
                </a:lnTo>
                <a:cubicBezTo>
                  <a:pt x="1264188" y="1463040"/>
                  <a:pt x="1261999" y="1454060"/>
                  <a:pt x="1258383" y="1445623"/>
                </a:cubicBezTo>
                <a:cubicBezTo>
                  <a:pt x="1253269" y="1433690"/>
                  <a:pt x="1245070" y="1423104"/>
                  <a:pt x="1240965" y="1410788"/>
                </a:cubicBezTo>
                <a:cubicBezTo>
                  <a:pt x="1236284" y="1396746"/>
                  <a:pt x="1235160" y="1381759"/>
                  <a:pt x="1232257" y="1367245"/>
                </a:cubicBezTo>
                <a:cubicBezTo>
                  <a:pt x="1232802" y="1364519"/>
                  <a:pt x="1242463" y="1306848"/>
                  <a:pt x="1249674" y="1297577"/>
                </a:cubicBezTo>
                <a:cubicBezTo>
                  <a:pt x="1264796" y="1278134"/>
                  <a:pt x="1284508" y="1262742"/>
                  <a:pt x="1301925" y="1245325"/>
                </a:cubicBezTo>
                <a:cubicBezTo>
                  <a:pt x="1307731" y="1239519"/>
                  <a:pt x="1314788" y="1234740"/>
                  <a:pt x="1319343" y="1227908"/>
                </a:cubicBezTo>
                <a:lnTo>
                  <a:pt x="1336760" y="1201783"/>
                </a:lnTo>
                <a:cubicBezTo>
                  <a:pt x="1333857" y="1175657"/>
                  <a:pt x="1332372" y="1149334"/>
                  <a:pt x="1328051" y="1123405"/>
                </a:cubicBezTo>
                <a:cubicBezTo>
                  <a:pt x="1326542" y="1114351"/>
                  <a:pt x="1325834" y="1103771"/>
                  <a:pt x="1319343" y="1097280"/>
                </a:cubicBezTo>
                <a:cubicBezTo>
                  <a:pt x="1312852" y="1090789"/>
                  <a:pt x="1301926" y="1091474"/>
                  <a:pt x="1293217" y="1088571"/>
                </a:cubicBezTo>
                <a:cubicBezTo>
                  <a:pt x="1249449" y="1022917"/>
                  <a:pt x="1270135" y="1065318"/>
                  <a:pt x="1284508" y="914400"/>
                </a:cubicBezTo>
                <a:cubicBezTo>
                  <a:pt x="1285643" y="902485"/>
                  <a:pt x="1288502" y="890566"/>
                  <a:pt x="1293217" y="879565"/>
                </a:cubicBezTo>
                <a:cubicBezTo>
                  <a:pt x="1318757" y="819972"/>
                  <a:pt x="1304666" y="886025"/>
                  <a:pt x="1319343" y="827314"/>
                </a:cubicBezTo>
                <a:cubicBezTo>
                  <a:pt x="1322933" y="812954"/>
                  <a:pt x="1324840" y="798220"/>
                  <a:pt x="1328051" y="783771"/>
                </a:cubicBezTo>
                <a:cubicBezTo>
                  <a:pt x="1330647" y="772087"/>
                  <a:pt x="1333857" y="760548"/>
                  <a:pt x="1336760" y="748937"/>
                </a:cubicBezTo>
                <a:cubicBezTo>
                  <a:pt x="1333857" y="719908"/>
                  <a:pt x="1341098" y="687945"/>
                  <a:pt x="1328051" y="661851"/>
                </a:cubicBezTo>
                <a:cubicBezTo>
                  <a:pt x="1318690" y="643128"/>
                  <a:pt x="1275800" y="627017"/>
                  <a:pt x="1275800" y="627017"/>
                </a:cubicBezTo>
                <a:lnTo>
                  <a:pt x="1258383" y="574765"/>
                </a:lnTo>
                <a:lnTo>
                  <a:pt x="1249674" y="548640"/>
                </a:lnTo>
                <a:cubicBezTo>
                  <a:pt x="1223548" y="568960"/>
                  <a:pt x="1191156" y="583122"/>
                  <a:pt x="1171297" y="609600"/>
                </a:cubicBezTo>
                <a:cubicBezTo>
                  <a:pt x="1162588" y="621211"/>
                  <a:pt x="1155870" y="634626"/>
                  <a:pt x="1145171" y="644434"/>
                </a:cubicBezTo>
                <a:cubicBezTo>
                  <a:pt x="1120773" y="666799"/>
                  <a:pt x="1090198" y="681990"/>
                  <a:pt x="1066794" y="705394"/>
                </a:cubicBezTo>
                <a:cubicBezTo>
                  <a:pt x="1055183" y="717005"/>
                  <a:pt x="1044428" y="729541"/>
                  <a:pt x="1031960" y="740228"/>
                </a:cubicBezTo>
                <a:cubicBezTo>
                  <a:pt x="1010747" y="758411"/>
                  <a:pt x="995704" y="760946"/>
                  <a:pt x="971000" y="775063"/>
                </a:cubicBezTo>
                <a:cubicBezTo>
                  <a:pt x="942709" y="791230"/>
                  <a:pt x="942765" y="794589"/>
                  <a:pt x="918748" y="818605"/>
                </a:cubicBezTo>
                <a:cubicBezTo>
                  <a:pt x="904582" y="846938"/>
                  <a:pt x="892623" y="863218"/>
                  <a:pt x="892623" y="896983"/>
                </a:cubicBezTo>
                <a:cubicBezTo>
                  <a:pt x="892623" y="930519"/>
                  <a:pt x="905327" y="1026074"/>
                  <a:pt x="927457" y="1053737"/>
                </a:cubicBezTo>
                <a:cubicBezTo>
                  <a:pt x="939068" y="1068251"/>
                  <a:pt x="951358" y="1082248"/>
                  <a:pt x="962291" y="1097280"/>
                </a:cubicBezTo>
                <a:cubicBezTo>
                  <a:pt x="974603" y="1114209"/>
                  <a:pt x="983724" y="1133450"/>
                  <a:pt x="997125" y="1149531"/>
                </a:cubicBezTo>
                <a:cubicBezTo>
                  <a:pt x="1012894" y="1168454"/>
                  <a:pt x="1031960" y="1184366"/>
                  <a:pt x="1049377" y="1201783"/>
                </a:cubicBezTo>
                <a:cubicBezTo>
                  <a:pt x="1058086" y="1210491"/>
                  <a:pt x="1068672" y="1217661"/>
                  <a:pt x="1075503" y="1227908"/>
                </a:cubicBezTo>
                <a:cubicBezTo>
                  <a:pt x="1099751" y="1264281"/>
                  <a:pt x="1085519" y="1246633"/>
                  <a:pt x="1119045" y="1280160"/>
                </a:cubicBezTo>
                <a:cubicBezTo>
                  <a:pt x="1147084" y="1364272"/>
                  <a:pt x="1102117" y="1233484"/>
                  <a:pt x="1145171" y="1341120"/>
                </a:cubicBezTo>
                <a:cubicBezTo>
                  <a:pt x="1151989" y="1358166"/>
                  <a:pt x="1156782" y="1375954"/>
                  <a:pt x="1162588" y="1393371"/>
                </a:cubicBezTo>
                <a:lnTo>
                  <a:pt x="1171297" y="1419497"/>
                </a:lnTo>
                <a:lnTo>
                  <a:pt x="1180005" y="1445623"/>
                </a:lnTo>
                <a:cubicBezTo>
                  <a:pt x="1177102" y="1489166"/>
                  <a:pt x="1181881" y="1533915"/>
                  <a:pt x="1171297" y="1576251"/>
                </a:cubicBezTo>
                <a:cubicBezTo>
                  <a:pt x="1168759" y="1586405"/>
                  <a:pt x="1157555" y="1559925"/>
                  <a:pt x="1153880" y="1550125"/>
                </a:cubicBezTo>
                <a:cubicBezTo>
                  <a:pt x="1148683" y="1536266"/>
                  <a:pt x="1149852" y="1520625"/>
                  <a:pt x="1145171" y="1506583"/>
                </a:cubicBezTo>
                <a:cubicBezTo>
                  <a:pt x="1141066" y="1494267"/>
                  <a:pt x="1134195" y="1483020"/>
                  <a:pt x="1127754" y="1471748"/>
                </a:cubicBezTo>
                <a:cubicBezTo>
                  <a:pt x="1118227" y="1455075"/>
                  <a:pt x="1107975" y="1440249"/>
                  <a:pt x="1092920" y="1428205"/>
                </a:cubicBezTo>
                <a:cubicBezTo>
                  <a:pt x="1084747" y="1421667"/>
                  <a:pt x="1074195" y="1418189"/>
                  <a:pt x="1066794" y="1410788"/>
                </a:cubicBezTo>
                <a:cubicBezTo>
                  <a:pt x="1056531" y="1400525"/>
                  <a:pt x="1049377" y="1387565"/>
                  <a:pt x="1040668" y="1375954"/>
                </a:cubicBezTo>
                <a:cubicBezTo>
                  <a:pt x="1037765" y="1367245"/>
                  <a:pt x="1036065" y="1358039"/>
                  <a:pt x="1031960" y="1349828"/>
                </a:cubicBezTo>
                <a:cubicBezTo>
                  <a:pt x="1027279" y="1340467"/>
                  <a:pt x="1015841" y="1334088"/>
                  <a:pt x="1014543" y="1323703"/>
                </a:cubicBezTo>
                <a:cubicBezTo>
                  <a:pt x="1012707" y="1309016"/>
                  <a:pt x="1020040" y="1294609"/>
                  <a:pt x="1023251" y="1280160"/>
                </a:cubicBezTo>
                <a:cubicBezTo>
                  <a:pt x="1030540" y="1247360"/>
                  <a:pt x="1030972" y="1248289"/>
                  <a:pt x="1040668" y="1219200"/>
                </a:cubicBezTo>
                <a:cubicBezTo>
                  <a:pt x="1037765" y="1210491"/>
                  <a:pt x="1038451" y="1199565"/>
                  <a:pt x="1031960" y="1193074"/>
                </a:cubicBezTo>
                <a:cubicBezTo>
                  <a:pt x="1025469" y="1186583"/>
                  <a:pt x="1014045" y="1188470"/>
                  <a:pt x="1005834" y="1184365"/>
                </a:cubicBezTo>
                <a:cubicBezTo>
                  <a:pt x="996473" y="1179684"/>
                  <a:pt x="987585" y="1173840"/>
                  <a:pt x="979708" y="1166948"/>
                </a:cubicBezTo>
                <a:cubicBezTo>
                  <a:pt x="964260" y="1153431"/>
                  <a:pt x="936165" y="1123405"/>
                  <a:pt x="936165" y="1123405"/>
                </a:cubicBezTo>
                <a:cubicBezTo>
                  <a:pt x="915287" y="1060767"/>
                  <a:pt x="940618" y="1138989"/>
                  <a:pt x="918748" y="1062445"/>
                </a:cubicBezTo>
                <a:cubicBezTo>
                  <a:pt x="916226" y="1053619"/>
                  <a:pt x="912943" y="1045028"/>
                  <a:pt x="910040" y="1036320"/>
                </a:cubicBezTo>
                <a:cubicBezTo>
                  <a:pt x="912943" y="984068"/>
                  <a:pt x="913786" y="931662"/>
                  <a:pt x="918748" y="879565"/>
                </a:cubicBezTo>
                <a:cubicBezTo>
                  <a:pt x="919618" y="870427"/>
                  <a:pt x="921722" y="860608"/>
                  <a:pt x="927457" y="853440"/>
                </a:cubicBezTo>
                <a:cubicBezTo>
                  <a:pt x="939734" y="838094"/>
                  <a:pt x="962498" y="833051"/>
                  <a:pt x="979708" y="827314"/>
                </a:cubicBezTo>
                <a:cubicBezTo>
                  <a:pt x="985514" y="818605"/>
                  <a:pt x="995404" y="811512"/>
                  <a:pt x="997125" y="801188"/>
                </a:cubicBezTo>
                <a:cubicBezTo>
                  <a:pt x="998634" y="792134"/>
                  <a:pt x="993140" y="782934"/>
                  <a:pt x="988417" y="775063"/>
                </a:cubicBezTo>
                <a:cubicBezTo>
                  <a:pt x="980143" y="761273"/>
                  <a:pt x="956743" y="748140"/>
                  <a:pt x="944874" y="740228"/>
                </a:cubicBezTo>
                <a:cubicBezTo>
                  <a:pt x="891268" y="659820"/>
                  <a:pt x="959675" y="758729"/>
                  <a:pt x="910040" y="696685"/>
                </a:cubicBezTo>
                <a:cubicBezTo>
                  <a:pt x="903502" y="688512"/>
                  <a:pt x="898429" y="679268"/>
                  <a:pt x="892623" y="670560"/>
                </a:cubicBezTo>
                <a:cubicBezTo>
                  <a:pt x="892824" y="668953"/>
                  <a:pt x="905554" y="559407"/>
                  <a:pt x="910040" y="548640"/>
                </a:cubicBezTo>
                <a:cubicBezTo>
                  <a:pt x="918091" y="529317"/>
                  <a:pt x="935513" y="515111"/>
                  <a:pt x="944874" y="496388"/>
                </a:cubicBezTo>
                <a:cubicBezTo>
                  <a:pt x="966972" y="452193"/>
                  <a:pt x="955090" y="472356"/>
                  <a:pt x="979708" y="435428"/>
                </a:cubicBezTo>
                <a:cubicBezTo>
                  <a:pt x="982611" y="423817"/>
                  <a:pt x="988417" y="412563"/>
                  <a:pt x="988417" y="400594"/>
                </a:cubicBezTo>
                <a:cubicBezTo>
                  <a:pt x="988417" y="286761"/>
                  <a:pt x="987115" y="337765"/>
                  <a:pt x="971000" y="278674"/>
                </a:cubicBezTo>
                <a:cubicBezTo>
                  <a:pt x="964702" y="255580"/>
                  <a:pt x="961153" y="231714"/>
                  <a:pt x="953583" y="209005"/>
                </a:cubicBezTo>
                <a:cubicBezTo>
                  <a:pt x="937303" y="160169"/>
                  <a:pt x="947102" y="191791"/>
                  <a:pt x="927457" y="113211"/>
                </a:cubicBezTo>
                <a:cubicBezTo>
                  <a:pt x="914297" y="60572"/>
                  <a:pt x="922529" y="89722"/>
                  <a:pt x="901331" y="26125"/>
                </a:cubicBezTo>
                <a:lnTo>
                  <a:pt x="892623" y="0"/>
                </a:lnTo>
                <a:cubicBezTo>
                  <a:pt x="886489" y="42939"/>
                  <a:pt x="886404" y="58463"/>
                  <a:pt x="875205" y="95794"/>
                </a:cubicBezTo>
                <a:cubicBezTo>
                  <a:pt x="858793" y="150500"/>
                  <a:pt x="859118" y="136036"/>
                  <a:pt x="849080" y="182880"/>
                </a:cubicBezTo>
                <a:cubicBezTo>
                  <a:pt x="842877" y="211826"/>
                  <a:pt x="844902" y="243487"/>
                  <a:pt x="831663" y="269965"/>
                </a:cubicBezTo>
                <a:cubicBezTo>
                  <a:pt x="819742" y="293805"/>
                  <a:pt x="813241" y="310409"/>
                  <a:pt x="796828" y="330925"/>
                </a:cubicBezTo>
                <a:cubicBezTo>
                  <a:pt x="775231" y="357922"/>
                  <a:pt x="779861" y="338735"/>
                  <a:pt x="761994" y="374468"/>
                </a:cubicBezTo>
                <a:cubicBezTo>
                  <a:pt x="757889" y="382679"/>
                  <a:pt x="757839" y="392624"/>
                  <a:pt x="753285" y="400594"/>
                </a:cubicBezTo>
                <a:cubicBezTo>
                  <a:pt x="746084" y="413196"/>
                  <a:pt x="734852" y="423120"/>
                  <a:pt x="727160" y="435428"/>
                </a:cubicBezTo>
                <a:cubicBezTo>
                  <a:pt x="708186" y="465787"/>
                  <a:pt x="709393" y="471664"/>
                  <a:pt x="701034" y="505097"/>
                </a:cubicBezTo>
                <a:cubicBezTo>
                  <a:pt x="720950" y="963148"/>
                  <a:pt x="701034" y="396766"/>
                  <a:pt x="701034" y="1027611"/>
                </a:cubicBezTo>
                <a:cubicBezTo>
                  <a:pt x="701034" y="1062566"/>
                  <a:pt x="705123" y="1097466"/>
                  <a:pt x="709743" y="1132114"/>
                </a:cubicBezTo>
                <a:cubicBezTo>
                  <a:pt x="710956" y="1141213"/>
                  <a:pt x="712943" y="1150896"/>
                  <a:pt x="718451" y="1158240"/>
                </a:cubicBezTo>
                <a:cubicBezTo>
                  <a:pt x="718459" y="1158250"/>
                  <a:pt x="778825" y="1218613"/>
                  <a:pt x="788120" y="1227908"/>
                </a:cubicBezTo>
                <a:lnTo>
                  <a:pt x="814245" y="1254034"/>
                </a:lnTo>
                <a:cubicBezTo>
                  <a:pt x="820051" y="1259840"/>
                  <a:pt x="824319" y="1267779"/>
                  <a:pt x="831663" y="1271451"/>
                </a:cubicBezTo>
                <a:cubicBezTo>
                  <a:pt x="859882" y="1285561"/>
                  <a:pt x="889734" y="1298321"/>
                  <a:pt x="910040" y="1323703"/>
                </a:cubicBezTo>
                <a:cubicBezTo>
                  <a:pt x="929404" y="1347908"/>
                  <a:pt x="933614" y="1362405"/>
                  <a:pt x="944874" y="1393371"/>
                </a:cubicBezTo>
                <a:cubicBezTo>
                  <a:pt x="951148" y="1410625"/>
                  <a:pt x="962291" y="1445623"/>
                  <a:pt x="962291" y="1445623"/>
                </a:cubicBezTo>
                <a:cubicBezTo>
                  <a:pt x="959388" y="1454331"/>
                  <a:pt x="960751" y="1466014"/>
                  <a:pt x="953583" y="1471748"/>
                </a:cubicBezTo>
                <a:cubicBezTo>
                  <a:pt x="944237" y="1479225"/>
                  <a:pt x="930717" y="1480457"/>
                  <a:pt x="918748" y="1480457"/>
                </a:cubicBezTo>
                <a:cubicBezTo>
                  <a:pt x="867848" y="1480457"/>
                  <a:pt x="834438" y="1472303"/>
                  <a:pt x="788120" y="1463040"/>
                </a:cubicBezTo>
                <a:cubicBezTo>
                  <a:pt x="770703" y="1454331"/>
                  <a:pt x="752963" y="1446239"/>
                  <a:pt x="735868" y="1436914"/>
                </a:cubicBezTo>
                <a:cubicBezTo>
                  <a:pt x="671233" y="1401659"/>
                  <a:pt x="715553" y="1418530"/>
                  <a:pt x="666200" y="1402080"/>
                </a:cubicBezTo>
                <a:cubicBezTo>
                  <a:pt x="657491" y="1396274"/>
                  <a:pt x="648247" y="1391201"/>
                  <a:pt x="640074" y="1384663"/>
                </a:cubicBezTo>
                <a:cubicBezTo>
                  <a:pt x="633663" y="1379534"/>
                  <a:pt x="630708" y="1368855"/>
                  <a:pt x="622657" y="1367245"/>
                </a:cubicBezTo>
                <a:cubicBezTo>
                  <a:pt x="613656" y="1365445"/>
                  <a:pt x="605240" y="1373051"/>
                  <a:pt x="596531" y="1375954"/>
                </a:cubicBezTo>
                <a:cubicBezTo>
                  <a:pt x="571351" y="1401134"/>
                  <a:pt x="556836" y="1413726"/>
                  <a:pt x="535571" y="1445623"/>
                </a:cubicBezTo>
                <a:cubicBezTo>
                  <a:pt x="528370" y="1456425"/>
                  <a:pt x="524595" y="1469186"/>
                  <a:pt x="518154" y="1480457"/>
                </a:cubicBezTo>
                <a:cubicBezTo>
                  <a:pt x="512961" y="1489544"/>
                  <a:pt x="504988" y="1497019"/>
                  <a:pt x="500737" y="1506583"/>
                </a:cubicBezTo>
                <a:cubicBezTo>
                  <a:pt x="493281" y="1523360"/>
                  <a:pt x="489126" y="1541417"/>
                  <a:pt x="483320" y="1558834"/>
                </a:cubicBezTo>
                <a:cubicBezTo>
                  <a:pt x="480417" y="1567543"/>
                  <a:pt x="476837" y="1576054"/>
                  <a:pt x="474611" y="1584960"/>
                </a:cubicBezTo>
                <a:cubicBezTo>
                  <a:pt x="471708" y="1596571"/>
                  <a:pt x="470106" y="1608587"/>
                  <a:pt x="465903" y="1619794"/>
                </a:cubicBezTo>
                <a:cubicBezTo>
                  <a:pt x="461345" y="1631949"/>
                  <a:pt x="453758" y="1642765"/>
                  <a:pt x="448485" y="1654628"/>
                </a:cubicBezTo>
                <a:cubicBezTo>
                  <a:pt x="429819" y="1696625"/>
                  <a:pt x="435092" y="1695483"/>
                  <a:pt x="413651" y="1733005"/>
                </a:cubicBezTo>
                <a:cubicBezTo>
                  <a:pt x="408458" y="1742092"/>
                  <a:pt x="403187" y="1751308"/>
                  <a:pt x="396234" y="1759131"/>
                </a:cubicBezTo>
                <a:cubicBezTo>
                  <a:pt x="379870" y="1777541"/>
                  <a:pt x="361400" y="1793966"/>
                  <a:pt x="343983" y="1811383"/>
                </a:cubicBezTo>
                <a:lnTo>
                  <a:pt x="291731" y="1863634"/>
                </a:lnTo>
                <a:cubicBezTo>
                  <a:pt x="283022" y="1872343"/>
                  <a:pt x="275852" y="1882928"/>
                  <a:pt x="265605" y="1889760"/>
                </a:cubicBezTo>
                <a:cubicBezTo>
                  <a:pt x="256897" y="1895566"/>
                  <a:pt x="247303" y="1900224"/>
                  <a:pt x="239480" y="1907177"/>
                </a:cubicBezTo>
                <a:cubicBezTo>
                  <a:pt x="221070" y="1923541"/>
                  <a:pt x="187228" y="1959428"/>
                  <a:pt x="187228" y="1959428"/>
                </a:cubicBezTo>
                <a:lnTo>
                  <a:pt x="169811" y="2011680"/>
                </a:lnTo>
                <a:lnTo>
                  <a:pt x="161103" y="2037805"/>
                </a:lnTo>
                <a:cubicBezTo>
                  <a:pt x="158200" y="2072639"/>
                  <a:pt x="156730" y="2107623"/>
                  <a:pt x="152394" y="2142308"/>
                </a:cubicBezTo>
                <a:cubicBezTo>
                  <a:pt x="150909" y="2154185"/>
                  <a:pt x="147470" y="2165788"/>
                  <a:pt x="143685" y="2177143"/>
                </a:cubicBezTo>
                <a:cubicBezTo>
                  <a:pt x="136221" y="2199534"/>
                  <a:pt x="120988" y="2234279"/>
                  <a:pt x="108851" y="2255520"/>
                </a:cubicBezTo>
                <a:cubicBezTo>
                  <a:pt x="103658" y="2264607"/>
                  <a:pt x="96627" y="2272558"/>
                  <a:pt x="91434" y="2281645"/>
                </a:cubicBezTo>
                <a:cubicBezTo>
                  <a:pt x="84993" y="2292917"/>
                  <a:pt x="80458" y="2305208"/>
                  <a:pt x="74017" y="2316480"/>
                </a:cubicBezTo>
                <a:cubicBezTo>
                  <a:pt x="39928" y="2376136"/>
                  <a:pt x="73506" y="2314259"/>
                  <a:pt x="39183" y="2360023"/>
                </a:cubicBezTo>
                <a:cubicBezTo>
                  <a:pt x="26623" y="2376769"/>
                  <a:pt x="-13069" y="2423885"/>
                  <a:pt x="4348" y="2412274"/>
                </a:cubicBezTo>
                <a:cubicBezTo>
                  <a:pt x="94740" y="2352014"/>
                  <a:pt x="-45201" y="2443746"/>
                  <a:pt x="65308" y="2377440"/>
                </a:cubicBezTo>
                <a:cubicBezTo>
                  <a:pt x="83258" y="2366670"/>
                  <a:pt x="100143" y="2354217"/>
                  <a:pt x="117560" y="2342605"/>
                </a:cubicBezTo>
                <a:cubicBezTo>
                  <a:pt x="126268" y="2336799"/>
                  <a:pt x="135312" y="2331468"/>
                  <a:pt x="143685" y="2325188"/>
                </a:cubicBezTo>
                <a:cubicBezTo>
                  <a:pt x="155297" y="2316480"/>
                  <a:pt x="167672" y="2308706"/>
                  <a:pt x="178520" y="2299063"/>
                </a:cubicBezTo>
                <a:cubicBezTo>
                  <a:pt x="193862" y="2285426"/>
                  <a:pt x="222063" y="2255520"/>
                  <a:pt x="222063" y="2255520"/>
                </a:cubicBezTo>
                <a:cubicBezTo>
                  <a:pt x="227869" y="2243908"/>
                  <a:pt x="234207" y="2232548"/>
                  <a:pt x="239480" y="2220685"/>
                </a:cubicBezTo>
                <a:cubicBezTo>
                  <a:pt x="245829" y="2206400"/>
                  <a:pt x="249906" y="2191125"/>
                  <a:pt x="256897" y="2177143"/>
                </a:cubicBezTo>
                <a:cubicBezTo>
                  <a:pt x="261578" y="2167782"/>
                  <a:pt x="269121" y="2160104"/>
                  <a:pt x="274314" y="2151017"/>
                </a:cubicBezTo>
                <a:cubicBezTo>
                  <a:pt x="280755" y="2139746"/>
                  <a:pt x="286459" y="2128046"/>
                  <a:pt x="291731" y="2116183"/>
                </a:cubicBezTo>
                <a:cubicBezTo>
                  <a:pt x="298080" y="2101898"/>
                  <a:pt x="302799" y="2086925"/>
                  <a:pt x="309148" y="2072640"/>
                </a:cubicBezTo>
                <a:cubicBezTo>
                  <a:pt x="314420" y="2060777"/>
                  <a:pt x="321451" y="2049737"/>
                  <a:pt x="326565" y="2037805"/>
                </a:cubicBezTo>
                <a:cubicBezTo>
                  <a:pt x="330181" y="2029368"/>
                  <a:pt x="331658" y="2020117"/>
                  <a:pt x="335274" y="2011680"/>
                </a:cubicBezTo>
                <a:cubicBezTo>
                  <a:pt x="340388" y="1999748"/>
                  <a:pt x="346012" y="1987977"/>
                  <a:pt x="352691" y="1976845"/>
                </a:cubicBezTo>
                <a:cubicBezTo>
                  <a:pt x="363461" y="1958895"/>
                  <a:pt x="380905" y="1944452"/>
                  <a:pt x="387525" y="1924594"/>
                </a:cubicBezTo>
                <a:cubicBezTo>
                  <a:pt x="390428" y="1915885"/>
                  <a:pt x="391679" y="1906438"/>
                  <a:pt x="396234" y="1898468"/>
                </a:cubicBezTo>
                <a:cubicBezTo>
                  <a:pt x="403435" y="1885866"/>
                  <a:pt x="412097" y="1873897"/>
                  <a:pt x="422360" y="1863634"/>
                </a:cubicBezTo>
                <a:cubicBezTo>
                  <a:pt x="429761" y="1856233"/>
                  <a:pt x="439398" y="1851410"/>
                  <a:pt x="448485" y="1846217"/>
                </a:cubicBezTo>
                <a:cubicBezTo>
                  <a:pt x="472440" y="1832528"/>
                  <a:pt x="501203" y="1820714"/>
                  <a:pt x="526863" y="1811383"/>
                </a:cubicBezTo>
                <a:cubicBezTo>
                  <a:pt x="544117" y="1805109"/>
                  <a:pt x="579114" y="1793965"/>
                  <a:pt x="579114" y="1793965"/>
                </a:cubicBezTo>
                <a:cubicBezTo>
                  <a:pt x="590725" y="1785257"/>
                  <a:pt x="602137" y="1776276"/>
                  <a:pt x="613948" y="1767840"/>
                </a:cubicBezTo>
                <a:cubicBezTo>
                  <a:pt x="635075" y="1752750"/>
                  <a:pt x="641954" y="1752426"/>
                  <a:pt x="657491" y="1733005"/>
                </a:cubicBezTo>
                <a:cubicBezTo>
                  <a:pt x="664029" y="1724832"/>
                  <a:pt x="668208" y="1714920"/>
                  <a:pt x="674908" y="1706880"/>
                </a:cubicBezTo>
                <a:cubicBezTo>
                  <a:pt x="682793" y="1697419"/>
                  <a:pt x="693150" y="1690215"/>
                  <a:pt x="701034" y="1680754"/>
                </a:cubicBezTo>
                <a:cubicBezTo>
                  <a:pt x="707734" y="1672713"/>
                  <a:pt x="711559" y="1662505"/>
                  <a:pt x="718451" y="1654628"/>
                </a:cubicBezTo>
                <a:cubicBezTo>
                  <a:pt x="754112" y="1613873"/>
                  <a:pt x="752708" y="1617276"/>
                  <a:pt x="788120" y="1593668"/>
                </a:cubicBezTo>
                <a:cubicBezTo>
                  <a:pt x="906514" y="1600633"/>
                  <a:pt x="923146" y="1594768"/>
                  <a:pt x="1023251" y="1619794"/>
                </a:cubicBezTo>
                <a:lnTo>
                  <a:pt x="1092920" y="1637211"/>
                </a:lnTo>
                <a:cubicBezTo>
                  <a:pt x="1078406" y="1640114"/>
                  <a:pt x="1063826" y="1642709"/>
                  <a:pt x="1049377" y="1645920"/>
                </a:cubicBezTo>
                <a:cubicBezTo>
                  <a:pt x="1037693" y="1648516"/>
                  <a:pt x="1026246" y="1652120"/>
                  <a:pt x="1014543" y="1654628"/>
                </a:cubicBezTo>
                <a:cubicBezTo>
                  <a:pt x="975879" y="1662913"/>
                  <a:pt x="898042" y="1676045"/>
                  <a:pt x="857788" y="1689463"/>
                </a:cubicBezTo>
                <a:lnTo>
                  <a:pt x="805537" y="1706880"/>
                </a:lnTo>
                <a:cubicBezTo>
                  <a:pt x="796828" y="1709783"/>
                  <a:pt x="787934" y="1712179"/>
                  <a:pt x="779411" y="1715588"/>
                </a:cubicBezTo>
                <a:lnTo>
                  <a:pt x="735868" y="1733005"/>
                </a:lnTo>
                <a:cubicBezTo>
                  <a:pt x="730062" y="1738811"/>
                  <a:pt x="723580" y="1744012"/>
                  <a:pt x="718451" y="1750423"/>
                </a:cubicBezTo>
                <a:cubicBezTo>
                  <a:pt x="711913" y="1758596"/>
                  <a:pt x="707117" y="1768031"/>
                  <a:pt x="701034" y="1776548"/>
                </a:cubicBezTo>
                <a:cubicBezTo>
                  <a:pt x="692598" y="1788359"/>
                  <a:pt x="683617" y="1799771"/>
                  <a:pt x="674908" y="1811383"/>
                </a:cubicBezTo>
                <a:cubicBezTo>
                  <a:pt x="670806" y="1827793"/>
                  <a:pt x="658412" y="1875025"/>
                  <a:pt x="657491" y="1889760"/>
                </a:cubicBezTo>
                <a:cubicBezTo>
                  <a:pt x="652599" y="1968038"/>
                  <a:pt x="653134" y="2046581"/>
                  <a:pt x="648783" y="2124891"/>
                </a:cubicBezTo>
                <a:cubicBezTo>
                  <a:pt x="643499" y="2220003"/>
                  <a:pt x="649430" y="2177864"/>
                  <a:pt x="622657" y="2238103"/>
                </a:cubicBezTo>
                <a:cubicBezTo>
                  <a:pt x="616308" y="2252388"/>
                  <a:pt x="614204" y="2268839"/>
                  <a:pt x="605240" y="2281645"/>
                </a:cubicBezTo>
                <a:cubicBezTo>
                  <a:pt x="593469" y="2298461"/>
                  <a:pt x="576211" y="2310674"/>
                  <a:pt x="561697" y="2325188"/>
                </a:cubicBezTo>
                <a:cubicBezTo>
                  <a:pt x="550086" y="2336800"/>
                  <a:pt x="540526" y="2350914"/>
                  <a:pt x="526863" y="2360023"/>
                </a:cubicBezTo>
                <a:cubicBezTo>
                  <a:pt x="490490" y="2384271"/>
                  <a:pt x="508138" y="2370039"/>
                  <a:pt x="474611" y="2403565"/>
                </a:cubicBezTo>
                <a:cubicBezTo>
                  <a:pt x="464703" y="2423381"/>
                  <a:pt x="448485" y="2449522"/>
                  <a:pt x="448485" y="2473234"/>
                </a:cubicBezTo>
                <a:cubicBezTo>
                  <a:pt x="448485" y="2482414"/>
                  <a:pt x="449948" y="2493724"/>
                  <a:pt x="457194" y="2499360"/>
                </a:cubicBezTo>
                <a:cubicBezTo>
                  <a:pt x="495264" y="2528970"/>
                  <a:pt x="521175" y="2532772"/>
                  <a:pt x="561697" y="2542903"/>
                </a:cubicBezTo>
                <a:cubicBezTo>
                  <a:pt x="570406" y="2548709"/>
                  <a:pt x="577499" y="2562041"/>
                  <a:pt x="587823" y="2560320"/>
                </a:cubicBezTo>
                <a:cubicBezTo>
                  <a:pt x="599971" y="2558295"/>
                  <a:pt x="606064" y="2543655"/>
                  <a:pt x="613948" y="2534194"/>
                </a:cubicBezTo>
                <a:cubicBezTo>
                  <a:pt x="629316" y="2515752"/>
                  <a:pt x="634414" y="2494369"/>
                  <a:pt x="657491" y="2481943"/>
                </a:cubicBezTo>
                <a:cubicBezTo>
                  <a:pt x="685019" y="2467120"/>
                  <a:pt x="714245" y="2454690"/>
                  <a:pt x="744577" y="2447108"/>
                </a:cubicBezTo>
                <a:cubicBezTo>
                  <a:pt x="829529" y="2425871"/>
                  <a:pt x="723452" y="2451802"/>
                  <a:pt x="822954" y="2429691"/>
                </a:cubicBezTo>
                <a:cubicBezTo>
                  <a:pt x="834638" y="2427095"/>
                  <a:pt x="846177" y="2423886"/>
                  <a:pt x="857788" y="2420983"/>
                </a:cubicBezTo>
                <a:cubicBezTo>
                  <a:pt x="865799" y="2412971"/>
                  <a:pt x="892074" y="2388972"/>
                  <a:pt x="892623" y="2377440"/>
                </a:cubicBezTo>
                <a:cubicBezTo>
                  <a:pt x="897388" y="2277377"/>
                  <a:pt x="890135" y="2251786"/>
                  <a:pt x="875205" y="2177143"/>
                </a:cubicBezTo>
                <a:cubicBezTo>
                  <a:pt x="878108" y="2075543"/>
                  <a:pt x="879191" y="1973875"/>
                  <a:pt x="883914" y="1872343"/>
                </a:cubicBezTo>
                <a:cubicBezTo>
                  <a:pt x="885681" y="1834361"/>
                  <a:pt x="891257" y="1803101"/>
                  <a:pt x="901331" y="1767840"/>
                </a:cubicBezTo>
                <a:cubicBezTo>
                  <a:pt x="903853" y="1759013"/>
                  <a:pt x="904948" y="1749352"/>
                  <a:pt x="910040" y="1741714"/>
                </a:cubicBezTo>
                <a:cubicBezTo>
                  <a:pt x="916871" y="1731467"/>
                  <a:pt x="927457" y="1724297"/>
                  <a:pt x="936165" y="1715588"/>
                </a:cubicBezTo>
                <a:cubicBezTo>
                  <a:pt x="988417" y="1718491"/>
                  <a:pt x="1040769" y="1719951"/>
                  <a:pt x="1092920" y="1724297"/>
                </a:cubicBezTo>
                <a:cubicBezTo>
                  <a:pt x="1117078" y="1726310"/>
                  <a:pt x="1155086" y="1734594"/>
                  <a:pt x="1180005" y="1741714"/>
                </a:cubicBezTo>
                <a:cubicBezTo>
                  <a:pt x="1188832" y="1744236"/>
                  <a:pt x="1197422" y="1747520"/>
                  <a:pt x="1206131" y="1750423"/>
                </a:cubicBezTo>
                <a:cubicBezTo>
                  <a:pt x="1209034" y="1759131"/>
                  <a:pt x="1214840" y="1767369"/>
                  <a:pt x="1214840" y="1776548"/>
                </a:cubicBezTo>
                <a:cubicBezTo>
                  <a:pt x="1214840" y="1790366"/>
                  <a:pt x="1200781" y="1839256"/>
                  <a:pt x="1197423" y="1854925"/>
                </a:cubicBezTo>
                <a:cubicBezTo>
                  <a:pt x="1191220" y="1883871"/>
                  <a:pt x="1180005" y="1942011"/>
                  <a:pt x="1180005" y="1942011"/>
                </a:cubicBezTo>
                <a:cubicBezTo>
                  <a:pt x="1184346" y="2054859"/>
                  <a:pt x="1185085" y="2161892"/>
                  <a:pt x="1197423" y="2272937"/>
                </a:cubicBezTo>
                <a:cubicBezTo>
                  <a:pt x="1199373" y="2290486"/>
                  <a:pt x="1203446" y="2307736"/>
                  <a:pt x="1206131" y="2325188"/>
                </a:cubicBezTo>
                <a:cubicBezTo>
                  <a:pt x="1209252" y="2345476"/>
                  <a:pt x="1211719" y="2365860"/>
                  <a:pt x="1214840" y="2386148"/>
                </a:cubicBezTo>
                <a:cubicBezTo>
                  <a:pt x="1217525" y="2403600"/>
                  <a:pt x="1220863" y="2420948"/>
                  <a:pt x="1223548" y="2438400"/>
                </a:cubicBezTo>
                <a:cubicBezTo>
                  <a:pt x="1226669" y="2458688"/>
                  <a:pt x="1229056" y="2479085"/>
                  <a:pt x="1232257" y="2499360"/>
                </a:cubicBezTo>
                <a:cubicBezTo>
                  <a:pt x="1237765" y="2534243"/>
                  <a:pt x="1243868" y="2569029"/>
                  <a:pt x="1249674" y="2603863"/>
                </a:cubicBezTo>
                <a:cubicBezTo>
                  <a:pt x="1252577" y="2621280"/>
                  <a:pt x="1255886" y="2638634"/>
                  <a:pt x="1258383" y="2656114"/>
                </a:cubicBezTo>
                <a:cubicBezTo>
                  <a:pt x="1261286" y="2676434"/>
                  <a:pt x="1263717" y="2696827"/>
                  <a:pt x="1267091" y="2717074"/>
                </a:cubicBezTo>
                <a:cubicBezTo>
                  <a:pt x="1276012" y="2770601"/>
                  <a:pt x="1277245" y="2754761"/>
                  <a:pt x="1284508" y="2812868"/>
                </a:cubicBezTo>
                <a:cubicBezTo>
                  <a:pt x="1291029" y="2865035"/>
                  <a:pt x="1295404" y="2917456"/>
                  <a:pt x="1301925" y="2969623"/>
                </a:cubicBezTo>
                <a:cubicBezTo>
                  <a:pt x="1314970" y="3073976"/>
                  <a:pt x="1308690" y="3015968"/>
                  <a:pt x="1319343" y="3143794"/>
                </a:cubicBezTo>
                <a:cubicBezTo>
                  <a:pt x="1313189" y="3199178"/>
                  <a:pt x="1324110" y="3221803"/>
                  <a:pt x="1284508" y="3257005"/>
                </a:cubicBezTo>
                <a:cubicBezTo>
                  <a:pt x="1268863" y="3270912"/>
                  <a:pt x="1252116" y="3285221"/>
                  <a:pt x="1232257" y="3291840"/>
                </a:cubicBezTo>
                <a:lnTo>
                  <a:pt x="1180005" y="3309257"/>
                </a:lnTo>
                <a:cubicBezTo>
                  <a:pt x="1171297" y="3317966"/>
                  <a:pt x="1163341" y="3327499"/>
                  <a:pt x="1153880" y="3335383"/>
                </a:cubicBezTo>
                <a:cubicBezTo>
                  <a:pt x="1145839" y="3342084"/>
                  <a:pt x="1134293" y="3344627"/>
                  <a:pt x="1127754" y="3352800"/>
                </a:cubicBezTo>
                <a:cubicBezTo>
                  <a:pt x="1122019" y="3359968"/>
                  <a:pt x="1121948" y="3370217"/>
                  <a:pt x="1119045" y="3378925"/>
                </a:cubicBezTo>
                <a:cubicBezTo>
                  <a:pt x="1116142" y="3396342"/>
                  <a:pt x="1113800" y="3413862"/>
                  <a:pt x="1110337" y="3431177"/>
                </a:cubicBezTo>
                <a:cubicBezTo>
                  <a:pt x="1107990" y="3442913"/>
                  <a:pt x="1090923" y="3471364"/>
                  <a:pt x="1101628" y="3466011"/>
                </a:cubicBezTo>
                <a:cubicBezTo>
                  <a:pt x="1127331" y="3453159"/>
                  <a:pt x="1139598" y="3422293"/>
                  <a:pt x="1162588" y="3405051"/>
                </a:cubicBezTo>
                <a:cubicBezTo>
                  <a:pt x="1174200" y="3396342"/>
                  <a:pt x="1185346" y="3386976"/>
                  <a:pt x="1197423" y="3378925"/>
                </a:cubicBezTo>
                <a:cubicBezTo>
                  <a:pt x="1211506" y="3369536"/>
                  <a:pt x="1227192" y="3362638"/>
                  <a:pt x="1240965" y="3352800"/>
                </a:cubicBezTo>
                <a:cubicBezTo>
                  <a:pt x="1247646" y="3348028"/>
                  <a:pt x="1251039" y="3339055"/>
                  <a:pt x="1258383" y="3335383"/>
                </a:cubicBezTo>
                <a:cubicBezTo>
                  <a:pt x="1269088" y="3330030"/>
                  <a:pt x="1281606" y="3329577"/>
                  <a:pt x="1293217" y="3326674"/>
                </a:cubicBezTo>
                <a:cubicBezTo>
                  <a:pt x="1301926" y="3320868"/>
                  <a:pt x="1309982" y="3313938"/>
                  <a:pt x="1319343" y="3309257"/>
                </a:cubicBezTo>
                <a:cubicBezTo>
                  <a:pt x="1339983" y="3298937"/>
                  <a:pt x="1362565" y="3290548"/>
                  <a:pt x="1336760" y="3326674"/>
                </a:cubicBezTo>
                <a:cubicBezTo>
                  <a:pt x="1317564" y="3353549"/>
                  <a:pt x="1300904" y="3362189"/>
                  <a:pt x="1275800" y="3378925"/>
                </a:cubicBezTo>
                <a:cubicBezTo>
                  <a:pt x="1258311" y="3405159"/>
                  <a:pt x="1254221" y="3408954"/>
                  <a:pt x="1240965" y="3439885"/>
                </a:cubicBezTo>
                <a:cubicBezTo>
                  <a:pt x="1232021" y="3460754"/>
                  <a:pt x="1229857" y="3478764"/>
                  <a:pt x="1223548" y="3500845"/>
                </a:cubicBezTo>
                <a:cubicBezTo>
                  <a:pt x="1221026" y="3509671"/>
                  <a:pt x="1206630" y="3522866"/>
                  <a:pt x="1214840" y="3526971"/>
                </a:cubicBezTo>
                <a:cubicBezTo>
                  <a:pt x="1224201" y="3531652"/>
                  <a:pt x="1232257" y="3515360"/>
                  <a:pt x="1240965" y="3509554"/>
                </a:cubicBezTo>
                <a:cubicBezTo>
                  <a:pt x="1246771" y="3500845"/>
                  <a:pt x="1252299" y="3491945"/>
                  <a:pt x="1258383" y="3483428"/>
                </a:cubicBezTo>
                <a:cubicBezTo>
                  <a:pt x="1266819" y="3471617"/>
                  <a:pt x="1276659" y="3460803"/>
                  <a:pt x="1284508" y="3448594"/>
                </a:cubicBezTo>
                <a:cubicBezTo>
                  <a:pt x="1322260" y="3389869"/>
                  <a:pt x="1325867" y="3371095"/>
                  <a:pt x="1362885" y="3326674"/>
                </a:cubicBezTo>
                <a:cubicBezTo>
                  <a:pt x="1368141" y="3320366"/>
                  <a:pt x="1374497" y="3315063"/>
                  <a:pt x="1380303" y="3309257"/>
                </a:cubicBezTo>
                <a:cubicBezTo>
                  <a:pt x="1383206" y="3300548"/>
                  <a:pt x="1381373" y="3278039"/>
                  <a:pt x="1389011" y="3283131"/>
                </a:cubicBezTo>
                <a:cubicBezTo>
                  <a:pt x="1402018" y="3291802"/>
                  <a:pt x="1402315" y="3311592"/>
                  <a:pt x="1406428" y="3326674"/>
                </a:cubicBezTo>
                <a:cubicBezTo>
                  <a:pt x="1411074" y="3343709"/>
                  <a:pt x="1412452" y="3361473"/>
                  <a:pt x="1415137" y="3378925"/>
                </a:cubicBezTo>
                <a:cubicBezTo>
                  <a:pt x="1417349" y="3393302"/>
                  <a:pt x="1428207" y="3474748"/>
                  <a:pt x="1432554" y="3492137"/>
                </a:cubicBezTo>
                <a:cubicBezTo>
                  <a:pt x="1437007" y="3509948"/>
                  <a:pt x="1449971" y="3544388"/>
                  <a:pt x="1449971" y="3544388"/>
                </a:cubicBezTo>
                <a:cubicBezTo>
                  <a:pt x="1452874" y="3526971"/>
                  <a:pt x="1456979" y="3509712"/>
                  <a:pt x="1458680" y="3492137"/>
                </a:cubicBezTo>
                <a:cubicBezTo>
                  <a:pt x="1465693" y="3419672"/>
                  <a:pt x="1476097" y="3274423"/>
                  <a:pt x="1476097" y="3274423"/>
                </a:cubicBezTo>
                <a:cubicBezTo>
                  <a:pt x="1484806" y="3280229"/>
                  <a:pt x="1495412" y="3283893"/>
                  <a:pt x="1502223" y="3291840"/>
                </a:cubicBezTo>
                <a:cubicBezTo>
                  <a:pt x="1513238" y="3304691"/>
                  <a:pt x="1520778" y="3320244"/>
                  <a:pt x="1528348" y="3335383"/>
                </a:cubicBezTo>
                <a:cubicBezTo>
                  <a:pt x="1548078" y="3374844"/>
                  <a:pt x="1552045" y="3404044"/>
                  <a:pt x="1563183" y="3448594"/>
                </a:cubicBezTo>
                <a:cubicBezTo>
                  <a:pt x="1566086" y="3460205"/>
                  <a:pt x="1568106" y="3472074"/>
                  <a:pt x="1571891" y="3483428"/>
                </a:cubicBezTo>
                <a:lnTo>
                  <a:pt x="1580600" y="3509554"/>
                </a:lnTo>
                <a:cubicBezTo>
                  <a:pt x="1583503" y="3529874"/>
                  <a:pt x="1609834" y="3570514"/>
                  <a:pt x="1589308" y="3570514"/>
                </a:cubicBezTo>
                <a:cubicBezTo>
                  <a:pt x="1568175" y="3570514"/>
                  <a:pt x="1576319" y="3530218"/>
                  <a:pt x="1571891" y="3509554"/>
                </a:cubicBezTo>
                <a:cubicBezTo>
                  <a:pt x="1567590" y="3489483"/>
                  <a:pt x="1566750" y="3468808"/>
                  <a:pt x="1563183" y="3448594"/>
                </a:cubicBezTo>
                <a:cubicBezTo>
                  <a:pt x="1558038" y="3419441"/>
                  <a:pt x="1550382" y="3390749"/>
                  <a:pt x="1545765" y="3361508"/>
                </a:cubicBezTo>
                <a:cubicBezTo>
                  <a:pt x="1541665" y="3335543"/>
                  <a:pt x="1542212" y="3308907"/>
                  <a:pt x="1537057" y="3283131"/>
                </a:cubicBezTo>
                <a:cubicBezTo>
                  <a:pt x="1533457" y="3265128"/>
                  <a:pt x="1525446" y="3248297"/>
                  <a:pt x="1519640" y="3230880"/>
                </a:cubicBezTo>
                <a:cubicBezTo>
                  <a:pt x="1522543" y="3219268"/>
                  <a:pt x="1516379" y="3196045"/>
                  <a:pt x="1528348" y="3196045"/>
                </a:cubicBezTo>
                <a:cubicBezTo>
                  <a:pt x="1544769" y="3196045"/>
                  <a:pt x="1551571" y="3219268"/>
                  <a:pt x="1563183" y="3230880"/>
                </a:cubicBezTo>
                <a:cubicBezTo>
                  <a:pt x="1577697" y="3245394"/>
                  <a:pt x="1595339" y="3257344"/>
                  <a:pt x="1606725" y="3274423"/>
                </a:cubicBezTo>
                <a:cubicBezTo>
                  <a:pt x="1634368" y="3315887"/>
                  <a:pt x="1641125" y="3321340"/>
                  <a:pt x="1658977" y="3361508"/>
                </a:cubicBezTo>
                <a:cubicBezTo>
                  <a:pt x="1689550" y="3430298"/>
                  <a:pt x="1666076" y="3378829"/>
                  <a:pt x="1685103" y="3448594"/>
                </a:cubicBezTo>
                <a:cubicBezTo>
                  <a:pt x="1689934" y="3466306"/>
                  <a:pt x="1698068" y="3483034"/>
                  <a:pt x="1702520" y="3500845"/>
                </a:cubicBezTo>
                <a:lnTo>
                  <a:pt x="1711228" y="3535680"/>
                </a:lnTo>
                <a:cubicBezTo>
                  <a:pt x="1714131" y="3561806"/>
                  <a:pt x="1719937" y="3640343"/>
                  <a:pt x="1719937" y="3614057"/>
                </a:cubicBezTo>
                <a:cubicBezTo>
                  <a:pt x="1719937" y="3532384"/>
                  <a:pt x="1710822" y="3532429"/>
                  <a:pt x="1702520" y="3466011"/>
                </a:cubicBezTo>
                <a:cubicBezTo>
                  <a:pt x="1692498" y="3385831"/>
                  <a:pt x="1700936" y="3399508"/>
                  <a:pt x="1685103" y="3344091"/>
                </a:cubicBezTo>
                <a:cubicBezTo>
                  <a:pt x="1679437" y="3324260"/>
                  <a:pt x="1674243" y="3307106"/>
                  <a:pt x="1658977" y="3291840"/>
                </a:cubicBezTo>
                <a:cubicBezTo>
                  <a:pt x="1613709" y="3246573"/>
                  <a:pt x="1649909" y="3300099"/>
                  <a:pt x="1615434" y="3257005"/>
                </a:cubicBezTo>
                <a:cubicBezTo>
                  <a:pt x="1608896" y="3248832"/>
                  <a:pt x="1606190" y="3237418"/>
                  <a:pt x="1598017" y="3230880"/>
                </a:cubicBezTo>
                <a:cubicBezTo>
                  <a:pt x="1590849" y="3225145"/>
                  <a:pt x="1580946" y="3223680"/>
                  <a:pt x="1571891" y="3222171"/>
                </a:cubicBezTo>
                <a:cubicBezTo>
                  <a:pt x="1510026" y="3211860"/>
                  <a:pt x="1508028" y="3264263"/>
                  <a:pt x="1493514" y="3230880"/>
                </a:cubicBezTo>
                <a:close/>
              </a:path>
            </a:pathLst>
          </a:custGeom>
          <a:gradFill flip="none" rotWithShape="1">
            <a:gsLst>
              <a:gs pos="53000">
                <a:srgbClr val="CFB64E"/>
              </a:gs>
              <a:gs pos="82000">
                <a:srgbClr val="AB913D"/>
              </a:gs>
              <a:gs pos="40000">
                <a:srgbClr val="B57F39"/>
              </a:gs>
              <a:gs pos="67000">
                <a:srgbClr val="191916"/>
              </a:gs>
              <a:gs pos="62000">
                <a:srgbClr val="F3DA5E"/>
              </a:gs>
              <a:gs pos="19000">
                <a:srgbClr val="8E3C15"/>
              </a:gs>
            </a:gsLst>
            <a:lin ang="3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5D26339-6A4E-4E27-8823-44823E818E57}"/>
              </a:ext>
            </a:extLst>
          </p:cNvPr>
          <p:cNvGrpSpPr/>
          <p:nvPr/>
        </p:nvGrpSpPr>
        <p:grpSpPr>
          <a:xfrm flipH="1">
            <a:off x="502343" y="1027791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6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825431E7-79BA-7690-6AC8-D058C74D5625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825431E7-79BA-7690-6AC8-D058C74D562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7">
              <p14:nvContentPartPr>
                <p14:cNvPr id="20724" name="Ink 20723">
                  <a:extLst>
                    <a:ext uri="{FF2B5EF4-FFF2-40B4-BE49-F238E27FC236}">
                      <a16:creationId xmlns:a16="http://schemas.microsoft.com/office/drawing/2014/main" id="{6C97FEBC-4A2B-ABDE-C72D-9E97A1CD7EDE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20724" name="Ink 20723">
                  <a:extLst>
                    <a:ext uri="{FF2B5EF4-FFF2-40B4-BE49-F238E27FC236}">
                      <a16:creationId xmlns:a16="http://schemas.microsoft.com/office/drawing/2014/main" id="{6C97FEBC-4A2B-ABDE-C72D-9E97A1CD7ED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8">
              <p14:nvContentPartPr>
                <p14:cNvPr id="21217" name="Ink 21216">
                  <a:extLst>
                    <a:ext uri="{FF2B5EF4-FFF2-40B4-BE49-F238E27FC236}">
                      <a16:creationId xmlns:a16="http://schemas.microsoft.com/office/drawing/2014/main" id="{9D46EFCF-2532-A6A4-FEF3-3E7B0FF1AADC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21217" name="Ink 21216">
                  <a:extLst>
                    <a:ext uri="{FF2B5EF4-FFF2-40B4-BE49-F238E27FC236}">
                      <a16:creationId xmlns:a16="http://schemas.microsoft.com/office/drawing/2014/main" id="{9D46EFCF-2532-A6A4-FEF3-3E7B0FF1AAD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9">
              <p14:nvContentPartPr>
                <p14:cNvPr id="21218" name="Ink 21217">
                  <a:extLst>
                    <a:ext uri="{FF2B5EF4-FFF2-40B4-BE49-F238E27FC236}">
                      <a16:creationId xmlns:a16="http://schemas.microsoft.com/office/drawing/2014/main" id="{77024A8E-6840-4BCE-669E-E14B84FBEEBC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21218" name="Ink 21217">
                  <a:extLst>
                    <a:ext uri="{FF2B5EF4-FFF2-40B4-BE49-F238E27FC236}">
                      <a16:creationId xmlns:a16="http://schemas.microsoft.com/office/drawing/2014/main" id="{77024A8E-6840-4BCE-669E-E14B84FBEEB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2046" name="Group 92">
              <a:extLst>
                <a:ext uri="{FF2B5EF4-FFF2-40B4-BE49-F238E27FC236}">
                  <a16:creationId xmlns:a16="http://schemas.microsoft.com/office/drawing/2014/main" id="{0EB1FAF7-9E3F-D337-559E-0E4D7472EA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4950">
                <p14:nvContentPartPr>
                  <p14:cNvPr id="3571" name="Ink 3570">
                    <a:extLst>
                      <a:ext uri="{FF2B5EF4-FFF2-40B4-BE49-F238E27FC236}">
                        <a16:creationId xmlns:a16="http://schemas.microsoft.com/office/drawing/2014/main" id="{0786C5DF-46A1-92F2-6404-BABDB12EAD57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3571" name="Ink 3570">
                    <a:extLst>
                      <a:ext uri="{FF2B5EF4-FFF2-40B4-BE49-F238E27FC236}">
                        <a16:creationId xmlns:a16="http://schemas.microsoft.com/office/drawing/2014/main" id="{0786C5DF-46A1-92F2-6404-BABDB12EAD57}"/>
                      </a:ext>
                    </a:extLst>
                  </p:cNvPr>
                  <p:cNvPicPr/>
                  <p:nvPr/>
                </p:nvPicPr>
                <p:blipFill>
                  <a:blip r:embed="rId313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1">
                <p14:nvContentPartPr>
                  <p14:cNvPr id="3572" name="Ink 3571">
                    <a:extLst>
                      <a:ext uri="{FF2B5EF4-FFF2-40B4-BE49-F238E27FC236}">
                        <a16:creationId xmlns:a16="http://schemas.microsoft.com/office/drawing/2014/main" id="{0321BC52-7F2D-AE71-454A-656DF44DEE2C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3572" name="Ink 3571">
                    <a:extLst>
                      <a:ext uri="{FF2B5EF4-FFF2-40B4-BE49-F238E27FC236}">
                        <a16:creationId xmlns:a16="http://schemas.microsoft.com/office/drawing/2014/main" id="{0321BC52-7F2D-AE71-454A-656DF44DEE2C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2">
                <p14:nvContentPartPr>
                  <p14:cNvPr id="3573" name="Ink 3572">
                    <a:extLst>
                      <a:ext uri="{FF2B5EF4-FFF2-40B4-BE49-F238E27FC236}">
                        <a16:creationId xmlns:a16="http://schemas.microsoft.com/office/drawing/2014/main" id="{1FEA2C5A-296D-FBDA-AF2B-DDDB97A749E1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3573" name="Ink 3572">
                    <a:extLst>
                      <a:ext uri="{FF2B5EF4-FFF2-40B4-BE49-F238E27FC236}">
                        <a16:creationId xmlns:a16="http://schemas.microsoft.com/office/drawing/2014/main" id="{1FEA2C5A-296D-FBDA-AF2B-DDDB97A749E1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3">
                <p14:nvContentPartPr>
                  <p14:cNvPr id="3574" name="Ink 3573">
                    <a:extLst>
                      <a:ext uri="{FF2B5EF4-FFF2-40B4-BE49-F238E27FC236}">
                        <a16:creationId xmlns:a16="http://schemas.microsoft.com/office/drawing/2014/main" id="{A81CF985-16AA-6BB2-6003-C1DA406D7144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3574" name="Ink 3573">
                    <a:extLst>
                      <a:ext uri="{FF2B5EF4-FFF2-40B4-BE49-F238E27FC236}">
                        <a16:creationId xmlns:a16="http://schemas.microsoft.com/office/drawing/2014/main" id="{A81CF985-16AA-6BB2-6003-C1DA406D7144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4">
                <p14:nvContentPartPr>
                  <p14:cNvPr id="3575" name="Ink 3574">
                    <a:extLst>
                      <a:ext uri="{FF2B5EF4-FFF2-40B4-BE49-F238E27FC236}">
                        <a16:creationId xmlns:a16="http://schemas.microsoft.com/office/drawing/2014/main" id="{B1712FF8-07C6-A26E-619C-148F6B7F111B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3575" name="Ink 3574">
                    <a:extLst>
                      <a:ext uri="{FF2B5EF4-FFF2-40B4-BE49-F238E27FC236}">
                        <a16:creationId xmlns:a16="http://schemas.microsoft.com/office/drawing/2014/main" id="{B1712FF8-07C6-A26E-619C-148F6B7F111B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5">
                <p14:nvContentPartPr>
                  <p14:cNvPr id="3576" name="Ink 3575">
                    <a:extLst>
                      <a:ext uri="{FF2B5EF4-FFF2-40B4-BE49-F238E27FC236}">
                        <a16:creationId xmlns:a16="http://schemas.microsoft.com/office/drawing/2014/main" id="{908995ED-3C48-481B-ABAE-7ABB55374189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3576" name="Ink 3575">
                    <a:extLst>
                      <a:ext uri="{FF2B5EF4-FFF2-40B4-BE49-F238E27FC236}">
                        <a16:creationId xmlns:a16="http://schemas.microsoft.com/office/drawing/2014/main" id="{908995ED-3C48-481B-ABAE-7ABB55374189}"/>
                      </a:ext>
                    </a:extLst>
                  </p:cNvPr>
                  <p:cNvPicPr/>
                  <p:nvPr/>
                </p:nvPicPr>
                <p:blipFill>
                  <a:blip r:embed="rId32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6">
                <p14:nvContentPartPr>
                  <p14:cNvPr id="3577" name="Ink 3576">
                    <a:extLst>
                      <a:ext uri="{FF2B5EF4-FFF2-40B4-BE49-F238E27FC236}">
                        <a16:creationId xmlns:a16="http://schemas.microsoft.com/office/drawing/2014/main" id="{35A8205E-2BEE-59D1-34DA-442ACEDB919C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3577" name="Ink 3576">
                    <a:extLst>
                      <a:ext uri="{FF2B5EF4-FFF2-40B4-BE49-F238E27FC236}">
                        <a16:creationId xmlns:a16="http://schemas.microsoft.com/office/drawing/2014/main" id="{35A8205E-2BEE-59D1-34DA-442ACEDB919C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7">
                <p14:nvContentPartPr>
                  <p14:cNvPr id="3578" name="Ink 3577">
                    <a:extLst>
                      <a:ext uri="{FF2B5EF4-FFF2-40B4-BE49-F238E27FC236}">
                        <a16:creationId xmlns:a16="http://schemas.microsoft.com/office/drawing/2014/main" id="{D55380F2-37CF-2EFA-52F2-D816DB024C77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3578" name="Ink 3577">
                    <a:extLst>
                      <a:ext uri="{FF2B5EF4-FFF2-40B4-BE49-F238E27FC236}">
                        <a16:creationId xmlns:a16="http://schemas.microsoft.com/office/drawing/2014/main" id="{D55380F2-37CF-2EFA-52F2-D816DB024C77}"/>
                      </a:ext>
                    </a:extLst>
                  </p:cNvPr>
                  <p:cNvPicPr/>
                  <p:nvPr/>
                </p:nvPicPr>
                <p:blipFill>
                  <a:blip r:embed="rId327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8">
                <p14:nvContentPartPr>
                  <p14:cNvPr id="3579" name="Ink 3578">
                    <a:extLst>
                      <a:ext uri="{FF2B5EF4-FFF2-40B4-BE49-F238E27FC236}">
                        <a16:creationId xmlns:a16="http://schemas.microsoft.com/office/drawing/2014/main" id="{BB0E610C-F884-271B-7625-778A982F10F1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3579" name="Ink 3578">
                    <a:extLst>
                      <a:ext uri="{FF2B5EF4-FFF2-40B4-BE49-F238E27FC236}">
                        <a16:creationId xmlns:a16="http://schemas.microsoft.com/office/drawing/2014/main" id="{BB0E610C-F884-271B-7625-778A982F10F1}"/>
                      </a:ext>
                    </a:extLst>
                  </p:cNvPr>
                  <p:cNvPicPr/>
                  <p:nvPr/>
                </p:nvPicPr>
                <p:blipFill>
                  <a:blip r:embed="rId329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59">
                <p14:nvContentPartPr>
                  <p14:cNvPr id="3580" name="Ink 3579">
                    <a:extLst>
                      <a:ext uri="{FF2B5EF4-FFF2-40B4-BE49-F238E27FC236}">
                        <a16:creationId xmlns:a16="http://schemas.microsoft.com/office/drawing/2014/main" id="{D52676F1-6718-61B3-CC11-69A6246504B2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3580" name="Ink 3579">
                    <a:extLst>
                      <a:ext uri="{FF2B5EF4-FFF2-40B4-BE49-F238E27FC236}">
                        <a16:creationId xmlns:a16="http://schemas.microsoft.com/office/drawing/2014/main" id="{D52676F1-6718-61B3-CC11-69A6246504B2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0">
                <p14:nvContentPartPr>
                  <p14:cNvPr id="3581" name="Ink 3580">
                    <a:extLst>
                      <a:ext uri="{FF2B5EF4-FFF2-40B4-BE49-F238E27FC236}">
                        <a16:creationId xmlns:a16="http://schemas.microsoft.com/office/drawing/2014/main" id="{CF556FAD-4B65-0399-8EC7-553B92AF16CB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3581" name="Ink 3580">
                    <a:extLst>
                      <a:ext uri="{FF2B5EF4-FFF2-40B4-BE49-F238E27FC236}">
                        <a16:creationId xmlns:a16="http://schemas.microsoft.com/office/drawing/2014/main" id="{CF556FAD-4B65-0399-8EC7-553B92AF16CB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1">
                <p14:nvContentPartPr>
                  <p14:cNvPr id="3582" name="Ink 3581">
                    <a:extLst>
                      <a:ext uri="{FF2B5EF4-FFF2-40B4-BE49-F238E27FC236}">
                        <a16:creationId xmlns:a16="http://schemas.microsoft.com/office/drawing/2014/main" id="{701E127A-8691-97CC-9DC7-69C1BE00C292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3582" name="Ink 3581">
                    <a:extLst>
                      <a:ext uri="{FF2B5EF4-FFF2-40B4-BE49-F238E27FC236}">
                        <a16:creationId xmlns:a16="http://schemas.microsoft.com/office/drawing/2014/main" id="{701E127A-8691-97CC-9DC7-69C1BE00C292}"/>
                      </a:ext>
                    </a:extLst>
                  </p:cNvPr>
                  <p:cNvPicPr/>
                  <p:nvPr/>
                </p:nvPicPr>
                <p:blipFill>
                  <a:blip r:embed="rId33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2">
                <p14:nvContentPartPr>
                  <p14:cNvPr id="3583" name="Ink 3582">
                    <a:extLst>
                      <a:ext uri="{FF2B5EF4-FFF2-40B4-BE49-F238E27FC236}">
                        <a16:creationId xmlns:a16="http://schemas.microsoft.com/office/drawing/2014/main" id="{FB0B72E7-BF31-5A83-488C-DD14281E4BDB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3583" name="Ink 3582">
                    <a:extLst>
                      <a:ext uri="{FF2B5EF4-FFF2-40B4-BE49-F238E27FC236}">
                        <a16:creationId xmlns:a16="http://schemas.microsoft.com/office/drawing/2014/main" id="{FB0B72E7-BF31-5A83-488C-DD14281E4BDB}"/>
                      </a:ext>
                    </a:extLst>
                  </p:cNvPr>
                  <p:cNvPicPr/>
                  <p:nvPr/>
                </p:nvPicPr>
                <p:blipFill>
                  <a:blip r:embed="rId33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3">
                <p14:nvContentPartPr>
                  <p14:cNvPr id="3867" name="Ink 3866">
                    <a:extLst>
                      <a:ext uri="{FF2B5EF4-FFF2-40B4-BE49-F238E27FC236}">
                        <a16:creationId xmlns:a16="http://schemas.microsoft.com/office/drawing/2014/main" id="{A72231FA-35DD-AC0E-5062-C6EAC3EE94E9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3867" name="Ink 3866">
                    <a:extLst>
                      <a:ext uri="{FF2B5EF4-FFF2-40B4-BE49-F238E27FC236}">
                        <a16:creationId xmlns:a16="http://schemas.microsoft.com/office/drawing/2014/main" id="{A72231FA-35DD-AC0E-5062-C6EAC3EE94E9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4">
                <p14:nvContentPartPr>
                  <p14:cNvPr id="3868" name="Ink 3867">
                    <a:extLst>
                      <a:ext uri="{FF2B5EF4-FFF2-40B4-BE49-F238E27FC236}">
                        <a16:creationId xmlns:a16="http://schemas.microsoft.com/office/drawing/2014/main" id="{E6F695C7-3706-A3F7-57DD-207B389B1393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3868" name="Ink 3867">
                    <a:extLst>
                      <a:ext uri="{FF2B5EF4-FFF2-40B4-BE49-F238E27FC236}">
                        <a16:creationId xmlns:a16="http://schemas.microsoft.com/office/drawing/2014/main" id="{E6F695C7-3706-A3F7-57DD-207B389B1393}"/>
                      </a:ext>
                    </a:extLst>
                  </p:cNvPr>
                  <p:cNvPicPr/>
                  <p:nvPr/>
                </p:nvPicPr>
                <p:blipFill>
                  <a:blip r:embed="rId341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5">
                <p14:nvContentPartPr>
                  <p14:cNvPr id="3869" name="Ink 3868">
                    <a:extLst>
                      <a:ext uri="{FF2B5EF4-FFF2-40B4-BE49-F238E27FC236}">
                        <a16:creationId xmlns:a16="http://schemas.microsoft.com/office/drawing/2014/main" id="{164A4046-FE78-9881-47A1-8969FA9E5970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3869" name="Ink 3868">
                    <a:extLst>
                      <a:ext uri="{FF2B5EF4-FFF2-40B4-BE49-F238E27FC236}">
                        <a16:creationId xmlns:a16="http://schemas.microsoft.com/office/drawing/2014/main" id="{164A4046-FE78-9881-47A1-8969FA9E5970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6">
                <p14:nvContentPartPr>
                  <p14:cNvPr id="3870" name="Ink 3869">
                    <a:extLst>
                      <a:ext uri="{FF2B5EF4-FFF2-40B4-BE49-F238E27FC236}">
                        <a16:creationId xmlns:a16="http://schemas.microsoft.com/office/drawing/2014/main" id="{007783F3-728D-A65B-B497-F0DFDA3D7F15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3870" name="Ink 3869">
                    <a:extLst>
                      <a:ext uri="{FF2B5EF4-FFF2-40B4-BE49-F238E27FC236}">
                        <a16:creationId xmlns:a16="http://schemas.microsoft.com/office/drawing/2014/main" id="{007783F3-728D-A65B-B497-F0DFDA3D7F15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7">
                <p14:nvContentPartPr>
                  <p14:cNvPr id="6596" name="Ink 6595">
                    <a:extLst>
                      <a:ext uri="{FF2B5EF4-FFF2-40B4-BE49-F238E27FC236}">
                        <a16:creationId xmlns:a16="http://schemas.microsoft.com/office/drawing/2014/main" id="{C7341524-2B16-D380-B649-4B049EC5413B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6596" name="Ink 6595">
                    <a:extLst>
                      <a:ext uri="{FF2B5EF4-FFF2-40B4-BE49-F238E27FC236}">
                        <a16:creationId xmlns:a16="http://schemas.microsoft.com/office/drawing/2014/main" id="{C7341524-2B16-D380-B649-4B049EC5413B}"/>
                      </a:ext>
                    </a:extLst>
                  </p:cNvPr>
                  <p:cNvPicPr/>
                  <p:nvPr/>
                </p:nvPicPr>
                <p:blipFill>
                  <a:blip r:embed="rId346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8">
                <p14:nvContentPartPr>
                  <p14:cNvPr id="6597" name="Ink 6596">
                    <a:extLst>
                      <a:ext uri="{FF2B5EF4-FFF2-40B4-BE49-F238E27FC236}">
                        <a16:creationId xmlns:a16="http://schemas.microsoft.com/office/drawing/2014/main" id="{EA013E32-00F9-1E7F-43F8-5ED4F500A093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6597" name="Ink 6596">
                    <a:extLst>
                      <a:ext uri="{FF2B5EF4-FFF2-40B4-BE49-F238E27FC236}">
                        <a16:creationId xmlns:a16="http://schemas.microsoft.com/office/drawing/2014/main" id="{EA013E32-00F9-1E7F-43F8-5ED4F500A093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69">
                <p14:nvContentPartPr>
                  <p14:cNvPr id="6598" name="Ink 6597">
                    <a:extLst>
                      <a:ext uri="{FF2B5EF4-FFF2-40B4-BE49-F238E27FC236}">
                        <a16:creationId xmlns:a16="http://schemas.microsoft.com/office/drawing/2014/main" id="{2FB5CEEE-CED0-E9F9-6D1B-ADED1EAD6E9C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6598" name="Ink 6597">
                    <a:extLst>
                      <a:ext uri="{FF2B5EF4-FFF2-40B4-BE49-F238E27FC236}">
                        <a16:creationId xmlns:a16="http://schemas.microsoft.com/office/drawing/2014/main" id="{2FB5CEEE-CED0-E9F9-6D1B-ADED1EAD6E9C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0">
                <p14:nvContentPartPr>
                  <p14:cNvPr id="6599" name="Ink 6598">
                    <a:extLst>
                      <a:ext uri="{FF2B5EF4-FFF2-40B4-BE49-F238E27FC236}">
                        <a16:creationId xmlns:a16="http://schemas.microsoft.com/office/drawing/2014/main" id="{92F90E75-E300-4284-76A9-BE318CE16A98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6599" name="Ink 6598">
                    <a:extLst>
                      <a:ext uri="{FF2B5EF4-FFF2-40B4-BE49-F238E27FC236}">
                        <a16:creationId xmlns:a16="http://schemas.microsoft.com/office/drawing/2014/main" id="{92F90E75-E300-4284-76A9-BE318CE16A98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1">
                <p14:nvContentPartPr>
                  <p14:cNvPr id="6600" name="Ink 6599">
                    <a:extLst>
                      <a:ext uri="{FF2B5EF4-FFF2-40B4-BE49-F238E27FC236}">
                        <a16:creationId xmlns:a16="http://schemas.microsoft.com/office/drawing/2014/main" id="{C7FB5F96-6884-6488-DC9D-D5C5CAE843E0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6600" name="Ink 6599">
                    <a:extLst>
                      <a:ext uri="{FF2B5EF4-FFF2-40B4-BE49-F238E27FC236}">
                        <a16:creationId xmlns:a16="http://schemas.microsoft.com/office/drawing/2014/main" id="{C7FB5F96-6884-6488-DC9D-D5C5CAE843E0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2">
                <p14:nvContentPartPr>
                  <p14:cNvPr id="6601" name="Ink 6600">
                    <a:extLst>
                      <a:ext uri="{FF2B5EF4-FFF2-40B4-BE49-F238E27FC236}">
                        <a16:creationId xmlns:a16="http://schemas.microsoft.com/office/drawing/2014/main" id="{D84E91FB-1EB2-F4F1-3946-C6873C2BC660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6601" name="Ink 6600">
                    <a:extLst>
                      <a:ext uri="{FF2B5EF4-FFF2-40B4-BE49-F238E27FC236}">
                        <a16:creationId xmlns:a16="http://schemas.microsoft.com/office/drawing/2014/main" id="{D84E91FB-1EB2-F4F1-3946-C6873C2BC660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3">
                <p14:nvContentPartPr>
                  <p14:cNvPr id="6602" name="Ink 6601">
                    <a:extLst>
                      <a:ext uri="{FF2B5EF4-FFF2-40B4-BE49-F238E27FC236}">
                        <a16:creationId xmlns:a16="http://schemas.microsoft.com/office/drawing/2014/main" id="{1988A588-4D64-8F32-57F8-30D24A447079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6602" name="Ink 6601">
                    <a:extLst>
                      <a:ext uri="{FF2B5EF4-FFF2-40B4-BE49-F238E27FC236}">
                        <a16:creationId xmlns:a16="http://schemas.microsoft.com/office/drawing/2014/main" id="{1988A588-4D64-8F32-57F8-30D24A447079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4">
                <p14:nvContentPartPr>
                  <p14:cNvPr id="6603" name="Ink 6602">
                    <a:extLst>
                      <a:ext uri="{FF2B5EF4-FFF2-40B4-BE49-F238E27FC236}">
                        <a16:creationId xmlns:a16="http://schemas.microsoft.com/office/drawing/2014/main" id="{C3E73FA2-0DE3-99A1-2222-E140D5E57A97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6603" name="Ink 6602">
                    <a:extLst>
                      <a:ext uri="{FF2B5EF4-FFF2-40B4-BE49-F238E27FC236}">
                        <a16:creationId xmlns:a16="http://schemas.microsoft.com/office/drawing/2014/main" id="{C3E73FA2-0DE3-99A1-2222-E140D5E57A97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5">
                <p14:nvContentPartPr>
                  <p14:cNvPr id="6604" name="Ink 6603">
                    <a:extLst>
                      <a:ext uri="{FF2B5EF4-FFF2-40B4-BE49-F238E27FC236}">
                        <a16:creationId xmlns:a16="http://schemas.microsoft.com/office/drawing/2014/main" id="{6495A04B-723E-F594-679F-82082269EE23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6604" name="Ink 6603">
                    <a:extLst>
                      <a:ext uri="{FF2B5EF4-FFF2-40B4-BE49-F238E27FC236}">
                        <a16:creationId xmlns:a16="http://schemas.microsoft.com/office/drawing/2014/main" id="{6495A04B-723E-F594-679F-82082269EE23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6">
                <p14:nvContentPartPr>
                  <p14:cNvPr id="6605" name="Ink 6604">
                    <a:extLst>
                      <a:ext uri="{FF2B5EF4-FFF2-40B4-BE49-F238E27FC236}">
                        <a16:creationId xmlns:a16="http://schemas.microsoft.com/office/drawing/2014/main" id="{BF7068BF-1BDE-8717-7300-5AC1CBE011EE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6605" name="Ink 6604">
                    <a:extLst>
                      <a:ext uri="{FF2B5EF4-FFF2-40B4-BE49-F238E27FC236}">
                        <a16:creationId xmlns:a16="http://schemas.microsoft.com/office/drawing/2014/main" id="{BF7068BF-1BDE-8717-7300-5AC1CBE011EE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7">
                <p14:nvContentPartPr>
                  <p14:cNvPr id="6606" name="Ink 6605">
                    <a:extLst>
                      <a:ext uri="{FF2B5EF4-FFF2-40B4-BE49-F238E27FC236}">
                        <a16:creationId xmlns:a16="http://schemas.microsoft.com/office/drawing/2014/main" id="{B9BF1AB9-5886-AFA7-DED6-578B8F30280F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6606" name="Ink 6605">
                    <a:extLst>
                      <a:ext uri="{FF2B5EF4-FFF2-40B4-BE49-F238E27FC236}">
                        <a16:creationId xmlns:a16="http://schemas.microsoft.com/office/drawing/2014/main" id="{B9BF1AB9-5886-AFA7-DED6-578B8F30280F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8">
                <p14:nvContentPartPr>
                  <p14:cNvPr id="6607" name="Ink 6606">
                    <a:extLst>
                      <a:ext uri="{FF2B5EF4-FFF2-40B4-BE49-F238E27FC236}">
                        <a16:creationId xmlns:a16="http://schemas.microsoft.com/office/drawing/2014/main" id="{20E54D55-5925-0EAB-5D3D-14821498A7B4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6607" name="Ink 6606">
                    <a:extLst>
                      <a:ext uri="{FF2B5EF4-FFF2-40B4-BE49-F238E27FC236}">
                        <a16:creationId xmlns:a16="http://schemas.microsoft.com/office/drawing/2014/main" id="{20E54D55-5925-0EAB-5D3D-14821498A7B4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79">
                <p14:nvContentPartPr>
                  <p14:cNvPr id="6608" name="Ink 6607">
                    <a:extLst>
                      <a:ext uri="{FF2B5EF4-FFF2-40B4-BE49-F238E27FC236}">
                        <a16:creationId xmlns:a16="http://schemas.microsoft.com/office/drawing/2014/main" id="{BF64DBA5-62FA-905F-F131-F9A132929A3F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6608" name="Ink 6607">
                    <a:extLst>
                      <a:ext uri="{FF2B5EF4-FFF2-40B4-BE49-F238E27FC236}">
                        <a16:creationId xmlns:a16="http://schemas.microsoft.com/office/drawing/2014/main" id="{BF64DBA5-62FA-905F-F131-F9A132929A3F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0">
                <p14:nvContentPartPr>
                  <p14:cNvPr id="6609" name="Ink 6608">
                    <a:extLst>
                      <a:ext uri="{FF2B5EF4-FFF2-40B4-BE49-F238E27FC236}">
                        <a16:creationId xmlns:a16="http://schemas.microsoft.com/office/drawing/2014/main" id="{321A669B-D6EB-EDC2-FBB9-8EF7E57E7D80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6609" name="Ink 6608">
                    <a:extLst>
                      <a:ext uri="{FF2B5EF4-FFF2-40B4-BE49-F238E27FC236}">
                        <a16:creationId xmlns:a16="http://schemas.microsoft.com/office/drawing/2014/main" id="{321A669B-D6EB-EDC2-FBB9-8EF7E57E7D80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1">
                <p14:nvContentPartPr>
                  <p14:cNvPr id="6610" name="Ink 6609">
                    <a:extLst>
                      <a:ext uri="{FF2B5EF4-FFF2-40B4-BE49-F238E27FC236}">
                        <a16:creationId xmlns:a16="http://schemas.microsoft.com/office/drawing/2014/main" id="{BA3FE7AE-6D2C-72C7-9825-209587B78600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6610" name="Ink 6609">
                    <a:extLst>
                      <a:ext uri="{FF2B5EF4-FFF2-40B4-BE49-F238E27FC236}">
                        <a16:creationId xmlns:a16="http://schemas.microsoft.com/office/drawing/2014/main" id="{BA3FE7AE-6D2C-72C7-9825-209587B78600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2">
                <p14:nvContentPartPr>
                  <p14:cNvPr id="6611" name="Ink 6610">
                    <a:extLst>
                      <a:ext uri="{FF2B5EF4-FFF2-40B4-BE49-F238E27FC236}">
                        <a16:creationId xmlns:a16="http://schemas.microsoft.com/office/drawing/2014/main" id="{75B00885-46BF-F7CA-334E-016661DBE249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6611" name="Ink 6610">
                    <a:extLst>
                      <a:ext uri="{FF2B5EF4-FFF2-40B4-BE49-F238E27FC236}">
                        <a16:creationId xmlns:a16="http://schemas.microsoft.com/office/drawing/2014/main" id="{75B00885-46BF-F7CA-334E-016661DBE249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3">
                <p14:nvContentPartPr>
                  <p14:cNvPr id="6612" name="Ink 6611">
                    <a:extLst>
                      <a:ext uri="{FF2B5EF4-FFF2-40B4-BE49-F238E27FC236}">
                        <a16:creationId xmlns:a16="http://schemas.microsoft.com/office/drawing/2014/main" id="{5E51F10C-AF59-044F-3C13-C45CED129132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6612" name="Ink 6611">
                    <a:extLst>
                      <a:ext uri="{FF2B5EF4-FFF2-40B4-BE49-F238E27FC236}">
                        <a16:creationId xmlns:a16="http://schemas.microsoft.com/office/drawing/2014/main" id="{5E51F10C-AF59-044F-3C13-C45CED129132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4">
                <p14:nvContentPartPr>
                  <p14:cNvPr id="6613" name="Ink 6612">
                    <a:extLst>
                      <a:ext uri="{FF2B5EF4-FFF2-40B4-BE49-F238E27FC236}">
                        <a16:creationId xmlns:a16="http://schemas.microsoft.com/office/drawing/2014/main" id="{22946BB4-35AD-9F1F-D9E0-99C4B7B45AFE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6613" name="Ink 6612">
                    <a:extLst>
                      <a:ext uri="{FF2B5EF4-FFF2-40B4-BE49-F238E27FC236}">
                        <a16:creationId xmlns:a16="http://schemas.microsoft.com/office/drawing/2014/main" id="{22946BB4-35AD-9F1F-D9E0-99C4B7B45AFE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5">
                <p14:nvContentPartPr>
                  <p14:cNvPr id="6614" name="Ink 6613">
                    <a:extLst>
                      <a:ext uri="{FF2B5EF4-FFF2-40B4-BE49-F238E27FC236}">
                        <a16:creationId xmlns:a16="http://schemas.microsoft.com/office/drawing/2014/main" id="{799CF186-1077-2391-20BD-96AE4FA404BA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6614" name="Ink 6613">
                    <a:extLst>
                      <a:ext uri="{FF2B5EF4-FFF2-40B4-BE49-F238E27FC236}">
                        <a16:creationId xmlns:a16="http://schemas.microsoft.com/office/drawing/2014/main" id="{799CF186-1077-2391-20BD-96AE4FA404BA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6">
                <p14:nvContentPartPr>
                  <p14:cNvPr id="6615" name="Ink 6614">
                    <a:extLst>
                      <a:ext uri="{FF2B5EF4-FFF2-40B4-BE49-F238E27FC236}">
                        <a16:creationId xmlns:a16="http://schemas.microsoft.com/office/drawing/2014/main" id="{5FDB7A62-5219-0F1D-5C23-ADD2C818F0C7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6615" name="Ink 6614">
                    <a:extLst>
                      <a:ext uri="{FF2B5EF4-FFF2-40B4-BE49-F238E27FC236}">
                        <a16:creationId xmlns:a16="http://schemas.microsoft.com/office/drawing/2014/main" id="{5FDB7A62-5219-0F1D-5C23-ADD2C818F0C7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7">
                <p14:nvContentPartPr>
                  <p14:cNvPr id="6616" name="Ink 6615">
                    <a:extLst>
                      <a:ext uri="{FF2B5EF4-FFF2-40B4-BE49-F238E27FC236}">
                        <a16:creationId xmlns:a16="http://schemas.microsoft.com/office/drawing/2014/main" id="{8B8F7832-8341-5330-B919-8FE6563DE3FF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6616" name="Ink 6615">
                    <a:extLst>
                      <a:ext uri="{FF2B5EF4-FFF2-40B4-BE49-F238E27FC236}">
                        <a16:creationId xmlns:a16="http://schemas.microsoft.com/office/drawing/2014/main" id="{8B8F7832-8341-5330-B919-8FE6563DE3FF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8">
                <p14:nvContentPartPr>
                  <p14:cNvPr id="6617" name="Ink 6616">
                    <a:extLst>
                      <a:ext uri="{FF2B5EF4-FFF2-40B4-BE49-F238E27FC236}">
                        <a16:creationId xmlns:a16="http://schemas.microsoft.com/office/drawing/2014/main" id="{F1EF034A-A8D8-056C-3AED-0B2A95936A2C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6617" name="Ink 6616">
                    <a:extLst>
                      <a:ext uri="{FF2B5EF4-FFF2-40B4-BE49-F238E27FC236}">
                        <a16:creationId xmlns:a16="http://schemas.microsoft.com/office/drawing/2014/main" id="{F1EF034A-A8D8-056C-3AED-0B2A95936A2C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89">
                <p14:nvContentPartPr>
                  <p14:cNvPr id="6618" name="Ink 6617">
                    <a:extLst>
                      <a:ext uri="{FF2B5EF4-FFF2-40B4-BE49-F238E27FC236}">
                        <a16:creationId xmlns:a16="http://schemas.microsoft.com/office/drawing/2014/main" id="{C0A8310D-4894-AF9A-AB14-E896F91F266F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6618" name="Ink 6617">
                    <a:extLst>
                      <a:ext uri="{FF2B5EF4-FFF2-40B4-BE49-F238E27FC236}">
                        <a16:creationId xmlns:a16="http://schemas.microsoft.com/office/drawing/2014/main" id="{C0A8310D-4894-AF9A-AB14-E896F91F266F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0">
                <p14:nvContentPartPr>
                  <p14:cNvPr id="6619" name="Ink 6618">
                    <a:extLst>
                      <a:ext uri="{FF2B5EF4-FFF2-40B4-BE49-F238E27FC236}">
                        <a16:creationId xmlns:a16="http://schemas.microsoft.com/office/drawing/2014/main" id="{2E66F935-F798-FD63-595F-222D10CE2361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6619" name="Ink 6618">
                    <a:extLst>
                      <a:ext uri="{FF2B5EF4-FFF2-40B4-BE49-F238E27FC236}">
                        <a16:creationId xmlns:a16="http://schemas.microsoft.com/office/drawing/2014/main" id="{2E66F935-F798-FD63-595F-222D10CE2361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1">
                <p14:nvContentPartPr>
                  <p14:cNvPr id="6620" name="Ink 6619">
                    <a:extLst>
                      <a:ext uri="{FF2B5EF4-FFF2-40B4-BE49-F238E27FC236}">
                        <a16:creationId xmlns:a16="http://schemas.microsoft.com/office/drawing/2014/main" id="{81F06C04-F871-45CC-85D0-F87677353573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6620" name="Ink 6619">
                    <a:extLst>
                      <a:ext uri="{FF2B5EF4-FFF2-40B4-BE49-F238E27FC236}">
                        <a16:creationId xmlns:a16="http://schemas.microsoft.com/office/drawing/2014/main" id="{81F06C04-F871-45CC-85D0-F87677353573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2">
                <p14:nvContentPartPr>
                  <p14:cNvPr id="6621" name="Ink 6620">
                    <a:extLst>
                      <a:ext uri="{FF2B5EF4-FFF2-40B4-BE49-F238E27FC236}">
                        <a16:creationId xmlns:a16="http://schemas.microsoft.com/office/drawing/2014/main" id="{A4601388-05FC-D10A-843F-A818BF7184BF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6621" name="Ink 6620">
                    <a:extLst>
                      <a:ext uri="{FF2B5EF4-FFF2-40B4-BE49-F238E27FC236}">
                        <a16:creationId xmlns:a16="http://schemas.microsoft.com/office/drawing/2014/main" id="{A4601388-05FC-D10A-843F-A818BF7184BF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3">
                <p14:nvContentPartPr>
                  <p14:cNvPr id="6622" name="Ink 6621">
                    <a:extLst>
                      <a:ext uri="{FF2B5EF4-FFF2-40B4-BE49-F238E27FC236}">
                        <a16:creationId xmlns:a16="http://schemas.microsoft.com/office/drawing/2014/main" id="{EE3546D2-C20E-8D4B-79F5-6335255194AA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6622" name="Ink 6621">
                    <a:extLst>
                      <a:ext uri="{FF2B5EF4-FFF2-40B4-BE49-F238E27FC236}">
                        <a16:creationId xmlns:a16="http://schemas.microsoft.com/office/drawing/2014/main" id="{EE3546D2-C20E-8D4B-79F5-6335255194AA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4">
                <p14:nvContentPartPr>
                  <p14:cNvPr id="6623" name="Ink 6622">
                    <a:extLst>
                      <a:ext uri="{FF2B5EF4-FFF2-40B4-BE49-F238E27FC236}">
                        <a16:creationId xmlns:a16="http://schemas.microsoft.com/office/drawing/2014/main" id="{B68BB269-C067-E2D2-D446-045F38CF5B42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6623" name="Ink 6622">
                    <a:extLst>
                      <a:ext uri="{FF2B5EF4-FFF2-40B4-BE49-F238E27FC236}">
                        <a16:creationId xmlns:a16="http://schemas.microsoft.com/office/drawing/2014/main" id="{B68BB269-C067-E2D2-D446-045F38CF5B42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5">
                <p14:nvContentPartPr>
                  <p14:cNvPr id="6624" name="Ink 6623">
                    <a:extLst>
                      <a:ext uri="{FF2B5EF4-FFF2-40B4-BE49-F238E27FC236}">
                        <a16:creationId xmlns:a16="http://schemas.microsoft.com/office/drawing/2014/main" id="{490078BE-20B3-EB4B-3921-CF1DAD9130F1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6624" name="Ink 6623">
                    <a:extLst>
                      <a:ext uri="{FF2B5EF4-FFF2-40B4-BE49-F238E27FC236}">
                        <a16:creationId xmlns:a16="http://schemas.microsoft.com/office/drawing/2014/main" id="{490078BE-20B3-EB4B-3921-CF1DAD9130F1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6">
                <p14:nvContentPartPr>
                  <p14:cNvPr id="6625" name="Ink 6624">
                    <a:extLst>
                      <a:ext uri="{FF2B5EF4-FFF2-40B4-BE49-F238E27FC236}">
                        <a16:creationId xmlns:a16="http://schemas.microsoft.com/office/drawing/2014/main" id="{FB568C81-A660-1F3C-7415-C26ACACD7AE0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6625" name="Ink 6624">
                    <a:extLst>
                      <a:ext uri="{FF2B5EF4-FFF2-40B4-BE49-F238E27FC236}">
                        <a16:creationId xmlns:a16="http://schemas.microsoft.com/office/drawing/2014/main" id="{FB568C81-A660-1F3C-7415-C26ACACD7AE0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7">
                <p14:nvContentPartPr>
                  <p14:cNvPr id="6626" name="Ink 6625">
                    <a:extLst>
                      <a:ext uri="{FF2B5EF4-FFF2-40B4-BE49-F238E27FC236}">
                        <a16:creationId xmlns:a16="http://schemas.microsoft.com/office/drawing/2014/main" id="{CA184899-5722-7CFB-FBD9-2416F43B86BD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6626" name="Ink 6625">
                    <a:extLst>
                      <a:ext uri="{FF2B5EF4-FFF2-40B4-BE49-F238E27FC236}">
                        <a16:creationId xmlns:a16="http://schemas.microsoft.com/office/drawing/2014/main" id="{CA184899-5722-7CFB-FBD9-2416F43B86BD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8">
                <p14:nvContentPartPr>
                  <p14:cNvPr id="6627" name="Ink 6626">
                    <a:extLst>
                      <a:ext uri="{FF2B5EF4-FFF2-40B4-BE49-F238E27FC236}">
                        <a16:creationId xmlns:a16="http://schemas.microsoft.com/office/drawing/2014/main" id="{8378F0BD-33C4-67A2-B2AC-E29A918BBC24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6627" name="Ink 6626">
                    <a:extLst>
                      <a:ext uri="{FF2B5EF4-FFF2-40B4-BE49-F238E27FC236}">
                        <a16:creationId xmlns:a16="http://schemas.microsoft.com/office/drawing/2014/main" id="{8378F0BD-33C4-67A2-B2AC-E29A918BBC24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4999">
                <p14:nvContentPartPr>
                  <p14:cNvPr id="6628" name="Ink 6627">
                    <a:extLst>
                      <a:ext uri="{FF2B5EF4-FFF2-40B4-BE49-F238E27FC236}">
                        <a16:creationId xmlns:a16="http://schemas.microsoft.com/office/drawing/2014/main" id="{6E7464C9-551F-6211-D1BC-CE94F6C07DC1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6628" name="Ink 6627">
                    <a:extLst>
                      <a:ext uri="{FF2B5EF4-FFF2-40B4-BE49-F238E27FC236}">
                        <a16:creationId xmlns:a16="http://schemas.microsoft.com/office/drawing/2014/main" id="{6E7464C9-551F-6211-D1BC-CE94F6C07DC1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3128" name="Freeform 3127">
              <a:extLst>
                <a:ext uri="{FF2B5EF4-FFF2-40B4-BE49-F238E27FC236}">
                  <a16:creationId xmlns:a16="http://schemas.microsoft.com/office/drawing/2014/main" id="{74759265-68C1-F40F-A21D-E7D68995CF91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8BC329C6-480E-7B40-370A-F6B313392C3F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6C66574F-C9F3-8B99-32D3-8B0F17900DB4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3" name="Freeform 23082">
              <a:extLst>
                <a:ext uri="{FF2B5EF4-FFF2-40B4-BE49-F238E27FC236}">
                  <a16:creationId xmlns:a16="http://schemas.microsoft.com/office/drawing/2014/main" id="{7DA1D6B8-7A81-E1D7-AC70-0FFDA3E970C3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4" name="Freeform 23083">
              <a:extLst>
                <a:ext uri="{FF2B5EF4-FFF2-40B4-BE49-F238E27FC236}">
                  <a16:creationId xmlns:a16="http://schemas.microsoft.com/office/drawing/2014/main" id="{DB602DC2-3E23-2D74-A2F1-7A2EAACD467E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5" name="Freeform 23084">
              <a:extLst>
                <a:ext uri="{FF2B5EF4-FFF2-40B4-BE49-F238E27FC236}">
                  <a16:creationId xmlns:a16="http://schemas.microsoft.com/office/drawing/2014/main" id="{6BC83929-426C-180D-CDF2-A276902B4167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6" name="Freeform 23085">
              <a:extLst>
                <a:ext uri="{FF2B5EF4-FFF2-40B4-BE49-F238E27FC236}">
                  <a16:creationId xmlns:a16="http://schemas.microsoft.com/office/drawing/2014/main" id="{7F009C04-B738-F7D9-469C-FE2171DA8033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7" name="Freeform 23086">
              <a:extLst>
                <a:ext uri="{FF2B5EF4-FFF2-40B4-BE49-F238E27FC236}">
                  <a16:creationId xmlns:a16="http://schemas.microsoft.com/office/drawing/2014/main" id="{B3A83EFA-54AD-121E-B86F-89E5870D11BB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8" name="Freeform 23087">
              <a:extLst>
                <a:ext uri="{FF2B5EF4-FFF2-40B4-BE49-F238E27FC236}">
                  <a16:creationId xmlns:a16="http://schemas.microsoft.com/office/drawing/2014/main" id="{14DC8F15-19D3-2EC6-9E39-91E6492EEFA8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89" name="Freeform 23088">
              <a:extLst>
                <a:ext uri="{FF2B5EF4-FFF2-40B4-BE49-F238E27FC236}">
                  <a16:creationId xmlns:a16="http://schemas.microsoft.com/office/drawing/2014/main" id="{D413CC75-FF48-3566-4049-74F77968EFC8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0" name="Freeform 23089">
              <a:extLst>
                <a:ext uri="{FF2B5EF4-FFF2-40B4-BE49-F238E27FC236}">
                  <a16:creationId xmlns:a16="http://schemas.microsoft.com/office/drawing/2014/main" id="{31F4980C-D798-06E7-8CBB-61E930B310F5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1" name="Freeform 23090">
              <a:extLst>
                <a:ext uri="{FF2B5EF4-FFF2-40B4-BE49-F238E27FC236}">
                  <a16:creationId xmlns:a16="http://schemas.microsoft.com/office/drawing/2014/main" id="{BB8A3038-D2A9-4859-89F1-073F083366CF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2" name="Freeform 23091">
              <a:extLst>
                <a:ext uri="{FF2B5EF4-FFF2-40B4-BE49-F238E27FC236}">
                  <a16:creationId xmlns:a16="http://schemas.microsoft.com/office/drawing/2014/main" id="{38335FC7-4C81-F463-0CA7-57EAB205F14A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3" name="Freeform 23092">
              <a:extLst>
                <a:ext uri="{FF2B5EF4-FFF2-40B4-BE49-F238E27FC236}">
                  <a16:creationId xmlns:a16="http://schemas.microsoft.com/office/drawing/2014/main" id="{C4613565-A3FB-3D7F-886E-AF8AB468E571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4" name="Freeform 23093">
              <a:extLst>
                <a:ext uri="{FF2B5EF4-FFF2-40B4-BE49-F238E27FC236}">
                  <a16:creationId xmlns:a16="http://schemas.microsoft.com/office/drawing/2014/main" id="{85B90A5C-0F08-9DC7-EE09-341B44C3BCA7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095" name="Freeform 23094">
              <a:extLst>
                <a:ext uri="{FF2B5EF4-FFF2-40B4-BE49-F238E27FC236}">
                  <a16:creationId xmlns:a16="http://schemas.microsoft.com/office/drawing/2014/main" id="{6A02C136-8504-9FE5-3B95-0716FF4AB673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00">
              <p14:nvContentPartPr>
                <p14:cNvPr id="23096" name="Ink 23095">
                  <a:extLst>
                    <a:ext uri="{FF2B5EF4-FFF2-40B4-BE49-F238E27FC236}">
                      <a16:creationId xmlns:a16="http://schemas.microsoft.com/office/drawing/2014/main" id="{4D56A56C-2B38-7D37-2EAF-CDD6FB86EDF6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23096" name="Ink 23095">
                  <a:extLst>
                    <a:ext uri="{FF2B5EF4-FFF2-40B4-BE49-F238E27FC236}">
                      <a16:creationId xmlns:a16="http://schemas.microsoft.com/office/drawing/2014/main" id="{4D56A56C-2B38-7D37-2EAF-CDD6FB86EDF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1">
              <p14:nvContentPartPr>
                <p14:cNvPr id="23097" name="Ink 23096">
                  <a:extLst>
                    <a:ext uri="{FF2B5EF4-FFF2-40B4-BE49-F238E27FC236}">
                      <a16:creationId xmlns:a16="http://schemas.microsoft.com/office/drawing/2014/main" id="{852FEEF1-3BA8-DE7D-15A4-416827572336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23097" name="Ink 23096">
                  <a:extLst>
                    <a:ext uri="{FF2B5EF4-FFF2-40B4-BE49-F238E27FC236}">
                      <a16:creationId xmlns:a16="http://schemas.microsoft.com/office/drawing/2014/main" id="{852FEEF1-3BA8-DE7D-15A4-41682757233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2">
              <p14:nvContentPartPr>
                <p14:cNvPr id="23098" name="Ink 23097">
                  <a:extLst>
                    <a:ext uri="{FF2B5EF4-FFF2-40B4-BE49-F238E27FC236}">
                      <a16:creationId xmlns:a16="http://schemas.microsoft.com/office/drawing/2014/main" id="{2CD1160F-A4F2-0194-60C4-59DB59003C6E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23098" name="Ink 23097">
                  <a:extLst>
                    <a:ext uri="{FF2B5EF4-FFF2-40B4-BE49-F238E27FC236}">
                      <a16:creationId xmlns:a16="http://schemas.microsoft.com/office/drawing/2014/main" id="{2CD1160F-A4F2-0194-60C4-59DB59003C6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3099" name="Freeform 23098">
              <a:extLst>
                <a:ext uri="{FF2B5EF4-FFF2-40B4-BE49-F238E27FC236}">
                  <a16:creationId xmlns:a16="http://schemas.microsoft.com/office/drawing/2014/main" id="{92CB9D10-7DAD-6722-8599-745A0C7A8C7A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00" name="Freeform 23099">
              <a:extLst>
                <a:ext uri="{FF2B5EF4-FFF2-40B4-BE49-F238E27FC236}">
                  <a16:creationId xmlns:a16="http://schemas.microsoft.com/office/drawing/2014/main" id="{0A982BFE-E2BF-C8E7-B45F-6CEE8A6EE364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01" name="Freeform 23100">
              <a:extLst>
                <a:ext uri="{FF2B5EF4-FFF2-40B4-BE49-F238E27FC236}">
                  <a16:creationId xmlns:a16="http://schemas.microsoft.com/office/drawing/2014/main" id="{9715A170-50D6-6C13-EB20-72346D4A8E94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02" name="Freeform 23101">
              <a:extLst>
                <a:ext uri="{FF2B5EF4-FFF2-40B4-BE49-F238E27FC236}">
                  <a16:creationId xmlns:a16="http://schemas.microsoft.com/office/drawing/2014/main" id="{D034E7C5-87DF-BC76-3C06-7DCB1FFBED96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103" name="Freeform 23102">
              <a:extLst>
                <a:ext uri="{FF2B5EF4-FFF2-40B4-BE49-F238E27FC236}">
                  <a16:creationId xmlns:a16="http://schemas.microsoft.com/office/drawing/2014/main" id="{F21BAAD1-1AC2-0DC8-732A-B2032298F3B7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60" name="Freeform 3559">
              <a:extLst>
                <a:ext uri="{FF2B5EF4-FFF2-40B4-BE49-F238E27FC236}">
                  <a16:creationId xmlns:a16="http://schemas.microsoft.com/office/drawing/2014/main" id="{03F960CE-0BE9-0121-563A-B387D7F4DDB0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2ED1540B-8800-6A2E-0E0C-CC0E3677CD3A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3562" name="Group 3561">
              <a:extLst>
                <a:ext uri="{FF2B5EF4-FFF2-40B4-BE49-F238E27FC236}">
                  <a16:creationId xmlns:a16="http://schemas.microsoft.com/office/drawing/2014/main" id="{21BFFF28-D3E7-2632-7A1D-9329A76287DE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5003">
                <p14:nvContentPartPr>
                  <p14:cNvPr id="3563" name="Ink 3562">
                    <a:extLst>
                      <a:ext uri="{FF2B5EF4-FFF2-40B4-BE49-F238E27FC236}">
                        <a16:creationId xmlns:a16="http://schemas.microsoft.com/office/drawing/2014/main" id="{44E49470-4C98-142A-328D-D519237F5FAD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3563" name="Ink 3562">
                    <a:extLst>
                      <a:ext uri="{FF2B5EF4-FFF2-40B4-BE49-F238E27FC236}">
                        <a16:creationId xmlns:a16="http://schemas.microsoft.com/office/drawing/2014/main" id="{44E49470-4C98-142A-328D-D519237F5FAD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4">
                <p14:nvContentPartPr>
                  <p14:cNvPr id="3564" name="Ink 3563">
                    <a:extLst>
                      <a:ext uri="{FF2B5EF4-FFF2-40B4-BE49-F238E27FC236}">
                        <a16:creationId xmlns:a16="http://schemas.microsoft.com/office/drawing/2014/main" id="{EB79A7E2-3261-318D-D355-4F4B11CF24AD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3564" name="Ink 3563">
                    <a:extLst>
                      <a:ext uri="{FF2B5EF4-FFF2-40B4-BE49-F238E27FC236}">
                        <a16:creationId xmlns:a16="http://schemas.microsoft.com/office/drawing/2014/main" id="{EB79A7E2-3261-318D-D355-4F4B11CF24AD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5">
                <p14:nvContentPartPr>
                  <p14:cNvPr id="3565" name="Ink 3564">
                    <a:extLst>
                      <a:ext uri="{FF2B5EF4-FFF2-40B4-BE49-F238E27FC236}">
                        <a16:creationId xmlns:a16="http://schemas.microsoft.com/office/drawing/2014/main" id="{095EC9A2-A1FC-16FE-A972-0C17E9BF8872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3565" name="Ink 3564">
                    <a:extLst>
                      <a:ext uri="{FF2B5EF4-FFF2-40B4-BE49-F238E27FC236}">
                        <a16:creationId xmlns:a16="http://schemas.microsoft.com/office/drawing/2014/main" id="{095EC9A2-A1FC-16FE-A972-0C17E9BF8872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6">
                <p14:nvContentPartPr>
                  <p14:cNvPr id="3566" name="Ink 3565">
                    <a:extLst>
                      <a:ext uri="{FF2B5EF4-FFF2-40B4-BE49-F238E27FC236}">
                        <a16:creationId xmlns:a16="http://schemas.microsoft.com/office/drawing/2014/main" id="{FFAE9ACA-A19B-629B-33CF-0EA7143A6EC1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3566" name="Ink 3565">
                    <a:extLst>
                      <a:ext uri="{FF2B5EF4-FFF2-40B4-BE49-F238E27FC236}">
                        <a16:creationId xmlns:a16="http://schemas.microsoft.com/office/drawing/2014/main" id="{FFAE9ACA-A19B-629B-33CF-0EA7143A6EC1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7">
                <p14:nvContentPartPr>
                  <p14:cNvPr id="3567" name="Ink 3566">
                    <a:extLst>
                      <a:ext uri="{FF2B5EF4-FFF2-40B4-BE49-F238E27FC236}">
                        <a16:creationId xmlns:a16="http://schemas.microsoft.com/office/drawing/2014/main" id="{7DCEA407-2D3D-7AE5-496C-A6A057DA4FBD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3567" name="Ink 3566">
                    <a:extLst>
                      <a:ext uri="{FF2B5EF4-FFF2-40B4-BE49-F238E27FC236}">
                        <a16:creationId xmlns:a16="http://schemas.microsoft.com/office/drawing/2014/main" id="{7DCEA407-2D3D-7AE5-496C-A6A057DA4FBD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8">
                <p14:nvContentPartPr>
                  <p14:cNvPr id="3568" name="Ink 3567">
                    <a:extLst>
                      <a:ext uri="{FF2B5EF4-FFF2-40B4-BE49-F238E27FC236}">
                        <a16:creationId xmlns:a16="http://schemas.microsoft.com/office/drawing/2014/main" id="{A79B8043-B5D6-F25B-7DEF-65F7B58F2001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3568" name="Ink 3567">
                    <a:extLst>
                      <a:ext uri="{FF2B5EF4-FFF2-40B4-BE49-F238E27FC236}">
                        <a16:creationId xmlns:a16="http://schemas.microsoft.com/office/drawing/2014/main" id="{A79B8043-B5D6-F25B-7DEF-65F7B58F2001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09">
                <p14:nvContentPartPr>
                  <p14:cNvPr id="3569" name="Ink 3568">
                    <a:extLst>
                      <a:ext uri="{FF2B5EF4-FFF2-40B4-BE49-F238E27FC236}">
                        <a16:creationId xmlns:a16="http://schemas.microsoft.com/office/drawing/2014/main" id="{51235761-D7A8-30C0-EC75-EDEF2C7181DB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3569" name="Ink 3568">
                    <a:extLst>
                      <a:ext uri="{FF2B5EF4-FFF2-40B4-BE49-F238E27FC236}">
                        <a16:creationId xmlns:a16="http://schemas.microsoft.com/office/drawing/2014/main" id="{51235761-D7A8-30C0-EC75-EDEF2C7181DB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10">
                <p14:nvContentPartPr>
                  <p14:cNvPr id="3570" name="Ink 3569">
                    <a:extLst>
                      <a:ext uri="{FF2B5EF4-FFF2-40B4-BE49-F238E27FC236}">
                        <a16:creationId xmlns:a16="http://schemas.microsoft.com/office/drawing/2014/main" id="{91E592D7-FE3F-B1B6-8FCA-AD3B9E544FA4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3570" name="Ink 3569">
                    <a:extLst>
                      <a:ext uri="{FF2B5EF4-FFF2-40B4-BE49-F238E27FC236}">
                        <a16:creationId xmlns:a16="http://schemas.microsoft.com/office/drawing/2014/main" id="{91E592D7-FE3F-B1B6-8FCA-AD3B9E544FA4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6629" name="Group 6628">
            <a:extLst>
              <a:ext uri="{FF2B5EF4-FFF2-40B4-BE49-F238E27FC236}">
                <a16:creationId xmlns:a16="http://schemas.microsoft.com/office/drawing/2014/main" id="{5C83BA55-C171-7CE1-61C9-15F19411EA87}"/>
              </a:ext>
            </a:extLst>
          </p:cNvPr>
          <p:cNvGrpSpPr/>
          <p:nvPr/>
        </p:nvGrpSpPr>
        <p:grpSpPr>
          <a:xfrm flipH="1">
            <a:off x="866505" y="1182976"/>
            <a:ext cx="556025" cy="2296864"/>
            <a:chOff x="6907377" y="2263425"/>
            <a:chExt cx="1196847" cy="38107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11">
              <p14:nvContentPartPr>
                <p14:cNvPr id="6630" name="Ink 6629">
                  <a:extLst>
                    <a:ext uri="{FF2B5EF4-FFF2-40B4-BE49-F238E27FC236}">
                      <a16:creationId xmlns:a16="http://schemas.microsoft.com/office/drawing/2014/main" id="{8898FE4F-CA91-2FF6-24BC-3E15A2FD6562}"/>
                    </a:ext>
                  </a:extLst>
                </p14:cNvPr>
                <p14:cNvContentPartPr/>
                <p14:nvPr/>
              </p14:nvContentPartPr>
              <p14:xfrm>
                <a:off x="7643976" y="3240063"/>
                <a:ext cx="397253" cy="215991"/>
              </p14:xfrm>
            </p:contentPart>
          </mc:Choice>
          <mc:Fallback xmlns="">
            <p:pic>
              <p:nvPicPr>
                <p:cNvPr id="6630" name="Ink 6629">
                  <a:extLst>
                    <a:ext uri="{FF2B5EF4-FFF2-40B4-BE49-F238E27FC236}">
                      <a16:creationId xmlns:a16="http://schemas.microsoft.com/office/drawing/2014/main" id="{8898FE4F-CA91-2FF6-24BC-3E15A2FD656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30812" y="3229892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2">
              <p14:nvContentPartPr>
                <p14:cNvPr id="6631" name="Ink 6630">
                  <a:extLst>
                    <a:ext uri="{FF2B5EF4-FFF2-40B4-BE49-F238E27FC236}">
                      <a16:creationId xmlns:a16="http://schemas.microsoft.com/office/drawing/2014/main" id="{9C9A7892-DDB4-C1CC-C364-937A53632455}"/>
                    </a:ext>
                  </a:extLst>
                </p14:cNvPr>
                <p14:cNvContentPartPr/>
                <p14:nvPr/>
              </p14:nvContentPartPr>
              <p14:xfrm>
                <a:off x="7045217" y="3157986"/>
                <a:ext cx="367747" cy="210591"/>
              </p14:xfrm>
            </p:contentPart>
          </mc:Choice>
          <mc:Fallback xmlns="">
            <p:pic>
              <p:nvPicPr>
                <p:cNvPr id="6631" name="Ink 6630">
                  <a:extLst>
                    <a:ext uri="{FF2B5EF4-FFF2-40B4-BE49-F238E27FC236}">
                      <a16:creationId xmlns:a16="http://schemas.microsoft.com/office/drawing/2014/main" id="{9C9A7892-DDB4-C1CC-C364-937A5363245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32056" y="3147844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3">
              <p14:nvContentPartPr>
                <p14:cNvPr id="6632" name="Ink 6631">
                  <a:extLst>
                    <a:ext uri="{FF2B5EF4-FFF2-40B4-BE49-F238E27FC236}">
                      <a16:creationId xmlns:a16="http://schemas.microsoft.com/office/drawing/2014/main" id="{40A66746-633C-C524-CDBF-242FEF0218AC}"/>
                    </a:ext>
                  </a:extLst>
                </p14:cNvPr>
                <p14:cNvContentPartPr/>
                <p14:nvPr/>
              </p14:nvContentPartPr>
              <p14:xfrm>
                <a:off x="7571290" y="4047869"/>
                <a:ext cx="192150" cy="146154"/>
              </p14:xfrm>
            </p:contentPart>
          </mc:Choice>
          <mc:Fallback xmlns="">
            <p:pic>
              <p:nvPicPr>
                <p:cNvPr id="6632" name="Ink 6631">
                  <a:extLst>
                    <a:ext uri="{FF2B5EF4-FFF2-40B4-BE49-F238E27FC236}">
                      <a16:creationId xmlns:a16="http://schemas.microsoft.com/office/drawing/2014/main" id="{40A66746-633C-C524-CDBF-242FEF0218A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58171" y="4037728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4">
              <p14:nvContentPartPr>
                <p14:cNvPr id="6633" name="Ink 6632">
                  <a:extLst>
                    <a:ext uri="{FF2B5EF4-FFF2-40B4-BE49-F238E27FC236}">
                      <a16:creationId xmlns:a16="http://schemas.microsoft.com/office/drawing/2014/main" id="{A08ED796-90CD-BBB8-0178-3626E9B2C3C0}"/>
                    </a:ext>
                  </a:extLst>
                </p14:cNvPr>
                <p14:cNvContentPartPr/>
                <p14:nvPr/>
              </p14:nvContentPartPr>
              <p14:xfrm>
                <a:off x="7274429" y="4491370"/>
                <a:ext cx="156167" cy="149754"/>
              </p14:xfrm>
            </p:contentPart>
          </mc:Choice>
          <mc:Fallback xmlns="">
            <p:pic>
              <p:nvPicPr>
                <p:cNvPr id="6633" name="Ink 6632">
                  <a:extLst>
                    <a:ext uri="{FF2B5EF4-FFF2-40B4-BE49-F238E27FC236}">
                      <a16:creationId xmlns:a16="http://schemas.microsoft.com/office/drawing/2014/main" id="{A08ED796-90CD-BBB8-0178-3626E9B2C3C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261286" y="4481227"/>
                  <a:ext cx="182453" cy="170039"/>
                </a:xfrm>
                <a:prstGeom prst="rect">
                  <a:avLst/>
                </a:prstGeom>
              </p:spPr>
            </p:pic>
          </mc:Fallback>
        </mc:AlternateContent>
        <p:grpSp>
          <p:nvGrpSpPr>
            <p:cNvPr id="6634" name="Group 92">
              <a:extLst>
                <a:ext uri="{FF2B5EF4-FFF2-40B4-BE49-F238E27FC236}">
                  <a16:creationId xmlns:a16="http://schemas.microsoft.com/office/drawing/2014/main" id="{8DD12105-F253-3905-1406-4BEB434108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9803" y="3328979"/>
              <a:ext cx="964706" cy="2745245"/>
              <a:chOff x="4664804" y="3367972"/>
              <a:chExt cx="965160" cy="274536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5015">
                <p14:nvContentPartPr>
                  <p14:cNvPr id="6670" name="Ink 6669">
                    <a:extLst>
                      <a:ext uri="{FF2B5EF4-FFF2-40B4-BE49-F238E27FC236}">
                        <a16:creationId xmlns:a16="http://schemas.microsoft.com/office/drawing/2014/main" id="{85DCE51F-627E-7D6F-9B8C-E2FF1F0D2585}"/>
                      </a:ext>
                    </a:extLst>
                  </p14:cNvPr>
                  <p14:cNvContentPartPr/>
                  <p14:nvPr/>
                </p14:nvContentPartPr>
                <p14:xfrm>
                  <a:off x="4798364" y="5761252"/>
                  <a:ext cx="420480" cy="255240"/>
                </p14:xfrm>
              </p:contentPart>
            </mc:Choice>
            <mc:Fallback xmlns="">
              <p:pic>
                <p:nvPicPr>
                  <p:cNvPr id="6670" name="Ink 6669">
                    <a:extLst>
                      <a:ext uri="{FF2B5EF4-FFF2-40B4-BE49-F238E27FC236}">
                        <a16:creationId xmlns:a16="http://schemas.microsoft.com/office/drawing/2014/main" id="{85DCE51F-627E-7D6F-9B8C-E2FF1F0D2585}"/>
                      </a:ext>
                    </a:extLst>
                  </p:cNvPr>
                  <p:cNvPicPr/>
                  <p:nvPr/>
                </p:nvPicPr>
                <p:blipFill>
                  <a:blip r:embed="rId313"/>
                  <a:stretch>
                    <a:fillRect/>
                  </a:stretch>
                </p:blipFill>
                <p:spPr>
                  <a:xfrm>
                    <a:off x="4785200" y="5751114"/>
                    <a:ext cx="446808" cy="27551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16">
                <p14:nvContentPartPr>
                  <p14:cNvPr id="6671" name="Ink 6670">
                    <a:extLst>
                      <a:ext uri="{FF2B5EF4-FFF2-40B4-BE49-F238E27FC236}">
                        <a16:creationId xmlns:a16="http://schemas.microsoft.com/office/drawing/2014/main" id="{7DA3FE3F-E0C2-6337-6FA9-BDE1214EE2A8}"/>
                      </a:ext>
                    </a:extLst>
                  </p14:cNvPr>
                  <p14:cNvContentPartPr/>
                  <p14:nvPr/>
                </p14:nvContentPartPr>
                <p14:xfrm>
                  <a:off x="4940204" y="5759812"/>
                  <a:ext cx="279720" cy="321840"/>
                </p14:xfrm>
              </p:contentPart>
            </mc:Choice>
            <mc:Fallback xmlns="">
              <p:pic>
                <p:nvPicPr>
                  <p:cNvPr id="6671" name="Ink 6670">
                    <a:extLst>
                      <a:ext uri="{FF2B5EF4-FFF2-40B4-BE49-F238E27FC236}">
                        <a16:creationId xmlns:a16="http://schemas.microsoft.com/office/drawing/2014/main" id="{7DA3FE3F-E0C2-6337-6FA9-BDE1214EE2A8}"/>
                      </a:ext>
                    </a:extLst>
                  </p:cNvPr>
                  <p:cNvPicPr/>
                  <p:nvPr/>
                </p:nvPicPr>
                <p:blipFill>
                  <a:blip r:embed="rId315"/>
                  <a:stretch>
                    <a:fillRect/>
                  </a:stretch>
                </p:blipFill>
                <p:spPr>
                  <a:xfrm>
                    <a:off x="4927068" y="5749661"/>
                    <a:ext cx="305992" cy="3421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17">
                <p14:nvContentPartPr>
                  <p14:cNvPr id="6672" name="Ink 6671">
                    <a:extLst>
                      <a:ext uri="{FF2B5EF4-FFF2-40B4-BE49-F238E27FC236}">
                        <a16:creationId xmlns:a16="http://schemas.microsoft.com/office/drawing/2014/main" id="{48D8D508-3E6F-10C0-BC35-9D7F7D7FBC80}"/>
                      </a:ext>
                    </a:extLst>
                  </p14:cNvPr>
                  <p14:cNvContentPartPr/>
                  <p14:nvPr/>
                </p14:nvContentPartPr>
                <p14:xfrm>
                  <a:off x="5102564" y="5764852"/>
                  <a:ext cx="126360" cy="338760"/>
                </p14:xfrm>
              </p:contentPart>
            </mc:Choice>
            <mc:Fallback xmlns="">
              <p:pic>
                <p:nvPicPr>
                  <p:cNvPr id="6672" name="Ink 6671">
                    <a:extLst>
                      <a:ext uri="{FF2B5EF4-FFF2-40B4-BE49-F238E27FC236}">
                        <a16:creationId xmlns:a16="http://schemas.microsoft.com/office/drawing/2014/main" id="{48D8D508-3E6F-10C0-BC35-9D7F7D7FBC80}"/>
                      </a:ext>
                    </a:extLst>
                  </p:cNvPr>
                  <p:cNvPicPr/>
                  <p:nvPr/>
                </p:nvPicPr>
                <p:blipFill>
                  <a:blip r:embed="rId317"/>
                  <a:stretch>
                    <a:fillRect/>
                  </a:stretch>
                </p:blipFill>
                <p:spPr>
                  <a:xfrm>
                    <a:off x="5089466" y="5754713"/>
                    <a:ext cx="152557" cy="35903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18">
                <p14:nvContentPartPr>
                  <p14:cNvPr id="6673" name="Ink 6672">
                    <a:extLst>
                      <a:ext uri="{FF2B5EF4-FFF2-40B4-BE49-F238E27FC236}">
                        <a16:creationId xmlns:a16="http://schemas.microsoft.com/office/drawing/2014/main" id="{226FF496-3B1E-2ADF-A711-1A2BEFC7379E}"/>
                      </a:ext>
                    </a:extLst>
                  </p14:cNvPr>
                  <p14:cNvContentPartPr/>
                  <p14:nvPr/>
                </p14:nvContentPartPr>
                <p14:xfrm>
                  <a:off x="5208044" y="5766652"/>
                  <a:ext cx="34200" cy="277200"/>
                </p14:xfrm>
              </p:contentPart>
            </mc:Choice>
            <mc:Fallback xmlns="">
              <p:pic>
                <p:nvPicPr>
                  <p:cNvPr id="6673" name="Ink 6672">
                    <a:extLst>
                      <a:ext uri="{FF2B5EF4-FFF2-40B4-BE49-F238E27FC236}">
                        <a16:creationId xmlns:a16="http://schemas.microsoft.com/office/drawing/2014/main" id="{226FF496-3B1E-2ADF-A711-1A2BEFC7379E}"/>
                      </a:ext>
                    </a:extLst>
                  </p:cNvPr>
                  <p:cNvPicPr/>
                  <p:nvPr/>
                </p:nvPicPr>
                <p:blipFill>
                  <a:blip r:embed="rId319"/>
                  <a:stretch>
                    <a:fillRect/>
                  </a:stretch>
                </p:blipFill>
                <p:spPr>
                  <a:xfrm>
                    <a:off x="5195124" y="5756496"/>
                    <a:ext cx="60040" cy="29751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19">
                <p14:nvContentPartPr>
                  <p14:cNvPr id="6674" name="Ink 6673">
                    <a:extLst>
                      <a:ext uri="{FF2B5EF4-FFF2-40B4-BE49-F238E27FC236}">
                        <a16:creationId xmlns:a16="http://schemas.microsoft.com/office/drawing/2014/main" id="{1900B5AC-1FB8-8CC7-F5F3-B49A79196046}"/>
                      </a:ext>
                    </a:extLst>
                  </p14:cNvPr>
                  <p14:cNvContentPartPr/>
                  <p14:nvPr/>
                </p14:nvContentPartPr>
                <p14:xfrm>
                  <a:off x="5244044" y="5769172"/>
                  <a:ext cx="191880" cy="344160"/>
                </p14:xfrm>
              </p:contentPart>
            </mc:Choice>
            <mc:Fallback xmlns="">
              <p:pic>
                <p:nvPicPr>
                  <p:cNvPr id="6674" name="Ink 6673">
                    <a:extLst>
                      <a:ext uri="{FF2B5EF4-FFF2-40B4-BE49-F238E27FC236}">
                        <a16:creationId xmlns:a16="http://schemas.microsoft.com/office/drawing/2014/main" id="{1900B5AC-1FB8-8CC7-F5F3-B49A79196046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5230891" y="5759032"/>
                    <a:ext cx="218186" cy="36444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0">
                <p14:nvContentPartPr>
                  <p14:cNvPr id="6675" name="Ink 6674">
                    <a:extLst>
                      <a:ext uri="{FF2B5EF4-FFF2-40B4-BE49-F238E27FC236}">
                        <a16:creationId xmlns:a16="http://schemas.microsoft.com/office/drawing/2014/main" id="{443C87A6-733A-87A2-94A3-DF92973E67C0}"/>
                      </a:ext>
                    </a:extLst>
                  </p14:cNvPr>
                  <p14:cNvContentPartPr/>
                  <p14:nvPr/>
                </p14:nvContentPartPr>
                <p14:xfrm>
                  <a:off x="5242244" y="5768812"/>
                  <a:ext cx="344880" cy="343440"/>
                </p14:xfrm>
              </p:contentPart>
            </mc:Choice>
            <mc:Fallback xmlns="">
              <p:pic>
                <p:nvPicPr>
                  <p:cNvPr id="6675" name="Ink 6674">
                    <a:extLst>
                      <a:ext uri="{FF2B5EF4-FFF2-40B4-BE49-F238E27FC236}">
                        <a16:creationId xmlns:a16="http://schemas.microsoft.com/office/drawing/2014/main" id="{443C87A6-733A-87A2-94A3-DF92973E67C0}"/>
                      </a:ext>
                    </a:extLst>
                  </p:cNvPr>
                  <p:cNvPicPr/>
                  <p:nvPr/>
                </p:nvPicPr>
                <p:blipFill>
                  <a:blip r:embed="rId323"/>
                  <a:stretch>
                    <a:fillRect/>
                  </a:stretch>
                </p:blipFill>
                <p:spPr>
                  <a:xfrm>
                    <a:off x="5229069" y="5758658"/>
                    <a:ext cx="371230" cy="363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1">
                <p14:nvContentPartPr>
                  <p14:cNvPr id="6676" name="Ink 6675">
                    <a:extLst>
                      <a:ext uri="{FF2B5EF4-FFF2-40B4-BE49-F238E27FC236}">
                        <a16:creationId xmlns:a16="http://schemas.microsoft.com/office/drawing/2014/main" id="{01A2EE74-E060-0D53-7D5D-E4DC8D37F194}"/>
                      </a:ext>
                    </a:extLst>
                  </p14:cNvPr>
                  <p14:cNvContentPartPr/>
                  <p14:nvPr/>
                </p14:nvContentPartPr>
                <p14:xfrm>
                  <a:off x="5217044" y="5628412"/>
                  <a:ext cx="58320" cy="143280"/>
                </p14:xfrm>
              </p:contentPart>
            </mc:Choice>
            <mc:Fallback xmlns="">
              <p:pic>
                <p:nvPicPr>
                  <p:cNvPr id="6676" name="Ink 6675">
                    <a:extLst>
                      <a:ext uri="{FF2B5EF4-FFF2-40B4-BE49-F238E27FC236}">
                        <a16:creationId xmlns:a16="http://schemas.microsoft.com/office/drawing/2014/main" id="{01A2EE74-E060-0D53-7D5D-E4DC8D37F194}"/>
                      </a:ext>
                    </a:extLst>
                  </p:cNvPr>
                  <p:cNvPicPr/>
                  <p:nvPr/>
                </p:nvPicPr>
                <p:blipFill>
                  <a:blip r:embed="rId325"/>
                  <a:stretch>
                    <a:fillRect/>
                  </a:stretch>
                </p:blipFill>
                <p:spPr>
                  <a:xfrm>
                    <a:off x="5203999" y="5618305"/>
                    <a:ext cx="84411" cy="16349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2">
                <p14:nvContentPartPr>
                  <p14:cNvPr id="6677" name="Ink 6676">
                    <a:extLst>
                      <a:ext uri="{FF2B5EF4-FFF2-40B4-BE49-F238E27FC236}">
                        <a16:creationId xmlns:a16="http://schemas.microsoft.com/office/drawing/2014/main" id="{C29F3D5E-93EA-19C6-158F-2B4F41C1A793}"/>
                      </a:ext>
                    </a:extLst>
                  </p14:cNvPr>
                  <p14:cNvContentPartPr/>
                  <p14:nvPr/>
                </p14:nvContentPartPr>
                <p14:xfrm>
                  <a:off x="5174564" y="5534092"/>
                  <a:ext cx="86400" cy="145080"/>
                </p14:xfrm>
              </p:contentPart>
            </mc:Choice>
            <mc:Fallback xmlns="">
              <p:pic>
                <p:nvPicPr>
                  <p:cNvPr id="6677" name="Ink 6676">
                    <a:extLst>
                      <a:ext uri="{FF2B5EF4-FFF2-40B4-BE49-F238E27FC236}">
                        <a16:creationId xmlns:a16="http://schemas.microsoft.com/office/drawing/2014/main" id="{C29F3D5E-93EA-19C6-158F-2B4F41C1A793}"/>
                      </a:ext>
                    </a:extLst>
                  </p:cNvPr>
                  <p:cNvPicPr/>
                  <p:nvPr/>
                </p:nvPicPr>
                <p:blipFill>
                  <a:blip r:embed="rId327"/>
                  <a:stretch>
                    <a:fillRect/>
                  </a:stretch>
                </p:blipFill>
                <p:spPr>
                  <a:xfrm>
                    <a:off x="5161450" y="5523984"/>
                    <a:ext cx="112629" cy="16529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3">
                <p14:nvContentPartPr>
                  <p14:cNvPr id="6678" name="Ink 6677">
                    <a:extLst>
                      <a:ext uri="{FF2B5EF4-FFF2-40B4-BE49-F238E27FC236}">
                        <a16:creationId xmlns:a16="http://schemas.microsoft.com/office/drawing/2014/main" id="{6B7F37F2-0156-AE96-F60F-D574271FC846}"/>
                      </a:ext>
                    </a:extLst>
                  </p14:cNvPr>
                  <p14:cNvContentPartPr/>
                  <p14:nvPr/>
                </p14:nvContentPartPr>
                <p14:xfrm>
                  <a:off x="5191124" y="5414212"/>
                  <a:ext cx="52560" cy="162720"/>
                </p14:xfrm>
              </p:contentPart>
            </mc:Choice>
            <mc:Fallback xmlns="">
              <p:pic>
                <p:nvPicPr>
                  <p:cNvPr id="6678" name="Ink 6677">
                    <a:extLst>
                      <a:ext uri="{FF2B5EF4-FFF2-40B4-BE49-F238E27FC236}">
                        <a16:creationId xmlns:a16="http://schemas.microsoft.com/office/drawing/2014/main" id="{6B7F37F2-0156-AE96-F60F-D574271FC846}"/>
                      </a:ext>
                    </a:extLst>
                  </p:cNvPr>
                  <p:cNvPicPr/>
                  <p:nvPr/>
                </p:nvPicPr>
                <p:blipFill>
                  <a:blip r:embed="rId329"/>
                  <a:stretch>
                    <a:fillRect/>
                  </a:stretch>
                </p:blipFill>
                <p:spPr>
                  <a:xfrm>
                    <a:off x="5177984" y="5404079"/>
                    <a:ext cx="78840" cy="18298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4">
                <p14:nvContentPartPr>
                  <p14:cNvPr id="6679" name="Ink 6678">
                    <a:extLst>
                      <a:ext uri="{FF2B5EF4-FFF2-40B4-BE49-F238E27FC236}">
                        <a16:creationId xmlns:a16="http://schemas.microsoft.com/office/drawing/2014/main" id="{5A61335D-D60A-931C-96C4-66C977DBBD7D}"/>
                      </a:ext>
                    </a:extLst>
                  </p14:cNvPr>
                  <p14:cNvContentPartPr/>
                  <p14:nvPr/>
                </p14:nvContentPartPr>
                <p14:xfrm>
                  <a:off x="5126684" y="5300452"/>
                  <a:ext cx="104040" cy="163080"/>
                </p14:xfrm>
              </p:contentPart>
            </mc:Choice>
            <mc:Fallback xmlns="">
              <p:pic>
                <p:nvPicPr>
                  <p:cNvPr id="6679" name="Ink 6678">
                    <a:extLst>
                      <a:ext uri="{FF2B5EF4-FFF2-40B4-BE49-F238E27FC236}">
                        <a16:creationId xmlns:a16="http://schemas.microsoft.com/office/drawing/2014/main" id="{5A61335D-D60A-931C-96C4-66C977DBBD7D}"/>
                      </a:ext>
                    </a:extLst>
                  </p:cNvPr>
                  <p:cNvPicPr/>
                  <p:nvPr/>
                </p:nvPicPr>
                <p:blipFill>
                  <a:blip r:embed="rId331"/>
                  <a:stretch>
                    <a:fillRect/>
                  </a:stretch>
                </p:blipFill>
                <p:spPr>
                  <a:xfrm>
                    <a:off x="5113583" y="5290297"/>
                    <a:ext cx="130243" cy="1833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5">
                <p14:nvContentPartPr>
                  <p14:cNvPr id="6680" name="Ink 6679">
                    <a:extLst>
                      <a:ext uri="{FF2B5EF4-FFF2-40B4-BE49-F238E27FC236}">
                        <a16:creationId xmlns:a16="http://schemas.microsoft.com/office/drawing/2014/main" id="{6E701D8E-815E-2FA9-A257-C3FC2C3DCDED}"/>
                      </a:ext>
                    </a:extLst>
                  </p14:cNvPr>
                  <p14:cNvContentPartPr/>
                  <p14:nvPr/>
                </p14:nvContentPartPr>
                <p14:xfrm>
                  <a:off x="5149724" y="5135212"/>
                  <a:ext cx="97920" cy="228240"/>
                </p14:xfrm>
              </p:contentPart>
            </mc:Choice>
            <mc:Fallback xmlns="">
              <p:pic>
                <p:nvPicPr>
                  <p:cNvPr id="6680" name="Ink 6679">
                    <a:extLst>
                      <a:ext uri="{FF2B5EF4-FFF2-40B4-BE49-F238E27FC236}">
                        <a16:creationId xmlns:a16="http://schemas.microsoft.com/office/drawing/2014/main" id="{6E701D8E-815E-2FA9-A257-C3FC2C3DCDED}"/>
                      </a:ext>
                    </a:extLst>
                  </p:cNvPr>
                  <p:cNvPicPr/>
                  <p:nvPr/>
                </p:nvPicPr>
                <p:blipFill>
                  <a:blip r:embed="rId333"/>
                  <a:stretch>
                    <a:fillRect/>
                  </a:stretch>
                </p:blipFill>
                <p:spPr>
                  <a:xfrm>
                    <a:off x="5136617" y="5125081"/>
                    <a:ext cx="124135" cy="24850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6">
                <p14:nvContentPartPr>
                  <p14:cNvPr id="6681" name="Ink 6680">
                    <a:extLst>
                      <a:ext uri="{FF2B5EF4-FFF2-40B4-BE49-F238E27FC236}">
                        <a16:creationId xmlns:a16="http://schemas.microsoft.com/office/drawing/2014/main" id="{8A77DC19-2C45-0D32-227B-15EA8CCFC39D}"/>
                      </a:ext>
                    </a:extLst>
                  </p14:cNvPr>
                  <p14:cNvContentPartPr/>
                  <p14:nvPr/>
                </p14:nvContentPartPr>
                <p14:xfrm>
                  <a:off x="5163764" y="4993372"/>
                  <a:ext cx="52200" cy="203400"/>
                </p14:xfrm>
              </p:contentPart>
            </mc:Choice>
            <mc:Fallback xmlns="">
              <p:pic>
                <p:nvPicPr>
                  <p:cNvPr id="6681" name="Ink 6680">
                    <a:extLst>
                      <a:ext uri="{FF2B5EF4-FFF2-40B4-BE49-F238E27FC236}">
                        <a16:creationId xmlns:a16="http://schemas.microsoft.com/office/drawing/2014/main" id="{8A77DC19-2C45-0D32-227B-15EA8CCFC39D}"/>
                      </a:ext>
                    </a:extLst>
                  </p:cNvPr>
                  <p:cNvPicPr/>
                  <p:nvPr/>
                </p:nvPicPr>
                <p:blipFill>
                  <a:blip r:embed="rId335"/>
                  <a:stretch>
                    <a:fillRect/>
                  </a:stretch>
                </p:blipFill>
                <p:spPr>
                  <a:xfrm>
                    <a:off x="5150714" y="4983232"/>
                    <a:ext cx="78300" cy="22368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7">
                <p14:nvContentPartPr>
                  <p14:cNvPr id="6682" name="Ink 6681">
                    <a:extLst>
                      <a:ext uri="{FF2B5EF4-FFF2-40B4-BE49-F238E27FC236}">
                        <a16:creationId xmlns:a16="http://schemas.microsoft.com/office/drawing/2014/main" id="{241175AF-7A42-2338-CDDA-F3684B8A536A}"/>
                      </a:ext>
                    </a:extLst>
                  </p14:cNvPr>
                  <p14:cNvContentPartPr/>
                  <p14:nvPr/>
                </p14:nvContentPartPr>
                <p14:xfrm>
                  <a:off x="5193284" y="4825612"/>
                  <a:ext cx="101880" cy="210240"/>
                </p14:xfrm>
              </p:contentPart>
            </mc:Choice>
            <mc:Fallback xmlns="">
              <p:pic>
                <p:nvPicPr>
                  <p:cNvPr id="6682" name="Ink 6681">
                    <a:extLst>
                      <a:ext uri="{FF2B5EF4-FFF2-40B4-BE49-F238E27FC236}">
                        <a16:creationId xmlns:a16="http://schemas.microsoft.com/office/drawing/2014/main" id="{241175AF-7A42-2338-CDDA-F3684B8A536A}"/>
                      </a:ext>
                    </a:extLst>
                  </p:cNvPr>
                  <p:cNvPicPr/>
                  <p:nvPr/>
                </p:nvPicPr>
                <p:blipFill>
                  <a:blip r:embed="rId337"/>
                  <a:stretch>
                    <a:fillRect/>
                  </a:stretch>
                </p:blipFill>
                <p:spPr>
                  <a:xfrm>
                    <a:off x="5180163" y="4815458"/>
                    <a:ext cx="128122" cy="23054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8">
                <p14:nvContentPartPr>
                  <p14:cNvPr id="6683" name="Ink 6682">
                    <a:extLst>
                      <a:ext uri="{FF2B5EF4-FFF2-40B4-BE49-F238E27FC236}">
                        <a16:creationId xmlns:a16="http://schemas.microsoft.com/office/drawing/2014/main" id="{8B1FE312-8C03-2EEB-860D-4601CB3358C7}"/>
                      </a:ext>
                    </a:extLst>
                  </p14:cNvPr>
                  <p14:cNvContentPartPr/>
                  <p14:nvPr/>
                </p14:nvContentPartPr>
                <p14:xfrm>
                  <a:off x="5131724" y="4701412"/>
                  <a:ext cx="126000" cy="197280"/>
                </p14:xfrm>
              </p:contentPart>
            </mc:Choice>
            <mc:Fallback xmlns="">
              <p:pic>
                <p:nvPicPr>
                  <p:cNvPr id="6683" name="Ink 6682">
                    <a:extLst>
                      <a:ext uri="{FF2B5EF4-FFF2-40B4-BE49-F238E27FC236}">
                        <a16:creationId xmlns:a16="http://schemas.microsoft.com/office/drawing/2014/main" id="{8B1FE312-8C03-2EEB-860D-4601CB3358C7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118583" y="4691280"/>
                    <a:ext cx="152282" cy="21754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29">
                <p14:nvContentPartPr>
                  <p14:cNvPr id="6684" name="Ink 6683">
                    <a:extLst>
                      <a:ext uri="{FF2B5EF4-FFF2-40B4-BE49-F238E27FC236}">
                        <a16:creationId xmlns:a16="http://schemas.microsoft.com/office/drawing/2014/main" id="{210A2EED-79DB-1819-0D48-3EB02476E62C}"/>
                      </a:ext>
                    </a:extLst>
                  </p14:cNvPr>
                  <p14:cNvContentPartPr/>
                  <p14:nvPr/>
                </p14:nvContentPartPr>
                <p14:xfrm>
                  <a:off x="5176004" y="4589812"/>
                  <a:ext cx="56880" cy="204480"/>
                </p14:xfrm>
              </p:contentPart>
            </mc:Choice>
            <mc:Fallback xmlns="">
              <p:pic>
                <p:nvPicPr>
                  <p:cNvPr id="6684" name="Ink 6683">
                    <a:extLst>
                      <a:ext uri="{FF2B5EF4-FFF2-40B4-BE49-F238E27FC236}">
                        <a16:creationId xmlns:a16="http://schemas.microsoft.com/office/drawing/2014/main" id="{210A2EED-79DB-1819-0D48-3EB02476E62C}"/>
                      </a:ext>
                    </a:extLst>
                  </p:cNvPr>
                  <p:cNvPicPr/>
                  <p:nvPr/>
                </p:nvPicPr>
                <p:blipFill>
                  <a:blip r:embed="rId341"/>
                  <a:stretch>
                    <a:fillRect/>
                  </a:stretch>
                </p:blipFill>
                <p:spPr>
                  <a:xfrm>
                    <a:off x="5162937" y="4579677"/>
                    <a:ext cx="83014" cy="22474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0">
                <p14:nvContentPartPr>
                  <p14:cNvPr id="6685" name="Ink 6684">
                    <a:extLst>
                      <a:ext uri="{FF2B5EF4-FFF2-40B4-BE49-F238E27FC236}">
                        <a16:creationId xmlns:a16="http://schemas.microsoft.com/office/drawing/2014/main" id="{F42B2AC5-D079-6F30-C98B-6C9BF1B5407F}"/>
                      </a:ext>
                    </a:extLst>
                  </p14:cNvPr>
                  <p14:cNvContentPartPr/>
                  <p14:nvPr/>
                </p14:nvContentPartPr>
                <p14:xfrm>
                  <a:off x="5100764" y="4452652"/>
                  <a:ext cx="119520" cy="195120"/>
                </p14:xfrm>
              </p:contentPart>
            </mc:Choice>
            <mc:Fallback xmlns="">
              <p:pic>
                <p:nvPicPr>
                  <p:cNvPr id="6685" name="Ink 6684">
                    <a:extLst>
                      <a:ext uri="{FF2B5EF4-FFF2-40B4-BE49-F238E27FC236}">
                        <a16:creationId xmlns:a16="http://schemas.microsoft.com/office/drawing/2014/main" id="{F42B2AC5-D079-6F30-C98B-6C9BF1B5407F}"/>
                      </a:ext>
                    </a:extLst>
                  </p:cNvPr>
                  <p:cNvPicPr/>
                  <p:nvPr/>
                </p:nvPicPr>
                <p:blipFill>
                  <a:blip r:embed="rId339"/>
                  <a:stretch>
                    <a:fillRect/>
                  </a:stretch>
                </p:blipFill>
                <p:spPr>
                  <a:xfrm>
                    <a:off x="5087570" y="4442508"/>
                    <a:ext cx="145908" cy="21540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1">
                <p14:nvContentPartPr>
                  <p14:cNvPr id="6686" name="Ink 6685">
                    <a:extLst>
                      <a:ext uri="{FF2B5EF4-FFF2-40B4-BE49-F238E27FC236}">
                        <a16:creationId xmlns:a16="http://schemas.microsoft.com/office/drawing/2014/main" id="{2B83D307-D6E6-9F9F-AD90-B54B59B2AFFF}"/>
                      </a:ext>
                    </a:extLst>
                  </p14:cNvPr>
                  <p14:cNvContentPartPr/>
                  <p14:nvPr/>
                </p14:nvContentPartPr>
                <p14:xfrm>
                  <a:off x="5141084" y="4285612"/>
                  <a:ext cx="67680" cy="224280"/>
                </p14:xfrm>
              </p:contentPart>
            </mc:Choice>
            <mc:Fallback xmlns="">
              <p:pic>
                <p:nvPicPr>
                  <p:cNvPr id="6686" name="Ink 6685">
                    <a:extLst>
                      <a:ext uri="{FF2B5EF4-FFF2-40B4-BE49-F238E27FC236}">
                        <a16:creationId xmlns:a16="http://schemas.microsoft.com/office/drawing/2014/main" id="{2B83D307-D6E6-9F9F-AD90-B54B59B2AFFF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8009" y="4275472"/>
                    <a:ext cx="93829" cy="24456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2">
                <p14:nvContentPartPr>
                  <p14:cNvPr id="6687" name="Ink 6686">
                    <a:extLst>
                      <a:ext uri="{FF2B5EF4-FFF2-40B4-BE49-F238E27FC236}">
                        <a16:creationId xmlns:a16="http://schemas.microsoft.com/office/drawing/2014/main" id="{40B07462-CC45-3CB8-7751-A3E85B8DE6DE}"/>
                      </a:ext>
                    </a:extLst>
                  </p14:cNvPr>
                  <p14:cNvContentPartPr/>
                  <p14:nvPr/>
                </p14:nvContentPartPr>
                <p14:xfrm>
                  <a:off x="5123084" y="4094092"/>
                  <a:ext cx="85680" cy="263880"/>
                </p14:xfrm>
              </p:contentPart>
            </mc:Choice>
            <mc:Fallback xmlns="">
              <p:pic>
                <p:nvPicPr>
                  <p:cNvPr id="6687" name="Ink 6686">
                    <a:extLst>
                      <a:ext uri="{FF2B5EF4-FFF2-40B4-BE49-F238E27FC236}">
                        <a16:creationId xmlns:a16="http://schemas.microsoft.com/office/drawing/2014/main" id="{40B07462-CC45-3CB8-7751-A3E85B8DE6DE}"/>
                      </a:ext>
                    </a:extLst>
                  </p:cNvPr>
                  <p:cNvPicPr/>
                  <p:nvPr/>
                </p:nvPicPr>
                <p:blipFill>
                  <a:blip r:embed="rId346"/>
                  <a:stretch>
                    <a:fillRect/>
                  </a:stretch>
                </p:blipFill>
                <p:spPr>
                  <a:xfrm>
                    <a:off x="5109962" y="4083943"/>
                    <a:ext cx="111924" cy="28417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3">
                <p14:nvContentPartPr>
                  <p14:cNvPr id="6688" name="Ink 6687">
                    <a:extLst>
                      <a:ext uri="{FF2B5EF4-FFF2-40B4-BE49-F238E27FC236}">
                        <a16:creationId xmlns:a16="http://schemas.microsoft.com/office/drawing/2014/main" id="{8A148FF4-EBBC-7B32-A646-45619D2A5A03}"/>
                      </a:ext>
                    </a:extLst>
                  </p14:cNvPr>
                  <p14:cNvContentPartPr/>
                  <p14:nvPr/>
                </p14:nvContentPartPr>
                <p14:xfrm>
                  <a:off x="5155484" y="3882772"/>
                  <a:ext cx="59400" cy="278280"/>
                </p14:xfrm>
              </p:contentPart>
            </mc:Choice>
            <mc:Fallback xmlns="">
              <p:pic>
                <p:nvPicPr>
                  <p:cNvPr id="6688" name="Ink 6687">
                    <a:extLst>
                      <a:ext uri="{FF2B5EF4-FFF2-40B4-BE49-F238E27FC236}">
                        <a16:creationId xmlns:a16="http://schemas.microsoft.com/office/drawing/2014/main" id="{8A148FF4-EBBC-7B32-A646-45619D2A5A03}"/>
                      </a:ext>
                    </a:extLst>
                  </p:cNvPr>
                  <p:cNvPicPr/>
                  <p:nvPr/>
                </p:nvPicPr>
                <p:blipFill>
                  <a:blip r:embed="rId348"/>
                  <a:stretch>
                    <a:fillRect/>
                  </a:stretch>
                </p:blipFill>
                <p:spPr>
                  <a:xfrm>
                    <a:off x="5142370" y="3872620"/>
                    <a:ext cx="85629" cy="29858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4">
                <p14:nvContentPartPr>
                  <p14:cNvPr id="6689" name="Ink 6688">
                    <a:extLst>
                      <a:ext uri="{FF2B5EF4-FFF2-40B4-BE49-F238E27FC236}">
                        <a16:creationId xmlns:a16="http://schemas.microsoft.com/office/drawing/2014/main" id="{48E8D013-6067-DE7C-E149-B8ED09879903}"/>
                      </a:ext>
                    </a:extLst>
                  </p14:cNvPr>
                  <p14:cNvContentPartPr/>
                  <p14:nvPr/>
                </p14:nvContentPartPr>
                <p14:xfrm>
                  <a:off x="5135684" y="3743452"/>
                  <a:ext cx="61560" cy="229320"/>
                </p14:xfrm>
              </p:contentPart>
            </mc:Choice>
            <mc:Fallback xmlns="">
              <p:pic>
                <p:nvPicPr>
                  <p:cNvPr id="6689" name="Ink 6688">
                    <a:extLst>
                      <a:ext uri="{FF2B5EF4-FFF2-40B4-BE49-F238E27FC236}">
                        <a16:creationId xmlns:a16="http://schemas.microsoft.com/office/drawing/2014/main" id="{48E8D013-6067-DE7C-E149-B8ED09879903}"/>
                      </a:ext>
                    </a:extLst>
                  </p:cNvPr>
                  <p:cNvPicPr/>
                  <p:nvPr/>
                </p:nvPicPr>
                <p:blipFill>
                  <a:blip r:embed="rId344"/>
                  <a:stretch>
                    <a:fillRect/>
                  </a:stretch>
                </p:blipFill>
                <p:spPr>
                  <a:xfrm>
                    <a:off x="5122602" y="3733300"/>
                    <a:ext cx="87723" cy="249624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5">
                <p14:nvContentPartPr>
                  <p14:cNvPr id="6690" name="Ink 6689">
                    <a:extLst>
                      <a:ext uri="{FF2B5EF4-FFF2-40B4-BE49-F238E27FC236}">
                        <a16:creationId xmlns:a16="http://schemas.microsoft.com/office/drawing/2014/main" id="{9F8B0464-42A7-EAF6-C23F-02EB51C9118F}"/>
                      </a:ext>
                    </a:extLst>
                  </p14:cNvPr>
                  <p14:cNvContentPartPr/>
                  <p14:nvPr/>
                </p14:nvContentPartPr>
                <p14:xfrm>
                  <a:off x="5167364" y="3539332"/>
                  <a:ext cx="103680" cy="232920"/>
                </p14:xfrm>
              </p:contentPart>
            </mc:Choice>
            <mc:Fallback xmlns="">
              <p:pic>
                <p:nvPicPr>
                  <p:cNvPr id="6690" name="Ink 6689">
                    <a:extLst>
                      <a:ext uri="{FF2B5EF4-FFF2-40B4-BE49-F238E27FC236}">
                        <a16:creationId xmlns:a16="http://schemas.microsoft.com/office/drawing/2014/main" id="{9F8B0464-42A7-EAF6-C23F-02EB51C9118F}"/>
                      </a:ext>
                    </a:extLst>
                  </p:cNvPr>
                  <p:cNvPicPr/>
                  <p:nvPr/>
                </p:nvPicPr>
                <p:blipFill>
                  <a:blip r:embed="rId351"/>
                  <a:stretch>
                    <a:fillRect/>
                  </a:stretch>
                </p:blipFill>
                <p:spPr>
                  <a:xfrm>
                    <a:off x="5154211" y="3529179"/>
                    <a:ext cx="129987" cy="2532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6">
                <p14:nvContentPartPr>
                  <p14:cNvPr id="6691" name="Ink 6690">
                    <a:extLst>
                      <a:ext uri="{FF2B5EF4-FFF2-40B4-BE49-F238E27FC236}">
                        <a16:creationId xmlns:a16="http://schemas.microsoft.com/office/drawing/2014/main" id="{E5CD1DD2-C3BA-174D-B045-94262C156791}"/>
                      </a:ext>
                    </a:extLst>
                  </p14:cNvPr>
                  <p14:cNvContentPartPr/>
                  <p14:nvPr/>
                </p14:nvContentPartPr>
                <p14:xfrm>
                  <a:off x="5106524" y="3428812"/>
                  <a:ext cx="142560" cy="171720"/>
                </p14:xfrm>
              </p:contentPart>
            </mc:Choice>
            <mc:Fallback xmlns="">
              <p:pic>
                <p:nvPicPr>
                  <p:cNvPr id="6691" name="Ink 6690">
                    <a:extLst>
                      <a:ext uri="{FF2B5EF4-FFF2-40B4-BE49-F238E27FC236}">
                        <a16:creationId xmlns:a16="http://schemas.microsoft.com/office/drawing/2014/main" id="{E5CD1DD2-C3BA-174D-B045-94262C156791}"/>
                      </a:ext>
                    </a:extLst>
                  </p:cNvPr>
                  <p:cNvPicPr/>
                  <p:nvPr/>
                </p:nvPicPr>
                <p:blipFill>
                  <a:blip r:embed="rId353"/>
                  <a:stretch>
                    <a:fillRect/>
                  </a:stretch>
                </p:blipFill>
                <p:spPr>
                  <a:xfrm>
                    <a:off x="5093424" y="3418711"/>
                    <a:ext cx="168760" cy="19192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7">
                <p14:nvContentPartPr>
                  <p14:cNvPr id="6692" name="Ink 6691">
                    <a:extLst>
                      <a:ext uri="{FF2B5EF4-FFF2-40B4-BE49-F238E27FC236}">
                        <a16:creationId xmlns:a16="http://schemas.microsoft.com/office/drawing/2014/main" id="{2EB8C3E7-023C-058E-CDED-B2B54CE5A0F5}"/>
                      </a:ext>
                    </a:extLst>
                  </p14:cNvPr>
                  <p14:cNvContentPartPr/>
                  <p14:nvPr/>
                </p14:nvContentPartPr>
                <p14:xfrm>
                  <a:off x="5276804" y="5544892"/>
                  <a:ext cx="45000" cy="96120"/>
                </p14:xfrm>
              </p:contentPart>
            </mc:Choice>
            <mc:Fallback xmlns="">
              <p:pic>
                <p:nvPicPr>
                  <p:cNvPr id="6692" name="Ink 6691">
                    <a:extLst>
                      <a:ext uri="{FF2B5EF4-FFF2-40B4-BE49-F238E27FC236}">
                        <a16:creationId xmlns:a16="http://schemas.microsoft.com/office/drawing/2014/main" id="{2EB8C3E7-023C-058E-CDED-B2B54CE5A0F5}"/>
                      </a:ext>
                    </a:extLst>
                  </p:cNvPr>
                  <p:cNvPicPr/>
                  <p:nvPr/>
                </p:nvPicPr>
                <p:blipFill>
                  <a:blip r:embed="rId355"/>
                  <a:stretch>
                    <a:fillRect/>
                  </a:stretch>
                </p:blipFill>
                <p:spPr>
                  <a:xfrm>
                    <a:off x="5263838" y="5534743"/>
                    <a:ext cx="70932" cy="116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8">
                <p14:nvContentPartPr>
                  <p14:cNvPr id="6693" name="Ink 6692">
                    <a:extLst>
                      <a:ext uri="{FF2B5EF4-FFF2-40B4-BE49-F238E27FC236}">
                        <a16:creationId xmlns:a16="http://schemas.microsoft.com/office/drawing/2014/main" id="{2B75752F-F7FA-EEF4-6638-0992784F3B81}"/>
                      </a:ext>
                    </a:extLst>
                  </p14:cNvPr>
                  <p14:cNvContentPartPr/>
                  <p14:nvPr/>
                </p14:nvContentPartPr>
                <p14:xfrm>
                  <a:off x="5132444" y="5467132"/>
                  <a:ext cx="53280" cy="81720"/>
                </p14:xfrm>
              </p:contentPart>
            </mc:Choice>
            <mc:Fallback xmlns="">
              <p:pic>
                <p:nvPicPr>
                  <p:cNvPr id="6693" name="Ink 6692">
                    <a:extLst>
                      <a:ext uri="{FF2B5EF4-FFF2-40B4-BE49-F238E27FC236}">
                        <a16:creationId xmlns:a16="http://schemas.microsoft.com/office/drawing/2014/main" id="{2B75752F-F7FA-EEF4-6638-0992784F3B81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119317" y="5456992"/>
                    <a:ext cx="79534" cy="10200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39">
                <p14:nvContentPartPr>
                  <p14:cNvPr id="6694" name="Ink 6693">
                    <a:extLst>
                      <a:ext uri="{FF2B5EF4-FFF2-40B4-BE49-F238E27FC236}">
                        <a16:creationId xmlns:a16="http://schemas.microsoft.com/office/drawing/2014/main" id="{02326C08-9DB8-FF8E-E90E-A9A6DAE7E5B8}"/>
                      </a:ext>
                    </a:extLst>
                  </p14:cNvPr>
                  <p14:cNvContentPartPr/>
                  <p14:nvPr/>
                </p14:nvContentPartPr>
                <p14:xfrm>
                  <a:off x="5244764" y="5329972"/>
                  <a:ext cx="63720" cy="81360"/>
                </p14:xfrm>
              </p:contentPart>
            </mc:Choice>
            <mc:Fallback xmlns="">
              <p:pic>
                <p:nvPicPr>
                  <p:cNvPr id="6694" name="Ink 6693">
                    <a:extLst>
                      <a:ext uri="{FF2B5EF4-FFF2-40B4-BE49-F238E27FC236}">
                        <a16:creationId xmlns:a16="http://schemas.microsoft.com/office/drawing/2014/main" id="{02326C08-9DB8-FF8E-E90E-A9A6DAE7E5B8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31713" y="5319802"/>
                    <a:ext cx="89822" cy="10170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0">
                <p14:nvContentPartPr>
                  <p14:cNvPr id="6695" name="Ink 6694">
                    <a:extLst>
                      <a:ext uri="{FF2B5EF4-FFF2-40B4-BE49-F238E27FC236}">
                        <a16:creationId xmlns:a16="http://schemas.microsoft.com/office/drawing/2014/main" id="{DC2F486E-9EE2-C4BA-ABCA-7D243E29B5C6}"/>
                      </a:ext>
                    </a:extLst>
                  </p14:cNvPr>
                  <p14:cNvContentPartPr/>
                  <p14:nvPr/>
                </p14:nvContentPartPr>
                <p14:xfrm>
                  <a:off x="5091764" y="5232772"/>
                  <a:ext cx="59040" cy="71280"/>
                </p14:xfrm>
              </p:contentPart>
            </mc:Choice>
            <mc:Fallback xmlns="">
              <p:pic>
                <p:nvPicPr>
                  <p:cNvPr id="6695" name="Ink 6694">
                    <a:extLst>
                      <a:ext uri="{FF2B5EF4-FFF2-40B4-BE49-F238E27FC236}">
                        <a16:creationId xmlns:a16="http://schemas.microsoft.com/office/drawing/2014/main" id="{DC2F486E-9EE2-C4BA-ABCA-7D243E29B5C6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78558" y="5222674"/>
                    <a:ext cx="85453" cy="914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1">
                <p14:nvContentPartPr>
                  <p14:cNvPr id="6696" name="Ink 6695">
                    <a:extLst>
                      <a:ext uri="{FF2B5EF4-FFF2-40B4-BE49-F238E27FC236}">
                        <a16:creationId xmlns:a16="http://schemas.microsoft.com/office/drawing/2014/main" id="{97E7C164-D48A-DF63-1A3E-E2C0D4EEE660}"/>
                      </a:ext>
                    </a:extLst>
                  </p14:cNvPr>
                  <p14:cNvContentPartPr/>
                  <p14:nvPr/>
                </p14:nvContentPartPr>
                <p14:xfrm>
                  <a:off x="5254484" y="5054932"/>
                  <a:ext cx="65160" cy="82800"/>
                </p14:xfrm>
              </p:contentPart>
            </mc:Choice>
            <mc:Fallback xmlns="">
              <p:pic>
                <p:nvPicPr>
                  <p:cNvPr id="6696" name="Ink 6695">
                    <a:extLst>
                      <a:ext uri="{FF2B5EF4-FFF2-40B4-BE49-F238E27FC236}">
                        <a16:creationId xmlns:a16="http://schemas.microsoft.com/office/drawing/2014/main" id="{97E7C164-D48A-DF63-1A3E-E2C0D4EEE660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41452" y="5044805"/>
                    <a:ext cx="91224" cy="1030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2">
                <p14:nvContentPartPr>
                  <p14:cNvPr id="6697" name="Ink 6696">
                    <a:extLst>
                      <a:ext uri="{FF2B5EF4-FFF2-40B4-BE49-F238E27FC236}">
                        <a16:creationId xmlns:a16="http://schemas.microsoft.com/office/drawing/2014/main" id="{B86FB2C0-9D92-A114-1FE1-B0192A592D8F}"/>
                      </a:ext>
                    </a:extLst>
                  </p14:cNvPr>
                  <p14:cNvContentPartPr/>
                  <p14:nvPr/>
                </p14:nvContentPartPr>
                <p14:xfrm>
                  <a:off x="5119124" y="4911652"/>
                  <a:ext cx="68040" cy="72360"/>
                </p14:xfrm>
              </p:contentPart>
            </mc:Choice>
            <mc:Fallback xmlns="">
              <p:pic>
                <p:nvPicPr>
                  <p:cNvPr id="6697" name="Ink 6696">
                    <a:extLst>
                      <a:ext uri="{FF2B5EF4-FFF2-40B4-BE49-F238E27FC236}">
                        <a16:creationId xmlns:a16="http://schemas.microsoft.com/office/drawing/2014/main" id="{B86FB2C0-9D92-A114-1FE1-B0192A592D8F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105980" y="4901486"/>
                    <a:ext cx="94328" cy="9269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3">
                <p14:nvContentPartPr>
                  <p14:cNvPr id="6698" name="Ink 6697">
                    <a:extLst>
                      <a:ext uri="{FF2B5EF4-FFF2-40B4-BE49-F238E27FC236}">
                        <a16:creationId xmlns:a16="http://schemas.microsoft.com/office/drawing/2014/main" id="{2E286598-F493-0135-D31B-4CA91209BD03}"/>
                      </a:ext>
                    </a:extLst>
                  </p14:cNvPr>
                  <p14:cNvContentPartPr/>
                  <p14:nvPr/>
                </p14:nvContentPartPr>
                <p14:xfrm>
                  <a:off x="5290124" y="4741012"/>
                  <a:ext cx="51120" cy="81000"/>
                </p14:xfrm>
              </p:contentPart>
            </mc:Choice>
            <mc:Fallback xmlns="">
              <p:pic>
                <p:nvPicPr>
                  <p:cNvPr id="6698" name="Ink 6697">
                    <a:extLst>
                      <a:ext uri="{FF2B5EF4-FFF2-40B4-BE49-F238E27FC236}">
                        <a16:creationId xmlns:a16="http://schemas.microsoft.com/office/drawing/2014/main" id="{2E286598-F493-0135-D31B-4CA91209BD03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77153" y="4730887"/>
                    <a:ext cx="77061" cy="10125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4">
                <p14:nvContentPartPr>
                  <p14:cNvPr id="6699" name="Ink 6698">
                    <a:extLst>
                      <a:ext uri="{FF2B5EF4-FFF2-40B4-BE49-F238E27FC236}">
                        <a16:creationId xmlns:a16="http://schemas.microsoft.com/office/drawing/2014/main" id="{A33262BB-15C9-1514-E2C9-8B2E11A9633F}"/>
                      </a:ext>
                    </a:extLst>
                  </p14:cNvPr>
                  <p14:cNvContentPartPr/>
                  <p14:nvPr/>
                </p14:nvContentPartPr>
                <p14:xfrm>
                  <a:off x="5100404" y="4643812"/>
                  <a:ext cx="56880" cy="58320"/>
                </p14:xfrm>
              </p:contentPart>
            </mc:Choice>
            <mc:Fallback xmlns="">
              <p:pic>
                <p:nvPicPr>
                  <p:cNvPr id="6699" name="Ink 6698">
                    <a:extLst>
                      <a:ext uri="{FF2B5EF4-FFF2-40B4-BE49-F238E27FC236}">
                        <a16:creationId xmlns:a16="http://schemas.microsoft.com/office/drawing/2014/main" id="{A33262BB-15C9-1514-E2C9-8B2E11A9633F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087337" y="4633591"/>
                    <a:ext cx="83014" cy="7876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5">
                <p14:nvContentPartPr>
                  <p14:cNvPr id="6700" name="Ink 6699">
                    <a:extLst>
                      <a:ext uri="{FF2B5EF4-FFF2-40B4-BE49-F238E27FC236}">
                        <a16:creationId xmlns:a16="http://schemas.microsoft.com/office/drawing/2014/main" id="{33B4C35D-FD95-F8C3-96CF-19D3A7327257}"/>
                      </a:ext>
                    </a:extLst>
                  </p14:cNvPr>
                  <p14:cNvContentPartPr/>
                  <p14:nvPr/>
                </p14:nvContentPartPr>
                <p14:xfrm>
                  <a:off x="5243684" y="4537612"/>
                  <a:ext cx="56520" cy="51120"/>
                </p14:xfrm>
              </p:contentPart>
            </mc:Choice>
            <mc:Fallback xmlns="">
              <p:pic>
                <p:nvPicPr>
                  <p:cNvPr id="6700" name="Ink 6699">
                    <a:extLst>
                      <a:ext uri="{FF2B5EF4-FFF2-40B4-BE49-F238E27FC236}">
                        <a16:creationId xmlns:a16="http://schemas.microsoft.com/office/drawing/2014/main" id="{33B4C35D-FD95-F8C3-96CF-19D3A7327257}"/>
                      </a:ext>
                    </a:extLst>
                  </p:cNvPr>
                  <p:cNvPicPr/>
                  <p:nvPr/>
                </p:nvPicPr>
                <p:blipFill>
                  <a:blip r:embed="rId365"/>
                  <a:stretch>
                    <a:fillRect/>
                  </a:stretch>
                </p:blipFill>
                <p:spPr>
                  <a:xfrm>
                    <a:off x="5230700" y="4527507"/>
                    <a:ext cx="82489" cy="7133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6">
                <p14:nvContentPartPr>
                  <p14:cNvPr id="6701" name="Ink 6700">
                    <a:extLst>
                      <a:ext uri="{FF2B5EF4-FFF2-40B4-BE49-F238E27FC236}">
                        <a16:creationId xmlns:a16="http://schemas.microsoft.com/office/drawing/2014/main" id="{15E8C0E3-4678-BBCA-7332-76B5F4F87DEC}"/>
                      </a:ext>
                    </a:extLst>
                  </p14:cNvPr>
                  <p14:cNvContentPartPr/>
                  <p14:nvPr/>
                </p14:nvContentPartPr>
                <p14:xfrm>
                  <a:off x="5073044" y="4407652"/>
                  <a:ext cx="43200" cy="56520"/>
                </p14:xfrm>
              </p:contentPart>
            </mc:Choice>
            <mc:Fallback xmlns="">
              <p:pic>
                <p:nvPicPr>
                  <p:cNvPr id="6701" name="Ink 6700">
                    <a:extLst>
                      <a:ext uri="{FF2B5EF4-FFF2-40B4-BE49-F238E27FC236}">
                        <a16:creationId xmlns:a16="http://schemas.microsoft.com/office/drawing/2014/main" id="{15E8C0E3-4678-BBCA-7332-76B5F4F87DEC}"/>
                      </a:ext>
                    </a:extLst>
                  </p:cNvPr>
                  <p:cNvPicPr/>
                  <p:nvPr/>
                </p:nvPicPr>
                <p:blipFill>
                  <a:blip r:embed="rId368"/>
                  <a:stretch>
                    <a:fillRect/>
                  </a:stretch>
                </p:blipFill>
                <p:spPr>
                  <a:xfrm>
                    <a:off x="5059930" y="4397538"/>
                    <a:ext cx="69429" cy="7674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7">
                <p14:nvContentPartPr>
                  <p14:cNvPr id="6702" name="Ink 6701">
                    <a:extLst>
                      <a:ext uri="{FF2B5EF4-FFF2-40B4-BE49-F238E27FC236}">
                        <a16:creationId xmlns:a16="http://schemas.microsoft.com/office/drawing/2014/main" id="{80B58218-60A8-C112-E280-DBD541159489}"/>
                      </a:ext>
                    </a:extLst>
                  </p14:cNvPr>
                  <p14:cNvContentPartPr/>
                  <p14:nvPr/>
                </p14:nvContentPartPr>
                <p14:xfrm>
                  <a:off x="5215604" y="4225492"/>
                  <a:ext cx="43560" cy="67320"/>
                </p14:xfrm>
              </p:contentPart>
            </mc:Choice>
            <mc:Fallback xmlns="">
              <p:pic>
                <p:nvPicPr>
                  <p:cNvPr id="6702" name="Ink 6701">
                    <a:extLst>
                      <a:ext uri="{FF2B5EF4-FFF2-40B4-BE49-F238E27FC236}">
                        <a16:creationId xmlns:a16="http://schemas.microsoft.com/office/drawing/2014/main" id="{80B58218-60A8-C112-E280-DBD541159489}"/>
                      </a:ext>
                    </a:extLst>
                  </p:cNvPr>
                  <p:cNvPicPr/>
                  <p:nvPr/>
                </p:nvPicPr>
                <p:blipFill>
                  <a:blip r:embed="rId357"/>
                  <a:stretch>
                    <a:fillRect/>
                  </a:stretch>
                </p:blipFill>
                <p:spPr>
                  <a:xfrm>
                    <a:off x="5202380" y="4215364"/>
                    <a:ext cx="70007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8">
                <p14:nvContentPartPr>
                  <p14:cNvPr id="6703" name="Ink 6702">
                    <a:extLst>
                      <a:ext uri="{FF2B5EF4-FFF2-40B4-BE49-F238E27FC236}">
                        <a16:creationId xmlns:a16="http://schemas.microsoft.com/office/drawing/2014/main" id="{B9EA3D43-458F-40A0-0C50-55113355C68A}"/>
                      </a:ext>
                    </a:extLst>
                  </p14:cNvPr>
                  <p14:cNvContentPartPr/>
                  <p14:nvPr/>
                </p14:nvContentPartPr>
                <p14:xfrm>
                  <a:off x="5079164" y="4004812"/>
                  <a:ext cx="61560" cy="88560"/>
                </p14:xfrm>
              </p:contentPart>
            </mc:Choice>
            <mc:Fallback xmlns="">
              <p:pic>
                <p:nvPicPr>
                  <p:cNvPr id="6703" name="Ink 6702">
                    <a:extLst>
                      <a:ext uri="{FF2B5EF4-FFF2-40B4-BE49-F238E27FC236}">
                        <a16:creationId xmlns:a16="http://schemas.microsoft.com/office/drawing/2014/main" id="{B9EA3D43-458F-40A0-0C50-55113355C68A}"/>
                      </a:ext>
                    </a:extLst>
                  </p:cNvPr>
                  <p:cNvPicPr/>
                  <p:nvPr/>
                </p:nvPicPr>
                <p:blipFill>
                  <a:blip r:embed="rId371"/>
                  <a:stretch>
                    <a:fillRect/>
                  </a:stretch>
                </p:blipFill>
                <p:spPr>
                  <a:xfrm>
                    <a:off x="5066082" y="3994640"/>
                    <a:ext cx="87723" cy="108905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49">
                <p14:nvContentPartPr>
                  <p14:cNvPr id="6704" name="Ink 6703">
                    <a:extLst>
                      <a:ext uri="{FF2B5EF4-FFF2-40B4-BE49-F238E27FC236}">
                        <a16:creationId xmlns:a16="http://schemas.microsoft.com/office/drawing/2014/main" id="{8E6B9BC0-B341-ABB3-2256-D63E652661D8}"/>
                      </a:ext>
                    </a:extLst>
                  </p14:cNvPr>
                  <p14:cNvContentPartPr/>
                  <p14:nvPr/>
                </p14:nvContentPartPr>
                <p14:xfrm>
                  <a:off x="5216684" y="3820852"/>
                  <a:ext cx="61560" cy="73080"/>
                </p14:xfrm>
              </p:contentPart>
            </mc:Choice>
            <mc:Fallback xmlns="">
              <p:pic>
                <p:nvPicPr>
                  <p:cNvPr id="6704" name="Ink 6703">
                    <a:extLst>
                      <a:ext uri="{FF2B5EF4-FFF2-40B4-BE49-F238E27FC236}">
                        <a16:creationId xmlns:a16="http://schemas.microsoft.com/office/drawing/2014/main" id="{8E6B9BC0-B341-ABB3-2256-D63E652661D8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203602" y="3810752"/>
                    <a:ext cx="87723" cy="9328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0">
                <p14:nvContentPartPr>
                  <p14:cNvPr id="6705" name="Ink 6704">
                    <a:extLst>
                      <a:ext uri="{FF2B5EF4-FFF2-40B4-BE49-F238E27FC236}">
                        <a16:creationId xmlns:a16="http://schemas.microsoft.com/office/drawing/2014/main" id="{2F0ABEA8-8F57-1778-1DA5-86EE92B9E1AB}"/>
                      </a:ext>
                    </a:extLst>
                  </p14:cNvPr>
                  <p14:cNvContentPartPr/>
                  <p14:nvPr/>
                </p14:nvContentPartPr>
                <p14:xfrm>
                  <a:off x="5070524" y="3689812"/>
                  <a:ext cx="104400" cy="62280"/>
                </p14:xfrm>
              </p:contentPart>
            </mc:Choice>
            <mc:Fallback xmlns="">
              <p:pic>
                <p:nvPicPr>
                  <p:cNvPr id="6705" name="Ink 6704">
                    <a:extLst>
                      <a:ext uri="{FF2B5EF4-FFF2-40B4-BE49-F238E27FC236}">
                        <a16:creationId xmlns:a16="http://schemas.microsoft.com/office/drawing/2014/main" id="{2F0ABEA8-8F57-1778-1DA5-86EE92B9E1AB}"/>
                      </a:ext>
                    </a:extLst>
                  </p:cNvPr>
                  <p:cNvPicPr/>
                  <p:nvPr/>
                </p:nvPicPr>
                <p:blipFill>
                  <a:blip r:embed="rId374"/>
                  <a:stretch>
                    <a:fillRect/>
                  </a:stretch>
                </p:blipFill>
                <p:spPr>
                  <a:xfrm>
                    <a:off x="5057377" y="3679632"/>
                    <a:ext cx="130693" cy="8264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1">
                <p14:nvContentPartPr>
                  <p14:cNvPr id="6706" name="Ink 6705">
                    <a:extLst>
                      <a:ext uri="{FF2B5EF4-FFF2-40B4-BE49-F238E27FC236}">
                        <a16:creationId xmlns:a16="http://schemas.microsoft.com/office/drawing/2014/main" id="{6455E032-EE66-D2C9-2FA9-D96C479A8AFD}"/>
                      </a:ext>
                    </a:extLst>
                  </p14:cNvPr>
                  <p14:cNvContentPartPr/>
                  <p14:nvPr/>
                </p14:nvContentPartPr>
                <p14:xfrm>
                  <a:off x="5268524" y="3488572"/>
                  <a:ext cx="52200" cy="42120"/>
                </p14:xfrm>
              </p:contentPart>
            </mc:Choice>
            <mc:Fallback xmlns="">
              <p:pic>
                <p:nvPicPr>
                  <p:cNvPr id="6706" name="Ink 6705">
                    <a:extLst>
                      <a:ext uri="{FF2B5EF4-FFF2-40B4-BE49-F238E27FC236}">
                        <a16:creationId xmlns:a16="http://schemas.microsoft.com/office/drawing/2014/main" id="{6455E032-EE66-D2C9-2FA9-D96C479A8AFD}"/>
                      </a:ext>
                    </a:extLst>
                  </p:cNvPr>
                  <p:cNvPicPr/>
                  <p:nvPr/>
                </p:nvPicPr>
                <p:blipFill>
                  <a:blip r:embed="rId376"/>
                  <a:stretch>
                    <a:fillRect/>
                  </a:stretch>
                </p:blipFill>
                <p:spPr>
                  <a:xfrm>
                    <a:off x="5255474" y="3478487"/>
                    <a:ext cx="78300" cy="6229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2">
                <p14:nvContentPartPr>
                  <p14:cNvPr id="6707" name="Ink 6706">
                    <a:extLst>
                      <a:ext uri="{FF2B5EF4-FFF2-40B4-BE49-F238E27FC236}">
                        <a16:creationId xmlns:a16="http://schemas.microsoft.com/office/drawing/2014/main" id="{DD36D00E-A299-E3C3-B2DE-9134896324FE}"/>
                      </a:ext>
                    </a:extLst>
                  </p14:cNvPr>
                  <p14:cNvContentPartPr/>
                  <p14:nvPr/>
                </p14:nvContentPartPr>
                <p14:xfrm>
                  <a:off x="5052164" y="3367972"/>
                  <a:ext cx="80640" cy="67320"/>
                </p14:xfrm>
              </p:contentPart>
            </mc:Choice>
            <mc:Fallback xmlns="">
              <p:pic>
                <p:nvPicPr>
                  <p:cNvPr id="6707" name="Ink 6706">
                    <a:extLst>
                      <a:ext uri="{FF2B5EF4-FFF2-40B4-BE49-F238E27FC236}">
                        <a16:creationId xmlns:a16="http://schemas.microsoft.com/office/drawing/2014/main" id="{DD36D00E-A299-E3C3-B2DE-9134896324FE}"/>
                      </a:ext>
                    </a:extLst>
                  </p:cNvPr>
                  <p:cNvPicPr/>
                  <p:nvPr/>
                </p:nvPicPr>
                <p:blipFill>
                  <a:blip r:embed="rId359"/>
                  <a:stretch>
                    <a:fillRect/>
                  </a:stretch>
                </p:blipFill>
                <p:spPr>
                  <a:xfrm>
                    <a:off x="5039108" y="3357844"/>
                    <a:ext cx="106752" cy="8757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3">
                <p14:nvContentPartPr>
                  <p14:cNvPr id="6708" name="Ink 6707">
                    <a:extLst>
                      <a:ext uri="{FF2B5EF4-FFF2-40B4-BE49-F238E27FC236}">
                        <a16:creationId xmlns:a16="http://schemas.microsoft.com/office/drawing/2014/main" id="{77727E3B-7E80-2D9E-D3E8-91AE9EE60600}"/>
                      </a:ext>
                    </a:extLst>
                  </p14:cNvPr>
                  <p14:cNvContentPartPr/>
                  <p14:nvPr/>
                </p14:nvContentPartPr>
                <p14:xfrm>
                  <a:off x="4664804" y="3529972"/>
                  <a:ext cx="410400" cy="194760"/>
                </p14:xfrm>
              </p:contentPart>
            </mc:Choice>
            <mc:Fallback xmlns="">
              <p:pic>
                <p:nvPicPr>
                  <p:cNvPr id="6708" name="Ink 6707">
                    <a:extLst>
                      <a:ext uri="{FF2B5EF4-FFF2-40B4-BE49-F238E27FC236}">
                        <a16:creationId xmlns:a16="http://schemas.microsoft.com/office/drawing/2014/main" id="{77727E3B-7E80-2D9E-D3E8-91AE9EE60600}"/>
                      </a:ext>
                    </a:extLst>
                  </p:cNvPr>
                  <p:cNvPicPr/>
                  <p:nvPr/>
                </p:nvPicPr>
                <p:blipFill>
                  <a:blip r:embed="rId379"/>
                  <a:stretch>
                    <a:fillRect/>
                  </a:stretch>
                </p:blipFill>
                <p:spPr>
                  <a:xfrm>
                    <a:off x="4651640" y="3519816"/>
                    <a:ext cx="436728" cy="21507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4">
                <p14:nvContentPartPr>
                  <p14:cNvPr id="6709" name="Ink 6708">
                    <a:extLst>
                      <a:ext uri="{FF2B5EF4-FFF2-40B4-BE49-F238E27FC236}">
                        <a16:creationId xmlns:a16="http://schemas.microsoft.com/office/drawing/2014/main" id="{23E4B031-A71E-A480-F7EC-B04665AB1B24}"/>
                      </a:ext>
                    </a:extLst>
                  </p14:cNvPr>
                  <p14:cNvContentPartPr/>
                  <p14:nvPr/>
                </p14:nvContentPartPr>
                <p14:xfrm>
                  <a:off x="5277164" y="3742732"/>
                  <a:ext cx="270720" cy="113760"/>
                </p14:xfrm>
              </p:contentPart>
            </mc:Choice>
            <mc:Fallback xmlns="">
              <p:pic>
                <p:nvPicPr>
                  <p:cNvPr id="6709" name="Ink 6708">
                    <a:extLst>
                      <a:ext uri="{FF2B5EF4-FFF2-40B4-BE49-F238E27FC236}">
                        <a16:creationId xmlns:a16="http://schemas.microsoft.com/office/drawing/2014/main" id="{23E4B031-A71E-A480-F7EC-B04665AB1B24}"/>
                      </a:ext>
                    </a:extLst>
                  </p:cNvPr>
                  <p:cNvPicPr/>
                  <p:nvPr/>
                </p:nvPicPr>
                <p:blipFill>
                  <a:blip r:embed="rId381"/>
                  <a:stretch>
                    <a:fillRect/>
                  </a:stretch>
                </p:blipFill>
                <p:spPr>
                  <a:xfrm>
                    <a:off x="5264015" y="3732607"/>
                    <a:ext cx="297019" cy="134010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5">
                <p14:nvContentPartPr>
                  <p14:cNvPr id="7644" name="Ink 7643">
                    <a:extLst>
                      <a:ext uri="{FF2B5EF4-FFF2-40B4-BE49-F238E27FC236}">
                        <a16:creationId xmlns:a16="http://schemas.microsoft.com/office/drawing/2014/main" id="{48BC7E82-EE06-9475-0422-585253D921CD}"/>
                      </a:ext>
                    </a:extLst>
                  </p14:cNvPr>
                  <p14:cNvContentPartPr/>
                  <p14:nvPr/>
                </p14:nvContentPartPr>
                <p14:xfrm>
                  <a:off x="4883684" y="3856132"/>
                  <a:ext cx="201600" cy="163800"/>
                </p14:xfrm>
              </p:contentPart>
            </mc:Choice>
            <mc:Fallback xmlns="">
              <p:pic>
                <p:nvPicPr>
                  <p:cNvPr id="7644" name="Ink 7643">
                    <a:extLst>
                      <a:ext uri="{FF2B5EF4-FFF2-40B4-BE49-F238E27FC236}">
                        <a16:creationId xmlns:a16="http://schemas.microsoft.com/office/drawing/2014/main" id="{48BC7E82-EE06-9475-0422-585253D921CD}"/>
                      </a:ext>
                    </a:extLst>
                  </p:cNvPr>
                  <p:cNvPicPr/>
                  <p:nvPr/>
                </p:nvPicPr>
                <p:blipFill>
                  <a:blip r:embed="rId383"/>
                  <a:stretch>
                    <a:fillRect/>
                  </a:stretch>
                </p:blipFill>
                <p:spPr>
                  <a:xfrm>
                    <a:off x="4870502" y="3846006"/>
                    <a:ext cx="227963" cy="1840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6">
                <p14:nvContentPartPr>
                  <p14:cNvPr id="7645" name="Ink 7644">
                    <a:extLst>
                      <a:ext uri="{FF2B5EF4-FFF2-40B4-BE49-F238E27FC236}">
                        <a16:creationId xmlns:a16="http://schemas.microsoft.com/office/drawing/2014/main" id="{9A41D1EE-4BF4-A447-E09D-B9E67256F179}"/>
                      </a:ext>
                    </a:extLst>
                  </p14:cNvPr>
                  <p14:cNvContentPartPr/>
                  <p14:nvPr/>
                </p14:nvContentPartPr>
                <p14:xfrm>
                  <a:off x="4950284" y="4198492"/>
                  <a:ext cx="157680" cy="222840"/>
                </p14:xfrm>
              </p:contentPart>
            </mc:Choice>
            <mc:Fallback xmlns="">
              <p:pic>
                <p:nvPicPr>
                  <p:cNvPr id="7645" name="Ink 7644">
                    <a:extLst>
                      <a:ext uri="{FF2B5EF4-FFF2-40B4-BE49-F238E27FC236}">
                        <a16:creationId xmlns:a16="http://schemas.microsoft.com/office/drawing/2014/main" id="{9A41D1EE-4BF4-A447-E09D-B9E67256F179}"/>
                      </a:ext>
                    </a:extLst>
                  </p:cNvPr>
                  <p:cNvPicPr/>
                  <p:nvPr/>
                </p:nvPicPr>
                <p:blipFill>
                  <a:blip r:embed="rId385"/>
                  <a:stretch>
                    <a:fillRect/>
                  </a:stretch>
                </p:blipFill>
                <p:spPr>
                  <a:xfrm>
                    <a:off x="4937144" y="4188336"/>
                    <a:ext cx="18396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7">
                <p14:nvContentPartPr>
                  <p14:cNvPr id="7646" name="Ink 7645">
                    <a:extLst>
                      <a:ext uri="{FF2B5EF4-FFF2-40B4-BE49-F238E27FC236}">
                        <a16:creationId xmlns:a16="http://schemas.microsoft.com/office/drawing/2014/main" id="{75C832C6-D550-A82C-06F2-BF270C3E29D5}"/>
                      </a:ext>
                    </a:extLst>
                  </p14:cNvPr>
                  <p14:cNvContentPartPr/>
                  <p14:nvPr/>
                </p14:nvContentPartPr>
                <p14:xfrm>
                  <a:off x="5295884" y="4447252"/>
                  <a:ext cx="200880" cy="109440"/>
                </p14:xfrm>
              </p:contentPart>
            </mc:Choice>
            <mc:Fallback xmlns="">
              <p:pic>
                <p:nvPicPr>
                  <p:cNvPr id="7646" name="Ink 7645">
                    <a:extLst>
                      <a:ext uri="{FF2B5EF4-FFF2-40B4-BE49-F238E27FC236}">
                        <a16:creationId xmlns:a16="http://schemas.microsoft.com/office/drawing/2014/main" id="{75C832C6-D550-A82C-06F2-BF270C3E29D5}"/>
                      </a:ext>
                    </a:extLst>
                  </p:cNvPr>
                  <p:cNvPicPr/>
                  <p:nvPr/>
                </p:nvPicPr>
                <p:blipFill>
                  <a:blip r:embed="rId387"/>
                  <a:stretch>
                    <a:fillRect/>
                  </a:stretch>
                </p:blipFill>
                <p:spPr>
                  <a:xfrm>
                    <a:off x="5282750" y="4437085"/>
                    <a:ext cx="227149" cy="12977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8">
                <p14:nvContentPartPr>
                  <p14:cNvPr id="8153" name="Ink 8152">
                    <a:extLst>
                      <a:ext uri="{FF2B5EF4-FFF2-40B4-BE49-F238E27FC236}">
                        <a16:creationId xmlns:a16="http://schemas.microsoft.com/office/drawing/2014/main" id="{524FF656-5D3E-19DD-9613-4A213FC72B02}"/>
                      </a:ext>
                    </a:extLst>
                  </p14:cNvPr>
                  <p14:cNvContentPartPr/>
                  <p14:nvPr/>
                </p14:nvContentPartPr>
                <p14:xfrm>
                  <a:off x="5353844" y="4662892"/>
                  <a:ext cx="232200" cy="144360"/>
                </p14:xfrm>
              </p:contentPart>
            </mc:Choice>
            <mc:Fallback xmlns="">
              <p:pic>
                <p:nvPicPr>
                  <p:cNvPr id="8153" name="Ink 8152">
                    <a:extLst>
                      <a:ext uri="{FF2B5EF4-FFF2-40B4-BE49-F238E27FC236}">
                        <a16:creationId xmlns:a16="http://schemas.microsoft.com/office/drawing/2014/main" id="{524FF656-5D3E-19DD-9613-4A213FC72B02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5340730" y="4652751"/>
                    <a:ext cx="258429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59">
                <p14:nvContentPartPr>
                  <p14:cNvPr id="8174" name="Ink 8173">
                    <a:extLst>
                      <a:ext uri="{FF2B5EF4-FFF2-40B4-BE49-F238E27FC236}">
                        <a16:creationId xmlns:a16="http://schemas.microsoft.com/office/drawing/2014/main" id="{EBFDC492-028D-889A-5372-9BF691C7E9A2}"/>
                      </a:ext>
                    </a:extLst>
                  </p14:cNvPr>
                  <p14:cNvContentPartPr/>
                  <p14:nvPr/>
                </p14:nvContentPartPr>
                <p14:xfrm>
                  <a:off x="4856684" y="4769092"/>
                  <a:ext cx="285120" cy="165600"/>
                </p14:xfrm>
              </p:contentPart>
            </mc:Choice>
            <mc:Fallback xmlns="">
              <p:pic>
                <p:nvPicPr>
                  <p:cNvPr id="8174" name="Ink 8173">
                    <a:extLst>
                      <a:ext uri="{FF2B5EF4-FFF2-40B4-BE49-F238E27FC236}">
                        <a16:creationId xmlns:a16="http://schemas.microsoft.com/office/drawing/2014/main" id="{EBFDC492-028D-889A-5372-9BF691C7E9A2}"/>
                      </a:ext>
                    </a:extLst>
                  </p:cNvPr>
                  <p:cNvPicPr/>
                  <p:nvPr/>
                </p:nvPicPr>
                <p:blipFill>
                  <a:blip r:embed="rId391"/>
                  <a:stretch>
                    <a:fillRect/>
                  </a:stretch>
                </p:blipFill>
                <p:spPr>
                  <a:xfrm>
                    <a:off x="4843513" y="4758965"/>
                    <a:ext cx="311463" cy="185853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0">
                <p14:nvContentPartPr>
                  <p14:cNvPr id="8175" name="Ink 8174">
                    <a:extLst>
                      <a:ext uri="{FF2B5EF4-FFF2-40B4-BE49-F238E27FC236}">
                        <a16:creationId xmlns:a16="http://schemas.microsoft.com/office/drawing/2014/main" id="{21A9BFBF-1CA8-F289-56AE-A78BD9C46291}"/>
                      </a:ext>
                    </a:extLst>
                  </p14:cNvPr>
                  <p14:cNvContentPartPr/>
                  <p14:nvPr/>
                </p14:nvContentPartPr>
                <p14:xfrm>
                  <a:off x="5326124" y="4953412"/>
                  <a:ext cx="249120" cy="145440"/>
                </p14:xfrm>
              </p:contentPart>
            </mc:Choice>
            <mc:Fallback xmlns="">
              <p:pic>
                <p:nvPicPr>
                  <p:cNvPr id="8175" name="Ink 8174">
                    <a:extLst>
                      <a:ext uri="{FF2B5EF4-FFF2-40B4-BE49-F238E27FC236}">
                        <a16:creationId xmlns:a16="http://schemas.microsoft.com/office/drawing/2014/main" id="{21A9BFBF-1CA8-F289-56AE-A78BD9C46291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12972" y="4943279"/>
                    <a:ext cx="275425" cy="16570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1">
                <p14:nvContentPartPr>
                  <p14:cNvPr id="8176" name="Ink 8175">
                    <a:extLst>
                      <a:ext uri="{FF2B5EF4-FFF2-40B4-BE49-F238E27FC236}">
                        <a16:creationId xmlns:a16="http://schemas.microsoft.com/office/drawing/2014/main" id="{FD22C074-B349-BA6F-525B-2B7F422F055B}"/>
                      </a:ext>
                    </a:extLst>
                  </p14:cNvPr>
                  <p14:cNvContentPartPr/>
                  <p14:nvPr/>
                </p14:nvContentPartPr>
                <p14:xfrm>
                  <a:off x="4845884" y="5067892"/>
                  <a:ext cx="251640" cy="170640"/>
                </p14:xfrm>
              </p:contentPart>
            </mc:Choice>
            <mc:Fallback xmlns="">
              <p:pic>
                <p:nvPicPr>
                  <p:cNvPr id="8176" name="Ink 8175">
                    <a:extLst>
                      <a:ext uri="{FF2B5EF4-FFF2-40B4-BE49-F238E27FC236}">
                        <a16:creationId xmlns:a16="http://schemas.microsoft.com/office/drawing/2014/main" id="{FD22C074-B349-BA6F-525B-2B7F422F055B}"/>
                      </a:ext>
                    </a:extLst>
                  </p:cNvPr>
                  <p:cNvPicPr/>
                  <p:nvPr/>
                </p:nvPicPr>
                <p:blipFill>
                  <a:blip r:embed="rId395"/>
                  <a:stretch>
                    <a:fillRect/>
                  </a:stretch>
                </p:blipFill>
                <p:spPr>
                  <a:xfrm>
                    <a:off x="4832721" y="5057749"/>
                    <a:ext cx="277965" cy="190926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2">
                <p14:nvContentPartPr>
                  <p14:cNvPr id="8177" name="Ink 8176">
                    <a:extLst>
                      <a:ext uri="{FF2B5EF4-FFF2-40B4-BE49-F238E27FC236}">
                        <a16:creationId xmlns:a16="http://schemas.microsoft.com/office/drawing/2014/main" id="{9638B3FB-1B3B-5560-11AD-44487C5E6B88}"/>
                      </a:ext>
                    </a:extLst>
                  </p14:cNvPr>
                  <p14:cNvContentPartPr/>
                  <p14:nvPr/>
                </p14:nvContentPartPr>
                <p14:xfrm>
                  <a:off x="5318564" y="5205772"/>
                  <a:ext cx="252720" cy="144360"/>
                </p14:xfrm>
              </p:contentPart>
            </mc:Choice>
            <mc:Fallback xmlns="">
              <p:pic>
                <p:nvPicPr>
                  <p:cNvPr id="8177" name="Ink 8176">
                    <a:extLst>
                      <a:ext uri="{FF2B5EF4-FFF2-40B4-BE49-F238E27FC236}">
                        <a16:creationId xmlns:a16="http://schemas.microsoft.com/office/drawing/2014/main" id="{9638B3FB-1B3B-5560-11AD-44487C5E6B88}"/>
                      </a:ext>
                    </a:extLst>
                  </p:cNvPr>
                  <p:cNvPicPr/>
                  <p:nvPr/>
                </p:nvPicPr>
                <p:blipFill>
                  <a:blip r:embed="rId393"/>
                  <a:stretch>
                    <a:fillRect/>
                  </a:stretch>
                </p:blipFill>
                <p:spPr>
                  <a:xfrm>
                    <a:off x="5305426" y="5195631"/>
                    <a:ext cx="278997" cy="16464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3">
                <p14:nvContentPartPr>
                  <p14:cNvPr id="8178" name="Ink 8177">
                    <a:extLst>
                      <a:ext uri="{FF2B5EF4-FFF2-40B4-BE49-F238E27FC236}">
                        <a16:creationId xmlns:a16="http://schemas.microsoft.com/office/drawing/2014/main" id="{3F28E0DF-4B9E-D054-8148-5FD32C1AC0A0}"/>
                      </a:ext>
                    </a:extLst>
                  </p14:cNvPr>
                  <p14:cNvContentPartPr/>
                  <p14:nvPr/>
                </p14:nvContentPartPr>
                <p14:xfrm>
                  <a:off x="4888004" y="5347972"/>
                  <a:ext cx="291960" cy="131400"/>
                </p14:xfrm>
              </p:contentPart>
            </mc:Choice>
            <mc:Fallback xmlns="">
              <p:pic>
                <p:nvPicPr>
                  <p:cNvPr id="8178" name="Ink 8177">
                    <a:extLst>
                      <a:ext uri="{FF2B5EF4-FFF2-40B4-BE49-F238E27FC236}">
                        <a16:creationId xmlns:a16="http://schemas.microsoft.com/office/drawing/2014/main" id="{3F28E0DF-4B9E-D054-8148-5FD32C1AC0A0}"/>
                      </a:ext>
                    </a:extLst>
                  </p:cNvPr>
                  <p:cNvPicPr/>
                  <p:nvPr/>
                </p:nvPicPr>
                <p:blipFill>
                  <a:blip r:embed="rId398"/>
                  <a:stretch>
                    <a:fillRect/>
                  </a:stretch>
                </p:blipFill>
                <p:spPr>
                  <a:xfrm>
                    <a:off x="4874839" y="5337818"/>
                    <a:ext cx="318291" cy="1517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4">
                <p14:nvContentPartPr>
                  <p14:cNvPr id="8179" name="Ink 8178">
                    <a:extLst>
                      <a:ext uri="{FF2B5EF4-FFF2-40B4-BE49-F238E27FC236}">
                        <a16:creationId xmlns:a16="http://schemas.microsoft.com/office/drawing/2014/main" id="{62388D4F-389C-8445-4E20-B38F93AA2A6D}"/>
                      </a:ext>
                    </a:extLst>
                  </p14:cNvPr>
                  <p14:cNvContentPartPr/>
                  <p14:nvPr/>
                </p14:nvContentPartPr>
                <p14:xfrm>
                  <a:off x="5309204" y="5427892"/>
                  <a:ext cx="320760" cy="145080"/>
                </p14:xfrm>
              </p:contentPart>
            </mc:Choice>
            <mc:Fallback xmlns="">
              <p:pic>
                <p:nvPicPr>
                  <p:cNvPr id="8179" name="Ink 8178">
                    <a:extLst>
                      <a:ext uri="{FF2B5EF4-FFF2-40B4-BE49-F238E27FC236}">
                        <a16:creationId xmlns:a16="http://schemas.microsoft.com/office/drawing/2014/main" id="{62388D4F-389C-8445-4E20-B38F93AA2A6D}"/>
                      </a:ext>
                    </a:extLst>
                  </p:cNvPr>
                  <p:cNvPicPr/>
                  <p:nvPr/>
                </p:nvPicPr>
                <p:blipFill>
                  <a:blip r:embed="rId400"/>
                  <a:stretch>
                    <a:fillRect/>
                  </a:stretch>
                </p:blipFill>
                <p:spPr>
                  <a:xfrm>
                    <a:off x="5296064" y="5417742"/>
                    <a:ext cx="347039" cy="165379"/>
                  </a:xfrm>
                  <a:prstGeom prst="rect">
                    <a:avLst/>
                  </a:prstGeom>
                </p:spPr>
              </p:pic>
            </mc:Fallback>
          </mc:AlternateContent>
        </p:grpSp>
        <p:sp>
          <p:nvSpPr>
            <p:cNvPr id="6635" name="Freeform 6634">
              <a:extLst>
                <a:ext uri="{FF2B5EF4-FFF2-40B4-BE49-F238E27FC236}">
                  <a16:creationId xmlns:a16="http://schemas.microsoft.com/office/drawing/2014/main" id="{E88FB832-A6CD-091F-0673-4630398B751E}"/>
                </a:ext>
              </a:extLst>
            </p:cNvPr>
            <p:cNvSpPr/>
            <p:nvPr/>
          </p:nvSpPr>
          <p:spPr bwMode="auto">
            <a:xfrm>
              <a:off x="7593240" y="3222243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36" name="Freeform 6635">
              <a:extLst>
                <a:ext uri="{FF2B5EF4-FFF2-40B4-BE49-F238E27FC236}">
                  <a16:creationId xmlns:a16="http://schemas.microsoft.com/office/drawing/2014/main" id="{EB172344-B289-AE80-472E-6A7F07206BC9}"/>
                </a:ext>
              </a:extLst>
            </p:cNvPr>
            <p:cNvSpPr/>
            <p:nvPr/>
          </p:nvSpPr>
          <p:spPr bwMode="auto">
            <a:xfrm>
              <a:off x="7564814" y="3649364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37" name="Freeform 6636">
              <a:extLst>
                <a:ext uri="{FF2B5EF4-FFF2-40B4-BE49-F238E27FC236}">
                  <a16:creationId xmlns:a16="http://schemas.microsoft.com/office/drawing/2014/main" id="{3C651B72-4C9C-9B7B-4F16-EBEAEF8BEE92}"/>
                </a:ext>
              </a:extLst>
            </p:cNvPr>
            <p:cNvSpPr/>
            <p:nvPr/>
          </p:nvSpPr>
          <p:spPr bwMode="auto">
            <a:xfrm>
              <a:off x="7519475" y="4046429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38" name="Freeform 6637">
              <a:extLst>
                <a:ext uri="{FF2B5EF4-FFF2-40B4-BE49-F238E27FC236}">
                  <a16:creationId xmlns:a16="http://schemas.microsoft.com/office/drawing/2014/main" id="{5E0F72E7-4790-1C79-321C-38BBAC507C1A}"/>
                </a:ext>
              </a:extLst>
            </p:cNvPr>
            <p:cNvSpPr/>
            <p:nvPr/>
          </p:nvSpPr>
          <p:spPr bwMode="auto">
            <a:xfrm>
              <a:off x="7509940" y="4354936"/>
              <a:ext cx="385919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39" name="Freeform 6638">
              <a:extLst>
                <a:ext uri="{FF2B5EF4-FFF2-40B4-BE49-F238E27FC236}">
                  <a16:creationId xmlns:a16="http://schemas.microsoft.com/office/drawing/2014/main" id="{D8CFC019-0DA9-1C26-962C-5B9C0FF45EDF}"/>
                </a:ext>
              </a:extLst>
            </p:cNvPr>
            <p:cNvSpPr/>
            <p:nvPr/>
          </p:nvSpPr>
          <p:spPr bwMode="auto">
            <a:xfrm>
              <a:off x="7628605" y="4595046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0" name="Freeform 6639">
              <a:extLst>
                <a:ext uri="{FF2B5EF4-FFF2-40B4-BE49-F238E27FC236}">
                  <a16:creationId xmlns:a16="http://schemas.microsoft.com/office/drawing/2014/main" id="{5DE77F0E-21C9-EA8A-8BB1-61982DF26C83}"/>
                </a:ext>
              </a:extLst>
            </p:cNvPr>
            <p:cNvSpPr/>
            <p:nvPr/>
          </p:nvSpPr>
          <p:spPr bwMode="auto">
            <a:xfrm>
              <a:off x="7592160" y="4889571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1" name="Freeform 6640">
              <a:extLst>
                <a:ext uri="{FF2B5EF4-FFF2-40B4-BE49-F238E27FC236}">
                  <a16:creationId xmlns:a16="http://schemas.microsoft.com/office/drawing/2014/main" id="{3CF7562C-2E49-3069-4015-F629959FA3DE}"/>
                </a:ext>
              </a:extLst>
            </p:cNvPr>
            <p:cNvSpPr/>
            <p:nvPr/>
          </p:nvSpPr>
          <p:spPr bwMode="auto">
            <a:xfrm>
              <a:off x="7600076" y="5149603"/>
              <a:ext cx="385919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2" name="Freeform 6641">
              <a:extLst>
                <a:ext uri="{FF2B5EF4-FFF2-40B4-BE49-F238E27FC236}">
                  <a16:creationId xmlns:a16="http://schemas.microsoft.com/office/drawing/2014/main" id="{63CFBA36-1272-9A7F-527D-827FE5A9B6F4}"/>
                </a:ext>
              </a:extLst>
            </p:cNvPr>
            <p:cNvSpPr/>
            <p:nvPr/>
          </p:nvSpPr>
          <p:spPr bwMode="auto">
            <a:xfrm>
              <a:off x="7592160" y="5370093"/>
              <a:ext cx="422363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3" name="Freeform 6642">
              <a:extLst>
                <a:ext uri="{FF2B5EF4-FFF2-40B4-BE49-F238E27FC236}">
                  <a16:creationId xmlns:a16="http://schemas.microsoft.com/office/drawing/2014/main" id="{0E72B8D2-1091-32AC-EF88-A5395D10A3AE}"/>
                </a:ext>
              </a:extLst>
            </p:cNvPr>
            <p:cNvSpPr/>
            <p:nvPr/>
          </p:nvSpPr>
          <p:spPr bwMode="auto">
            <a:xfrm flipH="1">
              <a:off x="6907377" y="3489893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4" name="Freeform 6643">
              <a:extLst>
                <a:ext uri="{FF2B5EF4-FFF2-40B4-BE49-F238E27FC236}">
                  <a16:creationId xmlns:a16="http://schemas.microsoft.com/office/drawing/2014/main" id="{2CC157DD-D136-AD45-9514-6CEEEEB06338}"/>
                </a:ext>
              </a:extLst>
            </p:cNvPr>
            <p:cNvSpPr/>
            <p:nvPr/>
          </p:nvSpPr>
          <p:spPr bwMode="auto">
            <a:xfrm flipH="1">
              <a:off x="7121220" y="3798759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5" name="Freeform 6644">
              <a:extLst>
                <a:ext uri="{FF2B5EF4-FFF2-40B4-BE49-F238E27FC236}">
                  <a16:creationId xmlns:a16="http://schemas.microsoft.com/office/drawing/2014/main" id="{7583D823-1C30-EB56-F194-C5B3B5691FD7}"/>
                </a:ext>
              </a:extLst>
            </p:cNvPr>
            <p:cNvSpPr/>
            <p:nvPr/>
          </p:nvSpPr>
          <p:spPr bwMode="auto">
            <a:xfrm flipH="1">
              <a:off x="7096174" y="4198342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6" name="Freeform 6645">
              <a:extLst>
                <a:ext uri="{FF2B5EF4-FFF2-40B4-BE49-F238E27FC236}">
                  <a16:creationId xmlns:a16="http://schemas.microsoft.com/office/drawing/2014/main" id="{61C45072-6351-E71F-DF1B-B1439E0D7325}"/>
                </a:ext>
              </a:extLst>
            </p:cNvPr>
            <p:cNvSpPr/>
            <p:nvPr/>
          </p:nvSpPr>
          <p:spPr bwMode="auto">
            <a:xfrm flipH="1">
              <a:off x="7161989" y="4529529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7" name="Freeform 6646">
              <a:extLst>
                <a:ext uri="{FF2B5EF4-FFF2-40B4-BE49-F238E27FC236}">
                  <a16:creationId xmlns:a16="http://schemas.microsoft.com/office/drawing/2014/main" id="{C6EB895B-D5D0-0E59-610D-F79249D9F532}"/>
                </a:ext>
              </a:extLst>
            </p:cNvPr>
            <p:cNvSpPr/>
            <p:nvPr/>
          </p:nvSpPr>
          <p:spPr bwMode="auto">
            <a:xfrm flipH="1">
              <a:off x="7087694" y="4730040"/>
              <a:ext cx="438615" cy="266446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8" name="Freeform 6647">
              <a:extLst>
                <a:ext uri="{FF2B5EF4-FFF2-40B4-BE49-F238E27FC236}">
                  <a16:creationId xmlns:a16="http://schemas.microsoft.com/office/drawing/2014/main" id="{18BE6B70-DCF5-7F04-DBA4-BFA889208028}"/>
                </a:ext>
              </a:extLst>
            </p:cNvPr>
            <p:cNvSpPr/>
            <p:nvPr/>
          </p:nvSpPr>
          <p:spPr bwMode="auto">
            <a:xfrm flipH="1">
              <a:off x="7096175" y="5037107"/>
              <a:ext cx="400767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9" name="Freeform 6648">
              <a:extLst>
                <a:ext uri="{FF2B5EF4-FFF2-40B4-BE49-F238E27FC236}">
                  <a16:creationId xmlns:a16="http://schemas.microsoft.com/office/drawing/2014/main" id="{E75B0B0F-5459-EF35-6DC7-F5984CF8FF5B}"/>
                </a:ext>
              </a:extLst>
            </p:cNvPr>
            <p:cNvSpPr/>
            <p:nvPr/>
          </p:nvSpPr>
          <p:spPr bwMode="auto">
            <a:xfrm flipH="1">
              <a:off x="7087697" y="5304576"/>
              <a:ext cx="438614" cy="172433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0" name="Freeform 6649">
              <a:extLst>
                <a:ext uri="{FF2B5EF4-FFF2-40B4-BE49-F238E27FC236}">
                  <a16:creationId xmlns:a16="http://schemas.microsoft.com/office/drawing/2014/main" id="{4E497C69-095E-20A9-AE88-78329F527E5F}"/>
                </a:ext>
              </a:extLst>
            </p:cNvPr>
            <p:cNvSpPr/>
            <p:nvPr/>
          </p:nvSpPr>
          <p:spPr bwMode="auto">
            <a:xfrm flipH="1">
              <a:off x="6960991" y="3164467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65">
              <p14:nvContentPartPr>
                <p14:cNvPr id="6651" name="Ink 6650">
                  <a:extLst>
                    <a:ext uri="{FF2B5EF4-FFF2-40B4-BE49-F238E27FC236}">
                      <a16:creationId xmlns:a16="http://schemas.microsoft.com/office/drawing/2014/main" id="{6E15D443-2920-A82C-9C21-A45986D2EFEC}"/>
                    </a:ext>
                  </a:extLst>
                </p14:cNvPr>
                <p14:cNvContentPartPr/>
                <p14:nvPr/>
              </p14:nvContentPartPr>
              <p14:xfrm>
                <a:off x="7664486" y="2345502"/>
                <a:ext cx="397253" cy="215991"/>
              </p14:xfrm>
            </p:contentPart>
          </mc:Choice>
          <mc:Fallback xmlns="">
            <p:pic>
              <p:nvPicPr>
                <p:cNvPr id="6651" name="Ink 6650">
                  <a:extLst>
                    <a:ext uri="{FF2B5EF4-FFF2-40B4-BE49-F238E27FC236}">
                      <a16:creationId xmlns:a16="http://schemas.microsoft.com/office/drawing/2014/main" id="{6E15D443-2920-A82C-9C21-A45986D2EFE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51322" y="2335331"/>
                  <a:ext cx="423582" cy="236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6">
              <p14:nvContentPartPr>
                <p14:cNvPr id="6652" name="Ink 6651">
                  <a:extLst>
                    <a:ext uri="{FF2B5EF4-FFF2-40B4-BE49-F238E27FC236}">
                      <a16:creationId xmlns:a16="http://schemas.microsoft.com/office/drawing/2014/main" id="{DDF21711-FDB3-6991-37EA-A424C8F309B5}"/>
                    </a:ext>
                  </a:extLst>
                </p14:cNvPr>
                <p14:cNvContentPartPr/>
                <p14:nvPr/>
              </p14:nvContentPartPr>
              <p14:xfrm>
                <a:off x="7065727" y="2263425"/>
                <a:ext cx="367747" cy="210591"/>
              </p14:xfrm>
            </p:contentPart>
          </mc:Choice>
          <mc:Fallback xmlns="">
            <p:pic>
              <p:nvPicPr>
                <p:cNvPr id="6652" name="Ink 6651">
                  <a:extLst>
                    <a:ext uri="{FF2B5EF4-FFF2-40B4-BE49-F238E27FC236}">
                      <a16:creationId xmlns:a16="http://schemas.microsoft.com/office/drawing/2014/main" id="{DDF21711-FDB3-6991-37EA-A424C8F309B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52566" y="2253283"/>
                  <a:ext cx="394070" cy="230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7">
              <p14:nvContentPartPr>
                <p14:cNvPr id="6653" name="Ink 6652">
                  <a:extLst>
                    <a:ext uri="{FF2B5EF4-FFF2-40B4-BE49-F238E27FC236}">
                      <a16:creationId xmlns:a16="http://schemas.microsoft.com/office/drawing/2014/main" id="{C78BB41C-46CD-5D85-272F-FD975BC7887A}"/>
                    </a:ext>
                  </a:extLst>
                </p14:cNvPr>
                <p14:cNvContentPartPr/>
                <p14:nvPr/>
              </p14:nvContentPartPr>
              <p14:xfrm>
                <a:off x="7591800" y="3153308"/>
                <a:ext cx="192150" cy="146154"/>
              </p14:xfrm>
            </p:contentPart>
          </mc:Choice>
          <mc:Fallback xmlns="">
            <p:pic>
              <p:nvPicPr>
                <p:cNvPr id="6653" name="Ink 6652">
                  <a:extLst>
                    <a:ext uri="{FF2B5EF4-FFF2-40B4-BE49-F238E27FC236}">
                      <a16:creationId xmlns:a16="http://schemas.microsoft.com/office/drawing/2014/main" id="{C78BB41C-46CD-5D85-272F-FD975BC7887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78681" y="3143167"/>
                  <a:ext cx="218387" cy="166437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6654" name="Freeform 6653">
              <a:extLst>
                <a:ext uri="{FF2B5EF4-FFF2-40B4-BE49-F238E27FC236}">
                  <a16:creationId xmlns:a16="http://schemas.microsoft.com/office/drawing/2014/main" id="{D8181918-5044-A24F-AE3F-031CEE5BB385}"/>
                </a:ext>
              </a:extLst>
            </p:cNvPr>
            <p:cNvSpPr/>
            <p:nvPr/>
          </p:nvSpPr>
          <p:spPr bwMode="auto">
            <a:xfrm>
              <a:off x="7613750" y="2327682"/>
              <a:ext cx="490474" cy="277188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5" name="Freeform 6654">
              <a:extLst>
                <a:ext uri="{FF2B5EF4-FFF2-40B4-BE49-F238E27FC236}">
                  <a16:creationId xmlns:a16="http://schemas.microsoft.com/office/drawing/2014/main" id="{01D59CDE-FBA6-2B1B-FDA7-DBDE0A0C462A}"/>
                </a:ext>
              </a:extLst>
            </p:cNvPr>
            <p:cNvSpPr/>
            <p:nvPr/>
          </p:nvSpPr>
          <p:spPr bwMode="auto">
            <a:xfrm>
              <a:off x="7585324" y="2754803"/>
              <a:ext cx="340400" cy="189737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6" name="Freeform 6655">
              <a:extLst>
                <a:ext uri="{FF2B5EF4-FFF2-40B4-BE49-F238E27FC236}">
                  <a16:creationId xmlns:a16="http://schemas.microsoft.com/office/drawing/2014/main" id="{31D8758C-1A19-B5D2-B4BC-6784241D9117}"/>
                </a:ext>
              </a:extLst>
            </p:cNvPr>
            <p:cNvSpPr/>
            <p:nvPr/>
          </p:nvSpPr>
          <p:spPr bwMode="auto">
            <a:xfrm>
              <a:off x="7539985" y="3151868"/>
              <a:ext cx="301898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7" name="Freeform 6656">
              <a:extLst>
                <a:ext uri="{FF2B5EF4-FFF2-40B4-BE49-F238E27FC236}">
                  <a16:creationId xmlns:a16="http://schemas.microsoft.com/office/drawing/2014/main" id="{160B7C77-723D-D693-21DF-BC1E084070BC}"/>
                </a:ext>
              </a:extLst>
            </p:cNvPr>
            <p:cNvSpPr/>
            <p:nvPr/>
          </p:nvSpPr>
          <p:spPr bwMode="auto">
            <a:xfrm flipH="1">
              <a:off x="6927887" y="2595332"/>
              <a:ext cx="591588" cy="283692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8" name="Freeform 6657">
              <a:extLst>
                <a:ext uri="{FF2B5EF4-FFF2-40B4-BE49-F238E27FC236}">
                  <a16:creationId xmlns:a16="http://schemas.microsoft.com/office/drawing/2014/main" id="{653E8E47-5116-B36F-8BEE-03FAC8D41172}"/>
                </a:ext>
              </a:extLst>
            </p:cNvPr>
            <p:cNvSpPr/>
            <p:nvPr/>
          </p:nvSpPr>
          <p:spPr bwMode="auto">
            <a:xfrm flipH="1">
              <a:off x="7141730" y="2904198"/>
              <a:ext cx="313514" cy="2044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59" name="Freeform 6658">
              <a:extLst>
                <a:ext uri="{FF2B5EF4-FFF2-40B4-BE49-F238E27FC236}">
                  <a16:creationId xmlns:a16="http://schemas.microsoft.com/office/drawing/2014/main" id="{DEC7363B-97C4-2737-3259-A35B9F2D46BE}"/>
                </a:ext>
              </a:extLst>
            </p:cNvPr>
            <p:cNvSpPr/>
            <p:nvPr/>
          </p:nvSpPr>
          <p:spPr bwMode="auto">
            <a:xfrm flipH="1">
              <a:off x="7116684" y="3303781"/>
              <a:ext cx="400767" cy="206271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60" name="Freeform 6659">
              <a:extLst>
                <a:ext uri="{FF2B5EF4-FFF2-40B4-BE49-F238E27FC236}">
                  <a16:creationId xmlns:a16="http://schemas.microsoft.com/office/drawing/2014/main" id="{AB5448A9-7F82-6ACA-29C8-A3E855CD16C8}"/>
                </a:ext>
              </a:extLst>
            </p:cNvPr>
            <p:cNvSpPr/>
            <p:nvPr/>
          </p:nvSpPr>
          <p:spPr bwMode="auto">
            <a:xfrm flipH="1">
              <a:off x="6981501" y="2269906"/>
              <a:ext cx="490474" cy="217439"/>
            </a:xfrm>
            <a:custGeom>
              <a:avLst/>
              <a:gdLst>
                <a:gd name="connsiteX0" fmla="*/ 1317 w 752639"/>
                <a:gd name="connsiteY0" fmla="*/ 366925 h 425167"/>
                <a:gd name="connsiteX1" fmla="*/ 30438 w 752639"/>
                <a:gd name="connsiteY1" fmla="*/ 361101 h 425167"/>
                <a:gd name="connsiteX2" fmla="*/ 47911 w 752639"/>
                <a:gd name="connsiteY2" fmla="*/ 355277 h 425167"/>
                <a:gd name="connsiteX3" fmla="*/ 82856 w 752639"/>
                <a:gd name="connsiteY3" fmla="*/ 297035 h 425167"/>
                <a:gd name="connsiteX4" fmla="*/ 94504 w 752639"/>
                <a:gd name="connsiteY4" fmla="*/ 279562 h 425167"/>
                <a:gd name="connsiteX5" fmla="*/ 111977 w 752639"/>
                <a:gd name="connsiteY5" fmla="*/ 244617 h 425167"/>
                <a:gd name="connsiteX6" fmla="*/ 135274 w 752639"/>
                <a:gd name="connsiteY6" fmla="*/ 186375 h 425167"/>
                <a:gd name="connsiteX7" fmla="*/ 158570 w 752639"/>
                <a:gd name="connsiteY7" fmla="*/ 151430 h 425167"/>
                <a:gd name="connsiteX8" fmla="*/ 170219 w 752639"/>
                <a:gd name="connsiteY8" fmla="*/ 128133 h 425167"/>
                <a:gd name="connsiteX9" fmla="*/ 187691 w 752639"/>
                <a:gd name="connsiteY9" fmla="*/ 104836 h 425167"/>
                <a:gd name="connsiteX10" fmla="*/ 199340 w 752639"/>
                <a:gd name="connsiteY10" fmla="*/ 81539 h 425167"/>
                <a:gd name="connsiteX11" fmla="*/ 216813 w 752639"/>
                <a:gd name="connsiteY11" fmla="*/ 64067 h 425167"/>
                <a:gd name="connsiteX12" fmla="*/ 228461 w 752639"/>
                <a:gd name="connsiteY12" fmla="*/ 46594 h 425167"/>
                <a:gd name="connsiteX13" fmla="*/ 245934 w 752639"/>
                <a:gd name="connsiteY13" fmla="*/ 34946 h 425167"/>
                <a:gd name="connsiteX14" fmla="*/ 257582 w 752639"/>
                <a:gd name="connsiteY14" fmla="*/ 23297 h 425167"/>
                <a:gd name="connsiteX15" fmla="*/ 304176 w 752639"/>
                <a:gd name="connsiteY15" fmla="*/ 5825 h 425167"/>
                <a:gd name="connsiteX16" fmla="*/ 321648 w 752639"/>
                <a:gd name="connsiteY16" fmla="*/ 0 h 425167"/>
                <a:gd name="connsiteX17" fmla="*/ 455605 w 752639"/>
                <a:gd name="connsiteY17" fmla="*/ 11649 h 425167"/>
                <a:gd name="connsiteX18" fmla="*/ 496374 w 752639"/>
                <a:gd name="connsiteY18" fmla="*/ 23297 h 425167"/>
                <a:gd name="connsiteX19" fmla="*/ 525495 w 752639"/>
                <a:gd name="connsiteY19" fmla="*/ 29121 h 425167"/>
                <a:gd name="connsiteX20" fmla="*/ 566265 w 752639"/>
                <a:gd name="connsiteY20" fmla="*/ 46594 h 425167"/>
                <a:gd name="connsiteX21" fmla="*/ 589562 w 752639"/>
                <a:gd name="connsiteY21" fmla="*/ 58242 h 425167"/>
                <a:gd name="connsiteX22" fmla="*/ 630331 w 752639"/>
                <a:gd name="connsiteY22" fmla="*/ 69891 h 425167"/>
                <a:gd name="connsiteX23" fmla="*/ 688573 w 752639"/>
                <a:gd name="connsiteY23" fmla="*/ 93188 h 425167"/>
                <a:gd name="connsiteX24" fmla="*/ 729342 w 752639"/>
                <a:gd name="connsiteY24" fmla="*/ 104836 h 425167"/>
                <a:gd name="connsiteX25" fmla="*/ 752639 w 752639"/>
                <a:gd name="connsiteY25" fmla="*/ 110660 h 425167"/>
                <a:gd name="connsiteX26" fmla="*/ 700221 w 752639"/>
                <a:gd name="connsiteY26" fmla="*/ 116485 h 425167"/>
                <a:gd name="connsiteX27" fmla="*/ 636155 w 752639"/>
                <a:gd name="connsiteY27" fmla="*/ 133957 h 425167"/>
                <a:gd name="connsiteX28" fmla="*/ 612858 w 752639"/>
                <a:gd name="connsiteY28" fmla="*/ 163078 h 425167"/>
                <a:gd name="connsiteX29" fmla="*/ 607034 w 752639"/>
                <a:gd name="connsiteY29" fmla="*/ 180551 h 425167"/>
                <a:gd name="connsiteX30" fmla="*/ 595386 w 752639"/>
                <a:gd name="connsiteY30" fmla="*/ 244617 h 425167"/>
                <a:gd name="connsiteX31" fmla="*/ 589562 w 752639"/>
                <a:gd name="connsiteY31" fmla="*/ 262090 h 425167"/>
                <a:gd name="connsiteX32" fmla="*/ 583737 w 752639"/>
                <a:gd name="connsiteY32" fmla="*/ 297035 h 425167"/>
                <a:gd name="connsiteX33" fmla="*/ 560441 w 752639"/>
                <a:gd name="connsiteY33" fmla="*/ 349453 h 425167"/>
                <a:gd name="connsiteX34" fmla="*/ 531320 w 752639"/>
                <a:gd name="connsiteY34" fmla="*/ 378574 h 425167"/>
                <a:gd name="connsiteX35" fmla="*/ 519671 w 752639"/>
                <a:gd name="connsiteY35" fmla="*/ 390222 h 425167"/>
                <a:gd name="connsiteX36" fmla="*/ 496374 w 752639"/>
                <a:gd name="connsiteY36" fmla="*/ 401870 h 425167"/>
                <a:gd name="connsiteX37" fmla="*/ 467253 w 752639"/>
                <a:gd name="connsiteY37" fmla="*/ 413519 h 425167"/>
                <a:gd name="connsiteX38" fmla="*/ 385714 w 752639"/>
                <a:gd name="connsiteY38" fmla="*/ 425167 h 425167"/>
                <a:gd name="connsiteX39" fmla="*/ 228461 w 752639"/>
                <a:gd name="connsiteY39" fmla="*/ 419343 h 425167"/>
                <a:gd name="connsiteX40" fmla="*/ 205164 w 752639"/>
                <a:gd name="connsiteY40" fmla="*/ 413519 h 425167"/>
                <a:gd name="connsiteX41" fmla="*/ 141098 w 752639"/>
                <a:gd name="connsiteY41" fmla="*/ 378574 h 425167"/>
                <a:gd name="connsiteX42" fmla="*/ 59559 w 752639"/>
                <a:gd name="connsiteY42" fmla="*/ 366925 h 425167"/>
                <a:gd name="connsiteX43" fmla="*/ 36262 w 752639"/>
                <a:gd name="connsiteY43" fmla="*/ 372749 h 425167"/>
                <a:gd name="connsiteX44" fmla="*/ 7141 w 752639"/>
                <a:gd name="connsiteY44" fmla="*/ 378574 h 425167"/>
                <a:gd name="connsiteX45" fmla="*/ 1317 w 752639"/>
                <a:gd name="connsiteY45" fmla="*/ 366925 h 4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52639" h="425167">
                  <a:moveTo>
                    <a:pt x="1317" y="366925"/>
                  </a:moveTo>
                  <a:cubicBezTo>
                    <a:pt x="5200" y="364013"/>
                    <a:pt x="20834" y="363502"/>
                    <a:pt x="30438" y="361101"/>
                  </a:cubicBezTo>
                  <a:cubicBezTo>
                    <a:pt x="36394" y="359612"/>
                    <a:pt x="43570" y="359618"/>
                    <a:pt x="47911" y="355277"/>
                  </a:cubicBezTo>
                  <a:cubicBezTo>
                    <a:pt x="66902" y="336286"/>
                    <a:pt x="70603" y="318479"/>
                    <a:pt x="82856" y="297035"/>
                  </a:cubicBezTo>
                  <a:cubicBezTo>
                    <a:pt x="86329" y="290957"/>
                    <a:pt x="91374" y="285823"/>
                    <a:pt x="94504" y="279562"/>
                  </a:cubicBezTo>
                  <a:cubicBezTo>
                    <a:pt x="118613" y="231343"/>
                    <a:pt x="78598" y="294685"/>
                    <a:pt x="111977" y="244617"/>
                  </a:cubicBezTo>
                  <a:cubicBezTo>
                    <a:pt x="120313" y="219609"/>
                    <a:pt x="122417" y="207803"/>
                    <a:pt x="135274" y="186375"/>
                  </a:cubicBezTo>
                  <a:cubicBezTo>
                    <a:pt x="142477" y="174371"/>
                    <a:pt x="152309" y="163951"/>
                    <a:pt x="158570" y="151430"/>
                  </a:cubicBezTo>
                  <a:cubicBezTo>
                    <a:pt x="162453" y="143664"/>
                    <a:pt x="165617" y="135496"/>
                    <a:pt x="170219" y="128133"/>
                  </a:cubicBezTo>
                  <a:cubicBezTo>
                    <a:pt x="175364" y="119902"/>
                    <a:pt x="182546" y="113067"/>
                    <a:pt x="187691" y="104836"/>
                  </a:cubicBezTo>
                  <a:cubicBezTo>
                    <a:pt x="192293" y="97473"/>
                    <a:pt x="194293" y="88604"/>
                    <a:pt x="199340" y="81539"/>
                  </a:cubicBezTo>
                  <a:cubicBezTo>
                    <a:pt x="204128" y="74837"/>
                    <a:pt x="211540" y="70395"/>
                    <a:pt x="216813" y="64067"/>
                  </a:cubicBezTo>
                  <a:cubicBezTo>
                    <a:pt x="221294" y="58690"/>
                    <a:pt x="223511" y="51544"/>
                    <a:pt x="228461" y="46594"/>
                  </a:cubicBezTo>
                  <a:cubicBezTo>
                    <a:pt x="233411" y="41644"/>
                    <a:pt x="240468" y="39319"/>
                    <a:pt x="245934" y="34946"/>
                  </a:cubicBezTo>
                  <a:cubicBezTo>
                    <a:pt x="250222" y="31516"/>
                    <a:pt x="253013" y="26343"/>
                    <a:pt x="257582" y="23297"/>
                  </a:cubicBezTo>
                  <a:cubicBezTo>
                    <a:pt x="277939" y="9725"/>
                    <a:pt x="281767" y="12228"/>
                    <a:pt x="304176" y="5825"/>
                  </a:cubicBezTo>
                  <a:cubicBezTo>
                    <a:pt x="310079" y="4138"/>
                    <a:pt x="315824" y="1942"/>
                    <a:pt x="321648" y="0"/>
                  </a:cubicBezTo>
                  <a:cubicBezTo>
                    <a:pt x="375541" y="3369"/>
                    <a:pt x="407400" y="2885"/>
                    <a:pt x="455605" y="11649"/>
                  </a:cubicBezTo>
                  <a:cubicBezTo>
                    <a:pt x="495554" y="18912"/>
                    <a:pt x="463105" y="14980"/>
                    <a:pt x="496374" y="23297"/>
                  </a:cubicBezTo>
                  <a:cubicBezTo>
                    <a:pt x="505978" y="25698"/>
                    <a:pt x="515788" y="27180"/>
                    <a:pt x="525495" y="29121"/>
                  </a:cubicBezTo>
                  <a:cubicBezTo>
                    <a:pt x="602732" y="67741"/>
                    <a:pt x="506296" y="20894"/>
                    <a:pt x="566265" y="46594"/>
                  </a:cubicBezTo>
                  <a:cubicBezTo>
                    <a:pt x="574245" y="50014"/>
                    <a:pt x="581582" y="54822"/>
                    <a:pt x="589562" y="58242"/>
                  </a:cubicBezTo>
                  <a:cubicBezTo>
                    <a:pt x="614878" y="69092"/>
                    <a:pt x="600752" y="59327"/>
                    <a:pt x="630331" y="69891"/>
                  </a:cubicBezTo>
                  <a:cubicBezTo>
                    <a:pt x="650022" y="76924"/>
                    <a:pt x="668288" y="88117"/>
                    <a:pt x="688573" y="93188"/>
                  </a:cubicBezTo>
                  <a:cubicBezTo>
                    <a:pt x="761405" y="111395"/>
                    <a:pt x="670854" y="88125"/>
                    <a:pt x="729342" y="104836"/>
                  </a:cubicBezTo>
                  <a:cubicBezTo>
                    <a:pt x="737039" y="107035"/>
                    <a:pt x="744873" y="108719"/>
                    <a:pt x="752639" y="110660"/>
                  </a:cubicBezTo>
                  <a:cubicBezTo>
                    <a:pt x="735166" y="112602"/>
                    <a:pt x="717534" y="113430"/>
                    <a:pt x="700221" y="116485"/>
                  </a:cubicBezTo>
                  <a:cubicBezTo>
                    <a:pt x="672305" y="121412"/>
                    <a:pt x="659369" y="126219"/>
                    <a:pt x="636155" y="133957"/>
                  </a:cubicBezTo>
                  <a:cubicBezTo>
                    <a:pt x="625323" y="144790"/>
                    <a:pt x="620203" y="148387"/>
                    <a:pt x="612858" y="163078"/>
                  </a:cubicBezTo>
                  <a:cubicBezTo>
                    <a:pt x="610112" y="168569"/>
                    <a:pt x="608523" y="174595"/>
                    <a:pt x="607034" y="180551"/>
                  </a:cubicBezTo>
                  <a:cubicBezTo>
                    <a:pt x="596435" y="222949"/>
                    <a:pt x="605771" y="197882"/>
                    <a:pt x="595386" y="244617"/>
                  </a:cubicBezTo>
                  <a:cubicBezTo>
                    <a:pt x="594054" y="250610"/>
                    <a:pt x="590894" y="256097"/>
                    <a:pt x="589562" y="262090"/>
                  </a:cubicBezTo>
                  <a:cubicBezTo>
                    <a:pt x="587000" y="273618"/>
                    <a:pt x="586601" y="285579"/>
                    <a:pt x="583737" y="297035"/>
                  </a:cubicBezTo>
                  <a:cubicBezTo>
                    <a:pt x="578774" y="316885"/>
                    <a:pt x="573826" y="334155"/>
                    <a:pt x="560441" y="349453"/>
                  </a:cubicBezTo>
                  <a:cubicBezTo>
                    <a:pt x="551401" y="359784"/>
                    <a:pt x="541027" y="368867"/>
                    <a:pt x="531320" y="378574"/>
                  </a:cubicBezTo>
                  <a:cubicBezTo>
                    <a:pt x="527437" y="382457"/>
                    <a:pt x="524582" y="387766"/>
                    <a:pt x="519671" y="390222"/>
                  </a:cubicBezTo>
                  <a:cubicBezTo>
                    <a:pt x="511905" y="394105"/>
                    <a:pt x="504308" y="398344"/>
                    <a:pt x="496374" y="401870"/>
                  </a:cubicBezTo>
                  <a:cubicBezTo>
                    <a:pt x="486820" y="406116"/>
                    <a:pt x="477484" y="411365"/>
                    <a:pt x="467253" y="413519"/>
                  </a:cubicBezTo>
                  <a:cubicBezTo>
                    <a:pt x="440386" y="419175"/>
                    <a:pt x="385714" y="425167"/>
                    <a:pt x="385714" y="425167"/>
                  </a:cubicBezTo>
                  <a:cubicBezTo>
                    <a:pt x="333296" y="423226"/>
                    <a:pt x="280806" y="422720"/>
                    <a:pt x="228461" y="419343"/>
                  </a:cubicBezTo>
                  <a:cubicBezTo>
                    <a:pt x="220473" y="418828"/>
                    <a:pt x="212521" y="416672"/>
                    <a:pt x="205164" y="413519"/>
                  </a:cubicBezTo>
                  <a:cubicBezTo>
                    <a:pt x="171338" y="399022"/>
                    <a:pt x="198679" y="388172"/>
                    <a:pt x="141098" y="378574"/>
                  </a:cubicBezTo>
                  <a:cubicBezTo>
                    <a:pt x="90714" y="370175"/>
                    <a:pt x="117871" y="374214"/>
                    <a:pt x="59559" y="366925"/>
                  </a:cubicBezTo>
                  <a:cubicBezTo>
                    <a:pt x="51793" y="368866"/>
                    <a:pt x="44076" y="371012"/>
                    <a:pt x="36262" y="372749"/>
                  </a:cubicBezTo>
                  <a:cubicBezTo>
                    <a:pt x="26598" y="374897"/>
                    <a:pt x="16659" y="375854"/>
                    <a:pt x="7141" y="378574"/>
                  </a:cubicBezTo>
                  <a:cubicBezTo>
                    <a:pt x="2967" y="379767"/>
                    <a:pt x="-2566" y="369837"/>
                    <a:pt x="1317" y="366925"/>
                  </a:cubicBezTo>
                  <a:close/>
                </a:path>
              </a:pathLst>
            </a:custGeom>
            <a:gradFill flip="none" rotWithShape="1">
              <a:gsLst>
                <a:gs pos="45000">
                  <a:srgbClr val="899000"/>
                </a:gs>
                <a:gs pos="100000">
                  <a:schemeClr val="accent4">
                    <a:lumMod val="50000"/>
                  </a:schemeClr>
                </a:gs>
                <a:gs pos="8000">
                  <a:srgbClr val="F8FEDF"/>
                </a:gs>
                <a:gs pos="70000">
                  <a:srgbClr val="436C04"/>
                </a:gs>
                <a:gs pos="26000">
                  <a:srgbClr val="ABD31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661" name="Group 6660">
              <a:extLst>
                <a:ext uri="{FF2B5EF4-FFF2-40B4-BE49-F238E27FC236}">
                  <a16:creationId xmlns:a16="http://schemas.microsoft.com/office/drawing/2014/main" id="{7A1008B2-D84D-93DC-FB08-2059246C0F15}"/>
                </a:ext>
              </a:extLst>
            </p:cNvPr>
            <p:cNvGrpSpPr/>
            <p:nvPr/>
          </p:nvGrpSpPr>
          <p:grpSpPr>
            <a:xfrm>
              <a:off x="7368155" y="2468870"/>
              <a:ext cx="299520" cy="1076400"/>
              <a:chOff x="7368155" y="2468870"/>
              <a:chExt cx="299520" cy="1076400"/>
            </a:xfrm>
          </p:grpSpPr>
          <mc:AlternateContent xmlns:mc="http://schemas.openxmlformats.org/markup-compatibility/2006" xmlns:p14="http://schemas.microsoft.com/office/powerpoint/2010/main">
            <mc:Choice Requires="p14">
              <p:contentPart p14:bwMode="auto" r:id="rId5068">
                <p14:nvContentPartPr>
                  <p14:cNvPr id="6662" name="Ink 6661">
                    <a:extLst>
                      <a:ext uri="{FF2B5EF4-FFF2-40B4-BE49-F238E27FC236}">
                        <a16:creationId xmlns:a16="http://schemas.microsoft.com/office/drawing/2014/main" id="{3F220770-F9BA-3312-7204-56726A44C3AB}"/>
                      </a:ext>
                    </a:extLst>
                  </p14:cNvPr>
                  <p14:cNvContentPartPr/>
                  <p14:nvPr/>
                </p14:nvContentPartPr>
                <p14:xfrm>
                  <a:off x="7572995" y="3322430"/>
                  <a:ext cx="7920" cy="222840"/>
                </p14:xfrm>
              </p:contentPart>
            </mc:Choice>
            <mc:Fallback xmlns="">
              <p:pic>
                <p:nvPicPr>
                  <p:cNvPr id="6662" name="Ink 6661">
                    <a:extLst>
                      <a:ext uri="{FF2B5EF4-FFF2-40B4-BE49-F238E27FC236}">
                        <a16:creationId xmlns:a16="http://schemas.microsoft.com/office/drawing/2014/main" id="{3F220770-F9BA-3312-7204-56726A44C3AB}"/>
                      </a:ext>
                    </a:extLst>
                  </p:cNvPr>
                  <p:cNvPicPr/>
                  <p:nvPr/>
                </p:nvPicPr>
                <p:blipFill>
                  <a:blip r:embed="rId405"/>
                  <a:stretch>
                    <a:fillRect/>
                  </a:stretch>
                </p:blipFill>
                <p:spPr>
                  <a:xfrm>
                    <a:off x="7560755" y="3312274"/>
                    <a:ext cx="32400" cy="243152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69">
                <p14:nvContentPartPr>
                  <p14:cNvPr id="6663" name="Ink 6662">
                    <a:extLst>
                      <a:ext uri="{FF2B5EF4-FFF2-40B4-BE49-F238E27FC236}">
                        <a16:creationId xmlns:a16="http://schemas.microsoft.com/office/drawing/2014/main" id="{3FBC5C62-0F0B-79EB-2D2C-B316C5EDD11F}"/>
                      </a:ext>
                    </a:extLst>
                  </p14:cNvPr>
                  <p14:cNvContentPartPr/>
                  <p14:nvPr/>
                </p14:nvContentPartPr>
                <p14:xfrm>
                  <a:off x="7368155" y="3027590"/>
                  <a:ext cx="208080" cy="339120"/>
                </p14:xfrm>
              </p:contentPart>
            </mc:Choice>
            <mc:Fallback xmlns="">
              <p:pic>
                <p:nvPicPr>
                  <p:cNvPr id="6663" name="Ink 6662">
                    <a:extLst>
                      <a:ext uri="{FF2B5EF4-FFF2-40B4-BE49-F238E27FC236}">
                        <a16:creationId xmlns:a16="http://schemas.microsoft.com/office/drawing/2014/main" id="{3FBC5C62-0F0B-79EB-2D2C-B316C5EDD11F}"/>
                      </a:ext>
                    </a:extLst>
                  </p:cNvPr>
                  <p:cNvPicPr/>
                  <p:nvPr/>
                </p:nvPicPr>
                <p:blipFill>
                  <a:blip r:embed="rId321"/>
                  <a:stretch>
                    <a:fillRect/>
                  </a:stretch>
                </p:blipFill>
                <p:spPr>
                  <a:xfrm>
                    <a:off x="7355005" y="3017440"/>
                    <a:ext cx="234380" cy="359419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0">
                <p14:nvContentPartPr>
                  <p14:cNvPr id="6664" name="Ink 6663">
                    <a:extLst>
                      <a:ext uri="{FF2B5EF4-FFF2-40B4-BE49-F238E27FC236}">
                        <a16:creationId xmlns:a16="http://schemas.microsoft.com/office/drawing/2014/main" id="{8C853555-7D80-1C77-5AFC-D3A6225C1921}"/>
                      </a:ext>
                    </a:extLst>
                  </p14:cNvPr>
                  <p14:cNvContentPartPr/>
                  <p14:nvPr/>
                </p14:nvContentPartPr>
                <p14:xfrm>
                  <a:off x="7428995" y="2928950"/>
                  <a:ext cx="226800" cy="222120"/>
                </p14:xfrm>
              </p:contentPart>
            </mc:Choice>
            <mc:Fallback xmlns="">
              <p:pic>
                <p:nvPicPr>
                  <p:cNvPr id="6664" name="Ink 6663">
                    <a:extLst>
                      <a:ext uri="{FF2B5EF4-FFF2-40B4-BE49-F238E27FC236}">
                        <a16:creationId xmlns:a16="http://schemas.microsoft.com/office/drawing/2014/main" id="{8C853555-7D80-1C77-5AFC-D3A6225C1921}"/>
                      </a:ext>
                    </a:extLst>
                  </p:cNvPr>
                  <p:cNvPicPr/>
                  <p:nvPr/>
                </p:nvPicPr>
                <p:blipFill>
                  <a:blip r:embed="rId408"/>
                  <a:stretch>
                    <a:fillRect/>
                  </a:stretch>
                </p:blipFill>
                <p:spPr>
                  <a:xfrm>
                    <a:off x="7415836" y="2918799"/>
                    <a:ext cx="253118" cy="24242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1">
                <p14:nvContentPartPr>
                  <p14:cNvPr id="6665" name="Ink 6664">
                    <a:extLst>
                      <a:ext uri="{FF2B5EF4-FFF2-40B4-BE49-F238E27FC236}">
                        <a16:creationId xmlns:a16="http://schemas.microsoft.com/office/drawing/2014/main" id="{3FE74DC7-F4DF-1F7D-B5B2-116BD3F54F8C}"/>
                      </a:ext>
                    </a:extLst>
                  </p14:cNvPr>
                  <p14:cNvContentPartPr/>
                  <p14:nvPr/>
                </p14:nvContentPartPr>
                <p14:xfrm>
                  <a:off x="7417475" y="2860550"/>
                  <a:ext cx="225000" cy="136440"/>
                </p14:xfrm>
              </p:contentPart>
            </mc:Choice>
            <mc:Fallback xmlns="">
              <p:pic>
                <p:nvPicPr>
                  <p:cNvPr id="6665" name="Ink 6664">
                    <a:extLst>
                      <a:ext uri="{FF2B5EF4-FFF2-40B4-BE49-F238E27FC236}">
                        <a16:creationId xmlns:a16="http://schemas.microsoft.com/office/drawing/2014/main" id="{3FE74DC7-F4DF-1F7D-B5B2-116BD3F54F8C}"/>
                      </a:ext>
                    </a:extLst>
                  </p:cNvPr>
                  <p:cNvPicPr/>
                  <p:nvPr/>
                </p:nvPicPr>
                <p:blipFill>
                  <a:blip r:embed="rId389"/>
                  <a:stretch>
                    <a:fillRect/>
                  </a:stretch>
                </p:blipFill>
                <p:spPr>
                  <a:xfrm>
                    <a:off x="7404331" y="2850421"/>
                    <a:ext cx="251289" cy="15669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2">
                <p14:nvContentPartPr>
                  <p14:cNvPr id="6666" name="Ink 6665">
                    <a:extLst>
                      <a:ext uri="{FF2B5EF4-FFF2-40B4-BE49-F238E27FC236}">
                        <a16:creationId xmlns:a16="http://schemas.microsoft.com/office/drawing/2014/main" id="{F42A2D60-37DE-97A2-D21C-28EA381BF494}"/>
                      </a:ext>
                    </a:extLst>
                  </p14:cNvPr>
                  <p14:cNvContentPartPr/>
                  <p14:nvPr/>
                </p14:nvContentPartPr>
                <p14:xfrm>
                  <a:off x="7494515" y="2844710"/>
                  <a:ext cx="158040" cy="146520"/>
                </p14:xfrm>
              </p:contentPart>
            </mc:Choice>
            <mc:Fallback xmlns="">
              <p:pic>
                <p:nvPicPr>
                  <p:cNvPr id="6666" name="Ink 6665">
                    <a:extLst>
                      <a:ext uri="{FF2B5EF4-FFF2-40B4-BE49-F238E27FC236}">
                        <a16:creationId xmlns:a16="http://schemas.microsoft.com/office/drawing/2014/main" id="{F42A2D60-37DE-97A2-D21C-28EA381BF494}"/>
                      </a:ext>
                    </a:extLst>
                  </p:cNvPr>
                  <p:cNvPicPr/>
                  <p:nvPr/>
                </p:nvPicPr>
                <p:blipFill>
                  <a:blip r:embed="rId411"/>
                  <a:stretch>
                    <a:fillRect/>
                  </a:stretch>
                </p:blipFill>
                <p:spPr>
                  <a:xfrm>
                    <a:off x="7481409" y="2834585"/>
                    <a:ext cx="184252" cy="166771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3">
                <p14:nvContentPartPr>
                  <p14:cNvPr id="6667" name="Ink 6666">
                    <a:extLst>
                      <a:ext uri="{FF2B5EF4-FFF2-40B4-BE49-F238E27FC236}">
                        <a16:creationId xmlns:a16="http://schemas.microsoft.com/office/drawing/2014/main" id="{91C71328-84FB-409D-72C4-E1F9CFEC0C9D}"/>
                      </a:ext>
                    </a:extLst>
                  </p14:cNvPr>
                  <p14:cNvContentPartPr/>
                  <p14:nvPr/>
                </p14:nvContentPartPr>
                <p14:xfrm>
                  <a:off x="7556435" y="2542310"/>
                  <a:ext cx="111240" cy="388440"/>
                </p14:xfrm>
              </p:contentPart>
            </mc:Choice>
            <mc:Fallback xmlns="">
              <p:pic>
                <p:nvPicPr>
                  <p:cNvPr id="6667" name="Ink 6666">
                    <a:extLst>
                      <a:ext uri="{FF2B5EF4-FFF2-40B4-BE49-F238E27FC236}">
                        <a16:creationId xmlns:a16="http://schemas.microsoft.com/office/drawing/2014/main" id="{91C71328-84FB-409D-72C4-E1F9CFEC0C9D}"/>
                      </a:ext>
                    </a:extLst>
                  </p:cNvPr>
                  <p:cNvPicPr/>
                  <p:nvPr/>
                </p:nvPicPr>
                <p:blipFill>
                  <a:blip r:embed="rId413"/>
                  <a:stretch>
                    <a:fillRect/>
                  </a:stretch>
                </p:blipFill>
                <p:spPr>
                  <a:xfrm>
                    <a:off x="7543302" y="2532151"/>
                    <a:ext cx="137505" cy="408758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4">
                <p14:nvContentPartPr>
                  <p14:cNvPr id="6668" name="Ink 6667">
                    <a:extLst>
                      <a:ext uri="{FF2B5EF4-FFF2-40B4-BE49-F238E27FC236}">
                        <a16:creationId xmlns:a16="http://schemas.microsoft.com/office/drawing/2014/main" id="{283E0022-EACF-D47E-1B17-A3880E164974}"/>
                      </a:ext>
                    </a:extLst>
                  </p14:cNvPr>
                  <p14:cNvContentPartPr/>
                  <p14:nvPr/>
                </p14:nvContentPartPr>
                <p14:xfrm>
                  <a:off x="7477595" y="2468870"/>
                  <a:ext cx="114480" cy="409320"/>
                </p14:xfrm>
              </p:contentPart>
            </mc:Choice>
            <mc:Fallback xmlns="">
              <p:pic>
                <p:nvPicPr>
                  <p:cNvPr id="6668" name="Ink 6667">
                    <a:extLst>
                      <a:ext uri="{FF2B5EF4-FFF2-40B4-BE49-F238E27FC236}">
                        <a16:creationId xmlns:a16="http://schemas.microsoft.com/office/drawing/2014/main" id="{283E0022-EACF-D47E-1B17-A3880E164974}"/>
                      </a:ext>
                    </a:extLst>
                  </p:cNvPr>
                  <p:cNvPicPr/>
                  <p:nvPr/>
                </p:nvPicPr>
                <p:blipFill>
                  <a:blip r:embed="rId415"/>
                  <a:stretch>
                    <a:fillRect/>
                  </a:stretch>
                </p:blipFill>
                <p:spPr>
                  <a:xfrm>
                    <a:off x="7464445" y="2458727"/>
                    <a:ext cx="140779" cy="429607"/>
                  </a:xfrm>
                  <a:prstGeom prst="rect">
                    <a:avLst/>
                  </a:prstGeom>
                </p:spPr>
              </p:pic>
            </mc:Fallback>
          </mc:AlternateContent>
          <mc:AlternateContent xmlns:mc="http://schemas.openxmlformats.org/markup-compatibility/2006" xmlns:p14="http://schemas.microsoft.com/office/powerpoint/2010/main">
            <mc:Choice Requires="p14">
              <p:contentPart p14:bwMode="auto" r:id="rId5075">
                <p14:nvContentPartPr>
                  <p14:cNvPr id="6669" name="Ink 6668">
                    <a:extLst>
                      <a:ext uri="{FF2B5EF4-FFF2-40B4-BE49-F238E27FC236}">
                        <a16:creationId xmlns:a16="http://schemas.microsoft.com/office/drawing/2014/main" id="{9934339A-F480-464C-C9E9-3BC7722EECE1}"/>
                      </a:ext>
                    </a:extLst>
                  </p14:cNvPr>
                  <p14:cNvContentPartPr/>
                  <p14:nvPr/>
                </p14:nvContentPartPr>
                <p14:xfrm>
                  <a:off x="7566132" y="3126683"/>
                  <a:ext cx="16200" cy="178200"/>
                </p14:xfrm>
              </p:contentPart>
            </mc:Choice>
            <mc:Fallback xmlns="">
              <p:pic>
                <p:nvPicPr>
                  <p:cNvPr id="6669" name="Ink 6668">
                    <a:extLst>
                      <a:ext uri="{FF2B5EF4-FFF2-40B4-BE49-F238E27FC236}">
                        <a16:creationId xmlns:a16="http://schemas.microsoft.com/office/drawing/2014/main" id="{9934339A-F480-464C-C9E9-3BC7722EECE1}"/>
                      </a:ext>
                    </a:extLst>
                  </p:cNvPr>
                  <p:cNvPicPr/>
                  <p:nvPr/>
                </p:nvPicPr>
                <p:blipFill>
                  <a:blip r:embed="rId417"/>
                  <a:stretch>
                    <a:fillRect/>
                  </a:stretch>
                </p:blipFill>
                <p:spPr>
                  <a:xfrm>
                    <a:off x="7553018" y="3116551"/>
                    <a:ext cx="42429" cy="198464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grpSp>
        <p:nvGrpSpPr>
          <p:cNvPr id="3587" name="Group 3586">
            <a:extLst>
              <a:ext uri="{FF2B5EF4-FFF2-40B4-BE49-F238E27FC236}">
                <a16:creationId xmlns:a16="http://schemas.microsoft.com/office/drawing/2014/main" id="{0945206F-E1C8-4BDD-F552-905B2B906994}"/>
              </a:ext>
            </a:extLst>
          </p:cNvPr>
          <p:cNvGrpSpPr/>
          <p:nvPr/>
        </p:nvGrpSpPr>
        <p:grpSpPr>
          <a:xfrm>
            <a:off x="840077" y="3212569"/>
            <a:ext cx="287796" cy="383136"/>
            <a:chOff x="4075198" y="4641669"/>
            <a:chExt cx="1402496" cy="1232892"/>
          </a:xfrm>
        </p:grpSpPr>
        <p:sp>
          <p:nvSpPr>
            <p:cNvPr id="3588" name="Freeform 3587">
              <a:extLst>
                <a:ext uri="{FF2B5EF4-FFF2-40B4-BE49-F238E27FC236}">
                  <a16:creationId xmlns:a16="http://schemas.microsoft.com/office/drawing/2014/main" id="{405007AB-468A-2C5B-7B14-FAAAF981CAD3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9" name="Freeform 3588">
              <a:extLst>
                <a:ext uri="{FF2B5EF4-FFF2-40B4-BE49-F238E27FC236}">
                  <a16:creationId xmlns:a16="http://schemas.microsoft.com/office/drawing/2014/main" id="{D52C1D5A-A67A-ACFE-EA3F-EE645AB2B4A5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0" name="Oval 3589">
              <a:extLst>
                <a:ext uri="{FF2B5EF4-FFF2-40B4-BE49-F238E27FC236}">
                  <a16:creationId xmlns:a16="http://schemas.microsoft.com/office/drawing/2014/main" id="{32D7E6C3-A28F-F94B-8A4F-30313DB84CA0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1" name="Oval 3590">
              <a:extLst>
                <a:ext uri="{FF2B5EF4-FFF2-40B4-BE49-F238E27FC236}">
                  <a16:creationId xmlns:a16="http://schemas.microsoft.com/office/drawing/2014/main" id="{5DF8BE67-5AE2-39D2-734F-983316F53D20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2" name="Oval 3591">
              <a:extLst>
                <a:ext uri="{FF2B5EF4-FFF2-40B4-BE49-F238E27FC236}">
                  <a16:creationId xmlns:a16="http://schemas.microsoft.com/office/drawing/2014/main" id="{3E8ADCD5-E4FE-398F-54CA-920CF26392ED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3" name="Oval 3592">
              <a:extLst>
                <a:ext uri="{FF2B5EF4-FFF2-40B4-BE49-F238E27FC236}">
                  <a16:creationId xmlns:a16="http://schemas.microsoft.com/office/drawing/2014/main" id="{849AE975-1517-DD8A-55B4-D4A14FCBA3C0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4" name="Oval 3593">
              <a:extLst>
                <a:ext uri="{FF2B5EF4-FFF2-40B4-BE49-F238E27FC236}">
                  <a16:creationId xmlns:a16="http://schemas.microsoft.com/office/drawing/2014/main" id="{D3E58B09-4B8B-E780-501D-2BE2F6068875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5" name="Oval 3594">
              <a:extLst>
                <a:ext uri="{FF2B5EF4-FFF2-40B4-BE49-F238E27FC236}">
                  <a16:creationId xmlns:a16="http://schemas.microsoft.com/office/drawing/2014/main" id="{FB5317EC-2899-4493-939E-F5AB6CB45F13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6" name="Oval 3595">
              <a:extLst>
                <a:ext uri="{FF2B5EF4-FFF2-40B4-BE49-F238E27FC236}">
                  <a16:creationId xmlns:a16="http://schemas.microsoft.com/office/drawing/2014/main" id="{539F047E-9E43-6BE3-FC4E-455E3D3DFD73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7" name="Oval 3596">
              <a:extLst>
                <a:ext uri="{FF2B5EF4-FFF2-40B4-BE49-F238E27FC236}">
                  <a16:creationId xmlns:a16="http://schemas.microsoft.com/office/drawing/2014/main" id="{19A601B1-C24B-8CA0-159F-A9E085EF5EEA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8" name="Oval 3597">
              <a:extLst>
                <a:ext uri="{FF2B5EF4-FFF2-40B4-BE49-F238E27FC236}">
                  <a16:creationId xmlns:a16="http://schemas.microsoft.com/office/drawing/2014/main" id="{79C718F9-6FE4-7DCB-DF91-E2CCDA6735DB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9" name="Oval 3598">
              <a:extLst>
                <a:ext uri="{FF2B5EF4-FFF2-40B4-BE49-F238E27FC236}">
                  <a16:creationId xmlns:a16="http://schemas.microsoft.com/office/drawing/2014/main" id="{88D669E2-87F0-CF50-CECA-162FD8BB6556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0" name="Oval 3599">
              <a:extLst>
                <a:ext uri="{FF2B5EF4-FFF2-40B4-BE49-F238E27FC236}">
                  <a16:creationId xmlns:a16="http://schemas.microsoft.com/office/drawing/2014/main" id="{2017718E-8300-8B74-CD78-8CCFBB4C4D74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1" name="Oval 3600">
              <a:extLst>
                <a:ext uri="{FF2B5EF4-FFF2-40B4-BE49-F238E27FC236}">
                  <a16:creationId xmlns:a16="http://schemas.microsoft.com/office/drawing/2014/main" id="{F86AE235-63C6-6BB2-7406-7B3919B5A8FB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2" name="Oval 3601">
              <a:extLst>
                <a:ext uri="{FF2B5EF4-FFF2-40B4-BE49-F238E27FC236}">
                  <a16:creationId xmlns:a16="http://schemas.microsoft.com/office/drawing/2014/main" id="{1E1AD628-6D6D-7646-230F-CE4B75168895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3" name="Oval 3602">
              <a:extLst>
                <a:ext uri="{FF2B5EF4-FFF2-40B4-BE49-F238E27FC236}">
                  <a16:creationId xmlns:a16="http://schemas.microsoft.com/office/drawing/2014/main" id="{C5E691BF-4EDA-42C1-BDAF-6E0DA42D0263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4" name="Oval 3603">
              <a:extLst>
                <a:ext uri="{FF2B5EF4-FFF2-40B4-BE49-F238E27FC236}">
                  <a16:creationId xmlns:a16="http://schemas.microsoft.com/office/drawing/2014/main" id="{3E4BC87B-BE62-D161-E14A-AE6AAA2089C6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5" name="Oval 3604">
              <a:extLst>
                <a:ext uri="{FF2B5EF4-FFF2-40B4-BE49-F238E27FC236}">
                  <a16:creationId xmlns:a16="http://schemas.microsoft.com/office/drawing/2014/main" id="{04A4F1FD-A6C7-9CF8-80F7-BFCE0E700AFB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6" name="Oval 3605">
              <a:extLst>
                <a:ext uri="{FF2B5EF4-FFF2-40B4-BE49-F238E27FC236}">
                  <a16:creationId xmlns:a16="http://schemas.microsoft.com/office/drawing/2014/main" id="{E670B9F0-20DD-24DF-621D-6CED0C4A2C5B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7" name="Oval 3606">
              <a:extLst>
                <a:ext uri="{FF2B5EF4-FFF2-40B4-BE49-F238E27FC236}">
                  <a16:creationId xmlns:a16="http://schemas.microsoft.com/office/drawing/2014/main" id="{956EF18F-C9AA-8119-8E03-2FEA5C0A8DB8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8" name="Oval 3607">
              <a:extLst>
                <a:ext uri="{FF2B5EF4-FFF2-40B4-BE49-F238E27FC236}">
                  <a16:creationId xmlns:a16="http://schemas.microsoft.com/office/drawing/2014/main" id="{2842473E-B27F-FFEA-FBDF-57AA1D5443D8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9" name="Oval 3608">
              <a:extLst>
                <a:ext uri="{FF2B5EF4-FFF2-40B4-BE49-F238E27FC236}">
                  <a16:creationId xmlns:a16="http://schemas.microsoft.com/office/drawing/2014/main" id="{62B62C15-97BF-047A-96CF-6623CB8BB8B8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0" name="Oval 3609">
              <a:extLst>
                <a:ext uri="{FF2B5EF4-FFF2-40B4-BE49-F238E27FC236}">
                  <a16:creationId xmlns:a16="http://schemas.microsoft.com/office/drawing/2014/main" id="{05DEF738-14F7-BF8F-7681-4803F1B01587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1" name="Oval 3610">
              <a:extLst>
                <a:ext uri="{FF2B5EF4-FFF2-40B4-BE49-F238E27FC236}">
                  <a16:creationId xmlns:a16="http://schemas.microsoft.com/office/drawing/2014/main" id="{C78013A9-15BB-F46D-5F99-62C1ABBF2897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2" name="Oval 3611">
              <a:extLst>
                <a:ext uri="{FF2B5EF4-FFF2-40B4-BE49-F238E27FC236}">
                  <a16:creationId xmlns:a16="http://schemas.microsoft.com/office/drawing/2014/main" id="{DF84BBF3-3330-F6C1-A549-665C30ED97A0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3" name="Oval 3612">
              <a:extLst>
                <a:ext uri="{FF2B5EF4-FFF2-40B4-BE49-F238E27FC236}">
                  <a16:creationId xmlns:a16="http://schemas.microsoft.com/office/drawing/2014/main" id="{40B6F7CB-BEBC-5764-51B3-5F303E85C005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4" name="Oval 3613">
              <a:extLst>
                <a:ext uri="{FF2B5EF4-FFF2-40B4-BE49-F238E27FC236}">
                  <a16:creationId xmlns:a16="http://schemas.microsoft.com/office/drawing/2014/main" id="{1863A614-85F9-2B6D-5E30-0623B75E87E1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5" name="Oval 3614">
              <a:extLst>
                <a:ext uri="{FF2B5EF4-FFF2-40B4-BE49-F238E27FC236}">
                  <a16:creationId xmlns:a16="http://schemas.microsoft.com/office/drawing/2014/main" id="{C461C691-4E61-A149-D1FD-E6FD8BB323A1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6" name="Oval 3615">
              <a:extLst>
                <a:ext uri="{FF2B5EF4-FFF2-40B4-BE49-F238E27FC236}">
                  <a16:creationId xmlns:a16="http://schemas.microsoft.com/office/drawing/2014/main" id="{DA5EC542-3601-9C4A-DEE7-77A9A3C4174F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7" name="Oval 3616">
              <a:extLst>
                <a:ext uri="{FF2B5EF4-FFF2-40B4-BE49-F238E27FC236}">
                  <a16:creationId xmlns:a16="http://schemas.microsoft.com/office/drawing/2014/main" id="{32F5EB96-59E2-A692-03AF-643EC7F0884F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8" name="Oval 3617">
              <a:extLst>
                <a:ext uri="{FF2B5EF4-FFF2-40B4-BE49-F238E27FC236}">
                  <a16:creationId xmlns:a16="http://schemas.microsoft.com/office/drawing/2014/main" id="{45074A52-FFC5-7DDA-7AE5-DB05C98BAE67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9" name="Oval 3618">
              <a:extLst>
                <a:ext uri="{FF2B5EF4-FFF2-40B4-BE49-F238E27FC236}">
                  <a16:creationId xmlns:a16="http://schemas.microsoft.com/office/drawing/2014/main" id="{7DAA81E2-C843-8AEB-B99E-1533881A0D97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0" name="Oval 3619">
              <a:extLst>
                <a:ext uri="{FF2B5EF4-FFF2-40B4-BE49-F238E27FC236}">
                  <a16:creationId xmlns:a16="http://schemas.microsoft.com/office/drawing/2014/main" id="{70DAAF69-1ABB-FC3F-AB86-C2DD171296DF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1" name="Oval 3620">
              <a:extLst>
                <a:ext uri="{FF2B5EF4-FFF2-40B4-BE49-F238E27FC236}">
                  <a16:creationId xmlns:a16="http://schemas.microsoft.com/office/drawing/2014/main" id="{B3A4B965-FC12-E920-F02C-D9CC35189479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2" name="Oval 3621">
              <a:extLst>
                <a:ext uri="{FF2B5EF4-FFF2-40B4-BE49-F238E27FC236}">
                  <a16:creationId xmlns:a16="http://schemas.microsoft.com/office/drawing/2014/main" id="{769FED7B-911E-BE3B-6636-B878231CF62F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3" name="Oval 3622">
              <a:extLst>
                <a:ext uri="{FF2B5EF4-FFF2-40B4-BE49-F238E27FC236}">
                  <a16:creationId xmlns:a16="http://schemas.microsoft.com/office/drawing/2014/main" id="{4B5ABFD0-6A78-3E06-5BE4-2A844BB08288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4" name="Oval 3623">
              <a:extLst>
                <a:ext uri="{FF2B5EF4-FFF2-40B4-BE49-F238E27FC236}">
                  <a16:creationId xmlns:a16="http://schemas.microsoft.com/office/drawing/2014/main" id="{EF70E279-84B8-92B7-14DC-2D356025C23C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5" name="Oval 3624">
              <a:extLst>
                <a:ext uri="{FF2B5EF4-FFF2-40B4-BE49-F238E27FC236}">
                  <a16:creationId xmlns:a16="http://schemas.microsoft.com/office/drawing/2014/main" id="{79EEFF1C-A4E1-4349-3938-B024EA66820F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6" name="Oval 3625">
              <a:extLst>
                <a:ext uri="{FF2B5EF4-FFF2-40B4-BE49-F238E27FC236}">
                  <a16:creationId xmlns:a16="http://schemas.microsoft.com/office/drawing/2014/main" id="{C8519551-7A04-9365-C4E9-2E5F11EA47B3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7" name="Oval 3626">
              <a:extLst>
                <a:ext uri="{FF2B5EF4-FFF2-40B4-BE49-F238E27FC236}">
                  <a16:creationId xmlns:a16="http://schemas.microsoft.com/office/drawing/2014/main" id="{444B2F9E-8833-34AC-91A4-2BBD1ACE204A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8" name="Oval 3627">
              <a:extLst>
                <a:ext uri="{FF2B5EF4-FFF2-40B4-BE49-F238E27FC236}">
                  <a16:creationId xmlns:a16="http://schemas.microsoft.com/office/drawing/2014/main" id="{6B2240C2-28DE-ADD6-1E2D-E66A241EB196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9" name="Oval 3628">
              <a:extLst>
                <a:ext uri="{FF2B5EF4-FFF2-40B4-BE49-F238E27FC236}">
                  <a16:creationId xmlns:a16="http://schemas.microsoft.com/office/drawing/2014/main" id="{E8CD846D-D191-DA90-80EB-C4A133952AB9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0" name="Oval 3629">
              <a:extLst>
                <a:ext uri="{FF2B5EF4-FFF2-40B4-BE49-F238E27FC236}">
                  <a16:creationId xmlns:a16="http://schemas.microsoft.com/office/drawing/2014/main" id="{FB331711-B3A0-5780-9C32-1078D632BE12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1" name="Oval 3630">
              <a:extLst>
                <a:ext uri="{FF2B5EF4-FFF2-40B4-BE49-F238E27FC236}">
                  <a16:creationId xmlns:a16="http://schemas.microsoft.com/office/drawing/2014/main" id="{7747B276-12A4-0D01-0FEB-E77682B3D60E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2" name="Oval 3631">
              <a:extLst>
                <a:ext uri="{FF2B5EF4-FFF2-40B4-BE49-F238E27FC236}">
                  <a16:creationId xmlns:a16="http://schemas.microsoft.com/office/drawing/2014/main" id="{0120C00E-7105-3A4A-1FC7-DEBECB507ECB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3" name="Oval 3632">
              <a:extLst>
                <a:ext uri="{FF2B5EF4-FFF2-40B4-BE49-F238E27FC236}">
                  <a16:creationId xmlns:a16="http://schemas.microsoft.com/office/drawing/2014/main" id="{09B6E973-6350-DCE4-91FB-AFD350C75475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4" name="Oval 3633">
              <a:extLst>
                <a:ext uri="{FF2B5EF4-FFF2-40B4-BE49-F238E27FC236}">
                  <a16:creationId xmlns:a16="http://schemas.microsoft.com/office/drawing/2014/main" id="{D945DC2C-9EF7-E39E-C23C-54DB72F592A6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5" name="Oval 3634">
              <a:extLst>
                <a:ext uri="{FF2B5EF4-FFF2-40B4-BE49-F238E27FC236}">
                  <a16:creationId xmlns:a16="http://schemas.microsoft.com/office/drawing/2014/main" id="{D1720239-2902-8CBF-C242-BAA279BA5FA3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6" name="Oval 3635">
              <a:extLst>
                <a:ext uri="{FF2B5EF4-FFF2-40B4-BE49-F238E27FC236}">
                  <a16:creationId xmlns:a16="http://schemas.microsoft.com/office/drawing/2014/main" id="{1E8490B0-0DFF-2D6B-4B16-185F46C07088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7" name="Oval 3636">
              <a:extLst>
                <a:ext uri="{FF2B5EF4-FFF2-40B4-BE49-F238E27FC236}">
                  <a16:creationId xmlns:a16="http://schemas.microsoft.com/office/drawing/2014/main" id="{3CA9819A-C611-AC55-B3F5-BD309BA7F42E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8" name="Oval 3637">
              <a:extLst>
                <a:ext uri="{FF2B5EF4-FFF2-40B4-BE49-F238E27FC236}">
                  <a16:creationId xmlns:a16="http://schemas.microsoft.com/office/drawing/2014/main" id="{92C85BBE-533A-D0EA-00FB-3D2E5F039B2D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9" name="Oval 3638">
              <a:extLst>
                <a:ext uri="{FF2B5EF4-FFF2-40B4-BE49-F238E27FC236}">
                  <a16:creationId xmlns:a16="http://schemas.microsoft.com/office/drawing/2014/main" id="{E9AED25B-B3F1-D674-76B9-5E5D5A7B7F8A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0" name="Oval 3639">
              <a:extLst>
                <a:ext uri="{FF2B5EF4-FFF2-40B4-BE49-F238E27FC236}">
                  <a16:creationId xmlns:a16="http://schemas.microsoft.com/office/drawing/2014/main" id="{88C36598-B887-731A-D500-E5786A63DC15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1" name="Oval 3640">
              <a:extLst>
                <a:ext uri="{FF2B5EF4-FFF2-40B4-BE49-F238E27FC236}">
                  <a16:creationId xmlns:a16="http://schemas.microsoft.com/office/drawing/2014/main" id="{6633E93A-B5B3-1A10-DE81-E8E9CA0D9859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2" name="Oval 3641">
              <a:extLst>
                <a:ext uri="{FF2B5EF4-FFF2-40B4-BE49-F238E27FC236}">
                  <a16:creationId xmlns:a16="http://schemas.microsoft.com/office/drawing/2014/main" id="{081CE2EA-6308-8139-8DB5-416AE713398E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3" name="Oval 3642">
              <a:extLst>
                <a:ext uri="{FF2B5EF4-FFF2-40B4-BE49-F238E27FC236}">
                  <a16:creationId xmlns:a16="http://schemas.microsoft.com/office/drawing/2014/main" id="{737B1576-6F0C-7259-DB4F-06DC86832644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4" name="Oval 3643">
              <a:extLst>
                <a:ext uri="{FF2B5EF4-FFF2-40B4-BE49-F238E27FC236}">
                  <a16:creationId xmlns:a16="http://schemas.microsoft.com/office/drawing/2014/main" id="{6AB5BFB3-CC6C-DD0B-9204-94E205985794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5" name="Oval 3644">
              <a:extLst>
                <a:ext uri="{FF2B5EF4-FFF2-40B4-BE49-F238E27FC236}">
                  <a16:creationId xmlns:a16="http://schemas.microsoft.com/office/drawing/2014/main" id="{60A2F32C-F123-CC6E-2F0B-8ECFD99FC697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6" name="Oval 3645">
              <a:extLst>
                <a:ext uri="{FF2B5EF4-FFF2-40B4-BE49-F238E27FC236}">
                  <a16:creationId xmlns:a16="http://schemas.microsoft.com/office/drawing/2014/main" id="{573D487E-127A-8C59-60A4-D13D05248FCF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7" name="Oval 3646">
              <a:extLst>
                <a:ext uri="{FF2B5EF4-FFF2-40B4-BE49-F238E27FC236}">
                  <a16:creationId xmlns:a16="http://schemas.microsoft.com/office/drawing/2014/main" id="{B99B812D-586B-569C-49B3-98A9A62078CD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8" name="Oval 3647">
              <a:extLst>
                <a:ext uri="{FF2B5EF4-FFF2-40B4-BE49-F238E27FC236}">
                  <a16:creationId xmlns:a16="http://schemas.microsoft.com/office/drawing/2014/main" id="{60196DC4-87E0-F7A9-C720-7ED95BA0DE4B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9" name="Oval 3648">
              <a:extLst>
                <a:ext uri="{FF2B5EF4-FFF2-40B4-BE49-F238E27FC236}">
                  <a16:creationId xmlns:a16="http://schemas.microsoft.com/office/drawing/2014/main" id="{6B6F72AB-9AFF-7FD0-DEA7-1302E47BC588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0" name="Oval 3649">
              <a:extLst>
                <a:ext uri="{FF2B5EF4-FFF2-40B4-BE49-F238E27FC236}">
                  <a16:creationId xmlns:a16="http://schemas.microsoft.com/office/drawing/2014/main" id="{5FA98CD7-4C7D-A977-FC64-AE347705F13D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1" name="Oval 3650">
              <a:extLst>
                <a:ext uri="{FF2B5EF4-FFF2-40B4-BE49-F238E27FC236}">
                  <a16:creationId xmlns:a16="http://schemas.microsoft.com/office/drawing/2014/main" id="{1EB6D9A6-4D43-F9F4-7E71-EF29D86D96E7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2" name="Oval 3651">
              <a:extLst>
                <a:ext uri="{FF2B5EF4-FFF2-40B4-BE49-F238E27FC236}">
                  <a16:creationId xmlns:a16="http://schemas.microsoft.com/office/drawing/2014/main" id="{6A98393B-2E64-8AC0-CB17-B264933FBB80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53" name="Group 3652">
            <a:extLst>
              <a:ext uri="{FF2B5EF4-FFF2-40B4-BE49-F238E27FC236}">
                <a16:creationId xmlns:a16="http://schemas.microsoft.com/office/drawing/2014/main" id="{303FA1CE-BF1D-128A-6D20-3427E6D53C76}"/>
              </a:ext>
            </a:extLst>
          </p:cNvPr>
          <p:cNvGrpSpPr/>
          <p:nvPr/>
        </p:nvGrpSpPr>
        <p:grpSpPr>
          <a:xfrm>
            <a:off x="526535" y="3053389"/>
            <a:ext cx="287796" cy="383136"/>
            <a:chOff x="4075198" y="4641669"/>
            <a:chExt cx="1402496" cy="1232892"/>
          </a:xfrm>
        </p:grpSpPr>
        <p:sp>
          <p:nvSpPr>
            <p:cNvPr id="3654" name="Freeform 3653">
              <a:extLst>
                <a:ext uri="{FF2B5EF4-FFF2-40B4-BE49-F238E27FC236}">
                  <a16:creationId xmlns:a16="http://schemas.microsoft.com/office/drawing/2014/main" id="{6651267A-EAD0-BE5C-FE50-507293DB0B12}"/>
                </a:ext>
              </a:extLst>
            </p:cNvPr>
            <p:cNvSpPr/>
            <p:nvPr/>
          </p:nvSpPr>
          <p:spPr>
            <a:xfrm>
              <a:off x="4075198" y="5345464"/>
              <a:ext cx="1402496" cy="463153"/>
            </a:xfrm>
            <a:custGeom>
              <a:avLst/>
              <a:gdLst>
                <a:gd name="connsiteX0" fmla="*/ 670973 w 1402496"/>
                <a:gd name="connsiteY0" fmla="*/ 428319 h 463153"/>
                <a:gd name="connsiteX1" fmla="*/ 627431 w 1402496"/>
                <a:gd name="connsiteY1" fmla="*/ 437027 h 463153"/>
                <a:gd name="connsiteX2" fmla="*/ 592596 w 1402496"/>
                <a:gd name="connsiteY2" fmla="*/ 454445 h 463153"/>
                <a:gd name="connsiteX3" fmla="*/ 566471 w 1402496"/>
                <a:gd name="connsiteY3" fmla="*/ 463153 h 463153"/>
                <a:gd name="connsiteX4" fmla="*/ 522928 w 1402496"/>
                <a:gd name="connsiteY4" fmla="*/ 454445 h 463153"/>
                <a:gd name="connsiteX5" fmla="*/ 531636 w 1402496"/>
                <a:gd name="connsiteY5" fmla="*/ 428319 h 463153"/>
                <a:gd name="connsiteX6" fmla="*/ 383591 w 1402496"/>
                <a:gd name="connsiteY6" fmla="*/ 437027 h 463153"/>
                <a:gd name="connsiteX7" fmla="*/ 235545 w 1402496"/>
                <a:gd name="connsiteY7" fmla="*/ 454445 h 463153"/>
                <a:gd name="connsiteX8" fmla="*/ 218128 w 1402496"/>
                <a:gd name="connsiteY8" fmla="*/ 437027 h 463153"/>
                <a:gd name="connsiteX9" fmla="*/ 261671 w 1402496"/>
                <a:gd name="connsiteY9" fmla="*/ 410902 h 463153"/>
                <a:gd name="connsiteX10" fmla="*/ 287796 w 1402496"/>
                <a:gd name="connsiteY10" fmla="*/ 384776 h 463153"/>
                <a:gd name="connsiteX11" fmla="*/ 244253 w 1402496"/>
                <a:gd name="connsiteY11" fmla="*/ 410902 h 463153"/>
                <a:gd name="connsiteX12" fmla="*/ 192002 w 1402496"/>
                <a:gd name="connsiteY12" fmla="*/ 428319 h 463153"/>
                <a:gd name="connsiteX13" fmla="*/ 148459 w 1402496"/>
                <a:gd name="connsiteY13" fmla="*/ 445736 h 463153"/>
                <a:gd name="connsiteX14" fmla="*/ 96208 w 1402496"/>
                <a:gd name="connsiteY14" fmla="*/ 437027 h 463153"/>
                <a:gd name="connsiteX15" fmla="*/ 131042 w 1402496"/>
                <a:gd name="connsiteY15" fmla="*/ 410902 h 463153"/>
                <a:gd name="connsiteX16" fmla="*/ 26539 w 1402496"/>
                <a:gd name="connsiteY16" fmla="*/ 419610 h 463153"/>
                <a:gd name="connsiteX17" fmla="*/ 413 w 1402496"/>
                <a:gd name="connsiteY17" fmla="*/ 410902 h 463153"/>
                <a:gd name="connsiteX18" fmla="*/ 78791 w 1402496"/>
                <a:gd name="connsiteY18" fmla="*/ 349942 h 463153"/>
                <a:gd name="connsiteX19" fmla="*/ 122333 w 1402496"/>
                <a:gd name="connsiteY19" fmla="*/ 332525 h 463153"/>
                <a:gd name="connsiteX20" fmla="*/ 174585 w 1402496"/>
                <a:gd name="connsiteY20" fmla="*/ 341233 h 463153"/>
                <a:gd name="connsiteX21" fmla="*/ 218128 w 1402496"/>
                <a:gd name="connsiteY21" fmla="*/ 349942 h 463153"/>
                <a:gd name="connsiteX22" fmla="*/ 226836 w 1402496"/>
                <a:gd name="connsiteY22" fmla="*/ 315107 h 463153"/>
                <a:gd name="connsiteX23" fmla="*/ 235545 w 1402496"/>
                <a:gd name="connsiteY23" fmla="*/ 288982 h 463153"/>
                <a:gd name="connsiteX24" fmla="*/ 244253 w 1402496"/>
                <a:gd name="connsiteY24" fmla="*/ 332525 h 463153"/>
                <a:gd name="connsiteX25" fmla="*/ 279088 w 1402496"/>
                <a:gd name="connsiteY25" fmla="*/ 315107 h 463153"/>
                <a:gd name="connsiteX26" fmla="*/ 313922 w 1402496"/>
                <a:gd name="connsiteY26" fmla="*/ 306399 h 463153"/>
                <a:gd name="connsiteX27" fmla="*/ 366173 w 1402496"/>
                <a:gd name="connsiteY27" fmla="*/ 332525 h 463153"/>
                <a:gd name="connsiteX28" fmla="*/ 418425 w 1402496"/>
                <a:gd name="connsiteY28" fmla="*/ 358650 h 463153"/>
                <a:gd name="connsiteX29" fmla="*/ 453259 w 1402496"/>
                <a:gd name="connsiteY29" fmla="*/ 323816 h 463153"/>
                <a:gd name="connsiteX30" fmla="*/ 505511 w 1402496"/>
                <a:gd name="connsiteY30" fmla="*/ 349942 h 463153"/>
                <a:gd name="connsiteX31" fmla="*/ 540345 w 1402496"/>
                <a:gd name="connsiteY31" fmla="*/ 341233 h 463153"/>
                <a:gd name="connsiteX32" fmla="*/ 566471 w 1402496"/>
                <a:gd name="connsiteY32" fmla="*/ 332525 h 463153"/>
                <a:gd name="connsiteX33" fmla="*/ 610013 w 1402496"/>
                <a:gd name="connsiteY33" fmla="*/ 341233 h 463153"/>
                <a:gd name="connsiteX34" fmla="*/ 653556 w 1402496"/>
                <a:gd name="connsiteY34" fmla="*/ 393485 h 463153"/>
                <a:gd name="connsiteX35" fmla="*/ 679682 w 1402496"/>
                <a:gd name="connsiteY35" fmla="*/ 384776 h 463153"/>
                <a:gd name="connsiteX36" fmla="*/ 688391 w 1402496"/>
                <a:gd name="connsiteY36" fmla="*/ 341233 h 463153"/>
                <a:gd name="connsiteX37" fmla="*/ 670973 w 1402496"/>
                <a:gd name="connsiteY37" fmla="*/ 280273 h 463153"/>
                <a:gd name="connsiteX38" fmla="*/ 662265 w 1402496"/>
                <a:gd name="connsiteY38" fmla="*/ 245439 h 463153"/>
                <a:gd name="connsiteX39" fmla="*/ 636139 w 1402496"/>
                <a:gd name="connsiteY39" fmla="*/ 254147 h 463153"/>
                <a:gd name="connsiteX40" fmla="*/ 618722 w 1402496"/>
                <a:gd name="connsiteY40" fmla="*/ 280273 h 463153"/>
                <a:gd name="connsiteX41" fmla="*/ 549053 w 1402496"/>
                <a:gd name="connsiteY41" fmla="*/ 228022 h 463153"/>
                <a:gd name="connsiteX42" fmla="*/ 453259 w 1402496"/>
                <a:gd name="connsiteY42" fmla="*/ 201896 h 463153"/>
                <a:gd name="connsiteX43" fmla="*/ 392299 w 1402496"/>
                <a:gd name="connsiteY43" fmla="*/ 132227 h 463153"/>
                <a:gd name="connsiteX44" fmla="*/ 383591 w 1402496"/>
                <a:gd name="connsiteY44" fmla="*/ 106102 h 463153"/>
                <a:gd name="connsiteX45" fmla="*/ 331339 w 1402496"/>
                <a:gd name="connsiteY45" fmla="*/ 88685 h 463153"/>
                <a:gd name="connsiteX46" fmla="*/ 305213 w 1402496"/>
                <a:gd name="connsiteY46" fmla="*/ 71267 h 463153"/>
                <a:gd name="connsiteX47" fmla="*/ 279088 w 1402496"/>
                <a:gd name="connsiteY47" fmla="*/ 45142 h 463153"/>
                <a:gd name="connsiteX48" fmla="*/ 174585 w 1402496"/>
                <a:gd name="connsiteY48" fmla="*/ 36433 h 463153"/>
                <a:gd name="connsiteX49" fmla="*/ 183293 w 1402496"/>
                <a:gd name="connsiteY49" fmla="*/ 1599 h 463153"/>
                <a:gd name="connsiteX50" fmla="*/ 296505 w 1402496"/>
                <a:gd name="connsiteY50" fmla="*/ 19016 h 463153"/>
                <a:gd name="connsiteX51" fmla="*/ 374882 w 1402496"/>
                <a:gd name="connsiteY51" fmla="*/ 62559 h 463153"/>
                <a:gd name="connsiteX52" fmla="*/ 444551 w 1402496"/>
                <a:gd name="connsiteY52" fmla="*/ 79976 h 463153"/>
                <a:gd name="connsiteX53" fmla="*/ 453259 w 1402496"/>
                <a:gd name="connsiteY53" fmla="*/ 106102 h 463153"/>
                <a:gd name="connsiteX54" fmla="*/ 531636 w 1402496"/>
                <a:gd name="connsiteY54" fmla="*/ 132227 h 463153"/>
                <a:gd name="connsiteX55" fmla="*/ 583888 w 1402496"/>
                <a:gd name="connsiteY55" fmla="*/ 193187 h 463153"/>
                <a:gd name="connsiteX56" fmla="*/ 610013 w 1402496"/>
                <a:gd name="connsiteY56" fmla="*/ 210605 h 463153"/>
                <a:gd name="connsiteX57" fmla="*/ 662265 w 1402496"/>
                <a:gd name="connsiteY57" fmla="*/ 219313 h 463153"/>
                <a:gd name="connsiteX58" fmla="*/ 679682 w 1402496"/>
                <a:gd name="connsiteY58" fmla="*/ 262856 h 463153"/>
                <a:gd name="connsiteX59" fmla="*/ 688391 w 1402496"/>
                <a:gd name="connsiteY59" fmla="*/ 315107 h 463153"/>
                <a:gd name="connsiteX60" fmla="*/ 723225 w 1402496"/>
                <a:gd name="connsiteY60" fmla="*/ 367359 h 463153"/>
                <a:gd name="connsiteX61" fmla="*/ 731933 w 1402496"/>
                <a:gd name="connsiteY61" fmla="*/ 402193 h 463153"/>
                <a:gd name="connsiteX62" fmla="*/ 749351 w 1402496"/>
                <a:gd name="connsiteY62" fmla="*/ 428319 h 463153"/>
                <a:gd name="connsiteX63" fmla="*/ 758059 w 1402496"/>
                <a:gd name="connsiteY63" fmla="*/ 454445 h 463153"/>
                <a:gd name="connsiteX64" fmla="*/ 766768 w 1402496"/>
                <a:gd name="connsiteY64" fmla="*/ 428319 h 463153"/>
                <a:gd name="connsiteX65" fmla="*/ 775476 w 1402496"/>
                <a:gd name="connsiteY65" fmla="*/ 384776 h 463153"/>
                <a:gd name="connsiteX66" fmla="*/ 819019 w 1402496"/>
                <a:gd name="connsiteY66" fmla="*/ 323816 h 463153"/>
                <a:gd name="connsiteX67" fmla="*/ 845145 w 1402496"/>
                <a:gd name="connsiteY67" fmla="*/ 315107 h 463153"/>
                <a:gd name="connsiteX68" fmla="*/ 871271 w 1402496"/>
                <a:gd name="connsiteY68" fmla="*/ 332525 h 463153"/>
                <a:gd name="connsiteX69" fmla="*/ 932231 w 1402496"/>
                <a:gd name="connsiteY69" fmla="*/ 297690 h 463153"/>
                <a:gd name="connsiteX70" fmla="*/ 984482 w 1402496"/>
                <a:gd name="connsiteY70" fmla="*/ 271565 h 463153"/>
                <a:gd name="connsiteX71" fmla="*/ 1062859 w 1402496"/>
                <a:gd name="connsiteY71" fmla="*/ 254147 h 463153"/>
                <a:gd name="connsiteX72" fmla="*/ 1088985 w 1402496"/>
                <a:gd name="connsiteY72" fmla="*/ 236730 h 463153"/>
                <a:gd name="connsiteX73" fmla="*/ 1123819 w 1402496"/>
                <a:gd name="connsiteY73" fmla="*/ 254147 h 463153"/>
                <a:gd name="connsiteX74" fmla="*/ 1167362 w 1402496"/>
                <a:gd name="connsiteY74" fmla="*/ 280273 h 463153"/>
                <a:gd name="connsiteX75" fmla="*/ 1210905 w 1402496"/>
                <a:gd name="connsiteY75" fmla="*/ 254147 h 463153"/>
                <a:gd name="connsiteX76" fmla="*/ 1263156 w 1402496"/>
                <a:gd name="connsiteY76" fmla="*/ 219313 h 463153"/>
                <a:gd name="connsiteX77" fmla="*/ 1297991 w 1402496"/>
                <a:gd name="connsiteY77" fmla="*/ 228022 h 463153"/>
                <a:gd name="connsiteX78" fmla="*/ 1376368 w 1402496"/>
                <a:gd name="connsiteY78" fmla="*/ 254147 h 463153"/>
                <a:gd name="connsiteX79" fmla="*/ 1393785 w 1402496"/>
                <a:gd name="connsiteY79" fmla="*/ 280273 h 463153"/>
                <a:gd name="connsiteX80" fmla="*/ 1385076 w 1402496"/>
                <a:gd name="connsiteY80" fmla="*/ 376067 h 463153"/>
                <a:gd name="connsiteX81" fmla="*/ 1376368 w 1402496"/>
                <a:gd name="connsiteY81" fmla="*/ 402193 h 463153"/>
                <a:gd name="connsiteX82" fmla="*/ 1341533 w 1402496"/>
                <a:gd name="connsiteY82" fmla="*/ 410902 h 463153"/>
                <a:gd name="connsiteX83" fmla="*/ 1297991 w 1402496"/>
                <a:gd name="connsiteY83" fmla="*/ 376067 h 463153"/>
                <a:gd name="connsiteX84" fmla="*/ 1271865 w 1402496"/>
                <a:gd name="connsiteY84" fmla="*/ 358650 h 463153"/>
                <a:gd name="connsiteX85" fmla="*/ 1219613 w 1402496"/>
                <a:gd name="connsiteY85" fmla="*/ 367359 h 463153"/>
                <a:gd name="connsiteX86" fmla="*/ 1149945 w 1402496"/>
                <a:gd name="connsiteY86" fmla="*/ 376067 h 463153"/>
                <a:gd name="connsiteX87" fmla="*/ 1132528 w 1402496"/>
                <a:gd name="connsiteY87" fmla="*/ 393485 h 463153"/>
                <a:gd name="connsiteX88" fmla="*/ 1062859 w 1402496"/>
                <a:gd name="connsiteY88" fmla="*/ 402193 h 463153"/>
                <a:gd name="connsiteX89" fmla="*/ 1010608 w 1402496"/>
                <a:gd name="connsiteY89" fmla="*/ 393485 h 463153"/>
                <a:gd name="connsiteX90" fmla="*/ 932231 w 1402496"/>
                <a:gd name="connsiteY90" fmla="*/ 393485 h 463153"/>
                <a:gd name="connsiteX91" fmla="*/ 914813 w 1402496"/>
                <a:gd name="connsiteY91" fmla="*/ 410902 h 463153"/>
                <a:gd name="connsiteX92" fmla="*/ 836436 w 1402496"/>
                <a:gd name="connsiteY92" fmla="*/ 437027 h 463153"/>
                <a:gd name="connsiteX93" fmla="*/ 775476 w 1402496"/>
                <a:gd name="connsiteY93" fmla="*/ 445736 h 463153"/>
                <a:gd name="connsiteX94" fmla="*/ 749351 w 1402496"/>
                <a:gd name="connsiteY94" fmla="*/ 454445 h 463153"/>
                <a:gd name="connsiteX95" fmla="*/ 714516 w 1402496"/>
                <a:gd name="connsiteY95" fmla="*/ 445736 h 463153"/>
                <a:gd name="connsiteX96" fmla="*/ 670973 w 1402496"/>
                <a:gd name="connsiteY96" fmla="*/ 428319 h 46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402496" h="463153">
                  <a:moveTo>
                    <a:pt x="670973" y="428319"/>
                  </a:moveTo>
                  <a:cubicBezTo>
                    <a:pt x="656459" y="426868"/>
                    <a:pt x="641473" y="432346"/>
                    <a:pt x="627431" y="437027"/>
                  </a:cubicBezTo>
                  <a:cubicBezTo>
                    <a:pt x="615115" y="441132"/>
                    <a:pt x="604529" y="449331"/>
                    <a:pt x="592596" y="454445"/>
                  </a:cubicBezTo>
                  <a:cubicBezTo>
                    <a:pt x="584159" y="458061"/>
                    <a:pt x="575179" y="460250"/>
                    <a:pt x="566471" y="463153"/>
                  </a:cubicBezTo>
                  <a:cubicBezTo>
                    <a:pt x="551957" y="460250"/>
                    <a:pt x="533395" y="464911"/>
                    <a:pt x="522928" y="454445"/>
                  </a:cubicBezTo>
                  <a:cubicBezTo>
                    <a:pt x="516437" y="447954"/>
                    <a:pt x="540745" y="429458"/>
                    <a:pt x="531636" y="428319"/>
                  </a:cubicBezTo>
                  <a:cubicBezTo>
                    <a:pt x="482584" y="422187"/>
                    <a:pt x="432939" y="434124"/>
                    <a:pt x="383591" y="437027"/>
                  </a:cubicBezTo>
                  <a:lnTo>
                    <a:pt x="235545" y="454445"/>
                  </a:lnTo>
                  <a:cubicBezTo>
                    <a:pt x="227368" y="453702"/>
                    <a:pt x="223934" y="442833"/>
                    <a:pt x="218128" y="437027"/>
                  </a:cubicBezTo>
                  <a:cubicBezTo>
                    <a:pt x="232642" y="428319"/>
                    <a:pt x="248130" y="421058"/>
                    <a:pt x="261671" y="410902"/>
                  </a:cubicBezTo>
                  <a:cubicBezTo>
                    <a:pt x="271524" y="403513"/>
                    <a:pt x="300112" y="384776"/>
                    <a:pt x="287796" y="384776"/>
                  </a:cubicBezTo>
                  <a:cubicBezTo>
                    <a:pt x="270869" y="384776"/>
                    <a:pt x="259662" y="403898"/>
                    <a:pt x="244253" y="410902"/>
                  </a:cubicBezTo>
                  <a:cubicBezTo>
                    <a:pt x="227539" y="418499"/>
                    <a:pt x="209256" y="422045"/>
                    <a:pt x="192002" y="428319"/>
                  </a:cubicBezTo>
                  <a:cubicBezTo>
                    <a:pt x="177311" y="433661"/>
                    <a:pt x="162973" y="439930"/>
                    <a:pt x="148459" y="445736"/>
                  </a:cubicBezTo>
                  <a:lnTo>
                    <a:pt x="96208" y="437027"/>
                  </a:lnTo>
                  <a:cubicBezTo>
                    <a:pt x="89717" y="424045"/>
                    <a:pt x="145123" y="414422"/>
                    <a:pt x="131042" y="410902"/>
                  </a:cubicBezTo>
                  <a:cubicBezTo>
                    <a:pt x="97131" y="402424"/>
                    <a:pt x="61373" y="416707"/>
                    <a:pt x="26539" y="419610"/>
                  </a:cubicBezTo>
                  <a:cubicBezTo>
                    <a:pt x="17830" y="416707"/>
                    <a:pt x="-3203" y="419339"/>
                    <a:pt x="413" y="410902"/>
                  </a:cubicBezTo>
                  <a:cubicBezTo>
                    <a:pt x="21988" y="360561"/>
                    <a:pt x="43149" y="363308"/>
                    <a:pt x="78791" y="349942"/>
                  </a:cubicBezTo>
                  <a:cubicBezTo>
                    <a:pt x="93428" y="344453"/>
                    <a:pt x="107819" y="338331"/>
                    <a:pt x="122333" y="332525"/>
                  </a:cubicBezTo>
                  <a:lnTo>
                    <a:pt x="174585" y="341233"/>
                  </a:lnTo>
                  <a:cubicBezTo>
                    <a:pt x="189148" y="343881"/>
                    <a:pt x="204889" y="356562"/>
                    <a:pt x="218128" y="349942"/>
                  </a:cubicBezTo>
                  <a:cubicBezTo>
                    <a:pt x="228833" y="344589"/>
                    <a:pt x="223548" y="326615"/>
                    <a:pt x="226836" y="315107"/>
                  </a:cubicBezTo>
                  <a:cubicBezTo>
                    <a:pt x="229358" y="306281"/>
                    <a:pt x="232642" y="297690"/>
                    <a:pt x="235545" y="288982"/>
                  </a:cubicBezTo>
                  <a:cubicBezTo>
                    <a:pt x="238448" y="303496"/>
                    <a:pt x="231561" y="324910"/>
                    <a:pt x="244253" y="332525"/>
                  </a:cubicBezTo>
                  <a:cubicBezTo>
                    <a:pt x="255385" y="339204"/>
                    <a:pt x="266932" y="319665"/>
                    <a:pt x="279088" y="315107"/>
                  </a:cubicBezTo>
                  <a:cubicBezTo>
                    <a:pt x="290295" y="310905"/>
                    <a:pt x="302311" y="309302"/>
                    <a:pt x="313922" y="306399"/>
                  </a:cubicBezTo>
                  <a:cubicBezTo>
                    <a:pt x="331339" y="315108"/>
                    <a:pt x="349151" y="323068"/>
                    <a:pt x="366173" y="332525"/>
                  </a:cubicBezTo>
                  <a:cubicBezTo>
                    <a:pt x="416814" y="360659"/>
                    <a:pt x="367567" y="341699"/>
                    <a:pt x="418425" y="358650"/>
                  </a:cubicBezTo>
                  <a:cubicBezTo>
                    <a:pt x="430036" y="347039"/>
                    <a:pt x="437884" y="329582"/>
                    <a:pt x="453259" y="323816"/>
                  </a:cubicBezTo>
                  <a:cubicBezTo>
                    <a:pt x="476603" y="315062"/>
                    <a:pt x="492976" y="337408"/>
                    <a:pt x="505511" y="349942"/>
                  </a:cubicBezTo>
                  <a:cubicBezTo>
                    <a:pt x="517122" y="347039"/>
                    <a:pt x="528837" y="344521"/>
                    <a:pt x="540345" y="341233"/>
                  </a:cubicBezTo>
                  <a:cubicBezTo>
                    <a:pt x="549171" y="338711"/>
                    <a:pt x="557291" y="332525"/>
                    <a:pt x="566471" y="332525"/>
                  </a:cubicBezTo>
                  <a:cubicBezTo>
                    <a:pt x="581272" y="332525"/>
                    <a:pt x="595499" y="338330"/>
                    <a:pt x="610013" y="341233"/>
                  </a:cubicBezTo>
                  <a:cubicBezTo>
                    <a:pt x="617980" y="353182"/>
                    <a:pt x="639190" y="388696"/>
                    <a:pt x="653556" y="393485"/>
                  </a:cubicBezTo>
                  <a:lnTo>
                    <a:pt x="679682" y="384776"/>
                  </a:lnTo>
                  <a:cubicBezTo>
                    <a:pt x="708092" y="427391"/>
                    <a:pt x="702845" y="427960"/>
                    <a:pt x="688391" y="341233"/>
                  </a:cubicBezTo>
                  <a:cubicBezTo>
                    <a:pt x="682946" y="308564"/>
                    <a:pt x="679256" y="309263"/>
                    <a:pt x="670973" y="280273"/>
                  </a:cubicBezTo>
                  <a:cubicBezTo>
                    <a:pt x="667685" y="268765"/>
                    <a:pt x="665168" y="257050"/>
                    <a:pt x="662265" y="245439"/>
                  </a:cubicBezTo>
                  <a:cubicBezTo>
                    <a:pt x="653556" y="248342"/>
                    <a:pt x="643307" y="248413"/>
                    <a:pt x="636139" y="254147"/>
                  </a:cubicBezTo>
                  <a:cubicBezTo>
                    <a:pt x="627966" y="260685"/>
                    <a:pt x="629046" y="278552"/>
                    <a:pt x="618722" y="280273"/>
                  </a:cubicBezTo>
                  <a:cubicBezTo>
                    <a:pt x="596593" y="283961"/>
                    <a:pt x="558418" y="236049"/>
                    <a:pt x="549053" y="228022"/>
                  </a:cubicBezTo>
                  <a:cubicBezTo>
                    <a:pt x="515317" y="199106"/>
                    <a:pt x="506789" y="208587"/>
                    <a:pt x="453259" y="201896"/>
                  </a:cubicBezTo>
                  <a:cubicBezTo>
                    <a:pt x="412566" y="171376"/>
                    <a:pt x="416934" y="181497"/>
                    <a:pt x="392299" y="132227"/>
                  </a:cubicBezTo>
                  <a:cubicBezTo>
                    <a:pt x="388194" y="124017"/>
                    <a:pt x="391061" y="111437"/>
                    <a:pt x="383591" y="106102"/>
                  </a:cubicBezTo>
                  <a:cubicBezTo>
                    <a:pt x="368651" y="95431"/>
                    <a:pt x="331339" y="88685"/>
                    <a:pt x="331339" y="88685"/>
                  </a:cubicBezTo>
                  <a:cubicBezTo>
                    <a:pt x="322630" y="82879"/>
                    <a:pt x="313254" y="77968"/>
                    <a:pt x="305213" y="71267"/>
                  </a:cubicBezTo>
                  <a:cubicBezTo>
                    <a:pt x="295752" y="63383"/>
                    <a:pt x="290988" y="48315"/>
                    <a:pt x="279088" y="45142"/>
                  </a:cubicBezTo>
                  <a:cubicBezTo>
                    <a:pt x="245313" y="36135"/>
                    <a:pt x="209419" y="39336"/>
                    <a:pt x="174585" y="36433"/>
                  </a:cubicBezTo>
                  <a:cubicBezTo>
                    <a:pt x="177488" y="24822"/>
                    <a:pt x="171829" y="5038"/>
                    <a:pt x="183293" y="1599"/>
                  </a:cubicBezTo>
                  <a:cubicBezTo>
                    <a:pt x="206092" y="-5241"/>
                    <a:pt x="266891" y="11612"/>
                    <a:pt x="296505" y="19016"/>
                  </a:cubicBezTo>
                  <a:cubicBezTo>
                    <a:pt x="356394" y="58942"/>
                    <a:pt x="328898" y="47230"/>
                    <a:pt x="374882" y="62559"/>
                  </a:cubicBezTo>
                  <a:cubicBezTo>
                    <a:pt x="434917" y="42547"/>
                    <a:pt x="422127" y="27653"/>
                    <a:pt x="444551" y="79976"/>
                  </a:cubicBezTo>
                  <a:cubicBezTo>
                    <a:pt x="448167" y="88413"/>
                    <a:pt x="447525" y="98934"/>
                    <a:pt x="453259" y="106102"/>
                  </a:cubicBezTo>
                  <a:cubicBezTo>
                    <a:pt x="472097" y="129650"/>
                    <a:pt x="506141" y="127978"/>
                    <a:pt x="531636" y="132227"/>
                  </a:cubicBezTo>
                  <a:cubicBezTo>
                    <a:pt x="550860" y="157859"/>
                    <a:pt x="559625" y="172967"/>
                    <a:pt x="583888" y="193187"/>
                  </a:cubicBezTo>
                  <a:cubicBezTo>
                    <a:pt x="591928" y="199887"/>
                    <a:pt x="600084" y="207295"/>
                    <a:pt x="610013" y="210605"/>
                  </a:cubicBezTo>
                  <a:cubicBezTo>
                    <a:pt x="626764" y="216189"/>
                    <a:pt x="644848" y="216410"/>
                    <a:pt x="662265" y="219313"/>
                  </a:cubicBezTo>
                  <a:cubicBezTo>
                    <a:pt x="668071" y="233827"/>
                    <a:pt x="675569" y="247774"/>
                    <a:pt x="679682" y="262856"/>
                  </a:cubicBezTo>
                  <a:cubicBezTo>
                    <a:pt x="684328" y="279891"/>
                    <a:pt x="681600" y="298808"/>
                    <a:pt x="688391" y="315107"/>
                  </a:cubicBezTo>
                  <a:cubicBezTo>
                    <a:pt x="696442" y="334430"/>
                    <a:pt x="723225" y="367359"/>
                    <a:pt x="723225" y="367359"/>
                  </a:cubicBezTo>
                  <a:cubicBezTo>
                    <a:pt x="726128" y="378970"/>
                    <a:pt x="727218" y="391192"/>
                    <a:pt x="731933" y="402193"/>
                  </a:cubicBezTo>
                  <a:cubicBezTo>
                    <a:pt x="736056" y="411813"/>
                    <a:pt x="744670" y="418957"/>
                    <a:pt x="749351" y="428319"/>
                  </a:cubicBezTo>
                  <a:cubicBezTo>
                    <a:pt x="753456" y="436530"/>
                    <a:pt x="755156" y="445736"/>
                    <a:pt x="758059" y="454445"/>
                  </a:cubicBezTo>
                  <a:cubicBezTo>
                    <a:pt x="760962" y="445736"/>
                    <a:pt x="764542" y="437225"/>
                    <a:pt x="766768" y="428319"/>
                  </a:cubicBezTo>
                  <a:cubicBezTo>
                    <a:pt x="770358" y="413959"/>
                    <a:pt x="770279" y="398635"/>
                    <a:pt x="775476" y="384776"/>
                  </a:cubicBezTo>
                  <a:cubicBezTo>
                    <a:pt x="778364" y="377073"/>
                    <a:pt x="817925" y="324728"/>
                    <a:pt x="819019" y="323816"/>
                  </a:cubicBezTo>
                  <a:cubicBezTo>
                    <a:pt x="826071" y="317939"/>
                    <a:pt x="836436" y="318010"/>
                    <a:pt x="845145" y="315107"/>
                  </a:cubicBezTo>
                  <a:cubicBezTo>
                    <a:pt x="853854" y="320913"/>
                    <a:pt x="860947" y="330804"/>
                    <a:pt x="871271" y="332525"/>
                  </a:cubicBezTo>
                  <a:cubicBezTo>
                    <a:pt x="889603" y="335580"/>
                    <a:pt x="924148" y="303464"/>
                    <a:pt x="932231" y="297690"/>
                  </a:cubicBezTo>
                  <a:cubicBezTo>
                    <a:pt x="961775" y="276587"/>
                    <a:pt x="952127" y="282349"/>
                    <a:pt x="984482" y="271565"/>
                  </a:cubicBezTo>
                  <a:cubicBezTo>
                    <a:pt x="1028025" y="300593"/>
                    <a:pt x="1001899" y="294788"/>
                    <a:pt x="1062859" y="254147"/>
                  </a:cubicBezTo>
                  <a:lnTo>
                    <a:pt x="1088985" y="236730"/>
                  </a:lnTo>
                  <a:cubicBezTo>
                    <a:pt x="1100596" y="242536"/>
                    <a:pt x="1113018" y="246946"/>
                    <a:pt x="1123819" y="254147"/>
                  </a:cubicBezTo>
                  <a:cubicBezTo>
                    <a:pt x="1171634" y="286025"/>
                    <a:pt x="1106718" y="260060"/>
                    <a:pt x="1167362" y="280273"/>
                  </a:cubicBezTo>
                  <a:cubicBezTo>
                    <a:pt x="1181876" y="271564"/>
                    <a:pt x="1197364" y="264303"/>
                    <a:pt x="1210905" y="254147"/>
                  </a:cubicBezTo>
                  <a:cubicBezTo>
                    <a:pt x="1263092" y="215008"/>
                    <a:pt x="1210761" y="236779"/>
                    <a:pt x="1263156" y="219313"/>
                  </a:cubicBezTo>
                  <a:cubicBezTo>
                    <a:pt x="1274768" y="222216"/>
                    <a:pt x="1286551" y="224502"/>
                    <a:pt x="1297991" y="228022"/>
                  </a:cubicBezTo>
                  <a:cubicBezTo>
                    <a:pt x="1324312" y="236121"/>
                    <a:pt x="1376368" y="254147"/>
                    <a:pt x="1376368" y="254147"/>
                  </a:cubicBezTo>
                  <a:cubicBezTo>
                    <a:pt x="1382174" y="262856"/>
                    <a:pt x="1389662" y="270653"/>
                    <a:pt x="1393785" y="280273"/>
                  </a:cubicBezTo>
                  <a:cubicBezTo>
                    <a:pt x="1411342" y="321241"/>
                    <a:pt x="1399205" y="328968"/>
                    <a:pt x="1385076" y="376067"/>
                  </a:cubicBezTo>
                  <a:cubicBezTo>
                    <a:pt x="1382438" y="384860"/>
                    <a:pt x="1383536" y="396458"/>
                    <a:pt x="1376368" y="402193"/>
                  </a:cubicBezTo>
                  <a:cubicBezTo>
                    <a:pt x="1367022" y="409670"/>
                    <a:pt x="1353145" y="407999"/>
                    <a:pt x="1341533" y="410902"/>
                  </a:cubicBezTo>
                  <a:cubicBezTo>
                    <a:pt x="1327019" y="399290"/>
                    <a:pt x="1312861" y="387220"/>
                    <a:pt x="1297991" y="376067"/>
                  </a:cubicBezTo>
                  <a:cubicBezTo>
                    <a:pt x="1289618" y="369787"/>
                    <a:pt x="1282267" y="359806"/>
                    <a:pt x="1271865" y="358650"/>
                  </a:cubicBezTo>
                  <a:cubicBezTo>
                    <a:pt x="1254315" y="356700"/>
                    <a:pt x="1237030" y="364456"/>
                    <a:pt x="1219613" y="367359"/>
                  </a:cubicBezTo>
                  <a:cubicBezTo>
                    <a:pt x="1149790" y="344085"/>
                    <a:pt x="1181903" y="336119"/>
                    <a:pt x="1149945" y="376067"/>
                  </a:cubicBezTo>
                  <a:cubicBezTo>
                    <a:pt x="1144816" y="382478"/>
                    <a:pt x="1138334" y="387679"/>
                    <a:pt x="1132528" y="393485"/>
                  </a:cubicBezTo>
                  <a:cubicBezTo>
                    <a:pt x="1037117" y="369631"/>
                    <a:pt x="1160441" y="392434"/>
                    <a:pt x="1062859" y="402193"/>
                  </a:cubicBezTo>
                  <a:cubicBezTo>
                    <a:pt x="1045289" y="403950"/>
                    <a:pt x="1028025" y="396388"/>
                    <a:pt x="1010608" y="393485"/>
                  </a:cubicBezTo>
                  <a:cubicBezTo>
                    <a:pt x="956968" y="375604"/>
                    <a:pt x="968763" y="364259"/>
                    <a:pt x="932231" y="393485"/>
                  </a:cubicBezTo>
                  <a:cubicBezTo>
                    <a:pt x="925820" y="398614"/>
                    <a:pt x="920619" y="405096"/>
                    <a:pt x="914813" y="410902"/>
                  </a:cubicBezTo>
                  <a:cubicBezTo>
                    <a:pt x="839943" y="385944"/>
                    <a:pt x="962198" y="419060"/>
                    <a:pt x="836436" y="437027"/>
                  </a:cubicBezTo>
                  <a:lnTo>
                    <a:pt x="775476" y="445736"/>
                  </a:lnTo>
                  <a:cubicBezTo>
                    <a:pt x="766768" y="448639"/>
                    <a:pt x="758530" y="454445"/>
                    <a:pt x="749351" y="454445"/>
                  </a:cubicBezTo>
                  <a:cubicBezTo>
                    <a:pt x="737382" y="454445"/>
                    <a:pt x="725980" y="449175"/>
                    <a:pt x="714516" y="445736"/>
                  </a:cubicBezTo>
                  <a:cubicBezTo>
                    <a:pt x="665840" y="431133"/>
                    <a:pt x="685487" y="429770"/>
                    <a:pt x="670973" y="428319"/>
                  </a:cubicBezTo>
                  <a:close/>
                </a:path>
              </a:pathLst>
            </a:custGeom>
            <a:solidFill>
              <a:srgbClr val="45681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5" name="Freeform 3654">
              <a:extLst>
                <a:ext uri="{FF2B5EF4-FFF2-40B4-BE49-F238E27FC236}">
                  <a16:creationId xmlns:a16="http://schemas.microsoft.com/office/drawing/2014/main" id="{88F38B55-F6D9-9BA4-962D-1680F151D94D}"/>
                </a:ext>
              </a:extLst>
            </p:cNvPr>
            <p:cNvSpPr/>
            <p:nvPr/>
          </p:nvSpPr>
          <p:spPr>
            <a:xfrm>
              <a:off x="4379891" y="4641669"/>
              <a:ext cx="942377" cy="1232892"/>
            </a:xfrm>
            <a:custGeom>
              <a:avLst/>
              <a:gdLst>
                <a:gd name="connsiteX0" fmla="*/ 520 w 942377"/>
                <a:gd name="connsiteY0" fmla="*/ 261257 h 1232892"/>
                <a:gd name="connsiteX1" fmla="*/ 105023 w 942377"/>
                <a:gd name="connsiteY1" fmla="*/ 296091 h 1232892"/>
                <a:gd name="connsiteX2" fmla="*/ 131149 w 942377"/>
                <a:gd name="connsiteY2" fmla="*/ 313508 h 1232892"/>
                <a:gd name="connsiteX3" fmla="*/ 139858 w 942377"/>
                <a:gd name="connsiteY3" fmla="*/ 348342 h 1232892"/>
                <a:gd name="connsiteX4" fmla="*/ 157275 w 942377"/>
                <a:gd name="connsiteY4" fmla="*/ 383177 h 1232892"/>
                <a:gd name="connsiteX5" fmla="*/ 165983 w 942377"/>
                <a:gd name="connsiteY5" fmla="*/ 409302 h 1232892"/>
                <a:gd name="connsiteX6" fmla="*/ 200818 w 942377"/>
                <a:gd name="connsiteY6" fmla="*/ 470262 h 1232892"/>
                <a:gd name="connsiteX7" fmla="*/ 235652 w 942377"/>
                <a:gd name="connsiteY7" fmla="*/ 531222 h 1232892"/>
                <a:gd name="connsiteX8" fmla="*/ 270486 w 942377"/>
                <a:gd name="connsiteY8" fmla="*/ 592182 h 1232892"/>
                <a:gd name="connsiteX9" fmla="*/ 287903 w 942377"/>
                <a:gd name="connsiteY9" fmla="*/ 609600 h 1232892"/>
                <a:gd name="connsiteX10" fmla="*/ 322738 w 942377"/>
                <a:gd name="connsiteY10" fmla="*/ 661851 h 1232892"/>
                <a:gd name="connsiteX11" fmla="*/ 348863 w 942377"/>
                <a:gd name="connsiteY11" fmla="*/ 766354 h 1232892"/>
                <a:gd name="connsiteX12" fmla="*/ 383698 w 942377"/>
                <a:gd name="connsiteY12" fmla="*/ 862148 h 1232892"/>
                <a:gd name="connsiteX13" fmla="*/ 392406 w 942377"/>
                <a:gd name="connsiteY13" fmla="*/ 896982 h 1232892"/>
                <a:gd name="connsiteX14" fmla="*/ 401115 w 942377"/>
                <a:gd name="connsiteY14" fmla="*/ 940525 h 1232892"/>
                <a:gd name="connsiteX15" fmla="*/ 418532 w 942377"/>
                <a:gd name="connsiteY15" fmla="*/ 1045028 h 1232892"/>
                <a:gd name="connsiteX16" fmla="*/ 435949 w 942377"/>
                <a:gd name="connsiteY16" fmla="*/ 1132114 h 1232892"/>
                <a:gd name="connsiteX17" fmla="*/ 435949 w 942377"/>
                <a:gd name="connsiteY17" fmla="*/ 801188 h 1232892"/>
                <a:gd name="connsiteX18" fmla="*/ 409823 w 942377"/>
                <a:gd name="connsiteY18" fmla="*/ 566057 h 1232892"/>
                <a:gd name="connsiteX19" fmla="*/ 348863 w 942377"/>
                <a:gd name="connsiteY19" fmla="*/ 505097 h 1232892"/>
                <a:gd name="connsiteX20" fmla="*/ 314029 w 942377"/>
                <a:gd name="connsiteY20" fmla="*/ 487680 h 1232892"/>
                <a:gd name="connsiteX21" fmla="*/ 253069 w 942377"/>
                <a:gd name="connsiteY21" fmla="*/ 409302 h 1232892"/>
                <a:gd name="connsiteX22" fmla="*/ 226943 w 942377"/>
                <a:gd name="connsiteY22" fmla="*/ 357051 h 1232892"/>
                <a:gd name="connsiteX23" fmla="*/ 209526 w 942377"/>
                <a:gd name="connsiteY23" fmla="*/ 304800 h 1232892"/>
                <a:gd name="connsiteX24" fmla="*/ 192109 w 942377"/>
                <a:gd name="connsiteY24" fmla="*/ 252548 h 1232892"/>
                <a:gd name="connsiteX25" fmla="*/ 183400 w 942377"/>
                <a:gd name="connsiteY25" fmla="*/ 226422 h 1232892"/>
                <a:gd name="connsiteX26" fmla="*/ 174692 w 942377"/>
                <a:gd name="connsiteY26" fmla="*/ 182880 h 1232892"/>
                <a:gd name="connsiteX27" fmla="*/ 209526 w 942377"/>
                <a:gd name="connsiteY27" fmla="*/ 296091 h 1232892"/>
                <a:gd name="connsiteX28" fmla="*/ 253069 w 942377"/>
                <a:gd name="connsiteY28" fmla="*/ 365760 h 1232892"/>
                <a:gd name="connsiteX29" fmla="*/ 270486 w 942377"/>
                <a:gd name="connsiteY29" fmla="*/ 391885 h 1232892"/>
                <a:gd name="connsiteX30" fmla="*/ 340155 w 942377"/>
                <a:gd name="connsiteY30" fmla="*/ 444137 h 1232892"/>
                <a:gd name="connsiteX31" fmla="*/ 366280 w 942377"/>
                <a:gd name="connsiteY31" fmla="*/ 452845 h 1232892"/>
                <a:gd name="connsiteX32" fmla="*/ 401115 w 942377"/>
                <a:gd name="connsiteY32" fmla="*/ 470262 h 1232892"/>
                <a:gd name="connsiteX33" fmla="*/ 418532 w 942377"/>
                <a:gd name="connsiteY33" fmla="*/ 496388 h 1232892"/>
                <a:gd name="connsiteX34" fmla="*/ 427240 w 942377"/>
                <a:gd name="connsiteY34" fmla="*/ 522514 h 1232892"/>
                <a:gd name="connsiteX35" fmla="*/ 418532 w 942377"/>
                <a:gd name="connsiteY35" fmla="*/ 792480 h 1232892"/>
                <a:gd name="connsiteX36" fmla="*/ 409823 w 942377"/>
                <a:gd name="connsiteY36" fmla="*/ 844731 h 1232892"/>
                <a:gd name="connsiteX37" fmla="*/ 401115 w 942377"/>
                <a:gd name="connsiteY37" fmla="*/ 931817 h 1232892"/>
                <a:gd name="connsiteX38" fmla="*/ 392406 w 942377"/>
                <a:gd name="connsiteY38" fmla="*/ 1010194 h 1232892"/>
                <a:gd name="connsiteX39" fmla="*/ 401115 w 942377"/>
                <a:gd name="connsiteY39" fmla="*/ 1219200 h 1232892"/>
                <a:gd name="connsiteX40" fmla="*/ 409823 w 942377"/>
                <a:gd name="connsiteY40" fmla="*/ 914400 h 1232892"/>
                <a:gd name="connsiteX41" fmla="*/ 418532 w 942377"/>
                <a:gd name="connsiteY41" fmla="*/ 679268 h 1232892"/>
                <a:gd name="connsiteX42" fmla="*/ 435949 w 942377"/>
                <a:gd name="connsiteY42" fmla="*/ 627017 h 1232892"/>
                <a:gd name="connsiteX43" fmla="*/ 462075 w 942377"/>
                <a:gd name="connsiteY43" fmla="*/ 574765 h 1232892"/>
                <a:gd name="connsiteX44" fmla="*/ 488200 w 942377"/>
                <a:gd name="connsiteY44" fmla="*/ 548640 h 1232892"/>
                <a:gd name="connsiteX45" fmla="*/ 505618 w 942377"/>
                <a:gd name="connsiteY45" fmla="*/ 513805 h 1232892"/>
                <a:gd name="connsiteX46" fmla="*/ 523035 w 942377"/>
                <a:gd name="connsiteY46" fmla="*/ 461554 h 1232892"/>
                <a:gd name="connsiteX47" fmla="*/ 505618 w 942377"/>
                <a:gd name="connsiteY47" fmla="*/ 374468 h 1232892"/>
                <a:gd name="connsiteX48" fmla="*/ 488200 w 942377"/>
                <a:gd name="connsiteY48" fmla="*/ 339634 h 1232892"/>
                <a:gd name="connsiteX49" fmla="*/ 479492 w 942377"/>
                <a:gd name="connsiteY49" fmla="*/ 243840 h 1232892"/>
                <a:gd name="connsiteX50" fmla="*/ 514326 w 942377"/>
                <a:gd name="connsiteY50" fmla="*/ 191588 h 1232892"/>
                <a:gd name="connsiteX51" fmla="*/ 444658 w 942377"/>
                <a:gd name="connsiteY51" fmla="*/ 287382 h 1232892"/>
                <a:gd name="connsiteX52" fmla="*/ 392406 w 942377"/>
                <a:gd name="connsiteY52" fmla="*/ 374468 h 1232892"/>
                <a:gd name="connsiteX53" fmla="*/ 383698 w 942377"/>
                <a:gd name="connsiteY53" fmla="*/ 426720 h 1232892"/>
                <a:gd name="connsiteX54" fmla="*/ 401115 w 942377"/>
                <a:gd name="connsiteY54" fmla="*/ 600891 h 1232892"/>
                <a:gd name="connsiteX55" fmla="*/ 409823 w 942377"/>
                <a:gd name="connsiteY55" fmla="*/ 653142 h 1232892"/>
                <a:gd name="connsiteX56" fmla="*/ 418532 w 942377"/>
                <a:gd name="connsiteY56" fmla="*/ 714102 h 1232892"/>
                <a:gd name="connsiteX57" fmla="*/ 427240 w 942377"/>
                <a:gd name="connsiteY57" fmla="*/ 766354 h 1232892"/>
                <a:gd name="connsiteX58" fmla="*/ 444658 w 942377"/>
                <a:gd name="connsiteY58" fmla="*/ 853440 h 1232892"/>
                <a:gd name="connsiteX59" fmla="*/ 427240 w 942377"/>
                <a:gd name="connsiteY59" fmla="*/ 1114697 h 1232892"/>
                <a:gd name="connsiteX60" fmla="*/ 435949 w 942377"/>
                <a:gd name="connsiteY60" fmla="*/ 992777 h 1232892"/>
                <a:gd name="connsiteX61" fmla="*/ 453366 w 942377"/>
                <a:gd name="connsiteY61" fmla="*/ 696685 h 1232892"/>
                <a:gd name="connsiteX62" fmla="*/ 470783 w 942377"/>
                <a:gd name="connsiteY62" fmla="*/ 644434 h 1232892"/>
                <a:gd name="connsiteX63" fmla="*/ 514326 w 942377"/>
                <a:gd name="connsiteY63" fmla="*/ 574765 h 1232892"/>
                <a:gd name="connsiteX64" fmla="*/ 531743 w 942377"/>
                <a:gd name="connsiteY64" fmla="*/ 548640 h 1232892"/>
                <a:gd name="connsiteX65" fmla="*/ 610120 w 942377"/>
                <a:gd name="connsiteY65" fmla="*/ 505097 h 1232892"/>
                <a:gd name="connsiteX66" fmla="*/ 653663 w 942377"/>
                <a:gd name="connsiteY66" fmla="*/ 470262 h 1232892"/>
                <a:gd name="connsiteX67" fmla="*/ 688498 w 942377"/>
                <a:gd name="connsiteY67" fmla="*/ 435428 h 1232892"/>
                <a:gd name="connsiteX68" fmla="*/ 723332 w 942377"/>
                <a:gd name="connsiteY68" fmla="*/ 357051 h 1232892"/>
                <a:gd name="connsiteX69" fmla="*/ 758166 w 942377"/>
                <a:gd name="connsiteY69" fmla="*/ 287382 h 1232892"/>
                <a:gd name="connsiteX70" fmla="*/ 766875 w 942377"/>
                <a:gd name="connsiteY70" fmla="*/ 261257 h 1232892"/>
                <a:gd name="connsiteX71" fmla="*/ 749458 w 942377"/>
                <a:gd name="connsiteY71" fmla="*/ 287382 h 1232892"/>
                <a:gd name="connsiteX72" fmla="*/ 714623 w 942377"/>
                <a:gd name="connsiteY72" fmla="*/ 304800 h 1232892"/>
                <a:gd name="connsiteX73" fmla="*/ 627538 w 942377"/>
                <a:gd name="connsiteY73" fmla="*/ 357051 h 1232892"/>
                <a:gd name="connsiteX74" fmla="*/ 566578 w 942377"/>
                <a:gd name="connsiteY74" fmla="*/ 409302 h 1232892"/>
                <a:gd name="connsiteX75" fmla="*/ 540452 w 942377"/>
                <a:gd name="connsiteY75" fmla="*/ 444137 h 1232892"/>
                <a:gd name="connsiteX76" fmla="*/ 523035 w 942377"/>
                <a:gd name="connsiteY76" fmla="*/ 539931 h 1232892"/>
                <a:gd name="connsiteX77" fmla="*/ 540452 w 942377"/>
                <a:gd name="connsiteY77" fmla="*/ 766354 h 1232892"/>
                <a:gd name="connsiteX78" fmla="*/ 523035 w 942377"/>
                <a:gd name="connsiteY78" fmla="*/ 888274 h 1232892"/>
                <a:gd name="connsiteX79" fmla="*/ 505618 w 942377"/>
                <a:gd name="connsiteY79" fmla="*/ 957942 h 1232892"/>
                <a:gd name="connsiteX80" fmla="*/ 488200 w 942377"/>
                <a:gd name="connsiteY80" fmla="*/ 992777 h 1232892"/>
                <a:gd name="connsiteX81" fmla="*/ 444658 w 942377"/>
                <a:gd name="connsiteY81" fmla="*/ 1097280 h 1232892"/>
                <a:gd name="connsiteX82" fmla="*/ 427240 w 942377"/>
                <a:gd name="connsiteY82" fmla="*/ 1132114 h 1232892"/>
                <a:gd name="connsiteX83" fmla="*/ 409823 w 942377"/>
                <a:gd name="connsiteY83" fmla="*/ 1166948 h 1232892"/>
                <a:gd name="connsiteX84" fmla="*/ 392406 w 942377"/>
                <a:gd name="connsiteY84" fmla="*/ 1132114 h 1232892"/>
                <a:gd name="connsiteX85" fmla="*/ 401115 w 942377"/>
                <a:gd name="connsiteY85" fmla="*/ 1079862 h 1232892"/>
                <a:gd name="connsiteX86" fmla="*/ 427240 w 942377"/>
                <a:gd name="connsiteY86" fmla="*/ 879565 h 1232892"/>
                <a:gd name="connsiteX87" fmla="*/ 462075 w 942377"/>
                <a:gd name="connsiteY87" fmla="*/ 827314 h 1232892"/>
                <a:gd name="connsiteX88" fmla="*/ 470783 w 942377"/>
                <a:gd name="connsiteY88" fmla="*/ 801188 h 1232892"/>
                <a:gd name="connsiteX89" fmla="*/ 540452 w 942377"/>
                <a:gd name="connsiteY89" fmla="*/ 705394 h 1232892"/>
                <a:gd name="connsiteX90" fmla="*/ 557869 w 942377"/>
                <a:gd name="connsiteY90" fmla="*/ 670560 h 1232892"/>
                <a:gd name="connsiteX91" fmla="*/ 592703 w 942377"/>
                <a:gd name="connsiteY91" fmla="*/ 627017 h 1232892"/>
                <a:gd name="connsiteX92" fmla="*/ 610120 w 942377"/>
                <a:gd name="connsiteY92" fmla="*/ 600891 h 1232892"/>
                <a:gd name="connsiteX93" fmla="*/ 662372 w 942377"/>
                <a:gd name="connsiteY93" fmla="*/ 557348 h 1232892"/>
                <a:gd name="connsiteX94" fmla="*/ 688498 w 942377"/>
                <a:gd name="connsiteY94" fmla="*/ 548640 h 1232892"/>
                <a:gd name="connsiteX95" fmla="*/ 723332 w 942377"/>
                <a:gd name="connsiteY95" fmla="*/ 531222 h 1232892"/>
                <a:gd name="connsiteX96" fmla="*/ 845252 w 942377"/>
                <a:gd name="connsiteY96" fmla="*/ 452845 h 1232892"/>
                <a:gd name="connsiteX97" fmla="*/ 871378 w 942377"/>
                <a:gd name="connsiteY97" fmla="*/ 418011 h 1232892"/>
                <a:gd name="connsiteX98" fmla="*/ 880086 w 942377"/>
                <a:gd name="connsiteY98" fmla="*/ 391885 h 1232892"/>
                <a:gd name="connsiteX99" fmla="*/ 914920 w 942377"/>
                <a:gd name="connsiteY99" fmla="*/ 348342 h 1232892"/>
                <a:gd name="connsiteX100" fmla="*/ 941046 w 942377"/>
                <a:gd name="connsiteY100" fmla="*/ 391885 h 1232892"/>
                <a:gd name="connsiteX101" fmla="*/ 853960 w 942377"/>
                <a:gd name="connsiteY101" fmla="*/ 435428 h 1232892"/>
                <a:gd name="connsiteX102" fmla="*/ 827835 w 942377"/>
                <a:gd name="connsiteY102" fmla="*/ 444137 h 1232892"/>
                <a:gd name="connsiteX103" fmla="*/ 793000 w 942377"/>
                <a:gd name="connsiteY103" fmla="*/ 470262 h 1232892"/>
                <a:gd name="connsiteX104" fmla="*/ 766875 w 942377"/>
                <a:gd name="connsiteY104" fmla="*/ 478971 h 1232892"/>
                <a:gd name="connsiteX105" fmla="*/ 662372 w 942377"/>
                <a:gd name="connsiteY105" fmla="*/ 618308 h 1232892"/>
                <a:gd name="connsiteX106" fmla="*/ 610120 w 942377"/>
                <a:gd name="connsiteY106" fmla="*/ 722811 h 1232892"/>
                <a:gd name="connsiteX107" fmla="*/ 566578 w 942377"/>
                <a:gd name="connsiteY107" fmla="*/ 818605 h 1232892"/>
                <a:gd name="connsiteX108" fmla="*/ 531743 w 942377"/>
                <a:gd name="connsiteY108" fmla="*/ 923108 h 1232892"/>
                <a:gd name="connsiteX109" fmla="*/ 505618 w 942377"/>
                <a:gd name="connsiteY109" fmla="*/ 1045028 h 1232892"/>
                <a:gd name="connsiteX110" fmla="*/ 496909 w 942377"/>
                <a:gd name="connsiteY110" fmla="*/ 1071154 h 1232892"/>
                <a:gd name="connsiteX111" fmla="*/ 479492 w 942377"/>
                <a:gd name="connsiteY111" fmla="*/ 1140822 h 1232892"/>
                <a:gd name="connsiteX112" fmla="*/ 453366 w 942377"/>
                <a:gd name="connsiteY112" fmla="*/ 1132114 h 1232892"/>
                <a:gd name="connsiteX113" fmla="*/ 488200 w 942377"/>
                <a:gd name="connsiteY113" fmla="*/ 1045028 h 1232892"/>
                <a:gd name="connsiteX114" fmla="*/ 531743 w 942377"/>
                <a:gd name="connsiteY114" fmla="*/ 992777 h 1232892"/>
                <a:gd name="connsiteX115" fmla="*/ 662372 w 942377"/>
                <a:gd name="connsiteY115" fmla="*/ 879565 h 1232892"/>
                <a:gd name="connsiteX116" fmla="*/ 688498 w 942377"/>
                <a:gd name="connsiteY116" fmla="*/ 862148 h 1232892"/>
                <a:gd name="connsiteX117" fmla="*/ 732040 w 942377"/>
                <a:gd name="connsiteY117" fmla="*/ 853440 h 1232892"/>
                <a:gd name="connsiteX118" fmla="*/ 819126 w 942377"/>
                <a:gd name="connsiteY118" fmla="*/ 809897 h 1232892"/>
                <a:gd name="connsiteX119" fmla="*/ 853960 w 942377"/>
                <a:gd name="connsiteY119" fmla="*/ 783771 h 1232892"/>
                <a:gd name="connsiteX120" fmla="*/ 871378 w 942377"/>
                <a:gd name="connsiteY120" fmla="*/ 766354 h 1232892"/>
                <a:gd name="connsiteX121" fmla="*/ 766875 w 942377"/>
                <a:gd name="connsiteY121" fmla="*/ 836022 h 1232892"/>
                <a:gd name="connsiteX122" fmla="*/ 705915 w 942377"/>
                <a:gd name="connsiteY122" fmla="*/ 879565 h 1232892"/>
                <a:gd name="connsiteX123" fmla="*/ 618829 w 942377"/>
                <a:gd name="connsiteY123" fmla="*/ 931817 h 1232892"/>
                <a:gd name="connsiteX124" fmla="*/ 549160 w 942377"/>
                <a:gd name="connsiteY124" fmla="*/ 966651 h 1232892"/>
                <a:gd name="connsiteX125" fmla="*/ 418532 w 942377"/>
                <a:gd name="connsiteY125" fmla="*/ 1018902 h 1232892"/>
                <a:gd name="connsiteX126" fmla="*/ 348863 w 942377"/>
                <a:gd name="connsiteY126" fmla="*/ 1001485 h 1232892"/>
                <a:gd name="connsiteX127" fmla="*/ 279195 w 942377"/>
                <a:gd name="connsiteY127" fmla="*/ 923108 h 1232892"/>
                <a:gd name="connsiteX128" fmla="*/ 235652 w 942377"/>
                <a:gd name="connsiteY128" fmla="*/ 801188 h 1232892"/>
                <a:gd name="connsiteX129" fmla="*/ 226943 w 942377"/>
                <a:gd name="connsiteY129" fmla="*/ 757645 h 1232892"/>
                <a:gd name="connsiteX130" fmla="*/ 235652 w 942377"/>
                <a:gd name="connsiteY130" fmla="*/ 478971 h 1232892"/>
                <a:gd name="connsiteX131" fmla="*/ 253069 w 942377"/>
                <a:gd name="connsiteY131" fmla="*/ 261257 h 1232892"/>
                <a:gd name="connsiteX132" fmla="*/ 244360 w 942377"/>
                <a:gd name="connsiteY132" fmla="*/ 235131 h 1232892"/>
                <a:gd name="connsiteX133" fmla="*/ 253069 w 942377"/>
                <a:gd name="connsiteY133" fmla="*/ 313508 h 1232892"/>
                <a:gd name="connsiteX134" fmla="*/ 314029 w 942377"/>
                <a:gd name="connsiteY134" fmla="*/ 452845 h 1232892"/>
                <a:gd name="connsiteX135" fmla="*/ 374989 w 942377"/>
                <a:gd name="connsiteY135" fmla="*/ 557348 h 1232892"/>
                <a:gd name="connsiteX136" fmla="*/ 392406 w 942377"/>
                <a:gd name="connsiteY136" fmla="*/ 583474 h 1232892"/>
                <a:gd name="connsiteX137" fmla="*/ 374989 w 942377"/>
                <a:gd name="connsiteY137" fmla="*/ 618308 h 1232892"/>
                <a:gd name="connsiteX138" fmla="*/ 357572 w 942377"/>
                <a:gd name="connsiteY138" fmla="*/ 705394 h 1232892"/>
                <a:gd name="connsiteX139" fmla="*/ 340155 w 942377"/>
                <a:gd name="connsiteY139" fmla="*/ 801188 h 1232892"/>
                <a:gd name="connsiteX140" fmla="*/ 357572 w 942377"/>
                <a:gd name="connsiteY140" fmla="*/ 984068 h 1232892"/>
                <a:gd name="connsiteX141" fmla="*/ 374989 w 942377"/>
                <a:gd name="connsiteY141" fmla="*/ 1036320 h 1232892"/>
                <a:gd name="connsiteX142" fmla="*/ 401115 w 942377"/>
                <a:gd name="connsiteY142" fmla="*/ 1079862 h 1232892"/>
                <a:gd name="connsiteX143" fmla="*/ 418532 w 942377"/>
                <a:gd name="connsiteY143" fmla="*/ 1097280 h 1232892"/>
                <a:gd name="connsiteX144" fmla="*/ 435949 w 942377"/>
                <a:gd name="connsiteY144" fmla="*/ 1071154 h 1232892"/>
                <a:gd name="connsiteX145" fmla="*/ 401115 w 942377"/>
                <a:gd name="connsiteY145" fmla="*/ 923108 h 1232892"/>
                <a:gd name="connsiteX146" fmla="*/ 357572 w 942377"/>
                <a:gd name="connsiteY146" fmla="*/ 836022 h 1232892"/>
                <a:gd name="connsiteX147" fmla="*/ 314029 w 942377"/>
                <a:gd name="connsiteY147" fmla="*/ 766354 h 1232892"/>
                <a:gd name="connsiteX148" fmla="*/ 209526 w 942377"/>
                <a:gd name="connsiteY148" fmla="*/ 653142 h 1232892"/>
                <a:gd name="connsiteX149" fmla="*/ 174692 w 942377"/>
                <a:gd name="connsiteY149" fmla="*/ 627017 h 1232892"/>
                <a:gd name="connsiteX150" fmla="*/ 148566 w 942377"/>
                <a:gd name="connsiteY150" fmla="*/ 600891 h 1232892"/>
                <a:gd name="connsiteX151" fmla="*/ 113732 w 942377"/>
                <a:gd name="connsiteY151" fmla="*/ 583474 h 1232892"/>
                <a:gd name="connsiteX152" fmla="*/ 35355 w 942377"/>
                <a:gd name="connsiteY152" fmla="*/ 539931 h 1232892"/>
                <a:gd name="connsiteX153" fmla="*/ 9229 w 942377"/>
                <a:gd name="connsiteY153" fmla="*/ 513805 h 1232892"/>
                <a:gd name="connsiteX154" fmla="*/ 9229 w 942377"/>
                <a:gd name="connsiteY154" fmla="*/ 426720 h 1232892"/>
                <a:gd name="connsiteX155" fmla="*/ 26646 w 942377"/>
                <a:gd name="connsiteY155" fmla="*/ 409302 h 1232892"/>
                <a:gd name="connsiteX156" fmla="*/ 52772 w 942377"/>
                <a:gd name="connsiteY156" fmla="*/ 583474 h 1232892"/>
                <a:gd name="connsiteX157" fmla="*/ 139858 w 942377"/>
                <a:gd name="connsiteY157" fmla="*/ 731520 h 1232892"/>
                <a:gd name="connsiteX158" fmla="*/ 287903 w 942377"/>
                <a:gd name="connsiteY158" fmla="*/ 844731 h 1232892"/>
                <a:gd name="connsiteX159" fmla="*/ 383698 w 942377"/>
                <a:gd name="connsiteY159" fmla="*/ 931817 h 1232892"/>
                <a:gd name="connsiteX160" fmla="*/ 418532 w 942377"/>
                <a:gd name="connsiteY160" fmla="*/ 1001485 h 1232892"/>
                <a:gd name="connsiteX161" fmla="*/ 444658 w 942377"/>
                <a:gd name="connsiteY161" fmla="*/ 1079862 h 1232892"/>
                <a:gd name="connsiteX162" fmla="*/ 453366 w 942377"/>
                <a:gd name="connsiteY162" fmla="*/ 1114697 h 1232892"/>
                <a:gd name="connsiteX163" fmla="*/ 462075 w 942377"/>
                <a:gd name="connsiteY163" fmla="*/ 1140822 h 1232892"/>
                <a:gd name="connsiteX164" fmla="*/ 401115 w 942377"/>
                <a:gd name="connsiteY164" fmla="*/ 862148 h 1232892"/>
                <a:gd name="connsiteX165" fmla="*/ 305320 w 942377"/>
                <a:gd name="connsiteY165" fmla="*/ 574765 h 1232892"/>
                <a:gd name="connsiteX166" fmla="*/ 279195 w 942377"/>
                <a:gd name="connsiteY166" fmla="*/ 487680 h 1232892"/>
                <a:gd name="connsiteX167" fmla="*/ 270486 w 942377"/>
                <a:gd name="connsiteY167" fmla="*/ 426720 h 1232892"/>
                <a:gd name="connsiteX168" fmla="*/ 253069 w 942377"/>
                <a:gd name="connsiteY168" fmla="*/ 357051 h 1232892"/>
                <a:gd name="connsiteX169" fmla="*/ 244360 w 942377"/>
                <a:gd name="connsiteY169" fmla="*/ 304800 h 1232892"/>
                <a:gd name="connsiteX170" fmla="*/ 235652 w 942377"/>
                <a:gd name="connsiteY170" fmla="*/ 261257 h 1232892"/>
                <a:gd name="connsiteX171" fmla="*/ 218235 w 942377"/>
                <a:gd name="connsiteY171" fmla="*/ 191588 h 1232892"/>
                <a:gd name="connsiteX172" fmla="*/ 209526 w 942377"/>
                <a:gd name="connsiteY172" fmla="*/ 252548 h 1232892"/>
                <a:gd name="connsiteX173" fmla="*/ 218235 w 942377"/>
                <a:gd name="connsiteY173" fmla="*/ 391885 h 1232892"/>
                <a:gd name="connsiteX174" fmla="*/ 226943 w 942377"/>
                <a:gd name="connsiteY174" fmla="*/ 444137 h 1232892"/>
                <a:gd name="connsiteX175" fmla="*/ 296612 w 942377"/>
                <a:gd name="connsiteY175" fmla="*/ 539931 h 1232892"/>
                <a:gd name="connsiteX176" fmla="*/ 348863 w 942377"/>
                <a:gd name="connsiteY176" fmla="*/ 574765 h 1232892"/>
                <a:gd name="connsiteX177" fmla="*/ 418532 w 942377"/>
                <a:gd name="connsiteY177" fmla="*/ 627017 h 1232892"/>
                <a:gd name="connsiteX178" fmla="*/ 505618 w 942377"/>
                <a:gd name="connsiteY178" fmla="*/ 696685 h 1232892"/>
                <a:gd name="connsiteX179" fmla="*/ 505618 w 942377"/>
                <a:gd name="connsiteY179" fmla="*/ 809897 h 1232892"/>
                <a:gd name="connsiteX180" fmla="*/ 488200 w 942377"/>
                <a:gd name="connsiteY180" fmla="*/ 844731 h 1232892"/>
                <a:gd name="connsiteX181" fmla="*/ 470783 w 942377"/>
                <a:gd name="connsiteY181" fmla="*/ 931817 h 1232892"/>
                <a:gd name="connsiteX182" fmla="*/ 453366 w 942377"/>
                <a:gd name="connsiteY182" fmla="*/ 984068 h 1232892"/>
                <a:gd name="connsiteX183" fmla="*/ 444658 w 942377"/>
                <a:gd name="connsiteY183" fmla="*/ 1010194 h 1232892"/>
                <a:gd name="connsiteX184" fmla="*/ 435949 w 942377"/>
                <a:gd name="connsiteY184" fmla="*/ 740228 h 1232892"/>
                <a:gd name="connsiteX185" fmla="*/ 383698 w 942377"/>
                <a:gd name="connsiteY185" fmla="*/ 409302 h 1232892"/>
                <a:gd name="connsiteX186" fmla="*/ 357572 w 942377"/>
                <a:gd name="connsiteY186" fmla="*/ 182880 h 1232892"/>
                <a:gd name="connsiteX187" fmla="*/ 374989 w 942377"/>
                <a:gd name="connsiteY187" fmla="*/ 26125 h 1232892"/>
                <a:gd name="connsiteX188" fmla="*/ 392406 w 942377"/>
                <a:gd name="connsiteY188" fmla="*/ 0 h 1232892"/>
                <a:gd name="connsiteX189" fmla="*/ 383698 w 942377"/>
                <a:gd name="connsiteY189" fmla="*/ 60960 h 1232892"/>
                <a:gd name="connsiteX190" fmla="*/ 340155 w 942377"/>
                <a:gd name="connsiteY190" fmla="*/ 287382 h 1232892"/>
                <a:gd name="connsiteX191" fmla="*/ 314029 w 942377"/>
                <a:gd name="connsiteY191" fmla="*/ 566057 h 1232892"/>
                <a:gd name="connsiteX192" fmla="*/ 322738 w 942377"/>
                <a:gd name="connsiteY192" fmla="*/ 740228 h 1232892"/>
                <a:gd name="connsiteX193" fmla="*/ 340155 w 942377"/>
                <a:gd name="connsiteY193" fmla="*/ 766354 h 1232892"/>
                <a:gd name="connsiteX194" fmla="*/ 401115 w 942377"/>
                <a:gd name="connsiteY194" fmla="*/ 809897 h 1232892"/>
                <a:gd name="connsiteX195" fmla="*/ 444658 w 942377"/>
                <a:gd name="connsiteY195" fmla="*/ 844731 h 1232892"/>
                <a:gd name="connsiteX196" fmla="*/ 462075 w 942377"/>
                <a:gd name="connsiteY196" fmla="*/ 879565 h 1232892"/>
                <a:gd name="connsiteX197" fmla="*/ 453366 w 942377"/>
                <a:gd name="connsiteY197" fmla="*/ 905691 h 1232892"/>
                <a:gd name="connsiteX198" fmla="*/ 427240 w 942377"/>
                <a:gd name="connsiteY198" fmla="*/ 966651 h 1232892"/>
                <a:gd name="connsiteX199" fmla="*/ 505618 w 942377"/>
                <a:gd name="connsiteY199" fmla="*/ 661851 h 1232892"/>
                <a:gd name="connsiteX200" fmla="*/ 540452 w 942377"/>
                <a:gd name="connsiteY200" fmla="*/ 505097 h 1232892"/>
                <a:gd name="connsiteX201" fmla="*/ 549160 w 942377"/>
                <a:gd name="connsiteY201" fmla="*/ 400594 h 1232892"/>
                <a:gd name="connsiteX202" fmla="*/ 557869 w 942377"/>
                <a:gd name="connsiteY202" fmla="*/ 322217 h 1232892"/>
                <a:gd name="connsiteX203" fmla="*/ 566578 w 942377"/>
                <a:gd name="connsiteY203" fmla="*/ 200297 h 1232892"/>
                <a:gd name="connsiteX204" fmla="*/ 575286 w 942377"/>
                <a:gd name="connsiteY204" fmla="*/ 174171 h 1232892"/>
                <a:gd name="connsiteX205" fmla="*/ 601412 w 942377"/>
                <a:gd name="connsiteY205" fmla="*/ 148045 h 1232892"/>
                <a:gd name="connsiteX206" fmla="*/ 549160 w 942377"/>
                <a:gd name="connsiteY206" fmla="*/ 278674 h 1232892"/>
                <a:gd name="connsiteX207" fmla="*/ 462075 w 942377"/>
                <a:gd name="connsiteY207" fmla="*/ 513805 h 1232892"/>
                <a:gd name="connsiteX208" fmla="*/ 444658 w 942377"/>
                <a:gd name="connsiteY208" fmla="*/ 627017 h 1232892"/>
                <a:gd name="connsiteX209" fmla="*/ 427240 w 942377"/>
                <a:gd name="connsiteY209" fmla="*/ 705394 h 1232892"/>
                <a:gd name="connsiteX210" fmla="*/ 435949 w 942377"/>
                <a:gd name="connsiteY210" fmla="*/ 801188 h 1232892"/>
                <a:gd name="connsiteX211" fmla="*/ 418532 w 942377"/>
                <a:gd name="connsiteY211" fmla="*/ 740228 h 1232892"/>
                <a:gd name="connsiteX212" fmla="*/ 435949 w 942377"/>
                <a:gd name="connsiteY212" fmla="*/ 574765 h 1232892"/>
                <a:gd name="connsiteX213" fmla="*/ 479492 w 942377"/>
                <a:gd name="connsiteY213" fmla="*/ 496388 h 1232892"/>
                <a:gd name="connsiteX214" fmla="*/ 540452 w 942377"/>
                <a:gd name="connsiteY214" fmla="*/ 426720 h 1232892"/>
                <a:gd name="connsiteX215" fmla="*/ 627538 w 942377"/>
                <a:gd name="connsiteY215" fmla="*/ 365760 h 1232892"/>
                <a:gd name="connsiteX216" fmla="*/ 784292 w 942377"/>
                <a:gd name="connsiteY216" fmla="*/ 296091 h 1232892"/>
                <a:gd name="connsiteX217" fmla="*/ 819126 w 942377"/>
                <a:gd name="connsiteY217" fmla="*/ 287382 h 1232892"/>
                <a:gd name="connsiteX218" fmla="*/ 845252 w 942377"/>
                <a:gd name="connsiteY218" fmla="*/ 278674 h 1232892"/>
                <a:gd name="connsiteX219" fmla="*/ 871378 w 942377"/>
                <a:gd name="connsiteY219" fmla="*/ 252548 h 1232892"/>
                <a:gd name="connsiteX220" fmla="*/ 888795 w 942377"/>
                <a:gd name="connsiteY220" fmla="*/ 217714 h 1232892"/>
                <a:gd name="connsiteX221" fmla="*/ 853960 w 942377"/>
                <a:gd name="connsiteY221" fmla="*/ 252548 h 1232892"/>
                <a:gd name="connsiteX222" fmla="*/ 810418 w 942377"/>
                <a:gd name="connsiteY222" fmla="*/ 322217 h 1232892"/>
                <a:gd name="connsiteX223" fmla="*/ 688498 w 942377"/>
                <a:gd name="connsiteY223" fmla="*/ 487680 h 1232892"/>
                <a:gd name="connsiteX224" fmla="*/ 644955 w 942377"/>
                <a:gd name="connsiteY224" fmla="*/ 548640 h 1232892"/>
                <a:gd name="connsiteX225" fmla="*/ 583995 w 942377"/>
                <a:gd name="connsiteY225" fmla="*/ 609600 h 1232892"/>
                <a:gd name="connsiteX226" fmla="*/ 540452 w 942377"/>
                <a:gd name="connsiteY226" fmla="*/ 670560 h 1232892"/>
                <a:gd name="connsiteX227" fmla="*/ 514326 w 942377"/>
                <a:gd name="connsiteY227" fmla="*/ 705394 h 1232892"/>
                <a:gd name="connsiteX228" fmla="*/ 479492 w 942377"/>
                <a:gd name="connsiteY228" fmla="*/ 792480 h 1232892"/>
                <a:gd name="connsiteX229" fmla="*/ 462075 w 942377"/>
                <a:gd name="connsiteY229" fmla="*/ 844731 h 1232892"/>
                <a:gd name="connsiteX230" fmla="*/ 444658 w 942377"/>
                <a:gd name="connsiteY230" fmla="*/ 888274 h 1232892"/>
                <a:gd name="connsiteX231" fmla="*/ 435949 w 942377"/>
                <a:gd name="connsiteY231" fmla="*/ 923108 h 1232892"/>
                <a:gd name="connsiteX232" fmla="*/ 418532 w 942377"/>
                <a:gd name="connsiteY232" fmla="*/ 949234 h 1232892"/>
                <a:gd name="connsiteX233" fmla="*/ 444658 w 942377"/>
                <a:gd name="connsiteY233" fmla="*/ 923108 h 1232892"/>
                <a:gd name="connsiteX234" fmla="*/ 505618 w 942377"/>
                <a:gd name="connsiteY234" fmla="*/ 853440 h 1232892"/>
                <a:gd name="connsiteX235" fmla="*/ 636246 w 942377"/>
                <a:gd name="connsiteY235" fmla="*/ 679268 h 1232892"/>
                <a:gd name="connsiteX236" fmla="*/ 732040 w 942377"/>
                <a:gd name="connsiteY236" fmla="*/ 600891 h 1232892"/>
                <a:gd name="connsiteX237" fmla="*/ 914920 w 942377"/>
                <a:gd name="connsiteY237" fmla="*/ 592182 h 1232892"/>
                <a:gd name="connsiteX238" fmla="*/ 845252 w 942377"/>
                <a:gd name="connsiteY238" fmla="*/ 627017 h 1232892"/>
                <a:gd name="connsiteX239" fmla="*/ 723332 w 942377"/>
                <a:gd name="connsiteY239" fmla="*/ 731520 h 1232892"/>
                <a:gd name="connsiteX240" fmla="*/ 653663 w 942377"/>
                <a:gd name="connsiteY240" fmla="*/ 775062 h 1232892"/>
                <a:gd name="connsiteX241" fmla="*/ 601412 w 942377"/>
                <a:gd name="connsiteY241" fmla="*/ 818605 h 1232892"/>
                <a:gd name="connsiteX242" fmla="*/ 549160 w 942377"/>
                <a:gd name="connsiteY242" fmla="*/ 844731 h 1232892"/>
                <a:gd name="connsiteX243" fmla="*/ 488200 w 942377"/>
                <a:gd name="connsiteY243" fmla="*/ 888274 h 1232892"/>
                <a:gd name="connsiteX244" fmla="*/ 462075 w 942377"/>
                <a:gd name="connsiteY244" fmla="*/ 905691 h 1232892"/>
                <a:gd name="connsiteX245" fmla="*/ 444658 w 942377"/>
                <a:gd name="connsiteY245" fmla="*/ 931817 h 1232892"/>
                <a:gd name="connsiteX246" fmla="*/ 488200 w 942377"/>
                <a:gd name="connsiteY246" fmla="*/ 905691 h 1232892"/>
                <a:gd name="connsiteX247" fmla="*/ 557869 w 942377"/>
                <a:gd name="connsiteY247" fmla="*/ 862148 h 1232892"/>
                <a:gd name="connsiteX248" fmla="*/ 679789 w 942377"/>
                <a:gd name="connsiteY248" fmla="*/ 827314 h 1232892"/>
                <a:gd name="connsiteX249" fmla="*/ 740749 w 942377"/>
                <a:gd name="connsiteY249" fmla="*/ 836022 h 1232892"/>
                <a:gd name="connsiteX250" fmla="*/ 766875 w 942377"/>
                <a:gd name="connsiteY250" fmla="*/ 844731 h 1232892"/>
                <a:gd name="connsiteX251" fmla="*/ 793000 w 942377"/>
                <a:gd name="connsiteY251" fmla="*/ 914400 h 1232892"/>
                <a:gd name="connsiteX252" fmla="*/ 801709 w 942377"/>
                <a:gd name="connsiteY252" fmla="*/ 792480 h 1232892"/>
                <a:gd name="connsiteX253" fmla="*/ 749458 w 942377"/>
                <a:gd name="connsiteY253" fmla="*/ 818605 h 1232892"/>
                <a:gd name="connsiteX254" fmla="*/ 705915 w 942377"/>
                <a:gd name="connsiteY254" fmla="*/ 836022 h 1232892"/>
                <a:gd name="connsiteX255" fmla="*/ 601412 w 942377"/>
                <a:gd name="connsiteY255" fmla="*/ 870857 h 1232892"/>
                <a:gd name="connsiteX256" fmla="*/ 549160 w 942377"/>
                <a:gd name="connsiteY256" fmla="*/ 888274 h 1232892"/>
                <a:gd name="connsiteX257" fmla="*/ 488200 w 942377"/>
                <a:gd name="connsiteY257" fmla="*/ 905691 h 1232892"/>
                <a:gd name="connsiteX258" fmla="*/ 636246 w 942377"/>
                <a:gd name="connsiteY258" fmla="*/ 766354 h 1232892"/>
                <a:gd name="connsiteX259" fmla="*/ 775583 w 942377"/>
                <a:gd name="connsiteY259" fmla="*/ 670560 h 1232892"/>
                <a:gd name="connsiteX260" fmla="*/ 801709 w 942377"/>
                <a:gd name="connsiteY260" fmla="*/ 635725 h 123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942377" h="1232892">
                  <a:moveTo>
                    <a:pt x="520" y="261257"/>
                  </a:moveTo>
                  <a:cubicBezTo>
                    <a:pt x="35354" y="272868"/>
                    <a:pt x="70931" y="282454"/>
                    <a:pt x="105023" y="296091"/>
                  </a:cubicBezTo>
                  <a:cubicBezTo>
                    <a:pt x="114741" y="299978"/>
                    <a:pt x="125343" y="304799"/>
                    <a:pt x="131149" y="313508"/>
                  </a:cubicBezTo>
                  <a:cubicBezTo>
                    <a:pt x="137788" y="323466"/>
                    <a:pt x="135655" y="337135"/>
                    <a:pt x="139858" y="348342"/>
                  </a:cubicBezTo>
                  <a:cubicBezTo>
                    <a:pt x="144416" y="360498"/>
                    <a:pt x="152161" y="371244"/>
                    <a:pt x="157275" y="383177"/>
                  </a:cubicBezTo>
                  <a:cubicBezTo>
                    <a:pt x="160891" y="391614"/>
                    <a:pt x="162367" y="400865"/>
                    <a:pt x="165983" y="409302"/>
                  </a:cubicBezTo>
                  <a:cubicBezTo>
                    <a:pt x="179243" y="440243"/>
                    <a:pt x="183323" y="444022"/>
                    <a:pt x="200818" y="470262"/>
                  </a:cubicBezTo>
                  <a:cubicBezTo>
                    <a:pt x="217926" y="521591"/>
                    <a:pt x="197993" y="470967"/>
                    <a:pt x="235652" y="531222"/>
                  </a:cubicBezTo>
                  <a:cubicBezTo>
                    <a:pt x="261199" y="572098"/>
                    <a:pt x="243086" y="557932"/>
                    <a:pt x="270486" y="592182"/>
                  </a:cubicBezTo>
                  <a:cubicBezTo>
                    <a:pt x="275615" y="598593"/>
                    <a:pt x="282977" y="603031"/>
                    <a:pt x="287903" y="609600"/>
                  </a:cubicBezTo>
                  <a:cubicBezTo>
                    <a:pt x="300463" y="626346"/>
                    <a:pt x="322738" y="661851"/>
                    <a:pt x="322738" y="661851"/>
                  </a:cubicBezTo>
                  <a:cubicBezTo>
                    <a:pt x="370124" y="804009"/>
                    <a:pt x="313684" y="625633"/>
                    <a:pt x="348863" y="766354"/>
                  </a:cubicBezTo>
                  <a:cubicBezTo>
                    <a:pt x="363096" y="823287"/>
                    <a:pt x="366382" y="810200"/>
                    <a:pt x="383698" y="862148"/>
                  </a:cubicBezTo>
                  <a:cubicBezTo>
                    <a:pt x="387483" y="873502"/>
                    <a:pt x="389810" y="885298"/>
                    <a:pt x="392406" y="896982"/>
                  </a:cubicBezTo>
                  <a:cubicBezTo>
                    <a:pt x="395617" y="911431"/>
                    <a:pt x="398543" y="925948"/>
                    <a:pt x="401115" y="940525"/>
                  </a:cubicBezTo>
                  <a:cubicBezTo>
                    <a:pt x="407252" y="975302"/>
                    <a:pt x="409967" y="1010767"/>
                    <a:pt x="418532" y="1045028"/>
                  </a:cubicBezTo>
                  <a:cubicBezTo>
                    <a:pt x="431522" y="1096992"/>
                    <a:pt x="425272" y="1068056"/>
                    <a:pt x="435949" y="1132114"/>
                  </a:cubicBezTo>
                  <a:cubicBezTo>
                    <a:pt x="411371" y="640572"/>
                    <a:pt x="435949" y="1254644"/>
                    <a:pt x="435949" y="801188"/>
                  </a:cubicBezTo>
                  <a:cubicBezTo>
                    <a:pt x="435949" y="788654"/>
                    <a:pt x="455325" y="621671"/>
                    <a:pt x="409823" y="566057"/>
                  </a:cubicBezTo>
                  <a:cubicBezTo>
                    <a:pt x="391626" y="543816"/>
                    <a:pt x="374566" y="517948"/>
                    <a:pt x="348863" y="505097"/>
                  </a:cubicBezTo>
                  <a:lnTo>
                    <a:pt x="314029" y="487680"/>
                  </a:lnTo>
                  <a:cubicBezTo>
                    <a:pt x="272363" y="425180"/>
                    <a:pt x="293997" y="450230"/>
                    <a:pt x="253069" y="409302"/>
                  </a:cubicBezTo>
                  <a:cubicBezTo>
                    <a:pt x="221303" y="314011"/>
                    <a:pt x="271967" y="458357"/>
                    <a:pt x="226943" y="357051"/>
                  </a:cubicBezTo>
                  <a:cubicBezTo>
                    <a:pt x="219487" y="340274"/>
                    <a:pt x="215332" y="322217"/>
                    <a:pt x="209526" y="304800"/>
                  </a:cubicBezTo>
                  <a:lnTo>
                    <a:pt x="192109" y="252548"/>
                  </a:lnTo>
                  <a:cubicBezTo>
                    <a:pt x="189206" y="243839"/>
                    <a:pt x="185200" y="235424"/>
                    <a:pt x="183400" y="226422"/>
                  </a:cubicBezTo>
                  <a:cubicBezTo>
                    <a:pt x="180497" y="211908"/>
                    <a:pt x="168072" y="169641"/>
                    <a:pt x="174692" y="182880"/>
                  </a:cubicBezTo>
                  <a:cubicBezTo>
                    <a:pt x="230549" y="294590"/>
                    <a:pt x="182863" y="224988"/>
                    <a:pt x="209526" y="296091"/>
                  </a:cubicBezTo>
                  <a:cubicBezTo>
                    <a:pt x="222447" y="330546"/>
                    <a:pt x="231439" y="335478"/>
                    <a:pt x="253069" y="365760"/>
                  </a:cubicBezTo>
                  <a:cubicBezTo>
                    <a:pt x="259152" y="374277"/>
                    <a:pt x="263085" y="384484"/>
                    <a:pt x="270486" y="391885"/>
                  </a:cubicBezTo>
                  <a:cubicBezTo>
                    <a:pt x="276897" y="398296"/>
                    <a:pt x="324074" y="436097"/>
                    <a:pt x="340155" y="444137"/>
                  </a:cubicBezTo>
                  <a:cubicBezTo>
                    <a:pt x="348365" y="448242"/>
                    <a:pt x="357843" y="449229"/>
                    <a:pt x="366280" y="452845"/>
                  </a:cubicBezTo>
                  <a:cubicBezTo>
                    <a:pt x="378213" y="457959"/>
                    <a:pt x="389503" y="464456"/>
                    <a:pt x="401115" y="470262"/>
                  </a:cubicBezTo>
                  <a:cubicBezTo>
                    <a:pt x="406921" y="478971"/>
                    <a:pt x="413851" y="487026"/>
                    <a:pt x="418532" y="496388"/>
                  </a:cubicBezTo>
                  <a:cubicBezTo>
                    <a:pt x="422637" y="504599"/>
                    <a:pt x="427240" y="513334"/>
                    <a:pt x="427240" y="522514"/>
                  </a:cubicBezTo>
                  <a:cubicBezTo>
                    <a:pt x="427240" y="612549"/>
                    <a:pt x="423392" y="702576"/>
                    <a:pt x="418532" y="792480"/>
                  </a:cubicBezTo>
                  <a:cubicBezTo>
                    <a:pt x="417579" y="810112"/>
                    <a:pt x="412013" y="827210"/>
                    <a:pt x="409823" y="844731"/>
                  </a:cubicBezTo>
                  <a:cubicBezTo>
                    <a:pt x="406205" y="873679"/>
                    <a:pt x="404169" y="902804"/>
                    <a:pt x="401115" y="931817"/>
                  </a:cubicBezTo>
                  <a:cubicBezTo>
                    <a:pt x="398363" y="957959"/>
                    <a:pt x="395309" y="984068"/>
                    <a:pt x="392406" y="1010194"/>
                  </a:cubicBezTo>
                  <a:cubicBezTo>
                    <a:pt x="395309" y="1079863"/>
                    <a:pt x="388642" y="1287804"/>
                    <a:pt x="401115" y="1219200"/>
                  </a:cubicBezTo>
                  <a:cubicBezTo>
                    <a:pt x="419297" y="1119198"/>
                    <a:pt x="406546" y="1015989"/>
                    <a:pt x="409823" y="914400"/>
                  </a:cubicBezTo>
                  <a:cubicBezTo>
                    <a:pt x="412352" y="836010"/>
                    <a:pt x="411431" y="757377"/>
                    <a:pt x="418532" y="679268"/>
                  </a:cubicBezTo>
                  <a:cubicBezTo>
                    <a:pt x="420194" y="660984"/>
                    <a:pt x="430143" y="644434"/>
                    <a:pt x="435949" y="627017"/>
                  </a:cubicBezTo>
                  <a:cubicBezTo>
                    <a:pt x="444677" y="600834"/>
                    <a:pt x="443318" y="597273"/>
                    <a:pt x="462075" y="574765"/>
                  </a:cubicBezTo>
                  <a:cubicBezTo>
                    <a:pt x="469959" y="565304"/>
                    <a:pt x="481042" y="558661"/>
                    <a:pt x="488200" y="548640"/>
                  </a:cubicBezTo>
                  <a:cubicBezTo>
                    <a:pt x="495746" y="538076"/>
                    <a:pt x="500796" y="525859"/>
                    <a:pt x="505618" y="513805"/>
                  </a:cubicBezTo>
                  <a:cubicBezTo>
                    <a:pt x="512437" y="496759"/>
                    <a:pt x="523035" y="461554"/>
                    <a:pt x="523035" y="461554"/>
                  </a:cubicBezTo>
                  <a:cubicBezTo>
                    <a:pt x="520026" y="443503"/>
                    <a:pt x="513411" y="395249"/>
                    <a:pt x="505618" y="374468"/>
                  </a:cubicBezTo>
                  <a:cubicBezTo>
                    <a:pt x="501060" y="362313"/>
                    <a:pt x="494006" y="351245"/>
                    <a:pt x="488200" y="339634"/>
                  </a:cubicBezTo>
                  <a:cubicBezTo>
                    <a:pt x="477338" y="296186"/>
                    <a:pt x="459845" y="279204"/>
                    <a:pt x="479492" y="243840"/>
                  </a:cubicBezTo>
                  <a:cubicBezTo>
                    <a:pt x="489658" y="225541"/>
                    <a:pt x="525096" y="173638"/>
                    <a:pt x="514326" y="191588"/>
                  </a:cubicBezTo>
                  <a:cubicBezTo>
                    <a:pt x="460297" y="281636"/>
                    <a:pt x="520787" y="185877"/>
                    <a:pt x="444658" y="287382"/>
                  </a:cubicBezTo>
                  <a:cubicBezTo>
                    <a:pt x="413130" y="329420"/>
                    <a:pt x="412668" y="333944"/>
                    <a:pt x="392406" y="374468"/>
                  </a:cubicBezTo>
                  <a:cubicBezTo>
                    <a:pt x="389503" y="391885"/>
                    <a:pt x="383698" y="409062"/>
                    <a:pt x="383698" y="426720"/>
                  </a:cubicBezTo>
                  <a:cubicBezTo>
                    <a:pt x="383698" y="480608"/>
                    <a:pt x="392629" y="545735"/>
                    <a:pt x="401115" y="600891"/>
                  </a:cubicBezTo>
                  <a:cubicBezTo>
                    <a:pt x="403800" y="618343"/>
                    <a:pt x="407138" y="635690"/>
                    <a:pt x="409823" y="653142"/>
                  </a:cubicBezTo>
                  <a:cubicBezTo>
                    <a:pt x="412944" y="673430"/>
                    <a:pt x="415411" y="693814"/>
                    <a:pt x="418532" y="714102"/>
                  </a:cubicBezTo>
                  <a:cubicBezTo>
                    <a:pt x="421217" y="731554"/>
                    <a:pt x="423986" y="748999"/>
                    <a:pt x="427240" y="766354"/>
                  </a:cubicBezTo>
                  <a:cubicBezTo>
                    <a:pt x="432696" y="795451"/>
                    <a:pt x="444658" y="853440"/>
                    <a:pt x="444658" y="853440"/>
                  </a:cubicBezTo>
                  <a:cubicBezTo>
                    <a:pt x="429446" y="959916"/>
                    <a:pt x="427240" y="961094"/>
                    <a:pt x="427240" y="1114697"/>
                  </a:cubicBezTo>
                  <a:cubicBezTo>
                    <a:pt x="427240" y="1155441"/>
                    <a:pt x="434011" y="1033474"/>
                    <a:pt x="435949" y="992777"/>
                  </a:cubicBezTo>
                  <a:cubicBezTo>
                    <a:pt x="437167" y="967195"/>
                    <a:pt x="433051" y="777946"/>
                    <a:pt x="453366" y="696685"/>
                  </a:cubicBezTo>
                  <a:cubicBezTo>
                    <a:pt x="457819" y="678874"/>
                    <a:pt x="461053" y="660003"/>
                    <a:pt x="470783" y="644434"/>
                  </a:cubicBezTo>
                  <a:cubicBezTo>
                    <a:pt x="485297" y="621211"/>
                    <a:pt x="499623" y="597869"/>
                    <a:pt x="514326" y="574765"/>
                  </a:cubicBezTo>
                  <a:cubicBezTo>
                    <a:pt x="519945" y="565935"/>
                    <a:pt x="523035" y="554446"/>
                    <a:pt x="531743" y="548640"/>
                  </a:cubicBezTo>
                  <a:cubicBezTo>
                    <a:pt x="591633" y="508713"/>
                    <a:pt x="564136" y="520424"/>
                    <a:pt x="610120" y="505097"/>
                  </a:cubicBezTo>
                  <a:cubicBezTo>
                    <a:pt x="669419" y="445801"/>
                    <a:pt x="576753" y="536185"/>
                    <a:pt x="653663" y="470262"/>
                  </a:cubicBezTo>
                  <a:cubicBezTo>
                    <a:pt x="666131" y="459575"/>
                    <a:pt x="676886" y="447039"/>
                    <a:pt x="688498" y="435428"/>
                  </a:cubicBezTo>
                  <a:cubicBezTo>
                    <a:pt x="706751" y="398923"/>
                    <a:pt x="708506" y="397823"/>
                    <a:pt x="723332" y="357051"/>
                  </a:cubicBezTo>
                  <a:cubicBezTo>
                    <a:pt x="746204" y="294152"/>
                    <a:pt x="726489" y="319061"/>
                    <a:pt x="758166" y="287382"/>
                  </a:cubicBezTo>
                  <a:cubicBezTo>
                    <a:pt x="761069" y="278674"/>
                    <a:pt x="776054" y="261257"/>
                    <a:pt x="766875" y="261257"/>
                  </a:cubicBezTo>
                  <a:cubicBezTo>
                    <a:pt x="756409" y="261257"/>
                    <a:pt x="757498" y="280682"/>
                    <a:pt x="749458" y="287382"/>
                  </a:cubicBezTo>
                  <a:cubicBezTo>
                    <a:pt x="739485" y="295693"/>
                    <a:pt x="725895" y="298359"/>
                    <a:pt x="714623" y="304800"/>
                  </a:cubicBezTo>
                  <a:cubicBezTo>
                    <a:pt x="685231" y="321596"/>
                    <a:pt x="654620" y="336740"/>
                    <a:pt x="627538" y="357051"/>
                  </a:cubicBezTo>
                  <a:cubicBezTo>
                    <a:pt x="600005" y="377700"/>
                    <a:pt x="588411" y="383830"/>
                    <a:pt x="566578" y="409302"/>
                  </a:cubicBezTo>
                  <a:cubicBezTo>
                    <a:pt x="557132" y="420322"/>
                    <a:pt x="549161" y="432525"/>
                    <a:pt x="540452" y="444137"/>
                  </a:cubicBezTo>
                  <a:cubicBezTo>
                    <a:pt x="537620" y="458299"/>
                    <a:pt x="523035" y="528783"/>
                    <a:pt x="523035" y="539931"/>
                  </a:cubicBezTo>
                  <a:cubicBezTo>
                    <a:pt x="523035" y="640007"/>
                    <a:pt x="529727" y="680555"/>
                    <a:pt x="540452" y="766354"/>
                  </a:cubicBezTo>
                  <a:cubicBezTo>
                    <a:pt x="536212" y="800273"/>
                    <a:pt x="530566" y="853128"/>
                    <a:pt x="523035" y="888274"/>
                  </a:cubicBezTo>
                  <a:cubicBezTo>
                    <a:pt x="518020" y="911680"/>
                    <a:pt x="516323" y="936532"/>
                    <a:pt x="505618" y="957942"/>
                  </a:cubicBezTo>
                  <a:lnTo>
                    <a:pt x="488200" y="992777"/>
                  </a:lnTo>
                  <a:cubicBezTo>
                    <a:pt x="473196" y="1052798"/>
                    <a:pt x="484844" y="1016910"/>
                    <a:pt x="444658" y="1097280"/>
                  </a:cubicBezTo>
                  <a:lnTo>
                    <a:pt x="427240" y="1132114"/>
                  </a:lnTo>
                  <a:lnTo>
                    <a:pt x="409823" y="1166948"/>
                  </a:lnTo>
                  <a:cubicBezTo>
                    <a:pt x="404017" y="1155337"/>
                    <a:pt x="393698" y="1145031"/>
                    <a:pt x="392406" y="1132114"/>
                  </a:cubicBezTo>
                  <a:cubicBezTo>
                    <a:pt x="390649" y="1114544"/>
                    <a:pt x="398702" y="1097354"/>
                    <a:pt x="401115" y="1079862"/>
                  </a:cubicBezTo>
                  <a:cubicBezTo>
                    <a:pt x="410315" y="1013162"/>
                    <a:pt x="389891" y="935587"/>
                    <a:pt x="427240" y="879565"/>
                  </a:cubicBezTo>
                  <a:lnTo>
                    <a:pt x="462075" y="827314"/>
                  </a:lnTo>
                  <a:cubicBezTo>
                    <a:pt x="464978" y="818605"/>
                    <a:pt x="466325" y="809212"/>
                    <a:pt x="470783" y="801188"/>
                  </a:cubicBezTo>
                  <a:cubicBezTo>
                    <a:pt x="515741" y="720265"/>
                    <a:pt x="492708" y="777010"/>
                    <a:pt x="540452" y="705394"/>
                  </a:cubicBezTo>
                  <a:cubicBezTo>
                    <a:pt x="547653" y="694592"/>
                    <a:pt x="550668" y="681362"/>
                    <a:pt x="557869" y="670560"/>
                  </a:cubicBezTo>
                  <a:cubicBezTo>
                    <a:pt x="568179" y="655094"/>
                    <a:pt x="581551" y="641887"/>
                    <a:pt x="592703" y="627017"/>
                  </a:cubicBezTo>
                  <a:cubicBezTo>
                    <a:pt x="598983" y="618644"/>
                    <a:pt x="603582" y="609064"/>
                    <a:pt x="610120" y="600891"/>
                  </a:cubicBezTo>
                  <a:cubicBezTo>
                    <a:pt x="621437" y="586745"/>
                    <a:pt x="649897" y="564476"/>
                    <a:pt x="662372" y="557348"/>
                  </a:cubicBezTo>
                  <a:cubicBezTo>
                    <a:pt x="670342" y="552794"/>
                    <a:pt x="680061" y="552256"/>
                    <a:pt x="688498" y="548640"/>
                  </a:cubicBezTo>
                  <a:cubicBezTo>
                    <a:pt x="700430" y="543526"/>
                    <a:pt x="712060" y="537663"/>
                    <a:pt x="723332" y="531222"/>
                  </a:cubicBezTo>
                  <a:cubicBezTo>
                    <a:pt x="731995" y="526272"/>
                    <a:pt x="822296" y="475801"/>
                    <a:pt x="845252" y="452845"/>
                  </a:cubicBezTo>
                  <a:cubicBezTo>
                    <a:pt x="855515" y="442582"/>
                    <a:pt x="862669" y="429622"/>
                    <a:pt x="871378" y="418011"/>
                  </a:cubicBezTo>
                  <a:cubicBezTo>
                    <a:pt x="874281" y="409302"/>
                    <a:pt x="875981" y="400096"/>
                    <a:pt x="880086" y="391885"/>
                  </a:cubicBezTo>
                  <a:cubicBezTo>
                    <a:pt x="891070" y="369916"/>
                    <a:pt x="898722" y="364541"/>
                    <a:pt x="914920" y="348342"/>
                  </a:cubicBezTo>
                  <a:cubicBezTo>
                    <a:pt x="921975" y="355397"/>
                    <a:pt x="948583" y="376812"/>
                    <a:pt x="941046" y="391885"/>
                  </a:cubicBezTo>
                  <a:cubicBezTo>
                    <a:pt x="928665" y="416647"/>
                    <a:pt x="873002" y="429081"/>
                    <a:pt x="853960" y="435428"/>
                  </a:cubicBezTo>
                  <a:lnTo>
                    <a:pt x="827835" y="444137"/>
                  </a:lnTo>
                  <a:cubicBezTo>
                    <a:pt x="816223" y="452845"/>
                    <a:pt x="805602" y="463061"/>
                    <a:pt x="793000" y="470262"/>
                  </a:cubicBezTo>
                  <a:cubicBezTo>
                    <a:pt x="785030" y="474816"/>
                    <a:pt x="774121" y="473335"/>
                    <a:pt x="766875" y="478971"/>
                  </a:cubicBezTo>
                  <a:cubicBezTo>
                    <a:pt x="717419" y="517437"/>
                    <a:pt x="690554" y="561945"/>
                    <a:pt x="662372" y="618308"/>
                  </a:cubicBezTo>
                  <a:lnTo>
                    <a:pt x="610120" y="722811"/>
                  </a:lnTo>
                  <a:cubicBezTo>
                    <a:pt x="589286" y="764480"/>
                    <a:pt x="581367" y="776702"/>
                    <a:pt x="566578" y="818605"/>
                  </a:cubicBezTo>
                  <a:cubicBezTo>
                    <a:pt x="554357" y="853230"/>
                    <a:pt x="531743" y="923108"/>
                    <a:pt x="531743" y="923108"/>
                  </a:cubicBezTo>
                  <a:cubicBezTo>
                    <a:pt x="524435" y="966958"/>
                    <a:pt x="520085" y="1001629"/>
                    <a:pt x="505618" y="1045028"/>
                  </a:cubicBezTo>
                  <a:cubicBezTo>
                    <a:pt x="502715" y="1053737"/>
                    <a:pt x="499136" y="1062248"/>
                    <a:pt x="496909" y="1071154"/>
                  </a:cubicBezTo>
                  <a:lnTo>
                    <a:pt x="479492" y="1140822"/>
                  </a:lnTo>
                  <a:cubicBezTo>
                    <a:pt x="470783" y="1137919"/>
                    <a:pt x="456269" y="1140823"/>
                    <a:pt x="453366" y="1132114"/>
                  </a:cubicBezTo>
                  <a:cubicBezTo>
                    <a:pt x="445367" y="1108118"/>
                    <a:pt x="477362" y="1059931"/>
                    <a:pt x="488200" y="1045028"/>
                  </a:cubicBezTo>
                  <a:cubicBezTo>
                    <a:pt x="501535" y="1026692"/>
                    <a:pt x="516365" y="1009436"/>
                    <a:pt x="531743" y="992777"/>
                  </a:cubicBezTo>
                  <a:cubicBezTo>
                    <a:pt x="578585" y="942032"/>
                    <a:pt x="604710" y="918006"/>
                    <a:pt x="662372" y="879565"/>
                  </a:cubicBezTo>
                  <a:cubicBezTo>
                    <a:pt x="671081" y="873759"/>
                    <a:pt x="678698" y="865823"/>
                    <a:pt x="688498" y="862148"/>
                  </a:cubicBezTo>
                  <a:cubicBezTo>
                    <a:pt x="702357" y="856951"/>
                    <a:pt x="717526" y="856343"/>
                    <a:pt x="732040" y="853440"/>
                  </a:cubicBezTo>
                  <a:cubicBezTo>
                    <a:pt x="761069" y="838926"/>
                    <a:pt x="793162" y="829370"/>
                    <a:pt x="819126" y="809897"/>
                  </a:cubicBezTo>
                  <a:cubicBezTo>
                    <a:pt x="830737" y="801188"/>
                    <a:pt x="842810" y="793063"/>
                    <a:pt x="853960" y="783771"/>
                  </a:cubicBezTo>
                  <a:cubicBezTo>
                    <a:pt x="860268" y="778515"/>
                    <a:pt x="878419" y="762130"/>
                    <a:pt x="871378" y="766354"/>
                  </a:cubicBezTo>
                  <a:cubicBezTo>
                    <a:pt x="835479" y="787894"/>
                    <a:pt x="801427" y="812381"/>
                    <a:pt x="766875" y="836022"/>
                  </a:cubicBezTo>
                  <a:cubicBezTo>
                    <a:pt x="746266" y="850123"/>
                    <a:pt x="727328" y="866717"/>
                    <a:pt x="705915" y="879565"/>
                  </a:cubicBezTo>
                  <a:cubicBezTo>
                    <a:pt x="676886" y="896982"/>
                    <a:pt x="648422" y="915377"/>
                    <a:pt x="618829" y="931817"/>
                  </a:cubicBezTo>
                  <a:cubicBezTo>
                    <a:pt x="596132" y="944426"/>
                    <a:pt x="572837" y="955996"/>
                    <a:pt x="549160" y="966651"/>
                  </a:cubicBezTo>
                  <a:cubicBezTo>
                    <a:pt x="468452" y="1002970"/>
                    <a:pt x="472609" y="1000878"/>
                    <a:pt x="418532" y="1018902"/>
                  </a:cubicBezTo>
                  <a:cubicBezTo>
                    <a:pt x="395309" y="1013096"/>
                    <a:pt x="370959" y="1010692"/>
                    <a:pt x="348863" y="1001485"/>
                  </a:cubicBezTo>
                  <a:cubicBezTo>
                    <a:pt x="316590" y="988038"/>
                    <a:pt x="294234" y="951037"/>
                    <a:pt x="279195" y="923108"/>
                  </a:cubicBezTo>
                  <a:cubicBezTo>
                    <a:pt x="258133" y="883992"/>
                    <a:pt x="246344" y="843955"/>
                    <a:pt x="235652" y="801188"/>
                  </a:cubicBezTo>
                  <a:cubicBezTo>
                    <a:pt x="232062" y="786828"/>
                    <a:pt x="229846" y="772159"/>
                    <a:pt x="226943" y="757645"/>
                  </a:cubicBezTo>
                  <a:cubicBezTo>
                    <a:pt x="229846" y="664754"/>
                    <a:pt x="232147" y="571842"/>
                    <a:pt x="235652" y="478971"/>
                  </a:cubicBezTo>
                  <a:cubicBezTo>
                    <a:pt x="242662" y="293204"/>
                    <a:pt x="230002" y="353519"/>
                    <a:pt x="253069" y="261257"/>
                  </a:cubicBezTo>
                  <a:cubicBezTo>
                    <a:pt x="250166" y="252548"/>
                    <a:pt x="244360" y="225951"/>
                    <a:pt x="244360" y="235131"/>
                  </a:cubicBezTo>
                  <a:cubicBezTo>
                    <a:pt x="244360" y="261417"/>
                    <a:pt x="247048" y="287920"/>
                    <a:pt x="253069" y="313508"/>
                  </a:cubicBezTo>
                  <a:cubicBezTo>
                    <a:pt x="262085" y="351827"/>
                    <a:pt x="295557" y="419260"/>
                    <a:pt x="314029" y="452845"/>
                  </a:cubicBezTo>
                  <a:cubicBezTo>
                    <a:pt x="333464" y="488181"/>
                    <a:pt x="354241" y="522767"/>
                    <a:pt x="374989" y="557348"/>
                  </a:cubicBezTo>
                  <a:cubicBezTo>
                    <a:pt x="380374" y="566323"/>
                    <a:pt x="392406" y="583474"/>
                    <a:pt x="392406" y="583474"/>
                  </a:cubicBezTo>
                  <a:cubicBezTo>
                    <a:pt x="386600" y="595085"/>
                    <a:pt x="378555" y="605826"/>
                    <a:pt x="374989" y="618308"/>
                  </a:cubicBezTo>
                  <a:cubicBezTo>
                    <a:pt x="366856" y="646773"/>
                    <a:pt x="362439" y="676193"/>
                    <a:pt x="357572" y="705394"/>
                  </a:cubicBezTo>
                  <a:cubicBezTo>
                    <a:pt x="346429" y="772245"/>
                    <a:pt x="352326" y="740331"/>
                    <a:pt x="340155" y="801188"/>
                  </a:cubicBezTo>
                  <a:cubicBezTo>
                    <a:pt x="343726" y="858320"/>
                    <a:pt x="341664" y="925738"/>
                    <a:pt x="357572" y="984068"/>
                  </a:cubicBezTo>
                  <a:cubicBezTo>
                    <a:pt x="362403" y="1001781"/>
                    <a:pt x="365543" y="1020577"/>
                    <a:pt x="374989" y="1036320"/>
                  </a:cubicBezTo>
                  <a:cubicBezTo>
                    <a:pt x="383698" y="1050834"/>
                    <a:pt x="391277" y="1066089"/>
                    <a:pt x="401115" y="1079862"/>
                  </a:cubicBezTo>
                  <a:cubicBezTo>
                    <a:pt x="405887" y="1086543"/>
                    <a:pt x="412726" y="1091474"/>
                    <a:pt x="418532" y="1097280"/>
                  </a:cubicBezTo>
                  <a:cubicBezTo>
                    <a:pt x="424338" y="1088571"/>
                    <a:pt x="434908" y="1081569"/>
                    <a:pt x="435949" y="1071154"/>
                  </a:cubicBezTo>
                  <a:cubicBezTo>
                    <a:pt x="439181" y="1038835"/>
                    <a:pt x="409179" y="943269"/>
                    <a:pt x="401115" y="923108"/>
                  </a:cubicBezTo>
                  <a:cubicBezTo>
                    <a:pt x="389062" y="892974"/>
                    <a:pt x="373334" y="864393"/>
                    <a:pt x="357572" y="836022"/>
                  </a:cubicBezTo>
                  <a:cubicBezTo>
                    <a:pt x="344272" y="812083"/>
                    <a:pt x="330224" y="788438"/>
                    <a:pt x="314029" y="766354"/>
                  </a:cubicBezTo>
                  <a:cubicBezTo>
                    <a:pt x="291435" y="735544"/>
                    <a:pt x="238653" y="679356"/>
                    <a:pt x="209526" y="653142"/>
                  </a:cubicBezTo>
                  <a:cubicBezTo>
                    <a:pt x="198738" y="643433"/>
                    <a:pt x="185712" y="636463"/>
                    <a:pt x="174692" y="627017"/>
                  </a:cubicBezTo>
                  <a:cubicBezTo>
                    <a:pt x="165341" y="619002"/>
                    <a:pt x="158588" y="608049"/>
                    <a:pt x="148566" y="600891"/>
                  </a:cubicBezTo>
                  <a:cubicBezTo>
                    <a:pt x="138002" y="593345"/>
                    <a:pt x="124864" y="590153"/>
                    <a:pt x="113732" y="583474"/>
                  </a:cubicBezTo>
                  <a:cubicBezTo>
                    <a:pt x="38869" y="538557"/>
                    <a:pt x="87904" y="557449"/>
                    <a:pt x="35355" y="539931"/>
                  </a:cubicBezTo>
                  <a:cubicBezTo>
                    <a:pt x="26646" y="531222"/>
                    <a:pt x="16061" y="524052"/>
                    <a:pt x="9229" y="513805"/>
                  </a:cubicBezTo>
                  <a:cubicBezTo>
                    <a:pt x="-7060" y="489372"/>
                    <a:pt x="1656" y="449440"/>
                    <a:pt x="9229" y="426720"/>
                  </a:cubicBezTo>
                  <a:cubicBezTo>
                    <a:pt x="11825" y="418931"/>
                    <a:pt x="20840" y="415108"/>
                    <a:pt x="26646" y="409302"/>
                  </a:cubicBezTo>
                  <a:cubicBezTo>
                    <a:pt x="31096" y="458254"/>
                    <a:pt x="33977" y="535143"/>
                    <a:pt x="52772" y="583474"/>
                  </a:cubicBezTo>
                  <a:cubicBezTo>
                    <a:pt x="57438" y="595473"/>
                    <a:pt x="128285" y="719266"/>
                    <a:pt x="139858" y="731520"/>
                  </a:cubicBezTo>
                  <a:cubicBezTo>
                    <a:pt x="227331" y="824139"/>
                    <a:pt x="216689" y="797255"/>
                    <a:pt x="287903" y="844731"/>
                  </a:cubicBezTo>
                  <a:cubicBezTo>
                    <a:pt x="315133" y="862885"/>
                    <a:pt x="373047" y="910515"/>
                    <a:pt x="383698" y="931817"/>
                  </a:cubicBezTo>
                  <a:lnTo>
                    <a:pt x="418532" y="1001485"/>
                  </a:lnTo>
                  <a:cubicBezTo>
                    <a:pt x="439400" y="1084965"/>
                    <a:pt x="411864" y="981482"/>
                    <a:pt x="444658" y="1079862"/>
                  </a:cubicBezTo>
                  <a:cubicBezTo>
                    <a:pt x="448443" y="1091217"/>
                    <a:pt x="450078" y="1103189"/>
                    <a:pt x="453366" y="1114697"/>
                  </a:cubicBezTo>
                  <a:cubicBezTo>
                    <a:pt x="455888" y="1123523"/>
                    <a:pt x="459172" y="1132114"/>
                    <a:pt x="462075" y="1140822"/>
                  </a:cubicBezTo>
                  <a:cubicBezTo>
                    <a:pt x="440514" y="1011457"/>
                    <a:pt x="443573" y="1012680"/>
                    <a:pt x="401115" y="862148"/>
                  </a:cubicBezTo>
                  <a:cubicBezTo>
                    <a:pt x="350218" y="681696"/>
                    <a:pt x="357610" y="731635"/>
                    <a:pt x="305320" y="574765"/>
                  </a:cubicBezTo>
                  <a:cubicBezTo>
                    <a:pt x="295736" y="546014"/>
                    <a:pt x="287903" y="516708"/>
                    <a:pt x="279195" y="487680"/>
                  </a:cubicBezTo>
                  <a:cubicBezTo>
                    <a:pt x="276292" y="467360"/>
                    <a:pt x="274512" y="446848"/>
                    <a:pt x="270486" y="426720"/>
                  </a:cubicBezTo>
                  <a:cubicBezTo>
                    <a:pt x="265791" y="403247"/>
                    <a:pt x="258085" y="380457"/>
                    <a:pt x="253069" y="357051"/>
                  </a:cubicBezTo>
                  <a:cubicBezTo>
                    <a:pt x="249369" y="339786"/>
                    <a:pt x="247519" y="322172"/>
                    <a:pt x="244360" y="304800"/>
                  </a:cubicBezTo>
                  <a:cubicBezTo>
                    <a:pt x="241712" y="290237"/>
                    <a:pt x="238980" y="275680"/>
                    <a:pt x="235652" y="261257"/>
                  </a:cubicBezTo>
                  <a:cubicBezTo>
                    <a:pt x="230270" y="237932"/>
                    <a:pt x="218235" y="191588"/>
                    <a:pt x="218235" y="191588"/>
                  </a:cubicBezTo>
                  <a:lnTo>
                    <a:pt x="209526" y="252548"/>
                  </a:lnTo>
                  <a:cubicBezTo>
                    <a:pt x="212429" y="298994"/>
                    <a:pt x="214022" y="345540"/>
                    <a:pt x="218235" y="391885"/>
                  </a:cubicBezTo>
                  <a:cubicBezTo>
                    <a:pt x="219834" y="409470"/>
                    <a:pt x="221004" y="427508"/>
                    <a:pt x="226943" y="444137"/>
                  </a:cubicBezTo>
                  <a:cubicBezTo>
                    <a:pt x="250156" y="509133"/>
                    <a:pt x="251133" y="508095"/>
                    <a:pt x="296612" y="539931"/>
                  </a:cubicBezTo>
                  <a:cubicBezTo>
                    <a:pt x="313761" y="551935"/>
                    <a:pt x="331829" y="562598"/>
                    <a:pt x="348863" y="574765"/>
                  </a:cubicBezTo>
                  <a:cubicBezTo>
                    <a:pt x="372485" y="591638"/>
                    <a:pt x="395706" y="609082"/>
                    <a:pt x="418532" y="627017"/>
                  </a:cubicBezTo>
                  <a:cubicBezTo>
                    <a:pt x="566376" y="743181"/>
                    <a:pt x="398586" y="616415"/>
                    <a:pt x="505618" y="696685"/>
                  </a:cubicBezTo>
                  <a:cubicBezTo>
                    <a:pt x="515951" y="748356"/>
                    <a:pt x="520848" y="748976"/>
                    <a:pt x="505618" y="809897"/>
                  </a:cubicBezTo>
                  <a:cubicBezTo>
                    <a:pt x="502469" y="822491"/>
                    <a:pt x="494006" y="833120"/>
                    <a:pt x="488200" y="844731"/>
                  </a:cubicBezTo>
                  <a:cubicBezTo>
                    <a:pt x="482394" y="873760"/>
                    <a:pt x="480144" y="903733"/>
                    <a:pt x="470783" y="931817"/>
                  </a:cubicBezTo>
                  <a:lnTo>
                    <a:pt x="453366" y="984068"/>
                  </a:lnTo>
                  <a:lnTo>
                    <a:pt x="444658" y="1010194"/>
                  </a:lnTo>
                  <a:cubicBezTo>
                    <a:pt x="441755" y="920205"/>
                    <a:pt x="442855" y="829998"/>
                    <a:pt x="435949" y="740228"/>
                  </a:cubicBezTo>
                  <a:cubicBezTo>
                    <a:pt x="427903" y="635629"/>
                    <a:pt x="400044" y="513918"/>
                    <a:pt x="383698" y="409302"/>
                  </a:cubicBezTo>
                  <a:cubicBezTo>
                    <a:pt x="367218" y="303832"/>
                    <a:pt x="366479" y="280862"/>
                    <a:pt x="357572" y="182880"/>
                  </a:cubicBezTo>
                  <a:cubicBezTo>
                    <a:pt x="358209" y="175237"/>
                    <a:pt x="365351" y="55038"/>
                    <a:pt x="374989" y="26125"/>
                  </a:cubicBezTo>
                  <a:cubicBezTo>
                    <a:pt x="378299" y="16196"/>
                    <a:pt x="386600" y="8708"/>
                    <a:pt x="392406" y="0"/>
                  </a:cubicBezTo>
                  <a:cubicBezTo>
                    <a:pt x="389503" y="20320"/>
                    <a:pt x="387370" y="40765"/>
                    <a:pt x="383698" y="60960"/>
                  </a:cubicBezTo>
                  <a:cubicBezTo>
                    <a:pt x="369949" y="136577"/>
                    <a:pt x="348642" y="210995"/>
                    <a:pt x="340155" y="287382"/>
                  </a:cubicBezTo>
                  <a:cubicBezTo>
                    <a:pt x="318239" y="484631"/>
                    <a:pt x="326484" y="391697"/>
                    <a:pt x="314029" y="566057"/>
                  </a:cubicBezTo>
                  <a:cubicBezTo>
                    <a:pt x="316932" y="624114"/>
                    <a:pt x="315219" y="682587"/>
                    <a:pt x="322738" y="740228"/>
                  </a:cubicBezTo>
                  <a:cubicBezTo>
                    <a:pt x="324092" y="750607"/>
                    <a:pt x="333455" y="758313"/>
                    <a:pt x="340155" y="766354"/>
                  </a:cubicBezTo>
                  <a:cubicBezTo>
                    <a:pt x="369170" y="801173"/>
                    <a:pt x="361894" y="787485"/>
                    <a:pt x="401115" y="809897"/>
                  </a:cubicBezTo>
                  <a:cubicBezTo>
                    <a:pt x="426746" y="824543"/>
                    <a:pt x="425586" y="825660"/>
                    <a:pt x="444658" y="844731"/>
                  </a:cubicBezTo>
                  <a:cubicBezTo>
                    <a:pt x="450464" y="856342"/>
                    <a:pt x="460239" y="866714"/>
                    <a:pt x="462075" y="879565"/>
                  </a:cubicBezTo>
                  <a:cubicBezTo>
                    <a:pt x="463373" y="888653"/>
                    <a:pt x="455592" y="896785"/>
                    <a:pt x="453366" y="905691"/>
                  </a:cubicBezTo>
                  <a:cubicBezTo>
                    <a:pt x="439608" y="960725"/>
                    <a:pt x="457033" y="936860"/>
                    <a:pt x="427240" y="966651"/>
                  </a:cubicBezTo>
                  <a:cubicBezTo>
                    <a:pt x="463931" y="856581"/>
                    <a:pt x="457688" y="877537"/>
                    <a:pt x="505618" y="661851"/>
                  </a:cubicBezTo>
                  <a:lnTo>
                    <a:pt x="540452" y="505097"/>
                  </a:lnTo>
                  <a:cubicBezTo>
                    <a:pt x="543355" y="470263"/>
                    <a:pt x="545846" y="435392"/>
                    <a:pt x="549160" y="400594"/>
                  </a:cubicBezTo>
                  <a:cubicBezTo>
                    <a:pt x="551652" y="374426"/>
                    <a:pt x="555592" y="348405"/>
                    <a:pt x="557869" y="322217"/>
                  </a:cubicBezTo>
                  <a:cubicBezTo>
                    <a:pt x="561399" y="281627"/>
                    <a:pt x="561818" y="240761"/>
                    <a:pt x="566578" y="200297"/>
                  </a:cubicBezTo>
                  <a:cubicBezTo>
                    <a:pt x="567651" y="191180"/>
                    <a:pt x="570194" y="181809"/>
                    <a:pt x="575286" y="174171"/>
                  </a:cubicBezTo>
                  <a:cubicBezTo>
                    <a:pt x="582118" y="163923"/>
                    <a:pt x="592703" y="156754"/>
                    <a:pt x="601412" y="148045"/>
                  </a:cubicBezTo>
                  <a:cubicBezTo>
                    <a:pt x="583995" y="191588"/>
                    <a:pt x="565448" y="234696"/>
                    <a:pt x="549160" y="278674"/>
                  </a:cubicBezTo>
                  <a:lnTo>
                    <a:pt x="462075" y="513805"/>
                  </a:lnTo>
                  <a:cubicBezTo>
                    <a:pt x="456269" y="551542"/>
                    <a:pt x="451488" y="589452"/>
                    <a:pt x="444658" y="627017"/>
                  </a:cubicBezTo>
                  <a:cubicBezTo>
                    <a:pt x="439870" y="653348"/>
                    <a:pt x="428577" y="678664"/>
                    <a:pt x="427240" y="705394"/>
                  </a:cubicBezTo>
                  <a:cubicBezTo>
                    <a:pt x="425639" y="737417"/>
                    <a:pt x="433046" y="769257"/>
                    <a:pt x="435949" y="801188"/>
                  </a:cubicBezTo>
                  <a:cubicBezTo>
                    <a:pt x="425227" y="844073"/>
                    <a:pt x="412883" y="909702"/>
                    <a:pt x="418532" y="740228"/>
                  </a:cubicBezTo>
                  <a:cubicBezTo>
                    <a:pt x="420380" y="684800"/>
                    <a:pt x="422498" y="628568"/>
                    <a:pt x="435949" y="574765"/>
                  </a:cubicBezTo>
                  <a:cubicBezTo>
                    <a:pt x="443198" y="545771"/>
                    <a:pt x="462257" y="520804"/>
                    <a:pt x="479492" y="496388"/>
                  </a:cubicBezTo>
                  <a:cubicBezTo>
                    <a:pt x="497287" y="471178"/>
                    <a:pt x="517314" y="447136"/>
                    <a:pt x="540452" y="426720"/>
                  </a:cubicBezTo>
                  <a:cubicBezTo>
                    <a:pt x="567022" y="403276"/>
                    <a:pt x="597154" y="383991"/>
                    <a:pt x="627538" y="365760"/>
                  </a:cubicBezTo>
                  <a:cubicBezTo>
                    <a:pt x="675376" y="337057"/>
                    <a:pt x="731181" y="313795"/>
                    <a:pt x="784292" y="296091"/>
                  </a:cubicBezTo>
                  <a:cubicBezTo>
                    <a:pt x="795647" y="292306"/>
                    <a:pt x="807618" y="290670"/>
                    <a:pt x="819126" y="287382"/>
                  </a:cubicBezTo>
                  <a:cubicBezTo>
                    <a:pt x="827952" y="284860"/>
                    <a:pt x="836543" y="281577"/>
                    <a:pt x="845252" y="278674"/>
                  </a:cubicBezTo>
                  <a:cubicBezTo>
                    <a:pt x="853961" y="269965"/>
                    <a:pt x="864220" y="262570"/>
                    <a:pt x="871378" y="252548"/>
                  </a:cubicBezTo>
                  <a:cubicBezTo>
                    <a:pt x="878924" y="241984"/>
                    <a:pt x="901777" y="217714"/>
                    <a:pt x="888795" y="217714"/>
                  </a:cubicBezTo>
                  <a:cubicBezTo>
                    <a:pt x="872374" y="217714"/>
                    <a:pt x="863813" y="239411"/>
                    <a:pt x="853960" y="252548"/>
                  </a:cubicBezTo>
                  <a:cubicBezTo>
                    <a:pt x="837529" y="274456"/>
                    <a:pt x="826178" y="299821"/>
                    <a:pt x="810418" y="322217"/>
                  </a:cubicBezTo>
                  <a:cubicBezTo>
                    <a:pt x="770991" y="378245"/>
                    <a:pt x="728920" y="432366"/>
                    <a:pt x="688498" y="487680"/>
                  </a:cubicBezTo>
                  <a:cubicBezTo>
                    <a:pt x="673764" y="507842"/>
                    <a:pt x="662612" y="530983"/>
                    <a:pt x="644955" y="548640"/>
                  </a:cubicBezTo>
                  <a:cubicBezTo>
                    <a:pt x="624635" y="568960"/>
                    <a:pt x="601237" y="586611"/>
                    <a:pt x="583995" y="609600"/>
                  </a:cubicBezTo>
                  <a:cubicBezTo>
                    <a:pt x="498612" y="723442"/>
                    <a:pt x="604123" y="581421"/>
                    <a:pt x="540452" y="670560"/>
                  </a:cubicBezTo>
                  <a:cubicBezTo>
                    <a:pt x="532016" y="682371"/>
                    <a:pt x="520817" y="692412"/>
                    <a:pt x="514326" y="705394"/>
                  </a:cubicBezTo>
                  <a:cubicBezTo>
                    <a:pt x="500344" y="733358"/>
                    <a:pt x="489379" y="762820"/>
                    <a:pt x="479492" y="792480"/>
                  </a:cubicBezTo>
                  <a:cubicBezTo>
                    <a:pt x="473686" y="809897"/>
                    <a:pt x="468349" y="827477"/>
                    <a:pt x="462075" y="844731"/>
                  </a:cubicBezTo>
                  <a:cubicBezTo>
                    <a:pt x="456733" y="859422"/>
                    <a:pt x="449601" y="873444"/>
                    <a:pt x="444658" y="888274"/>
                  </a:cubicBezTo>
                  <a:cubicBezTo>
                    <a:pt x="440873" y="899629"/>
                    <a:pt x="440664" y="912107"/>
                    <a:pt x="435949" y="923108"/>
                  </a:cubicBezTo>
                  <a:cubicBezTo>
                    <a:pt x="431826" y="932728"/>
                    <a:pt x="408066" y="949234"/>
                    <a:pt x="418532" y="949234"/>
                  </a:cubicBezTo>
                  <a:cubicBezTo>
                    <a:pt x="430848" y="949234"/>
                    <a:pt x="436373" y="932221"/>
                    <a:pt x="444658" y="923108"/>
                  </a:cubicBezTo>
                  <a:cubicBezTo>
                    <a:pt x="465415" y="900275"/>
                    <a:pt x="486554" y="877704"/>
                    <a:pt x="505618" y="853440"/>
                  </a:cubicBezTo>
                  <a:cubicBezTo>
                    <a:pt x="550454" y="796376"/>
                    <a:pt x="584930" y="730583"/>
                    <a:pt x="636246" y="679268"/>
                  </a:cubicBezTo>
                  <a:cubicBezTo>
                    <a:pt x="656507" y="659007"/>
                    <a:pt x="690382" y="604363"/>
                    <a:pt x="732040" y="600891"/>
                  </a:cubicBezTo>
                  <a:cubicBezTo>
                    <a:pt x="792858" y="595823"/>
                    <a:pt x="853960" y="595085"/>
                    <a:pt x="914920" y="592182"/>
                  </a:cubicBezTo>
                  <a:cubicBezTo>
                    <a:pt x="891697" y="603794"/>
                    <a:pt x="866250" y="611746"/>
                    <a:pt x="845252" y="627017"/>
                  </a:cubicBezTo>
                  <a:cubicBezTo>
                    <a:pt x="801964" y="658500"/>
                    <a:pt x="768722" y="703152"/>
                    <a:pt x="723332" y="731520"/>
                  </a:cubicBezTo>
                  <a:cubicBezTo>
                    <a:pt x="700109" y="746034"/>
                    <a:pt x="675948" y="759145"/>
                    <a:pt x="653663" y="775062"/>
                  </a:cubicBezTo>
                  <a:cubicBezTo>
                    <a:pt x="635214" y="788240"/>
                    <a:pt x="620276" y="806029"/>
                    <a:pt x="601412" y="818605"/>
                  </a:cubicBezTo>
                  <a:cubicBezTo>
                    <a:pt x="585209" y="829407"/>
                    <a:pt x="566183" y="835274"/>
                    <a:pt x="549160" y="844731"/>
                  </a:cubicBezTo>
                  <a:cubicBezTo>
                    <a:pt x="530694" y="854990"/>
                    <a:pt x="504039" y="876960"/>
                    <a:pt x="488200" y="888274"/>
                  </a:cubicBezTo>
                  <a:cubicBezTo>
                    <a:pt x="479683" y="894357"/>
                    <a:pt x="470783" y="899885"/>
                    <a:pt x="462075" y="905691"/>
                  </a:cubicBezTo>
                  <a:cubicBezTo>
                    <a:pt x="456269" y="914400"/>
                    <a:pt x="434192" y="931817"/>
                    <a:pt x="444658" y="931817"/>
                  </a:cubicBezTo>
                  <a:cubicBezTo>
                    <a:pt x="461584" y="931817"/>
                    <a:pt x="473785" y="914562"/>
                    <a:pt x="488200" y="905691"/>
                  </a:cubicBezTo>
                  <a:cubicBezTo>
                    <a:pt x="511523" y="891338"/>
                    <a:pt x="531537" y="869671"/>
                    <a:pt x="557869" y="862148"/>
                  </a:cubicBezTo>
                  <a:lnTo>
                    <a:pt x="679789" y="827314"/>
                  </a:lnTo>
                  <a:cubicBezTo>
                    <a:pt x="700109" y="830217"/>
                    <a:pt x="720621" y="831997"/>
                    <a:pt x="740749" y="836022"/>
                  </a:cubicBezTo>
                  <a:cubicBezTo>
                    <a:pt x="749751" y="837822"/>
                    <a:pt x="760998" y="837679"/>
                    <a:pt x="766875" y="844731"/>
                  </a:cubicBezTo>
                  <a:cubicBezTo>
                    <a:pt x="772662" y="851675"/>
                    <a:pt x="788180" y="899940"/>
                    <a:pt x="793000" y="914400"/>
                  </a:cubicBezTo>
                  <a:cubicBezTo>
                    <a:pt x="800914" y="890659"/>
                    <a:pt x="834245" y="815720"/>
                    <a:pt x="801709" y="792480"/>
                  </a:cubicBezTo>
                  <a:cubicBezTo>
                    <a:pt x="785863" y="781162"/>
                    <a:pt x="767185" y="810547"/>
                    <a:pt x="749458" y="818605"/>
                  </a:cubicBezTo>
                  <a:cubicBezTo>
                    <a:pt x="735227" y="825074"/>
                    <a:pt x="720656" y="830819"/>
                    <a:pt x="705915" y="836022"/>
                  </a:cubicBezTo>
                  <a:cubicBezTo>
                    <a:pt x="671290" y="848243"/>
                    <a:pt x="636246" y="859245"/>
                    <a:pt x="601412" y="870857"/>
                  </a:cubicBezTo>
                  <a:cubicBezTo>
                    <a:pt x="583995" y="876663"/>
                    <a:pt x="566971" y="883821"/>
                    <a:pt x="549160" y="888274"/>
                  </a:cubicBezTo>
                  <a:cubicBezTo>
                    <a:pt x="505420" y="899208"/>
                    <a:pt x="525680" y="893197"/>
                    <a:pt x="488200" y="905691"/>
                  </a:cubicBezTo>
                  <a:cubicBezTo>
                    <a:pt x="530036" y="863855"/>
                    <a:pt x="587514" y="802903"/>
                    <a:pt x="636246" y="766354"/>
                  </a:cubicBezTo>
                  <a:cubicBezTo>
                    <a:pt x="681337" y="732536"/>
                    <a:pt x="735728" y="710415"/>
                    <a:pt x="775583" y="670560"/>
                  </a:cubicBezTo>
                  <a:cubicBezTo>
                    <a:pt x="803762" y="642381"/>
                    <a:pt x="801709" y="656750"/>
                    <a:pt x="801709" y="635725"/>
                  </a:cubicBezTo>
                </a:path>
              </a:pathLst>
            </a:custGeom>
            <a:solidFill>
              <a:srgbClr val="9F8D23"/>
            </a:solidFill>
            <a:ln>
              <a:solidFill>
                <a:srgbClr val="E0BE2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6" name="Oval 3655">
              <a:extLst>
                <a:ext uri="{FF2B5EF4-FFF2-40B4-BE49-F238E27FC236}">
                  <a16:creationId xmlns:a16="http://schemas.microsoft.com/office/drawing/2014/main" id="{2921A1E8-1B83-2B72-BDAC-AD404FF09CFF}"/>
                </a:ext>
              </a:extLst>
            </p:cNvPr>
            <p:cNvSpPr/>
            <p:nvPr/>
          </p:nvSpPr>
          <p:spPr>
            <a:xfrm>
              <a:off x="4606827" y="512001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7" name="Oval 3656">
              <a:extLst>
                <a:ext uri="{FF2B5EF4-FFF2-40B4-BE49-F238E27FC236}">
                  <a16:creationId xmlns:a16="http://schemas.microsoft.com/office/drawing/2014/main" id="{BC8B9C1C-648C-252E-1AA3-4195DFE47626}"/>
                </a:ext>
              </a:extLst>
            </p:cNvPr>
            <p:cNvSpPr/>
            <p:nvPr/>
          </p:nvSpPr>
          <p:spPr>
            <a:xfrm>
              <a:off x="4646784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8" name="Oval 3657">
              <a:extLst>
                <a:ext uri="{FF2B5EF4-FFF2-40B4-BE49-F238E27FC236}">
                  <a16:creationId xmlns:a16="http://schemas.microsoft.com/office/drawing/2014/main" id="{76059DCB-6F32-E610-817B-7A9D043ABFC9}"/>
                </a:ext>
              </a:extLst>
            </p:cNvPr>
            <p:cNvSpPr/>
            <p:nvPr/>
          </p:nvSpPr>
          <p:spPr>
            <a:xfrm>
              <a:off x="4620146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9" name="Oval 3658">
              <a:extLst>
                <a:ext uri="{FF2B5EF4-FFF2-40B4-BE49-F238E27FC236}">
                  <a16:creationId xmlns:a16="http://schemas.microsoft.com/office/drawing/2014/main" id="{3C80B530-226D-85F6-1D5E-46364DD64BA7}"/>
                </a:ext>
              </a:extLst>
            </p:cNvPr>
            <p:cNvSpPr/>
            <p:nvPr/>
          </p:nvSpPr>
          <p:spPr>
            <a:xfrm>
              <a:off x="4660103" y="524629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0" name="Oval 3659">
              <a:extLst>
                <a:ext uri="{FF2B5EF4-FFF2-40B4-BE49-F238E27FC236}">
                  <a16:creationId xmlns:a16="http://schemas.microsoft.com/office/drawing/2014/main" id="{2D76D88B-1E12-A67D-9AFE-1B0F460A6CF1}"/>
                </a:ext>
              </a:extLst>
            </p:cNvPr>
            <p:cNvSpPr/>
            <p:nvPr/>
          </p:nvSpPr>
          <p:spPr>
            <a:xfrm>
              <a:off x="4633465" y="5154851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1" name="Oval 3660">
              <a:extLst>
                <a:ext uri="{FF2B5EF4-FFF2-40B4-BE49-F238E27FC236}">
                  <a16:creationId xmlns:a16="http://schemas.microsoft.com/office/drawing/2014/main" id="{26AF47FA-A867-E5FB-13BE-B85F20714693}"/>
                </a:ext>
              </a:extLst>
            </p:cNvPr>
            <p:cNvSpPr/>
            <p:nvPr/>
          </p:nvSpPr>
          <p:spPr>
            <a:xfrm>
              <a:off x="4686741" y="5281124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2" name="Oval 3661">
              <a:extLst>
                <a:ext uri="{FF2B5EF4-FFF2-40B4-BE49-F238E27FC236}">
                  <a16:creationId xmlns:a16="http://schemas.microsoft.com/office/drawing/2014/main" id="{F8CDAFE8-1F63-2B53-686A-254709B6EF13}"/>
                </a:ext>
              </a:extLst>
            </p:cNvPr>
            <p:cNvSpPr/>
            <p:nvPr/>
          </p:nvSpPr>
          <p:spPr>
            <a:xfrm>
              <a:off x="4673422" y="52462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3" name="Oval 3662">
              <a:extLst>
                <a:ext uri="{FF2B5EF4-FFF2-40B4-BE49-F238E27FC236}">
                  <a16:creationId xmlns:a16="http://schemas.microsoft.com/office/drawing/2014/main" id="{37E2237D-F727-0D03-248C-74932AEAA447}"/>
                </a:ext>
              </a:extLst>
            </p:cNvPr>
            <p:cNvSpPr/>
            <p:nvPr/>
          </p:nvSpPr>
          <p:spPr>
            <a:xfrm>
              <a:off x="4740017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4" name="Oval 3663">
              <a:extLst>
                <a:ext uri="{FF2B5EF4-FFF2-40B4-BE49-F238E27FC236}">
                  <a16:creationId xmlns:a16="http://schemas.microsoft.com/office/drawing/2014/main" id="{7DD7D7A1-131B-8351-C675-2B6C21A2145D}"/>
                </a:ext>
              </a:extLst>
            </p:cNvPr>
            <p:cNvSpPr/>
            <p:nvPr/>
          </p:nvSpPr>
          <p:spPr>
            <a:xfrm>
              <a:off x="4700060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5" name="Oval 3664">
              <a:extLst>
                <a:ext uri="{FF2B5EF4-FFF2-40B4-BE49-F238E27FC236}">
                  <a16:creationId xmlns:a16="http://schemas.microsoft.com/office/drawing/2014/main" id="{E01AD1A9-8B41-ECE7-96D1-E9C9D2BA849B}"/>
                </a:ext>
              </a:extLst>
            </p:cNvPr>
            <p:cNvSpPr/>
            <p:nvPr/>
          </p:nvSpPr>
          <p:spPr>
            <a:xfrm>
              <a:off x="4753336" y="5398691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6" name="Oval 3665">
              <a:extLst>
                <a:ext uri="{FF2B5EF4-FFF2-40B4-BE49-F238E27FC236}">
                  <a16:creationId xmlns:a16="http://schemas.microsoft.com/office/drawing/2014/main" id="{5C4B5BAC-6AD1-2F20-4564-3E31104DC753}"/>
                </a:ext>
              </a:extLst>
            </p:cNvPr>
            <p:cNvSpPr/>
            <p:nvPr/>
          </p:nvSpPr>
          <p:spPr>
            <a:xfrm>
              <a:off x="4713379" y="52811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7" name="Oval 3666">
              <a:extLst>
                <a:ext uri="{FF2B5EF4-FFF2-40B4-BE49-F238E27FC236}">
                  <a16:creationId xmlns:a16="http://schemas.microsoft.com/office/drawing/2014/main" id="{FA0B7DCB-975D-5F91-B737-FE9AE5640FDA}"/>
                </a:ext>
              </a:extLst>
            </p:cNvPr>
            <p:cNvSpPr/>
            <p:nvPr/>
          </p:nvSpPr>
          <p:spPr>
            <a:xfrm>
              <a:off x="4833247" y="5433524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8" name="Oval 3667">
              <a:extLst>
                <a:ext uri="{FF2B5EF4-FFF2-40B4-BE49-F238E27FC236}">
                  <a16:creationId xmlns:a16="http://schemas.microsoft.com/office/drawing/2014/main" id="{11FAE61E-A655-FD1A-22EA-62C2C91CAD12}"/>
                </a:ext>
              </a:extLst>
            </p:cNvPr>
            <p:cNvSpPr/>
            <p:nvPr/>
          </p:nvSpPr>
          <p:spPr>
            <a:xfrm rot="14400000">
              <a:off x="4726698" y="520710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9" name="Oval 3668">
              <a:extLst>
                <a:ext uri="{FF2B5EF4-FFF2-40B4-BE49-F238E27FC236}">
                  <a16:creationId xmlns:a16="http://schemas.microsoft.com/office/drawing/2014/main" id="{BCF7BAAA-16AB-AFEE-4A96-D7DE74E81199}"/>
                </a:ext>
              </a:extLst>
            </p:cNvPr>
            <p:cNvSpPr/>
            <p:nvPr/>
          </p:nvSpPr>
          <p:spPr>
            <a:xfrm rot="14400000">
              <a:off x="4793293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0" name="Oval 3669">
              <a:extLst>
                <a:ext uri="{FF2B5EF4-FFF2-40B4-BE49-F238E27FC236}">
                  <a16:creationId xmlns:a16="http://schemas.microsoft.com/office/drawing/2014/main" id="{710460EC-73B1-F050-4264-5B5D178CA8CA}"/>
                </a:ext>
              </a:extLst>
            </p:cNvPr>
            <p:cNvSpPr/>
            <p:nvPr/>
          </p:nvSpPr>
          <p:spPr>
            <a:xfrm rot="14400000">
              <a:off x="4766655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1" name="Oval 3670">
              <a:extLst>
                <a:ext uri="{FF2B5EF4-FFF2-40B4-BE49-F238E27FC236}">
                  <a16:creationId xmlns:a16="http://schemas.microsoft.com/office/drawing/2014/main" id="{357FDCFC-EB6B-C8B2-7DCA-5509E26C0590}"/>
                </a:ext>
              </a:extLst>
            </p:cNvPr>
            <p:cNvSpPr/>
            <p:nvPr/>
          </p:nvSpPr>
          <p:spPr>
            <a:xfrm rot="14400000">
              <a:off x="4806612" y="533337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2" name="Oval 3671">
              <a:extLst>
                <a:ext uri="{FF2B5EF4-FFF2-40B4-BE49-F238E27FC236}">
                  <a16:creationId xmlns:a16="http://schemas.microsoft.com/office/drawing/2014/main" id="{C26E2858-CAEE-D5FD-E5BC-16EAC20D1783}"/>
                </a:ext>
              </a:extLst>
            </p:cNvPr>
            <p:cNvSpPr/>
            <p:nvPr/>
          </p:nvSpPr>
          <p:spPr>
            <a:xfrm rot="14400000">
              <a:off x="4779974" y="524193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3" name="Oval 3672">
              <a:extLst>
                <a:ext uri="{FF2B5EF4-FFF2-40B4-BE49-F238E27FC236}">
                  <a16:creationId xmlns:a16="http://schemas.microsoft.com/office/drawing/2014/main" id="{2C4C8068-9EB7-EE8D-3AEA-B4409053BB02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4" name="Oval 3673">
              <a:extLst>
                <a:ext uri="{FF2B5EF4-FFF2-40B4-BE49-F238E27FC236}">
                  <a16:creationId xmlns:a16="http://schemas.microsoft.com/office/drawing/2014/main" id="{CC00F92D-01F5-2667-8870-F2AC83EECA40}"/>
                </a:ext>
              </a:extLst>
            </p:cNvPr>
            <p:cNvSpPr/>
            <p:nvPr/>
          </p:nvSpPr>
          <p:spPr>
            <a:xfrm rot="14400000">
              <a:off x="4819931" y="533337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5" name="Oval 3674">
              <a:extLst>
                <a:ext uri="{FF2B5EF4-FFF2-40B4-BE49-F238E27FC236}">
                  <a16:creationId xmlns:a16="http://schemas.microsoft.com/office/drawing/2014/main" id="{A34DAB9D-39E0-F669-5A4C-AF589E2F9FDE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6" name="Oval 3675">
              <a:extLst>
                <a:ext uri="{FF2B5EF4-FFF2-40B4-BE49-F238E27FC236}">
                  <a16:creationId xmlns:a16="http://schemas.microsoft.com/office/drawing/2014/main" id="{86465F35-CD96-041A-0426-21B219660A99}"/>
                </a:ext>
              </a:extLst>
            </p:cNvPr>
            <p:cNvSpPr/>
            <p:nvPr/>
          </p:nvSpPr>
          <p:spPr>
            <a:xfrm rot="14400000">
              <a:off x="4846308" y="536820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7" name="Oval 3676">
              <a:extLst>
                <a:ext uri="{FF2B5EF4-FFF2-40B4-BE49-F238E27FC236}">
                  <a16:creationId xmlns:a16="http://schemas.microsoft.com/office/drawing/2014/main" id="{0FFECDB2-502F-5C69-3DED-E5895B50C7C2}"/>
                </a:ext>
              </a:extLst>
            </p:cNvPr>
            <p:cNvSpPr/>
            <p:nvPr/>
          </p:nvSpPr>
          <p:spPr>
            <a:xfrm>
              <a:off x="4646014" y="532467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8" name="Oval 3677">
              <a:extLst>
                <a:ext uri="{FF2B5EF4-FFF2-40B4-BE49-F238E27FC236}">
                  <a16:creationId xmlns:a16="http://schemas.microsoft.com/office/drawing/2014/main" id="{BE99B1BF-112F-B4C9-8CB9-F96B2DD5A3FB}"/>
                </a:ext>
              </a:extLst>
            </p:cNvPr>
            <p:cNvSpPr/>
            <p:nvPr/>
          </p:nvSpPr>
          <p:spPr>
            <a:xfrm>
              <a:off x="4685971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9" name="Oval 3678">
              <a:extLst>
                <a:ext uri="{FF2B5EF4-FFF2-40B4-BE49-F238E27FC236}">
                  <a16:creationId xmlns:a16="http://schemas.microsoft.com/office/drawing/2014/main" id="{02E69025-5FF8-D50E-2289-BEEC4A1E3308}"/>
                </a:ext>
              </a:extLst>
            </p:cNvPr>
            <p:cNvSpPr/>
            <p:nvPr/>
          </p:nvSpPr>
          <p:spPr>
            <a:xfrm>
              <a:off x="4659333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0" name="Oval 3679">
              <a:extLst>
                <a:ext uri="{FF2B5EF4-FFF2-40B4-BE49-F238E27FC236}">
                  <a16:creationId xmlns:a16="http://schemas.microsoft.com/office/drawing/2014/main" id="{0A18A63E-92BC-CE5D-3172-E495021DE1B1}"/>
                </a:ext>
              </a:extLst>
            </p:cNvPr>
            <p:cNvSpPr/>
            <p:nvPr/>
          </p:nvSpPr>
          <p:spPr>
            <a:xfrm>
              <a:off x="4699290" y="545094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1" name="Oval 3680">
              <a:extLst>
                <a:ext uri="{FF2B5EF4-FFF2-40B4-BE49-F238E27FC236}">
                  <a16:creationId xmlns:a16="http://schemas.microsoft.com/office/drawing/2014/main" id="{F3A1EF35-18F5-CB8D-F8A0-9545F79197F0}"/>
                </a:ext>
              </a:extLst>
            </p:cNvPr>
            <p:cNvSpPr/>
            <p:nvPr/>
          </p:nvSpPr>
          <p:spPr>
            <a:xfrm>
              <a:off x="4672652" y="535950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2" name="Oval 3681">
              <a:extLst>
                <a:ext uri="{FF2B5EF4-FFF2-40B4-BE49-F238E27FC236}">
                  <a16:creationId xmlns:a16="http://schemas.microsoft.com/office/drawing/2014/main" id="{3598FE37-DB52-B130-7A01-A8C90E522EBE}"/>
                </a:ext>
              </a:extLst>
            </p:cNvPr>
            <p:cNvSpPr/>
            <p:nvPr/>
          </p:nvSpPr>
          <p:spPr>
            <a:xfrm>
              <a:off x="4725928" y="5485778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3" name="Oval 3682">
              <a:extLst>
                <a:ext uri="{FF2B5EF4-FFF2-40B4-BE49-F238E27FC236}">
                  <a16:creationId xmlns:a16="http://schemas.microsoft.com/office/drawing/2014/main" id="{BE4C920E-9B76-BE48-C01E-E201ECAE8611}"/>
                </a:ext>
              </a:extLst>
            </p:cNvPr>
            <p:cNvSpPr/>
            <p:nvPr/>
          </p:nvSpPr>
          <p:spPr>
            <a:xfrm>
              <a:off x="4712609" y="54509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4" name="Oval 3683">
              <a:extLst>
                <a:ext uri="{FF2B5EF4-FFF2-40B4-BE49-F238E27FC236}">
                  <a16:creationId xmlns:a16="http://schemas.microsoft.com/office/drawing/2014/main" id="{60B69CAD-A689-1BA0-9745-21D76F13DE03}"/>
                </a:ext>
              </a:extLst>
            </p:cNvPr>
            <p:cNvSpPr/>
            <p:nvPr/>
          </p:nvSpPr>
          <p:spPr>
            <a:xfrm>
              <a:off x="4779204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5" name="Oval 3684">
              <a:extLst>
                <a:ext uri="{FF2B5EF4-FFF2-40B4-BE49-F238E27FC236}">
                  <a16:creationId xmlns:a16="http://schemas.microsoft.com/office/drawing/2014/main" id="{80E76172-DF5E-BBEE-841F-A10B466F8FE9}"/>
                </a:ext>
              </a:extLst>
            </p:cNvPr>
            <p:cNvSpPr/>
            <p:nvPr/>
          </p:nvSpPr>
          <p:spPr>
            <a:xfrm>
              <a:off x="4739247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6" name="Oval 3685">
              <a:extLst>
                <a:ext uri="{FF2B5EF4-FFF2-40B4-BE49-F238E27FC236}">
                  <a16:creationId xmlns:a16="http://schemas.microsoft.com/office/drawing/2014/main" id="{E649BADE-EFB4-C984-40EA-28DBB8836676}"/>
                </a:ext>
              </a:extLst>
            </p:cNvPr>
            <p:cNvSpPr/>
            <p:nvPr/>
          </p:nvSpPr>
          <p:spPr>
            <a:xfrm>
              <a:off x="4792523" y="560334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7" name="Oval 3686">
              <a:extLst>
                <a:ext uri="{FF2B5EF4-FFF2-40B4-BE49-F238E27FC236}">
                  <a16:creationId xmlns:a16="http://schemas.microsoft.com/office/drawing/2014/main" id="{1143EF6C-081F-C840-FE02-B23DCE2BC01E}"/>
                </a:ext>
              </a:extLst>
            </p:cNvPr>
            <p:cNvSpPr/>
            <p:nvPr/>
          </p:nvSpPr>
          <p:spPr>
            <a:xfrm>
              <a:off x="4752566" y="54857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8" name="Oval 3687">
              <a:extLst>
                <a:ext uri="{FF2B5EF4-FFF2-40B4-BE49-F238E27FC236}">
                  <a16:creationId xmlns:a16="http://schemas.microsoft.com/office/drawing/2014/main" id="{FB03C787-0DA4-D164-6A07-D4194775F2C6}"/>
                </a:ext>
              </a:extLst>
            </p:cNvPr>
            <p:cNvSpPr/>
            <p:nvPr/>
          </p:nvSpPr>
          <p:spPr>
            <a:xfrm>
              <a:off x="4872434" y="5638178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9" name="Oval 3688">
              <a:extLst>
                <a:ext uri="{FF2B5EF4-FFF2-40B4-BE49-F238E27FC236}">
                  <a16:creationId xmlns:a16="http://schemas.microsoft.com/office/drawing/2014/main" id="{E88CA892-5406-0EDC-3D9E-CB123B56082C}"/>
                </a:ext>
              </a:extLst>
            </p:cNvPr>
            <p:cNvSpPr/>
            <p:nvPr/>
          </p:nvSpPr>
          <p:spPr>
            <a:xfrm rot="14400000">
              <a:off x="4765885" y="541175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0" name="Oval 3689">
              <a:extLst>
                <a:ext uri="{FF2B5EF4-FFF2-40B4-BE49-F238E27FC236}">
                  <a16:creationId xmlns:a16="http://schemas.microsoft.com/office/drawing/2014/main" id="{9339AD6E-5903-23BC-B5D4-3D7E23977A20}"/>
                </a:ext>
              </a:extLst>
            </p:cNvPr>
            <p:cNvSpPr/>
            <p:nvPr/>
          </p:nvSpPr>
          <p:spPr>
            <a:xfrm rot="14400000">
              <a:off x="4832480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1" name="Oval 3690">
              <a:extLst>
                <a:ext uri="{FF2B5EF4-FFF2-40B4-BE49-F238E27FC236}">
                  <a16:creationId xmlns:a16="http://schemas.microsoft.com/office/drawing/2014/main" id="{0A372534-BA8F-1DE8-F2C0-AF98B48BF335}"/>
                </a:ext>
              </a:extLst>
            </p:cNvPr>
            <p:cNvSpPr/>
            <p:nvPr/>
          </p:nvSpPr>
          <p:spPr>
            <a:xfrm rot="14400000">
              <a:off x="4805842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2" name="Oval 3691">
              <a:extLst>
                <a:ext uri="{FF2B5EF4-FFF2-40B4-BE49-F238E27FC236}">
                  <a16:creationId xmlns:a16="http://schemas.microsoft.com/office/drawing/2014/main" id="{384B1F2A-3E59-6BB6-91DD-E1F49979B4FE}"/>
                </a:ext>
              </a:extLst>
            </p:cNvPr>
            <p:cNvSpPr/>
            <p:nvPr/>
          </p:nvSpPr>
          <p:spPr>
            <a:xfrm rot="14400000">
              <a:off x="4845799" y="553802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3" name="Oval 3692">
              <a:extLst>
                <a:ext uri="{FF2B5EF4-FFF2-40B4-BE49-F238E27FC236}">
                  <a16:creationId xmlns:a16="http://schemas.microsoft.com/office/drawing/2014/main" id="{1D540B29-74A0-7F1A-907C-CCECFC690EDB}"/>
                </a:ext>
              </a:extLst>
            </p:cNvPr>
            <p:cNvSpPr/>
            <p:nvPr/>
          </p:nvSpPr>
          <p:spPr>
            <a:xfrm rot="14400000">
              <a:off x="4819161" y="544658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4" name="Oval 3693">
              <a:extLst>
                <a:ext uri="{FF2B5EF4-FFF2-40B4-BE49-F238E27FC236}">
                  <a16:creationId xmlns:a16="http://schemas.microsoft.com/office/drawing/2014/main" id="{EDE6BCEA-4F59-654B-74A0-327047159D51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5" name="Oval 3694">
              <a:extLst>
                <a:ext uri="{FF2B5EF4-FFF2-40B4-BE49-F238E27FC236}">
                  <a16:creationId xmlns:a16="http://schemas.microsoft.com/office/drawing/2014/main" id="{90A82AEF-B56E-CF2B-4E47-A05C8F02F654}"/>
                </a:ext>
              </a:extLst>
            </p:cNvPr>
            <p:cNvSpPr/>
            <p:nvPr/>
          </p:nvSpPr>
          <p:spPr>
            <a:xfrm rot="14400000">
              <a:off x="4859118" y="553802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6" name="Oval 3695">
              <a:extLst>
                <a:ext uri="{FF2B5EF4-FFF2-40B4-BE49-F238E27FC236}">
                  <a16:creationId xmlns:a16="http://schemas.microsoft.com/office/drawing/2014/main" id="{C92D489B-383A-BDC4-3FF9-7F950574BE75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7" name="Oval 3696">
              <a:extLst>
                <a:ext uri="{FF2B5EF4-FFF2-40B4-BE49-F238E27FC236}">
                  <a16:creationId xmlns:a16="http://schemas.microsoft.com/office/drawing/2014/main" id="{FE1FC92D-E87A-8F69-5A21-0DC4713436E6}"/>
                </a:ext>
              </a:extLst>
            </p:cNvPr>
            <p:cNvSpPr/>
            <p:nvPr/>
          </p:nvSpPr>
          <p:spPr>
            <a:xfrm rot="14400000">
              <a:off x="4885495" y="557286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8" name="Oval 3697">
              <a:extLst>
                <a:ext uri="{FF2B5EF4-FFF2-40B4-BE49-F238E27FC236}">
                  <a16:creationId xmlns:a16="http://schemas.microsoft.com/office/drawing/2014/main" id="{A8C52E3C-CCF8-A123-8272-87D55A86247F}"/>
                </a:ext>
              </a:extLst>
            </p:cNvPr>
            <p:cNvSpPr/>
            <p:nvPr/>
          </p:nvSpPr>
          <p:spPr>
            <a:xfrm>
              <a:off x="4863733" y="507211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9" name="Oval 3698">
              <a:extLst>
                <a:ext uri="{FF2B5EF4-FFF2-40B4-BE49-F238E27FC236}">
                  <a16:creationId xmlns:a16="http://schemas.microsoft.com/office/drawing/2014/main" id="{88E5C4BB-2057-DAD0-D99B-673125F461D9}"/>
                </a:ext>
              </a:extLst>
            </p:cNvPr>
            <p:cNvSpPr/>
            <p:nvPr/>
          </p:nvSpPr>
          <p:spPr>
            <a:xfrm>
              <a:off x="4903690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0" name="Oval 3699">
              <a:extLst>
                <a:ext uri="{FF2B5EF4-FFF2-40B4-BE49-F238E27FC236}">
                  <a16:creationId xmlns:a16="http://schemas.microsoft.com/office/drawing/2014/main" id="{B2C59AC8-9467-293E-9D15-9ACB0FF69C14}"/>
                </a:ext>
              </a:extLst>
            </p:cNvPr>
            <p:cNvSpPr/>
            <p:nvPr/>
          </p:nvSpPr>
          <p:spPr>
            <a:xfrm>
              <a:off x="4877052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1" name="Oval 3700">
              <a:extLst>
                <a:ext uri="{FF2B5EF4-FFF2-40B4-BE49-F238E27FC236}">
                  <a16:creationId xmlns:a16="http://schemas.microsoft.com/office/drawing/2014/main" id="{2C5759E5-D58B-87FB-E4B1-A4056D1F1B3A}"/>
                </a:ext>
              </a:extLst>
            </p:cNvPr>
            <p:cNvSpPr/>
            <p:nvPr/>
          </p:nvSpPr>
          <p:spPr>
            <a:xfrm>
              <a:off x="4917009" y="519839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2" name="Oval 3701">
              <a:extLst>
                <a:ext uri="{FF2B5EF4-FFF2-40B4-BE49-F238E27FC236}">
                  <a16:creationId xmlns:a16="http://schemas.microsoft.com/office/drawing/2014/main" id="{BE3C50B5-D318-C28F-CE57-EA7CC7B89AE6}"/>
                </a:ext>
              </a:extLst>
            </p:cNvPr>
            <p:cNvSpPr/>
            <p:nvPr/>
          </p:nvSpPr>
          <p:spPr>
            <a:xfrm>
              <a:off x="4890371" y="5106952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3" name="Oval 3702">
              <a:extLst>
                <a:ext uri="{FF2B5EF4-FFF2-40B4-BE49-F238E27FC236}">
                  <a16:creationId xmlns:a16="http://schemas.microsoft.com/office/drawing/2014/main" id="{B1B5583E-7C7E-1615-7814-3CF2FFBC727C}"/>
                </a:ext>
              </a:extLst>
            </p:cNvPr>
            <p:cNvSpPr/>
            <p:nvPr/>
          </p:nvSpPr>
          <p:spPr>
            <a:xfrm>
              <a:off x="4943647" y="5233225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4" name="Oval 3703">
              <a:extLst>
                <a:ext uri="{FF2B5EF4-FFF2-40B4-BE49-F238E27FC236}">
                  <a16:creationId xmlns:a16="http://schemas.microsoft.com/office/drawing/2014/main" id="{8923C9BC-52C9-51E2-43EA-F0A81462F149}"/>
                </a:ext>
              </a:extLst>
            </p:cNvPr>
            <p:cNvSpPr/>
            <p:nvPr/>
          </p:nvSpPr>
          <p:spPr>
            <a:xfrm>
              <a:off x="4930328" y="51983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5" name="Oval 3704">
              <a:extLst>
                <a:ext uri="{FF2B5EF4-FFF2-40B4-BE49-F238E27FC236}">
                  <a16:creationId xmlns:a16="http://schemas.microsoft.com/office/drawing/2014/main" id="{1FF1B84E-E8BE-3674-CB4C-5BF26501FCAC}"/>
                </a:ext>
              </a:extLst>
            </p:cNvPr>
            <p:cNvSpPr/>
            <p:nvPr/>
          </p:nvSpPr>
          <p:spPr>
            <a:xfrm>
              <a:off x="4996923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6" name="Oval 3705">
              <a:extLst>
                <a:ext uri="{FF2B5EF4-FFF2-40B4-BE49-F238E27FC236}">
                  <a16:creationId xmlns:a16="http://schemas.microsoft.com/office/drawing/2014/main" id="{1C977CAD-84B4-4BCB-CF49-A8CD8ED8DBEA}"/>
                </a:ext>
              </a:extLst>
            </p:cNvPr>
            <p:cNvSpPr/>
            <p:nvPr/>
          </p:nvSpPr>
          <p:spPr>
            <a:xfrm>
              <a:off x="4956966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7" name="Oval 3706">
              <a:extLst>
                <a:ext uri="{FF2B5EF4-FFF2-40B4-BE49-F238E27FC236}">
                  <a16:creationId xmlns:a16="http://schemas.microsoft.com/office/drawing/2014/main" id="{F8694723-26C8-BD52-2D60-6B622996F701}"/>
                </a:ext>
              </a:extLst>
            </p:cNvPr>
            <p:cNvSpPr/>
            <p:nvPr/>
          </p:nvSpPr>
          <p:spPr>
            <a:xfrm>
              <a:off x="5010242" y="5350792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8" name="Oval 3707">
              <a:extLst>
                <a:ext uri="{FF2B5EF4-FFF2-40B4-BE49-F238E27FC236}">
                  <a16:creationId xmlns:a16="http://schemas.microsoft.com/office/drawing/2014/main" id="{12D99573-15A7-05E1-979C-629DC32654A8}"/>
                </a:ext>
              </a:extLst>
            </p:cNvPr>
            <p:cNvSpPr/>
            <p:nvPr/>
          </p:nvSpPr>
          <p:spPr>
            <a:xfrm>
              <a:off x="4970285" y="52332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9" name="Oval 3708">
              <a:extLst>
                <a:ext uri="{FF2B5EF4-FFF2-40B4-BE49-F238E27FC236}">
                  <a16:creationId xmlns:a16="http://schemas.microsoft.com/office/drawing/2014/main" id="{2A05B252-0F9F-D489-EDB8-02F6C2AAD9CD}"/>
                </a:ext>
              </a:extLst>
            </p:cNvPr>
            <p:cNvSpPr/>
            <p:nvPr/>
          </p:nvSpPr>
          <p:spPr>
            <a:xfrm>
              <a:off x="5090153" y="5385625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0" name="Oval 3709">
              <a:extLst>
                <a:ext uri="{FF2B5EF4-FFF2-40B4-BE49-F238E27FC236}">
                  <a16:creationId xmlns:a16="http://schemas.microsoft.com/office/drawing/2014/main" id="{8EDBBACD-590B-5E56-BE02-AF877274B590}"/>
                </a:ext>
              </a:extLst>
            </p:cNvPr>
            <p:cNvSpPr/>
            <p:nvPr/>
          </p:nvSpPr>
          <p:spPr>
            <a:xfrm rot="14400000">
              <a:off x="4983604" y="5159203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1" name="Oval 3710">
              <a:extLst>
                <a:ext uri="{FF2B5EF4-FFF2-40B4-BE49-F238E27FC236}">
                  <a16:creationId xmlns:a16="http://schemas.microsoft.com/office/drawing/2014/main" id="{7584ACFB-9901-C181-1F12-27BB02CFEADB}"/>
                </a:ext>
              </a:extLst>
            </p:cNvPr>
            <p:cNvSpPr/>
            <p:nvPr/>
          </p:nvSpPr>
          <p:spPr>
            <a:xfrm rot="14400000">
              <a:off x="5050199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2" name="Oval 3711">
              <a:extLst>
                <a:ext uri="{FF2B5EF4-FFF2-40B4-BE49-F238E27FC236}">
                  <a16:creationId xmlns:a16="http://schemas.microsoft.com/office/drawing/2014/main" id="{CA33FDD2-DD30-6556-18FA-F8171A8AF44C}"/>
                </a:ext>
              </a:extLst>
            </p:cNvPr>
            <p:cNvSpPr/>
            <p:nvPr/>
          </p:nvSpPr>
          <p:spPr>
            <a:xfrm rot="14400000">
              <a:off x="5023561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3" name="Oval 3712">
              <a:extLst>
                <a:ext uri="{FF2B5EF4-FFF2-40B4-BE49-F238E27FC236}">
                  <a16:creationId xmlns:a16="http://schemas.microsoft.com/office/drawing/2014/main" id="{647F0434-4E4C-573A-B14C-ADFF34A4F433}"/>
                </a:ext>
              </a:extLst>
            </p:cNvPr>
            <p:cNvSpPr/>
            <p:nvPr/>
          </p:nvSpPr>
          <p:spPr>
            <a:xfrm rot="14400000">
              <a:off x="5063518" y="528547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4" name="Oval 3713">
              <a:extLst>
                <a:ext uri="{FF2B5EF4-FFF2-40B4-BE49-F238E27FC236}">
                  <a16:creationId xmlns:a16="http://schemas.microsoft.com/office/drawing/2014/main" id="{38032DAF-5C87-D706-F87E-9B0757DD77A6}"/>
                </a:ext>
              </a:extLst>
            </p:cNvPr>
            <p:cNvSpPr/>
            <p:nvPr/>
          </p:nvSpPr>
          <p:spPr>
            <a:xfrm rot="14400000">
              <a:off x="5036880" y="5194036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5" name="Oval 3714">
              <a:extLst>
                <a:ext uri="{FF2B5EF4-FFF2-40B4-BE49-F238E27FC236}">
                  <a16:creationId xmlns:a16="http://schemas.microsoft.com/office/drawing/2014/main" id="{5CBC4693-453C-A26A-2214-7404E45EDDCF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D2B21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6" name="Oval 3715">
              <a:extLst>
                <a:ext uri="{FF2B5EF4-FFF2-40B4-BE49-F238E27FC236}">
                  <a16:creationId xmlns:a16="http://schemas.microsoft.com/office/drawing/2014/main" id="{851D3EB3-6AD9-1D66-B22D-D734BCDB76EE}"/>
                </a:ext>
              </a:extLst>
            </p:cNvPr>
            <p:cNvSpPr/>
            <p:nvPr/>
          </p:nvSpPr>
          <p:spPr>
            <a:xfrm rot="14400000">
              <a:off x="5076837" y="5285476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7" name="Oval 3716">
              <a:extLst>
                <a:ext uri="{FF2B5EF4-FFF2-40B4-BE49-F238E27FC236}">
                  <a16:creationId xmlns:a16="http://schemas.microsoft.com/office/drawing/2014/main" id="{13F75F6C-9ADD-9961-0DD0-CBBCC532FBA3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8" name="Oval 3717">
              <a:extLst>
                <a:ext uri="{FF2B5EF4-FFF2-40B4-BE49-F238E27FC236}">
                  <a16:creationId xmlns:a16="http://schemas.microsoft.com/office/drawing/2014/main" id="{0708CEAD-540D-919C-9FCC-62568FC91C4A}"/>
                </a:ext>
              </a:extLst>
            </p:cNvPr>
            <p:cNvSpPr/>
            <p:nvPr/>
          </p:nvSpPr>
          <p:spPr>
            <a:xfrm rot="14400000">
              <a:off x="5103214" y="5320309"/>
              <a:ext cx="45719" cy="45719"/>
            </a:xfrm>
            <a:prstGeom prst="ellipse">
              <a:avLst/>
            </a:prstGeom>
            <a:solidFill>
              <a:srgbClr val="9F8D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2003" name="Picture 2002">
            <a:extLst>
              <a:ext uri="{FF2B5EF4-FFF2-40B4-BE49-F238E27FC236}">
                <a16:creationId xmlns:a16="http://schemas.microsoft.com/office/drawing/2014/main" id="{C5F096EB-5BE4-D67D-41DB-B4FA7A30A8CF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4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634107" y="8547179"/>
            <a:ext cx="328482" cy="909516"/>
          </a:xfrm>
          <a:prstGeom prst="rect">
            <a:avLst/>
          </a:prstGeom>
        </p:spPr>
      </p:pic>
      <p:pic>
        <p:nvPicPr>
          <p:cNvPr id="2004" name="Picture 2003">
            <a:extLst>
              <a:ext uri="{FF2B5EF4-FFF2-40B4-BE49-F238E27FC236}">
                <a16:creationId xmlns:a16="http://schemas.microsoft.com/office/drawing/2014/main" id="{2BCAB5C2-A00B-FAC7-7118-DA0253338343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4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613836" y="3753494"/>
            <a:ext cx="204814" cy="567098"/>
          </a:xfrm>
          <a:prstGeom prst="rect">
            <a:avLst/>
          </a:prstGeom>
        </p:spPr>
      </p:pic>
      <p:pic>
        <p:nvPicPr>
          <p:cNvPr id="2005" name="Picture 2004">
            <a:extLst>
              <a:ext uri="{FF2B5EF4-FFF2-40B4-BE49-F238E27FC236}">
                <a16:creationId xmlns:a16="http://schemas.microsoft.com/office/drawing/2014/main" id="{003AE49E-E255-15DB-6701-A4D49F662FFE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4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405226" y="3818729"/>
            <a:ext cx="204814" cy="567098"/>
          </a:xfrm>
          <a:prstGeom prst="rect">
            <a:avLst/>
          </a:prstGeom>
        </p:spPr>
      </p:pic>
      <p:pic>
        <p:nvPicPr>
          <p:cNvPr id="2006" name="Picture 2005">
            <a:extLst>
              <a:ext uri="{FF2B5EF4-FFF2-40B4-BE49-F238E27FC236}">
                <a16:creationId xmlns:a16="http://schemas.microsoft.com/office/drawing/2014/main" id="{194DA5BE-EFA1-BCF3-8EB1-8E9FA9A0BB28}"/>
              </a:ext>
            </a:extLst>
          </p:cNvPr>
          <p:cNvPicPr>
            <a:picLocks noChangeAspect="1"/>
          </p:cNvPicPr>
          <p:nvPr/>
        </p:nvPicPr>
        <p:blipFill>
          <a:blip r:embed="rId2087">
            <a:extLst>
              <a:ext uri="{BEBA8EAE-BF5A-486C-A8C5-ECC9F3942E4B}">
                <a14:imgProps xmlns:a14="http://schemas.microsoft.com/office/drawing/2010/main">
                  <a14:imgLayer r:embed="rId4944">
                    <a14:imgEffect>
                      <a14:backgroundRemoval t="3993" b="97096" l="9548" r="89950">
                        <a14:foregroundMark x1="54774" y1="6897" x2="54774" y2="6897"/>
                        <a14:foregroundMark x1="57789" y1="4174" x2="57789" y2="4174"/>
                        <a14:foregroundMark x1="36181" y1="97096" x2="36181" y2="97096"/>
                        <a14:foregroundMark x1="68342" y1="90926" x2="68342" y2="909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230294" y="3938555"/>
            <a:ext cx="204814" cy="567098"/>
          </a:xfrm>
          <a:prstGeom prst="rect">
            <a:avLst/>
          </a:prstGeom>
        </p:spPr>
      </p:pic>
      <p:pic>
        <p:nvPicPr>
          <p:cNvPr id="2011" name="Picture 2010">
            <a:extLst>
              <a:ext uri="{FF2B5EF4-FFF2-40B4-BE49-F238E27FC236}">
                <a16:creationId xmlns:a16="http://schemas.microsoft.com/office/drawing/2014/main" id="{9E154D01-6F82-0687-3095-3A84C625AE47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632094" y="8015135"/>
            <a:ext cx="393767" cy="421887"/>
          </a:xfrm>
          <a:prstGeom prst="rect">
            <a:avLst/>
          </a:prstGeom>
        </p:spPr>
      </p:pic>
      <p:pic>
        <p:nvPicPr>
          <p:cNvPr id="2012" name="Picture 2011">
            <a:extLst>
              <a:ext uri="{FF2B5EF4-FFF2-40B4-BE49-F238E27FC236}">
                <a16:creationId xmlns:a16="http://schemas.microsoft.com/office/drawing/2014/main" id="{6AB1FBC2-D3D7-1398-8707-18B89CEB42EE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895576" y="7893288"/>
            <a:ext cx="393767" cy="421887"/>
          </a:xfrm>
          <a:prstGeom prst="rect">
            <a:avLst/>
          </a:prstGeom>
        </p:spPr>
      </p:pic>
      <p:pic>
        <p:nvPicPr>
          <p:cNvPr id="2013" name="Picture 2012">
            <a:extLst>
              <a:ext uri="{FF2B5EF4-FFF2-40B4-BE49-F238E27FC236}">
                <a16:creationId xmlns:a16="http://schemas.microsoft.com/office/drawing/2014/main" id="{D645ADE5-2438-2A4C-4A67-6719B7568829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578142" y="7749999"/>
            <a:ext cx="393767" cy="421887"/>
          </a:xfrm>
          <a:prstGeom prst="rect">
            <a:avLst/>
          </a:prstGeom>
        </p:spPr>
      </p:pic>
      <p:pic>
        <p:nvPicPr>
          <p:cNvPr id="2014" name="Picture 2013">
            <a:extLst>
              <a:ext uri="{FF2B5EF4-FFF2-40B4-BE49-F238E27FC236}">
                <a16:creationId xmlns:a16="http://schemas.microsoft.com/office/drawing/2014/main" id="{35B4176C-F4B0-1EE5-340C-CF589A0335ED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58411" y="7909098"/>
            <a:ext cx="393767" cy="421887"/>
          </a:xfrm>
          <a:prstGeom prst="rect">
            <a:avLst/>
          </a:prstGeom>
        </p:spPr>
      </p:pic>
      <p:sp>
        <p:nvSpPr>
          <p:cNvPr id="2181" name="TextBox 2180">
            <a:extLst>
              <a:ext uri="{FF2B5EF4-FFF2-40B4-BE49-F238E27FC236}">
                <a16:creationId xmlns:a16="http://schemas.microsoft.com/office/drawing/2014/main" id="{B7DFBCB4-E6E5-9C35-C0FD-4DF3BD876487}"/>
              </a:ext>
            </a:extLst>
          </p:cNvPr>
          <p:cNvSpPr txBox="1"/>
          <p:nvPr/>
        </p:nvSpPr>
        <p:spPr>
          <a:xfrm>
            <a:off x="933165" y="705877"/>
            <a:ext cx="20258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Inner</a:t>
            </a:r>
          </a:p>
          <a:p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~5 m</a:t>
            </a:r>
          </a:p>
        </p:txBody>
      </p:sp>
      <p:grpSp>
        <p:nvGrpSpPr>
          <p:cNvPr id="2019" name="Group 5936">
            <a:extLst>
              <a:ext uri="{FF2B5EF4-FFF2-40B4-BE49-F238E27FC236}">
                <a16:creationId xmlns:a16="http://schemas.microsoft.com/office/drawing/2014/main" id="{BAF41D1D-50A2-16DC-1B57-63C891BCA0FC}"/>
              </a:ext>
            </a:extLst>
          </p:cNvPr>
          <p:cNvGrpSpPr>
            <a:grpSpLocks/>
          </p:cNvGrpSpPr>
          <p:nvPr/>
        </p:nvGrpSpPr>
        <p:grpSpPr bwMode="auto">
          <a:xfrm>
            <a:off x="9545020" y="7887938"/>
            <a:ext cx="431225" cy="289038"/>
            <a:chOff x="8231162" y="4217121"/>
            <a:chExt cx="1465470" cy="1465470"/>
          </a:xfrm>
        </p:grpSpPr>
        <p:pic>
          <p:nvPicPr>
            <p:cNvPr id="2020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4167925B-8489-9D70-FE75-FDD7DC8DA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8231162" y="4217121"/>
              <a:ext cx="1465470" cy="1465470"/>
            </a:xfrm>
            <a:prstGeom prst="rect">
              <a:avLst/>
            </a:prstGeom>
            <a:noFill/>
            <a:ln w="3175">
              <a:noFill/>
            </a:ln>
          </p:spPr>
        </p:pic>
        <p:sp>
          <p:nvSpPr>
            <p:cNvPr id="2021" name="Freeform 2020">
              <a:extLst>
                <a:ext uri="{FF2B5EF4-FFF2-40B4-BE49-F238E27FC236}">
                  <a16:creationId xmlns:a16="http://schemas.microsoft.com/office/drawing/2014/main" id="{C098A790-4563-1DA8-8293-77C0ADFF9DA7}"/>
                </a:ext>
              </a:extLst>
            </p:cNvPr>
            <p:cNvSpPr/>
            <p:nvPr/>
          </p:nvSpPr>
          <p:spPr>
            <a:xfrm>
              <a:off x="8532178" y="4595307"/>
              <a:ext cx="839676" cy="756372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36000">
                  <a:srgbClr val="B43E49"/>
                </a:gs>
                <a:gs pos="83000">
                  <a:srgbClr val="FBAFB4"/>
                </a:gs>
                <a:gs pos="100000">
                  <a:srgbClr val="FFC4CC"/>
                </a:gs>
              </a:gsLst>
              <a:path path="rect">
                <a:fillToRect l="100000" b="100000"/>
              </a:path>
              <a:tileRect t="-100000" r="-100000"/>
            </a:gradFill>
            <a:ln w="3175">
              <a:solidFill>
                <a:srgbClr val="B43E4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2800"/>
            </a:p>
          </p:txBody>
        </p:sp>
        <p:cxnSp>
          <p:nvCxnSpPr>
            <p:cNvPr id="2022" name="Straight Connector 2021">
              <a:extLst>
                <a:ext uri="{FF2B5EF4-FFF2-40B4-BE49-F238E27FC236}">
                  <a16:creationId xmlns:a16="http://schemas.microsoft.com/office/drawing/2014/main" id="{D3A8434E-E342-B26E-56EC-C2D7502C225F}"/>
                </a:ext>
              </a:extLst>
            </p:cNvPr>
            <p:cNvCxnSpPr/>
            <p:nvPr/>
          </p:nvCxnSpPr>
          <p:spPr>
            <a:xfrm flipH="1">
              <a:off x="9142129" y="4311667"/>
              <a:ext cx="47529" cy="42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3" name="Straight Connector 2022">
              <a:extLst>
                <a:ext uri="{FF2B5EF4-FFF2-40B4-BE49-F238E27FC236}">
                  <a16:creationId xmlns:a16="http://schemas.microsoft.com/office/drawing/2014/main" id="{DAADB114-3CC5-9AB6-E617-0D5863BF5ED0}"/>
                </a:ext>
              </a:extLst>
            </p:cNvPr>
            <p:cNvCxnSpPr/>
            <p:nvPr/>
          </p:nvCxnSpPr>
          <p:spPr>
            <a:xfrm flipH="1">
              <a:off x="9110443" y="4311667"/>
              <a:ext cx="55453" cy="42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4" name="Straight Connector 2023">
              <a:extLst>
                <a:ext uri="{FF2B5EF4-FFF2-40B4-BE49-F238E27FC236}">
                  <a16:creationId xmlns:a16="http://schemas.microsoft.com/office/drawing/2014/main" id="{A33C8C99-E725-4BA1-5A2D-5733AFDD6AB3}"/>
                </a:ext>
              </a:extLst>
            </p:cNvPr>
            <p:cNvCxnSpPr>
              <a:cxnSpLocks/>
              <a:stCxn id="2020" idx="0"/>
            </p:cNvCxnSpPr>
            <p:nvPr/>
          </p:nvCxnSpPr>
          <p:spPr>
            <a:xfrm>
              <a:off x="8967856" y="4217121"/>
              <a:ext cx="118825" cy="50818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5" name="Straight Connector 2024">
              <a:extLst>
                <a:ext uri="{FF2B5EF4-FFF2-40B4-BE49-F238E27FC236}">
                  <a16:creationId xmlns:a16="http://schemas.microsoft.com/office/drawing/2014/main" id="{162F98C5-221C-39B7-0301-207B1CF1BB3D}"/>
                </a:ext>
              </a:extLst>
            </p:cNvPr>
            <p:cNvCxnSpPr>
              <a:cxnSpLocks/>
            </p:cNvCxnSpPr>
            <p:nvPr/>
          </p:nvCxnSpPr>
          <p:spPr>
            <a:xfrm>
              <a:off x="8999542" y="4311667"/>
              <a:ext cx="118825" cy="50818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6" name="Straight Connector 2025">
              <a:extLst>
                <a:ext uri="{FF2B5EF4-FFF2-40B4-BE49-F238E27FC236}">
                  <a16:creationId xmlns:a16="http://schemas.microsoft.com/office/drawing/2014/main" id="{1A6AD162-937B-E209-B274-97BE5F353258}"/>
                </a:ext>
              </a:extLst>
            </p:cNvPr>
            <p:cNvCxnSpPr>
              <a:cxnSpLocks/>
            </p:cNvCxnSpPr>
            <p:nvPr/>
          </p:nvCxnSpPr>
          <p:spPr>
            <a:xfrm>
              <a:off x="8944095" y="4370755"/>
              <a:ext cx="126744" cy="52000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7" name="Straight Connector 2026">
              <a:extLst>
                <a:ext uri="{FF2B5EF4-FFF2-40B4-BE49-F238E27FC236}">
                  <a16:creationId xmlns:a16="http://schemas.microsoft.com/office/drawing/2014/main" id="{3A247A77-3E6F-D914-4795-C8DF8573C17A}"/>
                </a:ext>
              </a:extLst>
            </p:cNvPr>
            <p:cNvCxnSpPr>
              <a:cxnSpLocks/>
            </p:cNvCxnSpPr>
            <p:nvPr/>
          </p:nvCxnSpPr>
          <p:spPr>
            <a:xfrm>
              <a:off x="8904485" y="4358941"/>
              <a:ext cx="126744" cy="52000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8" name="Straight Connector 2027">
              <a:extLst>
                <a:ext uri="{FF2B5EF4-FFF2-40B4-BE49-F238E27FC236}">
                  <a16:creationId xmlns:a16="http://schemas.microsoft.com/office/drawing/2014/main" id="{D73DE781-6333-99C2-FFAB-3A939F8F91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21344" y="4512575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9" name="Straight Connector 2028">
              <a:extLst>
                <a:ext uri="{FF2B5EF4-FFF2-40B4-BE49-F238E27FC236}">
                  <a16:creationId xmlns:a16="http://schemas.microsoft.com/office/drawing/2014/main" id="{81F42746-E4CB-2E0E-58EB-9177D71C53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45111" y="4524397"/>
              <a:ext cx="229720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0" name="Straight Connector 2029">
              <a:extLst>
                <a:ext uri="{FF2B5EF4-FFF2-40B4-BE49-F238E27FC236}">
                  <a16:creationId xmlns:a16="http://schemas.microsoft.com/office/drawing/2014/main" id="{4F48D490-B1C5-D81A-567C-7E116B8A99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3425" y="4689853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1" name="Straight Connector 2030">
              <a:extLst>
                <a:ext uri="{FF2B5EF4-FFF2-40B4-BE49-F238E27FC236}">
                  <a16:creationId xmlns:a16="http://schemas.microsoft.com/office/drawing/2014/main" id="{AAF25166-F0BD-BE9B-8D31-CD0A526591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45111" y="4701668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2" name="Straight Connector 2031">
              <a:extLst>
                <a:ext uri="{FF2B5EF4-FFF2-40B4-BE49-F238E27FC236}">
                  <a16:creationId xmlns:a16="http://schemas.microsoft.com/office/drawing/2014/main" id="{65684BDA-C39D-0DF4-9931-E0B5ADB4C3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54924" y="5020766"/>
              <a:ext cx="388155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3" name="Straight Connector 2032">
              <a:extLst>
                <a:ext uri="{FF2B5EF4-FFF2-40B4-BE49-F238E27FC236}">
                  <a16:creationId xmlns:a16="http://schemas.microsoft.com/office/drawing/2014/main" id="{1D6A607F-C7CA-41E3-8DC8-1A970F40BE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02453" y="5032580"/>
              <a:ext cx="364388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4" name="Straight Connector 2033">
              <a:extLst>
                <a:ext uri="{FF2B5EF4-FFF2-40B4-BE49-F238E27FC236}">
                  <a16:creationId xmlns:a16="http://schemas.microsoft.com/office/drawing/2014/main" id="{489CA8C6-8542-EBBB-A973-37BEFA7CFC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05434" y="5174400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5" name="Straight Connector 2034">
              <a:extLst>
                <a:ext uri="{FF2B5EF4-FFF2-40B4-BE49-F238E27FC236}">
                  <a16:creationId xmlns:a16="http://schemas.microsoft.com/office/drawing/2014/main" id="{9D745848-7C60-18FF-65EC-FC18B61612D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0882" y="5186222"/>
              <a:ext cx="356469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6" name="Straight Connector 2035">
              <a:extLst>
                <a:ext uri="{FF2B5EF4-FFF2-40B4-BE49-F238E27FC236}">
                  <a16:creationId xmlns:a16="http://schemas.microsoft.com/office/drawing/2014/main" id="{0F20BEA2-4DB3-8344-DE20-C9100D7C5A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57906" y="5068039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7" name="Straight Connector 2036">
              <a:extLst>
                <a:ext uri="{FF2B5EF4-FFF2-40B4-BE49-F238E27FC236}">
                  <a16:creationId xmlns:a16="http://schemas.microsoft.com/office/drawing/2014/main" id="{C8419FD9-3407-4E22-1E13-2C6DA71D4E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3353" y="5079854"/>
              <a:ext cx="356469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8" name="Straight Connector 2037">
              <a:extLst>
                <a:ext uri="{FF2B5EF4-FFF2-40B4-BE49-F238E27FC236}">
                  <a16:creationId xmlns:a16="http://schemas.microsoft.com/office/drawing/2014/main" id="{A7580ECE-3FAC-03AD-4247-A6A6A9428B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10377" y="4855310"/>
              <a:ext cx="380231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9" name="Straight Connector 2038">
              <a:extLst>
                <a:ext uri="{FF2B5EF4-FFF2-40B4-BE49-F238E27FC236}">
                  <a16:creationId xmlns:a16="http://schemas.microsoft.com/office/drawing/2014/main" id="{AD413A4F-1447-0B02-B722-565AD76C9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57906" y="4867124"/>
              <a:ext cx="364388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0" name="Straight Connector 2039">
              <a:extLst>
                <a:ext uri="{FF2B5EF4-FFF2-40B4-BE49-F238E27FC236}">
                  <a16:creationId xmlns:a16="http://schemas.microsoft.com/office/drawing/2014/main" id="{0F7DA818-0B3C-B24D-D26B-3FFA70AA02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54995" y="4465302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1" name="Straight Connector 2040">
              <a:extLst>
                <a:ext uri="{FF2B5EF4-FFF2-40B4-BE49-F238E27FC236}">
                  <a16:creationId xmlns:a16="http://schemas.microsoft.com/office/drawing/2014/main" id="{A4A39305-2967-E2CA-DCD8-2F2B0F7C70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02524" y="4477124"/>
              <a:ext cx="364388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2" name="Straight Connector 2041">
              <a:extLst>
                <a:ext uri="{FF2B5EF4-FFF2-40B4-BE49-F238E27FC236}">
                  <a16:creationId xmlns:a16="http://schemas.microsoft.com/office/drawing/2014/main" id="{BCCB42D1-BB8E-FE8A-F2F0-D31BD52B67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05501" y="4618943"/>
              <a:ext cx="388155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3" name="Straight Connector 2042">
              <a:extLst>
                <a:ext uri="{FF2B5EF4-FFF2-40B4-BE49-F238E27FC236}">
                  <a16:creationId xmlns:a16="http://schemas.microsoft.com/office/drawing/2014/main" id="{16C2808B-B66F-0F8E-3EE0-2DCB9711B0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60953" y="4630758"/>
              <a:ext cx="356464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4" name="Straight Connector 2043">
              <a:extLst>
                <a:ext uri="{FF2B5EF4-FFF2-40B4-BE49-F238E27FC236}">
                  <a16:creationId xmlns:a16="http://schemas.microsoft.com/office/drawing/2014/main" id="{7A86FB78-B606-F5F6-6090-F2A81EEF76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3425" y="4701668"/>
              <a:ext cx="380231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5" name="Straight Connector 2044">
              <a:extLst>
                <a:ext uri="{FF2B5EF4-FFF2-40B4-BE49-F238E27FC236}">
                  <a16:creationId xmlns:a16="http://schemas.microsoft.com/office/drawing/2014/main" id="{946E0FEB-25DB-9F8D-E6DF-094A8A3A6C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60953" y="4713490"/>
              <a:ext cx="364388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4" name="Straight Connector 3053">
              <a:extLst>
                <a:ext uri="{FF2B5EF4-FFF2-40B4-BE49-F238E27FC236}">
                  <a16:creationId xmlns:a16="http://schemas.microsoft.com/office/drawing/2014/main" id="{7EE14BBC-02B3-7E96-24AB-89C22F4699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05501" y="5079854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5" name="Straight Connector 3054">
              <a:extLst>
                <a:ext uri="{FF2B5EF4-FFF2-40B4-BE49-F238E27FC236}">
                  <a16:creationId xmlns:a16="http://schemas.microsoft.com/office/drawing/2014/main" id="{D054E249-9EB2-3F76-5CDA-1179DB3B4FB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60953" y="5162586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6" name="Straight Connector 3055">
              <a:extLst>
                <a:ext uri="{FF2B5EF4-FFF2-40B4-BE49-F238E27FC236}">
                  <a16:creationId xmlns:a16="http://schemas.microsoft.com/office/drawing/2014/main" id="{76B21BC3-1B47-61E8-86C9-CDA6F2BECBF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0443" y="515076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7" name="Straight Connector 3056">
              <a:extLst>
                <a:ext uri="{FF2B5EF4-FFF2-40B4-BE49-F238E27FC236}">
                  <a16:creationId xmlns:a16="http://schemas.microsoft.com/office/drawing/2014/main" id="{54A52946-95E2-4BA8-3255-2A9B83E2E7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65896" y="523349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8" name="Straight Connector 3057">
              <a:extLst>
                <a:ext uri="{FF2B5EF4-FFF2-40B4-BE49-F238E27FC236}">
                  <a16:creationId xmlns:a16="http://schemas.microsoft.com/office/drawing/2014/main" id="{CB4C5316-649D-4F9F-536A-C6BE76A0FCE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9542" y="515076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9" name="Straight Connector 3058">
              <a:extLst>
                <a:ext uri="{FF2B5EF4-FFF2-40B4-BE49-F238E27FC236}">
                  <a16:creationId xmlns:a16="http://schemas.microsoft.com/office/drawing/2014/main" id="{84B3E81D-98C0-49C3-8A3F-289C28DA79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47071" y="523349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0" name="Straight Connector 3059">
              <a:extLst>
                <a:ext uri="{FF2B5EF4-FFF2-40B4-BE49-F238E27FC236}">
                  <a16:creationId xmlns:a16="http://schemas.microsoft.com/office/drawing/2014/main" id="{01254D46-605D-4B25-29C4-9D4190115C4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36171" y="522167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1" name="Straight Connector 3060">
              <a:extLst>
                <a:ext uri="{FF2B5EF4-FFF2-40B4-BE49-F238E27FC236}">
                  <a16:creationId xmlns:a16="http://schemas.microsoft.com/office/drawing/2014/main" id="{F96CB17F-A5B0-A84A-A272-3E4751F5BC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83699" y="530440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2" name="Straight Connector 3061">
              <a:extLst>
                <a:ext uri="{FF2B5EF4-FFF2-40B4-BE49-F238E27FC236}">
                  <a16:creationId xmlns:a16="http://schemas.microsoft.com/office/drawing/2014/main" id="{0495D40D-3204-BDC0-03FD-323B2839F81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17351" y="5198037"/>
              <a:ext cx="293092" cy="212730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3" name="Straight Connector 3062">
              <a:extLst>
                <a:ext uri="{FF2B5EF4-FFF2-40B4-BE49-F238E27FC236}">
                  <a16:creationId xmlns:a16="http://schemas.microsoft.com/office/drawing/2014/main" id="{7D501B17-B723-CEA9-54BB-2836395F6C3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64880" y="5280769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4" name="Straight Connector 3063">
              <a:extLst>
                <a:ext uri="{FF2B5EF4-FFF2-40B4-BE49-F238E27FC236}">
                  <a16:creationId xmlns:a16="http://schemas.microsoft.com/office/drawing/2014/main" id="{546EA72E-0DB7-0BDC-2EEF-441F15E826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60953" y="5008944"/>
              <a:ext cx="293092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5" name="Straight Connector 3064">
              <a:extLst>
                <a:ext uri="{FF2B5EF4-FFF2-40B4-BE49-F238E27FC236}">
                  <a16:creationId xmlns:a16="http://schemas.microsoft.com/office/drawing/2014/main" id="{CDF86CBD-F65D-60D7-0AA8-FBD99D51834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08482" y="5103490"/>
              <a:ext cx="213877" cy="16545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6" name="Straight Connector 3065">
              <a:extLst>
                <a:ext uri="{FF2B5EF4-FFF2-40B4-BE49-F238E27FC236}">
                  <a16:creationId xmlns:a16="http://schemas.microsoft.com/office/drawing/2014/main" id="{A319374C-76A6-D2CA-EDC6-264AB4702C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34210" y="5186222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7" name="Straight Connector 3066">
              <a:extLst>
                <a:ext uri="{FF2B5EF4-FFF2-40B4-BE49-F238E27FC236}">
                  <a16:creationId xmlns:a16="http://schemas.microsoft.com/office/drawing/2014/main" id="{FC674170-DC73-DA0B-F8F0-6E395C47D1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89658" y="5257132"/>
              <a:ext cx="293097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8" name="Straight Connector 3067">
              <a:extLst>
                <a:ext uri="{FF2B5EF4-FFF2-40B4-BE49-F238E27FC236}">
                  <a16:creationId xmlns:a16="http://schemas.microsoft.com/office/drawing/2014/main" id="{3F07390F-52B2-86B6-EC09-947E555A5F4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76796" y="5068039"/>
              <a:ext cx="324778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9" name="Straight Connector 3068">
              <a:extLst>
                <a:ext uri="{FF2B5EF4-FFF2-40B4-BE49-F238E27FC236}">
                  <a16:creationId xmlns:a16="http://schemas.microsoft.com/office/drawing/2014/main" id="{AD3D844C-9ACD-2F8E-E167-910303532E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24325" y="5138949"/>
              <a:ext cx="301016" cy="1181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0" name="Straight Connector 3069">
              <a:extLst>
                <a:ext uri="{FF2B5EF4-FFF2-40B4-BE49-F238E27FC236}">
                  <a16:creationId xmlns:a16="http://schemas.microsoft.com/office/drawing/2014/main" id="{FC540A26-A00B-50F4-7081-94A4DAF5340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84715" y="4973493"/>
              <a:ext cx="324783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1" name="Straight Connector 3070">
              <a:extLst>
                <a:ext uri="{FF2B5EF4-FFF2-40B4-BE49-F238E27FC236}">
                  <a16:creationId xmlns:a16="http://schemas.microsoft.com/office/drawing/2014/main" id="{4B022A13-C915-8778-D28B-68DC3274381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32244" y="5044402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2" name="Straight Connector 3071">
              <a:extLst>
                <a:ext uri="{FF2B5EF4-FFF2-40B4-BE49-F238E27FC236}">
                  <a16:creationId xmlns:a16="http://schemas.microsoft.com/office/drawing/2014/main" id="{0211F9AC-9D98-A26D-0A3B-FA546EB16B9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84715" y="4890761"/>
              <a:ext cx="324783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3" name="Straight Connector 3072">
              <a:extLst>
                <a:ext uri="{FF2B5EF4-FFF2-40B4-BE49-F238E27FC236}">
                  <a16:creationId xmlns:a16="http://schemas.microsoft.com/office/drawing/2014/main" id="{C54C1638-08E1-6A89-93EF-A8259DDF25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32244" y="4949856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4" name="Straight Connector 3073">
              <a:extLst>
                <a:ext uri="{FF2B5EF4-FFF2-40B4-BE49-F238E27FC236}">
                  <a16:creationId xmlns:a16="http://schemas.microsoft.com/office/drawing/2014/main" id="{D3009E42-AB49-48C8-01AF-A643245FD44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81667" y="4808036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5" name="Straight Connector 3074">
              <a:extLst>
                <a:ext uri="{FF2B5EF4-FFF2-40B4-BE49-F238E27FC236}">
                  <a16:creationId xmlns:a16="http://schemas.microsoft.com/office/drawing/2014/main" id="{4BC2FB11-401D-127D-B9AB-201FF710245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37120" y="4867124"/>
              <a:ext cx="293092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6" name="Straight Connector 3075">
              <a:extLst>
                <a:ext uri="{FF2B5EF4-FFF2-40B4-BE49-F238E27FC236}">
                  <a16:creationId xmlns:a16="http://schemas.microsoft.com/office/drawing/2014/main" id="{EA486ECC-B6AC-1B06-6D0C-BAB12820D16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81667" y="4713490"/>
              <a:ext cx="332702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7" name="Straight Connector 3076">
              <a:extLst>
                <a:ext uri="{FF2B5EF4-FFF2-40B4-BE49-F238E27FC236}">
                  <a16:creationId xmlns:a16="http://schemas.microsoft.com/office/drawing/2014/main" id="{A8AF8090-62C4-53A2-AA6D-BE8B647C4A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29196" y="4772578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8" name="Straight Connector 3077">
              <a:extLst>
                <a:ext uri="{FF2B5EF4-FFF2-40B4-BE49-F238E27FC236}">
                  <a16:creationId xmlns:a16="http://schemas.microsoft.com/office/drawing/2014/main" id="{34399B99-F2EE-69F1-B89C-CBDBCF1CDB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79707" y="4583485"/>
              <a:ext cx="324778" cy="3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9" name="Straight Connector 3078">
              <a:extLst>
                <a:ext uri="{FF2B5EF4-FFF2-40B4-BE49-F238E27FC236}">
                  <a16:creationId xmlns:a16="http://schemas.microsoft.com/office/drawing/2014/main" id="{501DDAB8-EB40-1812-00CD-979E3C3ED7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27236" y="4654395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0" name="Straight Connector 3079">
              <a:extLst>
                <a:ext uri="{FF2B5EF4-FFF2-40B4-BE49-F238E27FC236}">
                  <a16:creationId xmlns:a16="http://schemas.microsoft.com/office/drawing/2014/main" id="{E45917DB-D541-03BE-5386-52A2188DA5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26220" y="4902583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1" name="Straight Connector 3080">
              <a:extLst>
                <a:ext uri="{FF2B5EF4-FFF2-40B4-BE49-F238E27FC236}">
                  <a16:creationId xmlns:a16="http://schemas.microsoft.com/office/drawing/2014/main" id="{1C259CF9-BA17-C800-21A0-9A04BD90D5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81667" y="4961671"/>
              <a:ext cx="293097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2" name="Straight Connector 3081">
              <a:extLst>
                <a:ext uri="{FF2B5EF4-FFF2-40B4-BE49-F238E27FC236}">
                  <a16:creationId xmlns:a16="http://schemas.microsoft.com/office/drawing/2014/main" id="{EB1A5773-61E0-88B0-91DE-DA66CC06155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41113" y="4394392"/>
              <a:ext cx="110901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3" name="Straight Connector 3082">
              <a:extLst>
                <a:ext uri="{FF2B5EF4-FFF2-40B4-BE49-F238E27FC236}">
                  <a16:creationId xmlns:a16="http://schemas.microsoft.com/office/drawing/2014/main" id="{E94A8FFD-1D98-40FA-F8F8-FCF92880E9C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85665" y="4418028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4" name="Straight Connector 3083">
              <a:extLst>
                <a:ext uri="{FF2B5EF4-FFF2-40B4-BE49-F238E27FC236}">
                  <a16:creationId xmlns:a16="http://schemas.microsoft.com/office/drawing/2014/main" id="{9CF58E21-5B02-1B2C-C14A-0C01A1F0DF1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30212" y="4406214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5" name="Straight Connector 3084">
              <a:extLst>
                <a:ext uri="{FF2B5EF4-FFF2-40B4-BE49-F238E27FC236}">
                  <a16:creationId xmlns:a16="http://schemas.microsoft.com/office/drawing/2014/main" id="{C71D7229-74E1-C878-0343-4C1A1052A99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74764" y="4441665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6" name="Straight Connector 3085">
              <a:extLst>
                <a:ext uri="{FF2B5EF4-FFF2-40B4-BE49-F238E27FC236}">
                  <a16:creationId xmlns:a16="http://schemas.microsoft.com/office/drawing/2014/main" id="{2E580C4E-2744-6B3B-1593-D599E60074B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35155" y="4500760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7" name="Straight Connector 3086">
              <a:extLst>
                <a:ext uri="{FF2B5EF4-FFF2-40B4-BE49-F238E27FC236}">
                  <a16:creationId xmlns:a16="http://schemas.microsoft.com/office/drawing/2014/main" id="{759A8717-70D4-DD1D-AF78-25C35A01417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87626" y="4524397"/>
              <a:ext cx="102982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8" name="Straight Connector 3087">
              <a:extLst>
                <a:ext uri="{FF2B5EF4-FFF2-40B4-BE49-F238E27FC236}">
                  <a16:creationId xmlns:a16="http://schemas.microsoft.com/office/drawing/2014/main" id="{6EE8EEE4-78B1-0F42-685B-FC55511BE00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11393" y="4524397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9" name="Straight Connector 3088">
              <a:extLst>
                <a:ext uri="{FF2B5EF4-FFF2-40B4-BE49-F238E27FC236}">
                  <a16:creationId xmlns:a16="http://schemas.microsoft.com/office/drawing/2014/main" id="{DB4E7C18-9682-8FB4-2477-8D64022CD65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63864" y="4548034"/>
              <a:ext cx="95058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0" name="Straight Connector 3089">
              <a:extLst>
                <a:ext uri="{FF2B5EF4-FFF2-40B4-BE49-F238E27FC236}">
                  <a16:creationId xmlns:a16="http://schemas.microsoft.com/office/drawing/2014/main" id="{F40D634A-2D07-508E-1F3D-18D57989FC8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66841" y="5245310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1" name="Straight Connector 3090">
              <a:extLst>
                <a:ext uri="{FF2B5EF4-FFF2-40B4-BE49-F238E27FC236}">
                  <a16:creationId xmlns:a16="http://schemas.microsoft.com/office/drawing/2014/main" id="{F677BF12-B4F5-F8A8-BFF6-7D791A3DAC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11393" y="5280769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2" name="Straight Connector 3091">
              <a:extLst>
                <a:ext uri="{FF2B5EF4-FFF2-40B4-BE49-F238E27FC236}">
                  <a16:creationId xmlns:a16="http://schemas.microsoft.com/office/drawing/2014/main" id="{10B347FC-E629-7DB9-F3A3-06B013ADAE2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53979" y="5245310"/>
              <a:ext cx="110901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3" name="Straight Connector 3092">
              <a:extLst>
                <a:ext uri="{FF2B5EF4-FFF2-40B4-BE49-F238E27FC236}">
                  <a16:creationId xmlns:a16="http://schemas.microsoft.com/office/drawing/2014/main" id="{1026C6AB-A543-9447-2E7B-07E40366DB7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06450" y="5268947"/>
              <a:ext cx="95058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4" name="Straight Connector 3093">
              <a:extLst>
                <a:ext uri="{FF2B5EF4-FFF2-40B4-BE49-F238E27FC236}">
                  <a16:creationId xmlns:a16="http://schemas.microsoft.com/office/drawing/2014/main" id="{C29326EA-0E27-FA12-D38D-EA55354C66C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49037" y="5268947"/>
              <a:ext cx="118820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5" name="Straight Connector 3094">
              <a:extLst>
                <a:ext uri="{FF2B5EF4-FFF2-40B4-BE49-F238E27FC236}">
                  <a16:creationId xmlns:a16="http://schemas.microsoft.com/office/drawing/2014/main" id="{6B53C734-32EF-3FB9-EF44-84587B07E5E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01508" y="5292583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6" name="Straight Connector 3095">
              <a:extLst>
                <a:ext uri="{FF2B5EF4-FFF2-40B4-BE49-F238E27FC236}">
                  <a16:creationId xmlns:a16="http://schemas.microsoft.com/office/drawing/2014/main" id="{1C6E1B75-F615-9001-2C7A-C91F60FBDB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67856" y="5186222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7" name="Straight Connector 3096">
              <a:extLst>
                <a:ext uri="{FF2B5EF4-FFF2-40B4-BE49-F238E27FC236}">
                  <a16:creationId xmlns:a16="http://schemas.microsoft.com/office/drawing/2014/main" id="{ED60CACD-4A4F-B23A-5A54-19836AF3B7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12409" y="5209859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8" name="Straight Connector 3097">
              <a:extLst>
                <a:ext uri="{FF2B5EF4-FFF2-40B4-BE49-F238E27FC236}">
                  <a16:creationId xmlns:a16="http://schemas.microsoft.com/office/drawing/2014/main" id="{15D3F83C-0125-DF13-69E1-F2837616116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47071" y="5174400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9" name="Straight Connector 3098">
              <a:extLst>
                <a:ext uri="{FF2B5EF4-FFF2-40B4-BE49-F238E27FC236}">
                  <a16:creationId xmlns:a16="http://schemas.microsoft.com/office/drawing/2014/main" id="{7C24C228-AAB8-8F9A-9116-5BAD5BB2E5F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9542" y="5198037"/>
              <a:ext cx="102982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0" name="Straight Connector 3099">
              <a:extLst>
                <a:ext uri="{FF2B5EF4-FFF2-40B4-BE49-F238E27FC236}">
                  <a16:creationId xmlns:a16="http://schemas.microsoft.com/office/drawing/2014/main" id="{FD290AE8-617D-BD56-C268-22A9105F9C3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1623" y="4548034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1" name="Straight Connector 3100">
              <a:extLst>
                <a:ext uri="{FF2B5EF4-FFF2-40B4-BE49-F238E27FC236}">
                  <a16:creationId xmlns:a16="http://schemas.microsoft.com/office/drawing/2014/main" id="{B5F86939-9F38-B484-22EF-7EB812D851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44095" y="4571670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02" name="Group 5936">
            <a:extLst>
              <a:ext uri="{FF2B5EF4-FFF2-40B4-BE49-F238E27FC236}">
                <a16:creationId xmlns:a16="http://schemas.microsoft.com/office/drawing/2014/main" id="{572D7872-53AC-9B6B-F929-77E54BEA3241}"/>
              </a:ext>
            </a:extLst>
          </p:cNvPr>
          <p:cNvGrpSpPr>
            <a:grpSpLocks/>
          </p:cNvGrpSpPr>
          <p:nvPr/>
        </p:nvGrpSpPr>
        <p:grpSpPr bwMode="auto">
          <a:xfrm>
            <a:off x="8535826" y="4307399"/>
            <a:ext cx="268876" cy="180220"/>
            <a:chOff x="8231162" y="4217121"/>
            <a:chExt cx="1465470" cy="1465470"/>
          </a:xfrm>
        </p:grpSpPr>
        <p:pic>
          <p:nvPicPr>
            <p:cNvPr id="3103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3B603532-6182-955C-C579-F4612FE47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8231162" y="4217121"/>
              <a:ext cx="1465470" cy="1465470"/>
            </a:xfrm>
            <a:prstGeom prst="rect">
              <a:avLst/>
            </a:prstGeom>
            <a:noFill/>
            <a:ln w="3175">
              <a:noFill/>
            </a:ln>
          </p:spPr>
        </p:pic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5DDF0DC6-4993-AF57-D4AF-284120B49247}"/>
                </a:ext>
              </a:extLst>
            </p:cNvPr>
            <p:cNvSpPr/>
            <p:nvPr/>
          </p:nvSpPr>
          <p:spPr>
            <a:xfrm>
              <a:off x="8532178" y="4595307"/>
              <a:ext cx="839676" cy="756372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36000">
                  <a:srgbClr val="B43E49"/>
                </a:gs>
                <a:gs pos="83000">
                  <a:srgbClr val="FBAFB4"/>
                </a:gs>
                <a:gs pos="100000">
                  <a:srgbClr val="FFC4CC"/>
                </a:gs>
              </a:gsLst>
              <a:path path="rect">
                <a:fillToRect l="100000" b="100000"/>
              </a:path>
              <a:tileRect t="-100000" r="-100000"/>
            </a:gradFill>
            <a:ln w="3175">
              <a:solidFill>
                <a:srgbClr val="B43E4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105" name="Straight Connector 3104">
              <a:extLst>
                <a:ext uri="{FF2B5EF4-FFF2-40B4-BE49-F238E27FC236}">
                  <a16:creationId xmlns:a16="http://schemas.microsoft.com/office/drawing/2014/main" id="{F53965ED-3774-7DEF-7D72-5AE5DC4F2F5E}"/>
                </a:ext>
              </a:extLst>
            </p:cNvPr>
            <p:cNvCxnSpPr/>
            <p:nvPr/>
          </p:nvCxnSpPr>
          <p:spPr>
            <a:xfrm flipH="1">
              <a:off x="9142129" y="4311667"/>
              <a:ext cx="47529" cy="42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" name="Straight Connector 3105">
              <a:extLst>
                <a:ext uri="{FF2B5EF4-FFF2-40B4-BE49-F238E27FC236}">
                  <a16:creationId xmlns:a16="http://schemas.microsoft.com/office/drawing/2014/main" id="{9D8DA307-4B0B-65C3-E7A9-5248ACB907E9}"/>
                </a:ext>
              </a:extLst>
            </p:cNvPr>
            <p:cNvCxnSpPr/>
            <p:nvPr/>
          </p:nvCxnSpPr>
          <p:spPr>
            <a:xfrm flipH="1">
              <a:off x="9110443" y="4311667"/>
              <a:ext cx="55453" cy="42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" name="Straight Connector 3106">
              <a:extLst>
                <a:ext uri="{FF2B5EF4-FFF2-40B4-BE49-F238E27FC236}">
                  <a16:creationId xmlns:a16="http://schemas.microsoft.com/office/drawing/2014/main" id="{FE895963-80AB-CCF4-4D24-0E2AD9E94708}"/>
                </a:ext>
              </a:extLst>
            </p:cNvPr>
            <p:cNvCxnSpPr>
              <a:cxnSpLocks/>
              <a:stCxn id="3103" idx="0"/>
            </p:cNvCxnSpPr>
            <p:nvPr/>
          </p:nvCxnSpPr>
          <p:spPr>
            <a:xfrm>
              <a:off x="8967856" y="4217121"/>
              <a:ext cx="118825" cy="50818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" name="Straight Connector 3107">
              <a:extLst>
                <a:ext uri="{FF2B5EF4-FFF2-40B4-BE49-F238E27FC236}">
                  <a16:creationId xmlns:a16="http://schemas.microsoft.com/office/drawing/2014/main" id="{308DF195-2F10-FFFE-990C-07AB2B9E46A1}"/>
                </a:ext>
              </a:extLst>
            </p:cNvPr>
            <p:cNvCxnSpPr>
              <a:cxnSpLocks/>
            </p:cNvCxnSpPr>
            <p:nvPr/>
          </p:nvCxnSpPr>
          <p:spPr>
            <a:xfrm>
              <a:off x="8999542" y="4311667"/>
              <a:ext cx="118825" cy="50818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" name="Straight Connector 3108">
              <a:extLst>
                <a:ext uri="{FF2B5EF4-FFF2-40B4-BE49-F238E27FC236}">
                  <a16:creationId xmlns:a16="http://schemas.microsoft.com/office/drawing/2014/main" id="{C7ABE6BE-AD1A-F40D-E5FF-39825307886B}"/>
                </a:ext>
              </a:extLst>
            </p:cNvPr>
            <p:cNvCxnSpPr>
              <a:cxnSpLocks/>
            </p:cNvCxnSpPr>
            <p:nvPr/>
          </p:nvCxnSpPr>
          <p:spPr>
            <a:xfrm>
              <a:off x="8944095" y="4370755"/>
              <a:ext cx="126744" cy="52000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" name="Straight Connector 3109">
              <a:extLst>
                <a:ext uri="{FF2B5EF4-FFF2-40B4-BE49-F238E27FC236}">
                  <a16:creationId xmlns:a16="http://schemas.microsoft.com/office/drawing/2014/main" id="{2956BBE5-8C20-8AEC-F452-DA9388DF6B63}"/>
                </a:ext>
              </a:extLst>
            </p:cNvPr>
            <p:cNvCxnSpPr>
              <a:cxnSpLocks/>
            </p:cNvCxnSpPr>
            <p:nvPr/>
          </p:nvCxnSpPr>
          <p:spPr>
            <a:xfrm>
              <a:off x="8904485" y="4358941"/>
              <a:ext cx="126744" cy="52000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1" name="Straight Connector 3110">
              <a:extLst>
                <a:ext uri="{FF2B5EF4-FFF2-40B4-BE49-F238E27FC236}">
                  <a16:creationId xmlns:a16="http://schemas.microsoft.com/office/drawing/2014/main" id="{B24A4D3D-E292-2D3B-3831-179685E4C8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21344" y="4512575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2" name="Straight Connector 3111">
              <a:extLst>
                <a:ext uri="{FF2B5EF4-FFF2-40B4-BE49-F238E27FC236}">
                  <a16:creationId xmlns:a16="http://schemas.microsoft.com/office/drawing/2014/main" id="{21951404-9A5B-7A4F-0C9B-2B1FF032B0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45111" y="4524397"/>
              <a:ext cx="229720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3" name="Straight Connector 3112">
              <a:extLst>
                <a:ext uri="{FF2B5EF4-FFF2-40B4-BE49-F238E27FC236}">
                  <a16:creationId xmlns:a16="http://schemas.microsoft.com/office/drawing/2014/main" id="{E86B94BB-BB37-D32A-857D-78BAE4DE74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3425" y="4689853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4" name="Straight Connector 3113">
              <a:extLst>
                <a:ext uri="{FF2B5EF4-FFF2-40B4-BE49-F238E27FC236}">
                  <a16:creationId xmlns:a16="http://schemas.microsoft.com/office/drawing/2014/main" id="{436D7743-2829-3314-4BA6-1FBC9EEE2D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45111" y="4701668"/>
              <a:ext cx="221801" cy="37818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5" name="Straight Connector 3114">
              <a:extLst>
                <a:ext uri="{FF2B5EF4-FFF2-40B4-BE49-F238E27FC236}">
                  <a16:creationId xmlns:a16="http://schemas.microsoft.com/office/drawing/2014/main" id="{C236B104-A624-7FA3-0D7E-AD645C1C41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54924" y="5020766"/>
              <a:ext cx="388155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6" name="Straight Connector 3115">
              <a:extLst>
                <a:ext uri="{FF2B5EF4-FFF2-40B4-BE49-F238E27FC236}">
                  <a16:creationId xmlns:a16="http://schemas.microsoft.com/office/drawing/2014/main" id="{CD1D988B-A7C2-EA16-0C4A-AF89C90A1F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02453" y="5032580"/>
              <a:ext cx="364388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7" name="Straight Connector 3116">
              <a:extLst>
                <a:ext uri="{FF2B5EF4-FFF2-40B4-BE49-F238E27FC236}">
                  <a16:creationId xmlns:a16="http://schemas.microsoft.com/office/drawing/2014/main" id="{095B492D-2664-6FBC-526B-A1394035E9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05434" y="5174400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8" name="Straight Connector 3117">
              <a:extLst>
                <a:ext uri="{FF2B5EF4-FFF2-40B4-BE49-F238E27FC236}">
                  <a16:creationId xmlns:a16="http://schemas.microsoft.com/office/drawing/2014/main" id="{FAA8A826-016A-77EF-5867-6C69DE0FB3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0882" y="5186222"/>
              <a:ext cx="356469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9" name="Straight Connector 3118">
              <a:extLst>
                <a:ext uri="{FF2B5EF4-FFF2-40B4-BE49-F238E27FC236}">
                  <a16:creationId xmlns:a16="http://schemas.microsoft.com/office/drawing/2014/main" id="{D02184D9-D18A-9E95-3FD1-B92CCD5940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57906" y="5068039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0" name="Straight Connector 3119">
              <a:extLst>
                <a:ext uri="{FF2B5EF4-FFF2-40B4-BE49-F238E27FC236}">
                  <a16:creationId xmlns:a16="http://schemas.microsoft.com/office/drawing/2014/main" id="{E9A9C099-F3C1-29ED-A630-FCAB3A365D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3353" y="5079854"/>
              <a:ext cx="356469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1" name="Straight Connector 3120">
              <a:extLst>
                <a:ext uri="{FF2B5EF4-FFF2-40B4-BE49-F238E27FC236}">
                  <a16:creationId xmlns:a16="http://schemas.microsoft.com/office/drawing/2014/main" id="{63DE4594-4E51-1142-0A0B-3BE5B57D51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10377" y="4855310"/>
              <a:ext cx="380231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2" name="Straight Connector 3121">
              <a:extLst>
                <a:ext uri="{FF2B5EF4-FFF2-40B4-BE49-F238E27FC236}">
                  <a16:creationId xmlns:a16="http://schemas.microsoft.com/office/drawing/2014/main" id="{792C7057-83B9-A4BC-9A7A-F88A16D13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57906" y="4867124"/>
              <a:ext cx="364388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3" name="Straight Connector 3122">
              <a:extLst>
                <a:ext uri="{FF2B5EF4-FFF2-40B4-BE49-F238E27FC236}">
                  <a16:creationId xmlns:a16="http://schemas.microsoft.com/office/drawing/2014/main" id="{A2C4BC81-A56D-8D87-67B5-CB39D77FBD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54995" y="4465302"/>
              <a:ext cx="388150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4" name="Straight Connector 3123">
              <a:extLst>
                <a:ext uri="{FF2B5EF4-FFF2-40B4-BE49-F238E27FC236}">
                  <a16:creationId xmlns:a16="http://schemas.microsoft.com/office/drawing/2014/main" id="{E455CEBD-159C-2DF5-8C8D-20B14E4BF3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02524" y="4477124"/>
              <a:ext cx="364388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5" name="Straight Connector 3124">
              <a:extLst>
                <a:ext uri="{FF2B5EF4-FFF2-40B4-BE49-F238E27FC236}">
                  <a16:creationId xmlns:a16="http://schemas.microsoft.com/office/drawing/2014/main" id="{3C0DFF7A-5819-9392-FAA9-73B32ECE7A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05501" y="4618943"/>
              <a:ext cx="388155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2" name="Straight Connector 3271">
              <a:extLst>
                <a:ext uri="{FF2B5EF4-FFF2-40B4-BE49-F238E27FC236}">
                  <a16:creationId xmlns:a16="http://schemas.microsoft.com/office/drawing/2014/main" id="{FDD13686-6341-69B4-47B1-92D187A636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60953" y="4630758"/>
              <a:ext cx="356464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3" name="Straight Connector 3272">
              <a:extLst>
                <a:ext uri="{FF2B5EF4-FFF2-40B4-BE49-F238E27FC236}">
                  <a16:creationId xmlns:a16="http://schemas.microsoft.com/office/drawing/2014/main" id="{7FB11804-F68C-1E9F-5217-6AA2F63596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3425" y="4701668"/>
              <a:ext cx="380231" cy="23636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4" name="Straight Connector 3273">
              <a:extLst>
                <a:ext uri="{FF2B5EF4-FFF2-40B4-BE49-F238E27FC236}">
                  <a16:creationId xmlns:a16="http://schemas.microsoft.com/office/drawing/2014/main" id="{F8FDEEBA-156E-FC2D-5BE0-895CF89BDF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60953" y="4713490"/>
              <a:ext cx="364388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5" name="Straight Connector 3274">
              <a:extLst>
                <a:ext uri="{FF2B5EF4-FFF2-40B4-BE49-F238E27FC236}">
                  <a16:creationId xmlns:a16="http://schemas.microsoft.com/office/drawing/2014/main" id="{66D63DBB-6A93-1565-892D-E73F7FA521D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05501" y="5079854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6" name="Straight Connector 3275">
              <a:extLst>
                <a:ext uri="{FF2B5EF4-FFF2-40B4-BE49-F238E27FC236}">
                  <a16:creationId xmlns:a16="http://schemas.microsoft.com/office/drawing/2014/main" id="{E217F748-19B3-C497-BFB3-1015EF2BC98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60953" y="5162586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7" name="Straight Connector 3276">
              <a:extLst>
                <a:ext uri="{FF2B5EF4-FFF2-40B4-BE49-F238E27FC236}">
                  <a16:creationId xmlns:a16="http://schemas.microsoft.com/office/drawing/2014/main" id="{9AA72C3D-9F08-AD5A-BE7C-0B90D5610FF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0443" y="515076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8" name="Straight Connector 3277">
              <a:extLst>
                <a:ext uri="{FF2B5EF4-FFF2-40B4-BE49-F238E27FC236}">
                  <a16:creationId xmlns:a16="http://schemas.microsoft.com/office/drawing/2014/main" id="{A2700CB6-E5B3-5704-041A-222A7267A2D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65896" y="523349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9" name="Straight Connector 3278">
              <a:extLst>
                <a:ext uri="{FF2B5EF4-FFF2-40B4-BE49-F238E27FC236}">
                  <a16:creationId xmlns:a16="http://schemas.microsoft.com/office/drawing/2014/main" id="{9B0FA441-579E-6693-FD68-000BF576D90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9542" y="515076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0" name="Straight Connector 3279">
              <a:extLst>
                <a:ext uri="{FF2B5EF4-FFF2-40B4-BE49-F238E27FC236}">
                  <a16:creationId xmlns:a16="http://schemas.microsoft.com/office/drawing/2014/main" id="{F389049C-EF9F-0DDD-014F-2B9D9FFA190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47071" y="523349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1" name="Straight Connector 3280">
              <a:extLst>
                <a:ext uri="{FF2B5EF4-FFF2-40B4-BE49-F238E27FC236}">
                  <a16:creationId xmlns:a16="http://schemas.microsoft.com/office/drawing/2014/main" id="{3D77DB04-2D2A-8F96-4C54-B311D7FA565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36171" y="5221673"/>
              <a:ext cx="293097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2" name="Straight Connector 3281">
              <a:extLst>
                <a:ext uri="{FF2B5EF4-FFF2-40B4-BE49-F238E27FC236}">
                  <a16:creationId xmlns:a16="http://schemas.microsoft.com/office/drawing/2014/main" id="{55197744-F90C-4B6B-DF8E-1EB95A8B94E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83699" y="5304405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3" name="Straight Connector 3282">
              <a:extLst>
                <a:ext uri="{FF2B5EF4-FFF2-40B4-BE49-F238E27FC236}">
                  <a16:creationId xmlns:a16="http://schemas.microsoft.com/office/drawing/2014/main" id="{33869F19-58AF-268B-E7D8-1B462D0083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17351" y="5198037"/>
              <a:ext cx="293092" cy="212730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4" name="Straight Connector 3283">
              <a:extLst>
                <a:ext uri="{FF2B5EF4-FFF2-40B4-BE49-F238E27FC236}">
                  <a16:creationId xmlns:a16="http://schemas.microsoft.com/office/drawing/2014/main" id="{318733E9-E9D8-AE82-B975-3786B62A9C3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64880" y="5280769"/>
              <a:ext cx="205958" cy="17727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5" name="Straight Connector 3284">
              <a:extLst>
                <a:ext uri="{FF2B5EF4-FFF2-40B4-BE49-F238E27FC236}">
                  <a16:creationId xmlns:a16="http://schemas.microsoft.com/office/drawing/2014/main" id="{5B45B455-B8A5-416F-48EF-11AA6980EDA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60953" y="5008944"/>
              <a:ext cx="293092" cy="224552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6" name="Straight Connector 3285">
              <a:extLst>
                <a:ext uri="{FF2B5EF4-FFF2-40B4-BE49-F238E27FC236}">
                  <a16:creationId xmlns:a16="http://schemas.microsoft.com/office/drawing/2014/main" id="{EDCE50AB-6520-C9C5-D01B-742099911D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08482" y="5103490"/>
              <a:ext cx="213877" cy="16545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7" name="Straight Connector 3286">
              <a:extLst>
                <a:ext uri="{FF2B5EF4-FFF2-40B4-BE49-F238E27FC236}">
                  <a16:creationId xmlns:a16="http://schemas.microsoft.com/office/drawing/2014/main" id="{7125A955-97DA-1945-D962-BB7213702D7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34210" y="5186222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8" name="Straight Connector 3287">
              <a:extLst>
                <a:ext uri="{FF2B5EF4-FFF2-40B4-BE49-F238E27FC236}">
                  <a16:creationId xmlns:a16="http://schemas.microsoft.com/office/drawing/2014/main" id="{C22B77D5-7966-D47B-EC43-DB0F66D9B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89658" y="5257132"/>
              <a:ext cx="293097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9" name="Straight Connector 3288">
              <a:extLst>
                <a:ext uri="{FF2B5EF4-FFF2-40B4-BE49-F238E27FC236}">
                  <a16:creationId xmlns:a16="http://schemas.microsoft.com/office/drawing/2014/main" id="{3AA97E0E-6C65-2111-3175-B1F886B1371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76796" y="5068039"/>
              <a:ext cx="324778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0" name="Straight Connector 3289">
              <a:extLst>
                <a:ext uri="{FF2B5EF4-FFF2-40B4-BE49-F238E27FC236}">
                  <a16:creationId xmlns:a16="http://schemas.microsoft.com/office/drawing/2014/main" id="{9542283D-AC1A-B98A-3B12-AB371B3B87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24325" y="5138949"/>
              <a:ext cx="301016" cy="11815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1" name="Straight Connector 3290">
              <a:extLst>
                <a:ext uri="{FF2B5EF4-FFF2-40B4-BE49-F238E27FC236}">
                  <a16:creationId xmlns:a16="http://schemas.microsoft.com/office/drawing/2014/main" id="{6EE033A0-3618-DC41-B608-3FCE1AA4FB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84715" y="4973493"/>
              <a:ext cx="324783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2" name="Straight Connector 3291">
              <a:extLst>
                <a:ext uri="{FF2B5EF4-FFF2-40B4-BE49-F238E27FC236}">
                  <a16:creationId xmlns:a16="http://schemas.microsoft.com/office/drawing/2014/main" id="{C81ACE03-F454-D29B-0052-DEA218AC83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32244" y="5044402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3" name="Straight Connector 3292">
              <a:extLst>
                <a:ext uri="{FF2B5EF4-FFF2-40B4-BE49-F238E27FC236}">
                  <a16:creationId xmlns:a16="http://schemas.microsoft.com/office/drawing/2014/main" id="{76AFEBE5-0FB8-CE99-7D75-CFAE483A1B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84715" y="4890761"/>
              <a:ext cx="324783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4" name="Straight Connector 3293">
              <a:extLst>
                <a:ext uri="{FF2B5EF4-FFF2-40B4-BE49-F238E27FC236}">
                  <a16:creationId xmlns:a16="http://schemas.microsoft.com/office/drawing/2014/main" id="{69F05E61-52F8-59D4-603E-5027B694D8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32244" y="4949856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5" name="Straight Connector 3294">
              <a:extLst>
                <a:ext uri="{FF2B5EF4-FFF2-40B4-BE49-F238E27FC236}">
                  <a16:creationId xmlns:a16="http://schemas.microsoft.com/office/drawing/2014/main" id="{1E44654C-7C3B-5E5D-FBB5-D07F6BDDB0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81667" y="4808036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6" name="Straight Connector 3295">
              <a:extLst>
                <a:ext uri="{FF2B5EF4-FFF2-40B4-BE49-F238E27FC236}">
                  <a16:creationId xmlns:a16="http://schemas.microsoft.com/office/drawing/2014/main" id="{332C2CC5-3746-9963-3E01-610DE7E795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37120" y="4867124"/>
              <a:ext cx="293092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7" name="Straight Connector 3296">
              <a:extLst>
                <a:ext uri="{FF2B5EF4-FFF2-40B4-BE49-F238E27FC236}">
                  <a16:creationId xmlns:a16="http://schemas.microsoft.com/office/drawing/2014/main" id="{F0C2107C-4781-F2A9-849C-59CA0755B2F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81667" y="4713490"/>
              <a:ext cx="332702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8" name="Straight Connector 3297">
              <a:extLst>
                <a:ext uri="{FF2B5EF4-FFF2-40B4-BE49-F238E27FC236}">
                  <a16:creationId xmlns:a16="http://schemas.microsoft.com/office/drawing/2014/main" id="{C27F9A32-3288-2273-7C3F-BE5A537BD7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29196" y="4772578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9" name="Straight Connector 3298">
              <a:extLst>
                <a:ext uri="{FF2B5EF4-FFF2-40B4-BE49-F238E27FC236}">
                  <a16:creationId xmlns:a16="http://schemas.microsoft.com/office/drawing/2014/main" id="{E6113445-96C9-503C-116E-7F9B430FF65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79707" y="4583485"/>
              <a:ext cx="324778" cy="35459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0" name="Straight Connector 3299">
              <a:extLst>
                <a:ext uri="{FF2B5EF4-FFF2-40B4-BE49-F238E27FC236}">
                  <a16:creationId xmlns:a16="http://schemas.microsoft.com/office/drawing/2014/main" id="{47FDF281-83C3-0453-03CF-705359135B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27236" y="4654395"/>
              <a:ext cx="301016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1" name="Straight Connector 3300">
              <a:extLst>
                <a:ext uri="{FF2B5EF4-FFF2-40B4-BE49-F238E27FC236}">
                  <a16:creationId xmlns:a16="http://schemas.microsoft.com/office/drawing/2014/main" id="{8541BC1B-128D-141B-5B97-534AA92BAD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26220" y="4902583"/>
              <a:ext cx="332702" cy="3545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2" name="Straight Connector 3301">
              <a:extLst>
                <a:ext uri="{FF2B5EF4-FFF2-40B4-BE49-F238E27FC236}">
                  <a16:creationId xmlns:a16="http://schemas.microsoft.com/office/drawing/2014/main" id="{37FDE5AE-AE50-B5B0-9F43-FF2904A2FA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81667" y="4961671"/>
              <a:ext cx="293097" cy="23637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3" name="Straight Connector 3302">
              <a:extLst>
                <a:ext uri="{FF2B5EF4-FFF2-40B4-BE49-F238E27FC236}">
                  <a16:creationId xmlns:a16="http://schemas.microsoft.com/office/drawing/2014/main" id="{22856B76-5B37-3A73-2673-860AB1D0D2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41113" y="4394392"/>
              <a:ext cx="110901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4" name="Straight Connector 3303">
              <a:extLst>
                <a:ext uri="{FF2B5EF4-FFF2-40B4-BE49-F238E27FC236}">
                  <a16:creationId xmlns:a16="http://schemas.microsoft.com/office/drawing/2014/main" id="{6954AB17-69A3-3F4A-3960-466F2E0B0D4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85665" y="4418028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5" name="Straight Connector 3304">
              <a:extLst>
                <a:ext uri="{FF2B5EF4-FFF2-40B4-BE49-F238E27FC236}">
                  <a16:creationId xmlns:a16="http://schemas.microsoft.com/office/drawing/2014/main" id="{3953DEE9-2AF1-690A-3544-C4FACD3CF9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30212" y="4406214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6" name="Straight Connector 3305">
              <a:extLst>
                <a:ext uri="{FF2B5EF4-FFF2-40B4-BE49-F238E27FC236}">
                  <a16:creationId xmlns:a16="http://schemas.microsoft.com/office/drawing/2014/main" id="{FAB65FBB-E04B-6711-D8CF-C27ECB8CBC8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74764" y="4441665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7" name="Straight Connector 3306">
              <a:extLst>
                <a:ext uri="{FF2B5EF4-FFF2-40B4-BE49-F238E27FC236}">
                  <a16:creationId xmlns:a16="http://schemas.microsoft.com/office/drawing/2014/main" id="{C60D7513-CAB9-3407-227B-FC6E168C27D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35155" y="4500760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8" name="Straight Connector 3307">
              <a:extLst>
                <a:ext uri="{FF2B5EF4-FFF2-40B4-BE49-F238E27FC236}">
                  <a16:creationId xmlns:a16="http://schemas.microsoft.com/office/drawing/2014/main" id="{468C4ED6-3D48-190D-FEAF-B2E1388E74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87626" y="4524397"/>
              <a:ext cx="102982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9" name="Straight Connector 3308">
              <a:extLst>
                <a:ext uri="{FF2B5EF4-FFF2-40B4-BE49-F238E27FC236}">
                  <a16:creationId xmlns:a16="http://schemas.microsoft.com/office/drawing/2014/main" id="{C950878E-374B-6170-8D28-8645D62283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11393" y="4524397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0" name="Straight Connector 3309">
              <a:extLst>
                <a:ext uri="{FF2B5EF4-FFF2-40B4-BE49-F238E27FC236}">
                  <a16:creationId xmlns:a16="http://schemas.microsoft.com/office/drawing/2014/main" id="{3F7157EF-4CEE-8BD6-E225-4CCC200845F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63864" y="4548034"/>
              <a:ext cx="95058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1" name="Straight Connector 3310">
              <a:extLst>
                <a:ext uri="{FF2B5EF4-FFF2-40B4-BE49-F238E27FC236}">
                  <a16:creationId xmlns:a16="http://schemas.microsoft.com/office/drawing/2014/main" id="{0F0737C7-4F33-8ACB-B780-BB52B7356C9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66841" y="5245310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2" name="Straight Connector 3311">
              <a:extLst>
                <a:ext uri="{FF2B5EF4-FFF2-40B4-BE49-F238E27FC236}">
                  <a16:creationId xmlns:a16="http://schemas.microsoft.com/office/drawing/2014/main" id="{68B8EECB-0260-3115-9155-4EF7E1DA308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611393" y="5280769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3" name="Straight Connector 3312">
              <a:extLst>
                <a:ext uri="{FF2B5EF4-FFF2-40B4-BE49-F238E27FC236}">
                  <a16:creationId xmlns:a16="http://schemas.microsoft.com/office/drawing/2014/main" id="{D4C8CE80-B74B-DE7A-5BB4-D7B838206FD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53979" y="5245310"/>
              <a:ext cx="110901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4" name="Straight Connector 3313">
              <a:extLst>
                <a:ext uri="{FF2B5EF4-FFF2-40B4-BE49-F238E27FC236}">
                  <a16:creationId xmlns:a16="http://schemas.microsoft.com/office/drawing/2014/main" id="{1F64C160-E7DD-FA99-B938-15A1743A76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706450" y="5268947"/>
              <a:ext cx="95058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5" name="Straight Connector 3314">
              <a:extLst>
                <a:ext uri="{FF2B5EF4-FFF2-40B4-BE49-F238E27FC236}">
                  <a16:creationId xmlns:a16="http://schemas.microsoft.com/office/drawing/2014/main" id="{A891E414-2E00-B096-D871-17E07E234B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49037" y="5268947"/>
              <a:ext cx="118820" cy="319098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6" name="Straight Connector 3315">
              <a:extLst>
                <a:ext uri="{FF2B5EF4-FFF2-40B4-BE49-F238E27FC236}">
                  <a16:creationId xmlns:a16="http://schemas.microsoft.com/office/drawing/2014/main" id="{09624E17-A7D9-7421-D3D2-EDC19A70AEF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01508" y="5292583"/>
              <a:ext cx="102977" cy="29546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7" name="Straight Connector 3316">
              <a:extLst>
                <a:ext uri="{FF2B5EF4-FFF2-40B4-BE49-F238E27FC236}">
                  <a16:creationId xmlns:a16="http://schemas.microsoft.com/office/drawing/2014/main" id="{27A7507E-9693-0C93-47EE-E637C192F8D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67856" y="5186222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8" name="Straight Connector 3317">
              <a:extLst>
                <a:ext uri="{FF2B5EF4-FFF2-40B4-BE49-F238E27FC236}">
                  <a16:creationId xmlns:a16="http://schemas.microsoft.com/office/drawing/2014/main" id="{02332D92-9FD6-AB6D-B17E-AD19D991E2B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12409" y="5209859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9" name="Straight Connector 3318">
              <a:extLst>
                <a:ext uri="{FF2B5EF4-FFF2-40B4-BE49-F238E27FC236}">
                  <a16:creationId xmlns:a16="http://schemas.microsoft.com/office/drawing/2014/main" id="{7296A42F-A4D4-1D57-8439-C7C811D6E13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47071" y="5174400"/>
              <a:ext cx="110901" cy="330913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0" name="Straight Connector 3319">
              <a:extLst>
                <a:ext uri="{FF2B5EF4-FFF2-40B4-BE49-F238E27FC236}">
                  <a16:creationId xmlns:a16="http://schemas.microsoft.com/office/drawing/2014/main" id="{57D9B13E-0A18-AA5A-B3E4-79B25B81F9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9542" y="5198037"/>
              <a:ext cx="102982" cy="307276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1" name="Straight Connector 3320">
              <a:extLst>
                <a:ext uri="{FF2B5EF4-FFF2-40B4-BE49-F238E27FC236}">
                  <a16:creationId xmlns:a16="http://schemas.microsoft.com/office/drawing/2014/main" id="{A913173A-B9DB-B099-1F1F-58C3952CBB3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91623" y="4548034"/>
              <a:ext cx="110901" cy="319091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2" name="Straight Connector 3321">
              <a:extLst>
                <a:ext uri="{FF2B5EF4-FFF2-40B4-BE49-F238E27FC236}">
                  <a16:creationId xmlns:a16="http://schemas.microsoft.com/office/drawing/2014/main" id="{F2E0C424-EE47-9F71-0402-F3C2ABE2626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44095" y="4571670"/>
              <a:ext cx="102977" cy="295454"/>
            </a:xfrm>
            <a:prstGeom prst="line">
              <a:avLst/>
            </a:prstGeom>
            <a:ln w="3175">
              <a:solidFill>
                <a:srgbClr val="B43E4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574" name="Group 29573">
            <a:extLst>
              <a:ext uri="{FF2B5EF4-FFF2-40B4-BE49-F238E27FC236}">
                <a16:creationId xmlns:a16="http://schemas.microsoft.com/office/drawing/2014/main" id="{9AC1013B-81B9-4EC7-5BA4-F46727D214E7}"/>
              </a:ext>
            </a:extLst>
          </p:cNvPr>
          <p:cNvGrpSpPr/>
          <p:nvPr/>
        </p:nvGrpSpPr>
        <p:grpSpPr>
          <a:xfrm>
            <a:off x="11559157" y="3492337"/>
            <a:ext cx="363537" cy="371707"/>
            <a:chOff x="3694771" y="1918010"/>
            <a:chExt cx="4088780" cy="4475356"/>
          </a:xfrm>
        </p:grpSpPr>
        <p:sp>
          <p:nvSpPr>
            <p:cNvPr id="29575" name="Freeform 29574">
              <a:extLst>
                <a:ext uri="{FF2B5EF4-FFF2-40B4-BE49-F238E27FC236}">
                  <a16:creationId xmlns:a16="http://schemas.microsoft.com/office/drawing/2014/main" id="{517FCD47-B34B-6BDC-B1AD-BB204CF91C65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76">
              <p14:nvContentPartPr>
                <p14:cNvPr id="29576" name="Ink 29575">
                  <a:extLst>
                    <a:ext uri="{FF2B5EF4-FFF2-40B4-BE49-F238E27FC236}">
                      <a16:creationId xmlns:a16="http://schemas.microsoft.com/office/drawing/2014/main" id="{98AA3BDB-6397-7103-AC55-EE49A8202A35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9577" name="Freeform 29576">
              <a:extLst>
                <a:ext uri="{FF2B5EF4-FFF2-40B4-BE49-F238E27FC236}">
                  <a16:creationId xmlns:a16="http://schemas.microsoft.com/office/drawing/2014/main" id="{4589B9E1-6EE1-8573-D332-C3A93F611910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78" name="Freeform 29577">
              <a:extLst>
                <a:ext uri="{FF2B5EF4-FFF2-40B4-BE49-F238E27FC236}">
                  <a16:creationId xmlns:a16="http://schemas.microsoft.com/office/drawing/2014/main" id="{77640901-5751-2230-1D64-6126C4B4716D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79" name="Freeform 29578">
              <a:extLst>
                <a:ext uri="{FF2B5EF4-FFF2-40B4-BE49-F238E27FC236}">
                  <a16:creationId xmlns:a16="http://schemas.microsoft.com/office/drawing/2014/main" id="{C75C8ABA-360E-F7E8-1EFF-88D6AD6FA5CF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0" name="Freeform 29579">
              <a:extLst>
                <a:ext uri="{FF2B5EF4-FFF2-40B4-BE49-F238E27FC236}">
                  <a16:creationId xmlns:a16="http://schemas.microsoft.com/office/drawing/2014/main" id="{6263F00F-5AD7-9026-C0BF-30F0BF2BE74D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1" name="Freeform 29580">
              <a:extLst>
                <a:ext uri="{FF2B5EF4-FFF2-40B4-BE49-F238E27FC236}">
                  <a16:creationId xmlns:a16="http://schemas.microsoft.com/office/drawing/2014/main" id="{C5282713-A79B-16D5-5D36-58C471DE737F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2" name="Freeform 29581">
              <a:extLst>
                <a:ext uri="{FF2B5EF4-FFF2-40B4-BE49-F238E27FC236}">
                  <a16:creationId xmlns:a16="http://schemas.microsoft.com/office/drawing/2014/main" id="{3179BE75-56CA-4EAC-7229-8F6EF3D239E4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3" name="Freeform 29582">
              <a:extLst>
                <a:ext uri="{FF2B5EF4-FFF2-40B4-BE49-F238E27FC236}">
                  <a16:creationId xmlns:a16="http://schemas.microsoft.com/office/drawing/2014/main" id="{210E16D9-4F3B-5E42-45A6-156D9FE115C0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4" name="Freeform 29583">
              <a:extLst>
                <a:ext uri="{FF2B5EF4-FFF2-40B4-BE49-F238E27FC236}">
                  <a16:creationId xmlns:a16="http://schemas.microsoft.com/office/drawing/2014/main" id="{CB2AA7DF-1671-A6E1-BBB2-51CDC74AA167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5" name="Freeform 29584">
              <a:extLst>
                <a:ext uri="{FF2B5EF4-FFF2-40B4-BE49-F238E27FC236}">
                  <a16:creationId xmlns:a16="http://schemas.microsoft.com/office/drawing/2014/main" id="{DD1037B9-8327-F0F7-AB07-09C61E687D43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6" name="Freeform 29585">
              <a:extLst>
                <a:ext uri="{FF2B5EF4-FFF2-40B4-BE49-F238E27FC236}">
                  <a16:creationId xmlns:a16="http://schemas.microsoft.com/office/drawing/2014/main" id="{38970317-CF7D-0929-CF2A-2BD5EDC7FF21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7" name="Freeform 29586">
              <a:extLst>
                <a:ext uri="{FF2B5EF4-FFF2-40B4-BE49-F238E27FC236}">
                  <a16:creationId xmlns:a16="http://schemas.microsoft.com/office/drawing/2014/main" id="{16A1E915-A637-776D-1533-6AD2D9D6D097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8" name="Freeform 29587">
              <a:extLst>
                <a:ext uri="{FF2B5EF4-FFF2-40B4-BE49-F238E27FC236}">
                  <a16:creationId xmlns:a16="http://schemas.microsoft.com/office/drawing/2014/main" id="{70D2BE46-FD8A-EEEB-BD8A-4A09580FD96F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89" name="Freeform 29588">
              <a:extLst>
                <a:ext uri="{FF2B5EF4-FFF2-40B4-BE49-F238E27FC236}">
                  <a16:creationId xmlns:a16="http://schemas.microsoft.com/office/drawing/2014/main" id="{DE29D2C8-BB30-79B5-4DD3-5E37C5BC31A8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0" name="Freeform 29589">
              <a:extLst>
                <a:ext uri="{FF2B5EF4-FFF2-40B4-BE49-F238E27FC236}">
                  <a16:creationId xmlns:a16="http://schemas.microsoft.com/office/drawing/2014/main" id="{5F30A982-74CD-A38B-CB97-811D987BB7B4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1" name="Freeform 29590">
              <a:extLst>
                <a:ext uri="{FF2B5EF4-FFF2-40B4-BE49-F238E27FC236}">
                  <a16:creationId xmlns:a16="http://schemas.microsoft.com/office/drawing/2014/main" id="{FDA42030-2848-AA7E-FF54-58BBBFBD2C73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2" name="Freeform 29591">
              <a:extLst>
                <a:ext uri="{FF2B5EF4-FFF2-40B4-BE49-F238E27FC236}">
                  <a16:creationId xmlns:a16="http://schemas.microsoft.com/office/drawing/2014/main" id="{19706466-F6CC-13EB-88C5-AB6F919D6D0F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3" name="Freeform 29592">
              <a:extLst>
                <a:ext uri="{FF2B5EF4-FFF2-40B4-BE49-F238E27FC236}">
                  <a16:creationId xmlns:a16="http://schemas.microsoft.com/office/drawing/2014/main" id="{11301B95-48B4-176A-DAD1-102E90B0E1CD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4" name="Freeform 29593">
              <a:extLst>
                <a:ext uri="{FF2B5EF4-FFF2-40B4-BE49-F238E27FC236}">
                  <a16:creationId xmlns:a16="http://schemas.microsoft.com/office/drawing/2014/main" id="{789D6B57-044B-D830-5558-4CF8901550E1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5" name="Freeform 29594">
              <a:extLst>
                <a:ext uri="{FF2B5EF4-FFF2-40B4-BE49-F238E27FC236}">
                  <a16:creationId xmlns:a16="http://schemas.microsoft.com/office/drawing/2014/main" id="{7108AD8E-58C2-05A5-A1B3-3061A1A596FB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6" name="Freeform 29595">
              <a:extLst>
                <a:ext uri="{FF2B5EF4-FFF2-40B4-BE49-F238E27FC236}">
                  <a16:creationId xmlns:a16="http://schemas.microsoft.com/office/drawing/2014/main" id="{16701C36-F2F0-1849-186A-1995AFD8DE72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7" name="Freeform 29596">
              <a:extLst>
                <a:ext uri="{FF2B5EF4-FFF2-40B4-BE49-F238E27FC236}">
                  <a16:creationId xmlns:a16="http://schemas.microsoft.com/office/drawing/2014/main" id="{4EB67A7B-DF45-923B-3FB7-C1F88CD3C5CC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8" name="Freeform 29597">
              <a:extLst>
                <a:ext uri="{FF2B5EF4-FFF2-40B4-BE49-F238E27FC236}">
                  <a16:creationId xmlns:a16="http://schemas.microsoft.com/office/drawing/2014/main" id="{ECC73106-AC75-ED8D-7A16-7B8294E97784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99" name="Freeform 29598">
              <a:extLst>
                <a:ext uri="{FF2B5EF4-FFF2-40B4-BE49-F238E27FC236}">
                  <a16:creationId xmlns:a16="http://schemas.microsoft.com/office/drawing/2014/main" id="{18762AA8-5A65-E9B9-17E8-BB152EE9BA2D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0" name="Freeform 29599">
              <a:extLst>
                <a:ext uri="{FF2B5EF4-FFF2-40B4-BE49-F238E27FC236}">
                  <a16:creationId xmlns:a16="http://schemas.microsoft.com/office/drawing/2014/main" id="{14F5FE96-9982-9620-A9CE-F8D34A0AEF79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1" name="Freeform 29600">
              <a:extLst>
                <a:ext uri="{FF2B5EF4-FFF2-40B4-BE49-F238E27FC236}">
                  <a16:creationId xmlns:a16="http://schemas.microsoft.com/office/drawing/2014/main" id="{68337F61-6F3C-71FD-3CD2-13F8EB467B26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2" name="Freeform 29601">
              <a:extLst>
                <a:ext uri="{FF2B5EF4-FFF2-40B4-BE49-F238E27FC236}">
                  <a16:creationId xmlns:a16="http://schemas.microsoft.com/office/drawing/2014/main" id="{A1EA3187-F331-03DA-49A9-E07557FA0F8D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3" name="Freeform 29602">
              <a:extLst>
                <a:ext uri="{FF2B5EF4-FFF2-40B4-BE49-F238E27FC236}">
                  <a16:creationId xmlns:a16="http://schemas.microsoft.com/office/drawing/2014/main" id="{B151E161-FAC0-1992-2A35-977EA24A0D51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4" name="Freeform 29603">
              <a:extLst>
                <a:ext uri="{FF2B5EF4-FFF2-40B4-BE49-F238E27FC236}">
                  <a16:creationId xmlns:a16="http://schemas.microsoft.com/office/drawing/2014/main" id="{353CF006-BC24-784E-E047-7CB0E0E476CA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5" name="Freeform 29604">
              <a:extLst>
                <a:ext uri="{FF2B5EF4-FFF2-40B4-BE49-F238E27FC236}">
                  <a16:creationId xmlns:a16="http://schemas.microsoft.com/office/drawing/2014/main" id="{80D3374F-E448-C710-E398-FCB784B008BE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6" name="Freeform 29605">
              <a:extLst>
                <a:ext uri="{FF2B5EF4-FFF2-40B4-BE49-F238E27FC236}">
                  <a16:creationId xmlns:a16="http://schemas.microsoft.com/office/drawing/2014/main" id="{3F3CCBFA-28AE-C2A6-9E06-B492E972707E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7" name="Freeform 29606">
              <a:extLst>
                <a:ext uri="{FF2B5EF4-FFF2-40B4-BE49-F238E27FC236}">
                  <a16:creationId xmlns:a16="http://schemas.microsoft.com/office/drawing/2014/main" id="{68528289-0D9C-04B6-E06B-86EC90E0B08D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8" name="Freeform 29607">
              <a:extLst>
                <a:ext uri="{FF2B5EF4-FFF2-40B4-BE49-F238E27FC236}">
                  <a16:creationId xmlns:a16="http://schemas.microsoft.com/office/drawing/2014/main" id="{C2F0DD04-34E7-DA54-1C79-7E379AF6D17D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09" name="Freeform 29608">
              <a:extLst>
                <a:ext uri="{FF2B5EF4-FFF2-40B4-BE49-F238E27FC236}">
                  <a16:creationId xmlns:a16="http://schemas.microsoft.com/office/drawing/2014/main" id="{38A9C59C-0D1E-5A7C-B28B-084867B929A1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0" name="Freeform 29609">
              <a:extLst>
                <a:ext uri="{FF2B5EF4-FFF2-40B4-BE49-F238E27FC236}">
                  <a16:creationId xmlns:a16="http://schemas.microsoft.com/office/drawing/2014/main" id="{A81EF981-FBE1-362C-27AA-B0D27CD819F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1" name="Freeform 29610">
              <a:extLst>
                <a:ext uri="{FF2B5EF4-FFF2-40B4-BE49-F238E27FC236}">
                  <a16:creationId xmlns:a16="http://schemas.microsoft.com/office/drawing/2014/main" id="{E77F69B7-DA96-0DBD-BB1D-8D44F0EF6C39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2" name="Freeform 29611">
              <a:extLst>
                <a:ext uri="{FF2B5EF4-FFF2-40B4-BE49-F238E27FC236}">
                  <a16:creationId xmlns:a16="http://schemas.microsoft.com/office/drawing/2014/main" id="{2983782F-CC72-0291-5B36-26D2A3E46623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3" name="Freeform 29612">
              <a:extLst>
                <a:ext uri="{FF2B5EF4-FFF2-40B4-BE49-F238E27FC236}">
                  <a16:creationId xmlns:a16="http://schemas.microsoft.com/office/drawing/2014/main" id="{48A5298D-3ED4-D03B-30EE-9C6D3A5177A6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4" name="Freeform 29613">
              <a:extLst>
                <a:ext uri="{FF2B5EF4-FFF2-40B4-BE49-F238E27FC236}">
                  <a16:creationId xmlns:a16="http://schemas.microsoft.com/office/drawing/2014/main" id="{BDC7D9F4-460B-896C-EFC2-247FC1619D40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5" name="Freeform 29614">
              <a:extLst>
                <a:ext uri="{FF2B5EF4-FFF2-40B4-BE49-F238E27FC236}">
                  <a16:creationId xmlns:a16="http://schemas.microsoft.com/office/drawing/2014/main" id="{27FE2944-A2E5-195F-E5CF-5C85468F9735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6" name="Freeform 29615">
              <a:extLst>
                <a:ext uri="{FF2B5EF4-FFF2-40B4-BE49-F238E27FC236}">
                  <a16:creationId xmlns:a16="http://schemas.microsoft.com/office/drawing/2014/main" id="{6961CFE8-F860-7E1D-C190-067138905B40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7" name="Freeform 29616">
              <a:extLst>
                <a:ext uri="{FF2B5EF4-FFF2-40B4-BE49-F238E27FC236}">
                  <a16:creationId xmlns:a16="http://schemas.microsoft.com/office/drawing/2014/main" id="{537A2642-CE29-8DC4-F53B-DAF7822F89A7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8" name="Freeform 29617">
              <a:extLst>
                <a:ext uri="{FF2B5EF4-FFF2-40B4-BE49-F238E27FC236}">
                  <a16:creationId xmlns:a16="http://schemas.microsoft.com/office/drawing/2014/main" id="{F0648D0E-4F07-C956-7B54-877777FBA3D8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19" name="Freeform 29618">
              <a:extLst>
                <a:ext uri="{FF2B5EF4-FFF2-40B4-BE49-F238E27FC236}">
                  <a16:creationId xmlns:a16="http://schemas.microsoft.com/office/drawing/2014/main" id="{12EC26C6-9A22-EEFA-C4FF-1F5AF2862BE0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0" name="Freeform 29619">
              <a:extLst>
                <a:ext uri="{FF2B5EF4-FFF2-40B4-BE49-F238E27FC236}">
                  <a16:creationId xmlns:a16="http://schemas.microsoft.com/office/drawing/2014/main" id="{8D66D69B-4AE3-169E-4CD3-F261107AA8E6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1" name="Freeform 29620">
              <a:extLst>
                <a:ext uri="{FF2B5EF4-FFF2-40B4-BE49-F238E27FC236}">
                  <a16:creationId xmlns:a16="http://schemas.microsoft.com/office/drawing/2014/main" id="{E775C134-CADE-D5EF-CC56-281BC1F812C0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2" name="Freeform 29621">
              <a:extLst>
                <a:ext uri="{FF2B5EF4-FFF2-40B4-BE49-F238E27FC236}">
                  <a16:creationId xmlns:a16="http://schemas.microsoft.com/office/drawing/2014/main" id="{13621A2C-B3DB-7718-7E99-735493617C00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3" name="Freeform 29622">
              <a:extLst>
                <a:ext uri="{FF2B5EF4-FFF2-40B4-BE49-F238E27FC236}">
                  <a16:creationId xmlns:a16="http://schemas.microsoft.com/office/drawing/2014/main" id="{4176E3CF-69C5-4999-5A5D-8C28BEB319FF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4" name="Freeform 29623">
              <a:extLst>
                <a:ext uri="{FF2B5EF4-FFF2-40B4-BE49-F238E27FC236}">
                  <a16:creationId xmlns:a16="http://schemas.microsoft.com/office/drawing/2014/main" id="{051DDE53-0EB0-D0A1-5638-F86C55A2BAB1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5" name="Freeform 29624">
              <a:extLst>
                <a:ext uri="{FF2B5EF4-FFF2-40B4-BE49-F238E27FC236}">
                  <a16:creationId xmlns:a16="http://schemas.microsoft.com/office/drawing/2014/main" id="{F6BF5D6B-4570-1D23-B7B9-CF00D90F34ED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6" name="Freeform 29625">
              <a:extLst>
                <a:ext uri="{FF2B5EF4-FFF2-40B4-BE49-F238E27FC236}">
                  <a16:creationId xmlns:a16="http://schemas.microsoft.com/office/drawing/2014/main" id="{ED71111C-E049-2A77-A3A6-4709ED9A50B0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7" name="Freeform 29626">
              <a:extLst>
                <a:ext uri="{FF2B5EF4-FFF2-40B4-BE49-F238E27FC236}">
                  <a16:creationId xmlns:a16="http://schemas.microsoft.com/office/drawing/2014/main" id="{E0BE2487-F506-DA8B-73CF-AC2B3842135F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8" name="Freeform 29627">
              <a:extLst>
                <a:ext uri="{FF2B5EF4-FFF2-40B4-BE49-F238E27FC236}">
                  <a16:creationId xmlns:a16="http://schemas.microsoft.com/office/drawing/2014/main" id="{955D6CE9-C21F-3092-AAFE-AB6AB4987D14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29" name="Freeform 29628">
              <a:extLst>
                <a:ext uri="{FF2B5EF4-FFF2-40B4-BE49-F238E27FC236}">
                  <a16:creationId xmlns:a16="http://schemas.microsoft.com/office/drawing/2014/main" id="{6F2F774C-49F9-2CCB-6AA6-83FF624E0DBE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0" name="Freeform 29629">
              <a:extLst>
                <a:ext uri="{FF2B5EF4-FFF2-40B4-BE49-F238E27FC236}">
                  <a16:creationId xmlns:a16="http://schemas.microsoft.com/office/drawing/2014/main" id="{3F919E6B-0A1D-07E0-8839-E034C28E21B7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1" name="Freeform 29630">
              <a:extLst>
                <a:ext uri="{FF2B5EF4-FFF2-40B4-BE49-F238E27FC236}">
                  <a16:creationId xmlns:a16="http://schemas.microsoft.com/office/drawing/2014/main" id="{DB781938-62D2-C42C-FF31-25419B3E661A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2" name="Freeform 29631">
              <a:extLst>
                <a:ext uri="{FF2B5EF4-FFF2-40B4-BE49-F238E27FC236}">
                  <a16:creationId xmlns:a16="http://schemas.microsoft.com/office/drawing/2014/main" id="{FDFC50D7-A10B-20FE-D1D9-FC3E7DAD1898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3" name="Freeform 29632">
              <a:extLst>
                <a:ext uri="{FF2B5EF4-FFF2-40B4-BE49-F238E27FC236}">
                  <a16:creationId xmlns:a16="http://schemas.microsoft.com/office/drawing/2014/main" id="{A8B9E588-BB5B-078B-9A48-6C2FB18DD526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4" name="Freeform 29633">
              <a:extLst>
                <a:ext uri="{FF2B5EF4-FFF2-40B4-BE49-F238E27FC236}">
                  <a16:creationId xmlns:a16="http://schemas.microsoft.com/office/drawing/2014/main" id="{B9C9423A-18E6-B1E2-9190-0DFB68E89242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5" name="Freeform 29634">
              <a:extLst>
                <a:ext uri="{FF2B5EF4-FFF2-40B4-BE49-F238E27FC236}">
                  <a16:creationId xmlns:a16="http://schemas.microsoft.com/office/drawing/2014/main" id="{6F013CB9-FB4F-19E7-A81D-08A8508E363C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6" name="Freeform 29635">
              <a:extLst>
                <a:ext uri="{FF2B5EF4-FFF2-40B4-BE49-F238E27FC236}">
                  <a16:creationId xmlns:a16="http://schemas.microsoft.com/office/drawing/2014/main" id="{8C264EB3-AC4B-8BD5-EBFD-345097907D2F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7" name="Freeform 29636">
              <a:extLst>
                <a:ext uri="{FF2B5EF4-FFF2-40B4-BE49-F238E27FC236}">
                  <a16:creationId xmlns:a16="http://schemas.microsoft.com/office/drawing/2014/main" id="{6A589258-6E6C-C06A-CFFB-D84ACA1937FA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8" name="Freeform 29637">
              <a:extLst>
                <a:ext uri="{FF2B5EF4-FFF2-40B4-BE49-F238E27FC236}">
                  <a16:creationId xmlns:a16="http://schemas.microsoft.com/office/drawing/2014/main" id="{EA5D734E-1496-2C0A-3C78-2EFF94105589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39" name="Freeform 29638">
              <a:extLst>
                <a:ext uri="{FF2B5EF4-FFF2-40B4-BE49-F238E27FC236}">
                  <a16:creationId xmlns:a16="http://schemas.microsoft.com/office/drawing/2014/main" id="{0243EECB-B903-B9A5-BB50-04F62134E6ED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0" name="Freeform 29639">
              <a:extLst>
                <a:ext uri="{FF2B5EF4-FFF2-40B4-BE49-F238E27FC236}">
                  <a16:creationId xmlns:a16="http://schemas.microsoft.com/office/drawing/2014/main" id="{86FD20A6-6FED-DEFF-ADA5-19E8A8A70BFC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1" name="Freeform 29640">
              <a:extLst>
                <a:ext uri="{FF2B5EF4-FFF2-40B4-BE49-F238E27FC236}">
                  <a16:creationId xmlns:a16="http://schemas.microsoft.com/office/drawing/2014/main" id="{65BCF7D6-131F-24D7-DCCB-D59B9E2B7314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2" name="Freeform 29641">
              <a:extLst>
                <a:ext uri="{FF2B5EF4-FFF2-40B4-BE49-F238E27FC236}">
                  <a16:creationId xmlns:a16="http://schemas.microsoft.com/office/drawing/2014/main" id="{C8B5E9A9-731D-2513-64FF-35C37071272C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3" name="Freeform 29642">
              <a:extLst>
                <a:ext uri="{FF2B5EF4-FFF2-40B4-BE49-F238E27FC236}">
                  <a16:creationId xmlns:a16="http://schemas.microsoft.com/office/drawing/2014/main" id="{24C096BA-B783-BAFB-9ABE-6395C58F4B9F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4" name="Freeform 29643">
              <a:extLst>
                <a:ext uri="{FF2B5EF4-FFF2-40B4-BE49-F238E27FC236}">
                  <a16:creationId xmlns:a16="http://schemas.microsoft.com/office/drawing/2014/main" id="{BA731C6B-5823-5D96-4EFD-0E149131EC39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5" name="Freeform 29644">
              <a:extLst>
                <a:ext uri="{FF2B5EF4-FFF2-40B4-BE49-F238E27FC236}">
                  <a16:creationId xmlns:a16="http://schemas.microsoft.com/office/drawing/2014/main" id="{5CAA4CFA-8A0E-8B43-4794-80D40BC70686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6" name="Freeform 29645">
              <a:extLst>
                <a:ext uri="{FF2B5EF4-FFF2-40B4-BE49-F238E27FC236}">
                  <a16:creationId xmlns:a16="http://schemas.microsoft.com/office/drawing/2014/main" id="{A1C35C06-A9D4-199F-1231-C8E8D40416F3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7" name="Freeform 29646">
              <a:extLst>
                <a:ext uri="{FF2B5EF4-FFF2-40B4-BE49-F238E27FC236}">
                  <a16:creationId xmlns:a16="http://schemas.microsoft.com/office/drawing/2014/main" id="{D1E3A2E3-BB02-FA56-0E7E-E26C71DC5949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8" name="Freeform 29647">
              <a:extLst>
                <a:ext uri="{FF2B5EF4-FFF2-40B4-BE49-F238E27FC236}">
                  <a16:creationId xmlns:a16="http://schemas.microsoft.com/office/drawing/2014/main" id="{2EA7A04D-A5C0-31FE-32A3-70E4BE5ED4E4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49" name="Freeform 29648">
              <a:extLst>
                <a:ext uri="{FF2B5EF4-FFF2-40B4-BE49-F238E27FC236}">
                  <a16:creationId xmlns:a16="http://schemas.microsoft.com/office/drawing/2014/main" id="{7F726856-A73A-0EF6-1026-5A35C3A48269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0" name="Freeform 29649">
              <a:extLst>
                <a:ext uri="{FF2B5EF4-FFF2-40B4-BE49-F238E27FC236}">
                  <a16:creationId xmlns:a16="http://schemas.microsoft.com/office/drawing/2014/main" id="{BC02D7CF-81A6-64C3-12A5-77C9D0FF13C1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1" name="Freeform 29650">
              <a:extLst>
                <a:ext uri="{FF2B5EF4-FFF2-40B4-BE49-F238E27FC236}">
                  <a16:creationId xmlns:a16="http://schemas.microsoft.com/office/drawing/2014/main" id="{DDD00863-2CD2-8530-650E-8A09819E1DEE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2" name="Freeform 29651">
              <a:extLst>
                <a:ext uri="{FF2B5EF4-FFF2-40B4-BE49-F238E27FC236}">
                  <a16:creationId xmlns:a16="http://schemas.microsoft.com/office/drawing/2014/main" id="{DEC38381-C168-E8D3-2D74-4E306095BECB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3" name="Freeform 29652">
              <a:extLst>
                <a:ext uri="{FF2B5EF4-FFF2-40B4-BE49-F238E27FC236}">
                  <a16:creationId xmlns:a16="http://schemas.microsoft.com/office/drawing/2014/main" id="{759F235E-B07C-1666-131A-855D78748C71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4" name="Freeform 29653">
              <a:extLst>
                <a:ext uri="{FF2B5EF4-FFF2-40B4-BE49-F238E27FC236}">
                  <a16:creationId xmlns:a16="http://schemas.microsoft.com/office/drawing/2014/main" id="{795127FC-2D40-DBDD-5D42-E84954204968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5" name="Freeform 29654">
              <a:extLst>
                <a:ext uri="{FF2B5EF4-FFF2-40B4-BE49-F238E27FC236}">
                  <a16:creationId xmlns:a16="http://schemas.microsoft.com/office/drawing/2014/main" id="{CA50BA95-5F0C-5646-047C-5C83CC3E8402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6" name="Freeform 29655">
              <a:extLst>
                <a:ext uri="{FF2B5EF4-FFF2-40B4-BE49-F238E27FC236}">
                  <a16:creationId xmlns:a16="http://schemas.microsoft.com/office/drawing/2014/main" id="{2F9D9B88-009A-E8BE-BDE8-FE947A7F2049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7" name="Freeform 29656">
              <a:extLst>
                <a:ext uri="{FF2B5EF4-FFF2-40B4-BE49-F238E27FC236}">
                  <a16:creationId xmlns:a16="http://schemas.microsoft.com/office/drawing/2014/main" id="{A02E4B47-0EB9-C09E-BCAE-9BA574C2A927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58" name="Freeform 29657">
              <a:extLst>
                <a:ext uri="{FF2B5EF4-FFF2-40B4-BE49-F238E27FC236}">
                  <a16:creationId xmlns:a16="http://schemas.microsoft.com/office/drawing/2014/main" id="{A7F07A23-FB6A-62D1-2109-A29A652ED6E9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23" name="Group 3322">
            <a:extLst>
              <a:ext uri="{FF2B5EF4-FFF2-40B4-BE49-F238E27FC236}">
                <a16:creationId xmlns:a16="http://schemas.microsoft.com/office/drawing/2014/main" id="{9CDE045D-FEBC-7335-3AAE-4245C2D779E4}"/>
              </a:ext>
            </a:extLst>
          </p:cNvPr>
          <p:cNvGrpSpPr/>
          <p:nvPr/>
        </p:nvGrpSpPr>
        <p:grpSpPr>
          <a:xfrm>
            <a:off x="10985329" y="3660972"/>
            <a:ext cx="363537" cy="371707"/>
            <a:chOff x="3694771" y="1918010"/>
            <a:chExt cx="4088780" cy="4475356"/>
          </a:xfrm>
        </p:grpSpPr>
        <p:sp>
          <p:nvSpPr>
            <p:cNvPr id="3324" name="Freeform 3323">
              <a:extLst>
                <a:ext uri="{FF2B5EF4-FFF2-40B4-BE49-F238E27FC236}">
                  <a16:creationId xmlns:a16="http://schemas.microsoft.com/office/drawing/2014/main" id="{F8511390-7C4D-FAFF-E6BC-B3B645E0859A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77">
              <p14:nvContentPartPr>
                <p14:cNvPr id="3325" name="Ink 3324">
                  <a:extLst>
                    <a:ext uri="{FF2B5EF4-FFF2-40B4-BE49-F238E27FC236}">
                      <a16:creationId xmlns:a16="http://schemas.microsoft.com/office/drawing/2014/main" id="{F4D783FC-525D-8D10-28B8-3ECD49F4513A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3326" name="Freeform 3325">
              <a:extLst>
                <a:ext uri="{FF2B5EF4-FFF2-40B4-BE49-F238E27FC236}">
                  <a16:creationId xmlns:a16="http://schemas.microsoft.com/office/drawing/2014/main" id="{E29B660E-0760-7E30-29ED-259114770D0E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27" name="Freeform 3326">
              <a:extLst>
                <a:ext uri="{FF2B5EF4-FFF2-40B4-BE49-F238E27FC236}">
                  <a16:creationId xmlns:a16="http://schemas.microsoft.com/office/drawing/2014/main" id="{E7AC2789-00D9-20A5-E022-7010E3563A3D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0" name="Freeform 3519">
              <a:extLst>
                <a:ext uri="{FF2B5EF4-FFF2-40B4-BE49-F238E27FC236}">
                  <a16:creationId xmlns:a16="http://schemas.microsoft.com/office/drawing/2014/main" id="{98F4FAAE-2D58-6CA7-6D94-BD1FCA553C86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1" name="Freeform 3520">
              <a:extLst>
                <a:ext uri="{FF2B5EF4-FFF2-40B4-BE49-F238E27FC236}">
                  <a16:creationId xmlns:a16="http://schemas.microsoft.com/office/drawing/2014/main" id="{86A02DD3-F559-43FD-28E3-8D52E497667F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2" name="Freeform 3521">
              <a:extLst>
                <a:ext uri="{FF2B5EF4-FFF2-40B4-BE49-F238E27FC236}">
                  <a16:creationId xmlns:a16="http://schemas.microsoft.com/office/drawing/2014/main" id="{5AF93BD9-5712-EB11-D20B-391415F59A4A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3" name="Freeform 3522">
              <a:extLst>
                <a:ext uri="{FF2B5EF4-FFF2-40B4-BE49-F238E27FC236}">
                  <a16:creationId xmlns:a16="http://schemas.microsoft.com/office/drawing/2014/main" id="{B819A810-2D52-6A6E-4A82-4712351969AF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4" name="Freeform 3523">
              <a:extLst>
                <a:ext uri="{FF2B5EF4-FFF2-40B4-BE49-F238E27FC236}">
                  <a16:creationId xmlns:a16="http://schemas.microsoft.com/office/drawing/2014/main" id="{70F12276-078A-4697-D923-F854305C08E7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5" name="Freeform 3524">
              <a:extLst>
                <a:ext uri="{FF2B5EF4-FFF2-40B4-BE49-F238E27FC236}">
                  <a16:creationId xmlns:a16="http://schemas.microsoft.com/office/drawing/2014/main" id="{39F70B52-4557-A2FD-0294-009B99CB8349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6" name="Freeform 3525">
              <a:extLst>
                <a:ext uri="{FF2B5EF4-FFF2-40B4-BE49-F238E27FC236}">
                  <a16:creationId xmlns:a16="http://schemas.microsoft.com/office/drawing/2014/main" id="{38189B28-4BDF-73E7-A07C-296BE1B837C7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7" name="Freeform 3526">
              <a:extLst>
                <a:ext uri="{FF2B5EF4-FFF2-40B4-BE49-F238E27FC236}">
                  <a16:creationId xmlns:a16="http://schemas.microsoft.com/office/drawing/2014/main" id="{BE4AECB5-8C7D-9C09-611D-369E3ADFDFA5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8" name="Freeform 3527">
              <a:extLst>
                <a:ext uri="{FF2B5EF4-FFF2-40B4-BE49-F238E27FC236}">
                  <a16:creationId xmlns:a16="http://schemas.microsoft.com/office/drawing/2014/main" id="{CA09A095-0E9D-91A3-2F22-130C02BC3038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29" name="Freeform 3528">
              <a:extLst>
                <a:ext uri="{FF2B5EF4-FFF2-40B4-BE49-F238E27FC236}">
                  <a16:creationId xmlns:a16="http://schemas.microsoft.com/office/drawing/2014/main" id="{9D460A25-2C6F-CFE7-3373-EE6BD482EB20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0" name="Freeform 3529">
              <a:extLst>
                <a:ext uri="{FF2B5EF4-FFF2-40B4-BE49-F238E27FC236}">
                  <a16:creationId xmlns:a16="http://schemas.microsoft.com/office/drawing/2014/main" id="{B59BFBC7-A669-D0F8-ABE6-04310497C8BE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1" name="Freeform 3530">
              <a:extLst>
                <a:ext uri="{FF2B5EF4-FFF2-40B4-BE49-F238E27FC236}">
                  <a16:creationId xmlns:a16="http://schemas.microsoft.com/office/drawing/2014/main" id="{5CC7EE38-3B13-4F87-923C-8FDE0E932BAC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2" name="Freeform 3531">
              <a:extLst>
                <a:ext uri="{FF2B5EF4-FFF2-40B4-BE49-F238E27FC236}">
                  <a16:creationId xmlns:a16="http://schemas.microsoft.com/office/drawing/2014/main" id="{6A22DD1B-A338-BE88-879F-17D4139EC2CF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3" name="Freeform 3532">
              <a:extLst>
                <a:ext uri="{FF2B5EF4-FFF2-40B4-BE49-F238E27FC236}">
                  <a16:creationId xmlns:a16="http://schemas.microsoft.com/office/drawing/2014/main" id="{1BDA3BFD-FE48-8806-788B-74B1A9361CD4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4" name="Freeform 3533">
              <a:extLst>
                <a:ext uri="{FF2B5EF4-FFF2-40B4-BE49-F238E27FC236}">
                  <a16:creationId xmlns:a16="http://schemas.microsoft.com/office/drawing/2014/main" id="{C9248B83-E52B-F6DE-5D18-6AD41326F2B6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5" name="Freeform 3534">
              <a:extLst>
                <a:ext uri="{FF2B5EF4-FFF2-40B4-BE49-F238E27FC236}">
                  <a16:creationId xmlns:a16="http://schemas.microsoft.com/office/drawing/2014/main" id="{31B9435A-D69E-DB9C-7F07-B45364CB06B0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6" name="Freeform 3535">
              <a:extLst>
                <a:ext uri="{FF2B5EF4-FFF2-40B4-BE49-F238E27FC236}">
                  <a16:creationId xmlns:a16="http://schemas.microsoft.com/office/drawing/2014/main" id="{B4211B6D-DFE7-3BA2-BB82-B127DCFEAF6B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7" name="Freeform 3536">
              <a:extLst>
                <a:ext uri="{FF2B5EF4-FFF2-40B4-BE49-F238E27FC236}">
                  <a16:creationId xmlns:a16="http://schemas.microsoft.com/office/drawing/2014/main" id="{EFB0827B-FBE9-5423-E89B-C814D1324C57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8" name="Freeform 3537">
              <a:extLst>
                <a:ext uri="{FF2B5EF4-FFF2-40B4-BE49-F238E27FC236}">
                  <a16:creationId xmlns:a16="http://schemas.microsoft.com/office/drawing/2014/main" id="{2B13378A-8F62-0390-00EC-CF310CF9F53D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9" name="Freeform 3538">
              <a:extLst>
                <a:ext uri="{FF2B5EF4-FFF2-40B4-BE49-F238E27FC236}">
                  <a16:creationId xmlns:a16="http://schemas.microsoft.com/office/drawing/2014/main" id="{B4C62FC1-A73B-CEC3-B596-BFEF8CB28B95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0" name="Freeform 3539">
              <a:extLst>
                <a:ext uri="{FF2B5EF4-FFF2-40B4-BE49-F238E27FC236}">
                  <a16:creationId xmlns:a16="http://schemas.microsoft.com/office/drawing/2014/main" id="{F2A7071D-B423-CA8D-5767-37AA6F04467D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1" name="Freeform 3540">
              <a:extLst>
                <a:ext uri="{FF2B5EF4-FFF2-40B4-BE49-F238E27FC236}">
                  <a16:creationId xmlns:a16="http://schemas.microsoft.com/office/drawing/2014/main" id="{4C0E5766-A559-AF03-58A2-0D0E565ED6E3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2" name="Freeform 3541">
              <a:extLst>
                <a:ext uri="{FF2B5EF4-FFF2-40B4-BE49-F238E27FC236}">
                  <a16:creationId xmlns:a16="http://schemas.microsoft.com/office/drawing/2014/main" id="{B9592949-5017-3BF3-098D-71F07EA38BC1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3" name="Freeform 3542">
              <a:extLst>
                <a:ext uri="{FF2B5EF4-FFF2-40B4-BE49-F238E27FC236}">
                  <a16:creationId xmlns:a16="http://schemas.microsoft.com/office/drawing/2014/main" id="{755610AF-3F3B-C09F-FB05-ECA75F521988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4" name="Freeform 3543">
              <a:extLst>
                <a:ext uri="{FF2B5EF4-FFF2-40B4-BE49-F238E27FC236}">
                  <a16:creationId xmlns:a16="http://schemas.microsoft.com/office/drawing/2014/main" id="{20D45FFA-CDBE-C31B-F300-488EF241E34B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5" name="Freeform 3544">
              <a:extLst>
                <a:ext uri="{FF2B5EF4-FFF2-40B4-BE49-F238E27FC236}">
                  <a16:creationId xmlns:a16="http://schemas.microsoft.com/office/drawing/2014/main" id="{5B27092B-0EEC-C7B0-F421-DE3F9EF82980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6" name="Freeform 3545">
              <a:extLst>
                <a:ext uri="{FF2B5EF4-FFF2-40B4-BE49-F238E27FC236}">
                  <a16:creationId xmlns:a16="http://schemas.microsoft.com/office/drawing/2014/main" id="{697C1151-E9B1-C312-B742-AC70C0F7F5D8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7" name="Freeform 3546">
              <a:extLst>
                <a:ext uri="{FF2B5EF4-FFF2-40B4-BE49-F238E27FC236}">
                  <a16:creationId xmlns:a16="http://schemas.microsoft.com/office/drawing/2014/main" id="{1B14A800-65BE-B394-9708-B225A9DAC413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8" name="Freeform 3547">
              <a:extLst>
                <a:ext uri="{FF2B5EF4-FFF2-40B4-BE49-F238E27FC236}">
                  <a16:creationId xmlns:a16="http://schemas.microsoft.com/office/drawing/2014/main" id="{75B1118C-254E-A820-E3F5-1334A83E29C5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49" name="Freeform 3548">
              <a:extLst>
                <a:ext uri="{FF2B5EF4-FFF2-40B4-BE49-F238E27FC236}">
                  <a16:creationId xmlns:a16="http://schemas.microsoft.com/office/drawing/2014/main" id="{34B4CFD7-C536-03AD-FC83-03A8E726EEB7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0" name="Freeform 3549">
              <a:extLst>
                <a:ext uri="{FF2B5EF4-FFF2-40B4-BE49-F238E27FC236}">
                  <a16:creationId xmlns:a16="http://schemas.microsoft.com/office/drawing/2014/main" id="{14EC168B-E6B9-1725-B8EC-8DD920F0BB86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1" name="Freeform 3550">
              <a:extLst>
                <a:ext uri="{FF2B5EF4-FFF2-40B4-BE49-F238E27FC236}">
                  <a16:creationId xmlns:a16="http://schemas.microsoft.com/office/drawing/2014/main" id="{E9AAEA5C-B6A2-C71F-3035-678E614C5CC0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2" name="Freeform 3551">
              <a:extLst>
                <a:ext uri="{FF2B5EF4-FFF2-40B4-BE49-F238E27FC236}">
                  <a16:creationId xmlns:a16="http://schemas.microsoft.com/office/drawing/2014/main" id="{A0E9C281-9878-0B5E-355A-A131C37F5636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3" name="Freeform 3552">
              <a:extLst>
                <a:ext uri="{FF2B5EF4-FFF2-40B4-BE49-F238E27FC236}">
                  <a16:creationId xmlns:a16="http://schemas.microsoft.com/office/drawing/2014/main" id="{7C189CB2-64AC-2DDA-7D26-BEFCCDE14AA8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4" name="Freeform 3553">
              <a:extLst>
                <a:ext uri="{FF2B5EF4-FFF2-40B4-BE49-F238E27FC236}">
                  <a16:creationId xmlns:a16="http://schemas.microsoft.com/office/drawing/2014/main" id="{E1AC4611-1CF3-93FE-5D2B-EE31C37D2826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5" name="Freeform 3554">
              <a:extLst>
                <a:ext uri="{FF2B5EF4-FFF2-40B4-BE49-F238E27FC236}">
                  <a16:creationId xmlns:a16="http://schemas.microsoft.com/office/drawing/2014/main" id="{83960A04-C863-3EA9-E012-06375D0ABF12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6" name="Freeform 3555">
              <a:extLst>
                <a:ext uri="{FF2B5EF4-FFF2-40B4-BE49-F238E27FC236}">
                  <a16:creationId xmlns:a16="http://schemas.microsoft.com/office/drawing/2014/main" id="{B1869424-8886-609A-3B70-98A336C23BF0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7" name="Freeform 3556">
              <a:extLst>
                <a:ext uri="{FF2B5EF4-FFF2-40B4-BE49-F238E27FC236}">
                  <a16:creationId xmlns:a16="http://schemas.microsoft.com/office/drawing/2014/main" id="{302332AC-0133-E6B8-3E0A-7B708D4B0AA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8" name="Freeform 3557">
              <a:extLst>
                <a:ext uri="{FF2B5EF4-FFF2-40B4-BE49-F238E27FC236}">
                  <a16:creationId xmlns:a16="http://schemas.microsoft.com/office/drawing/2014/main" id="{DA68852A-004D-4EBE-F40C-3CAF06EDE065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5B5EF60D-0437-C15D-B87B-826208FF9B23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335" name="Freeform 30334">
              <a:extLst>
                <a:ext uri="{FF2B5EF4-FFF2-40B4-BE49-F238E27FC236}">
                  <a16:creationId xmlns:a16="http://schemas.microsoft.com/office/drawing/2014/main" id="{622B11D7-AFED-F9AA-D3F3-8767C03A955E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25" name="Freeform 30924">
              <a:extLst>
                <a:ext uri="{FF2B5EF4-FFF2-40B4-BE49-F238E27FC236}">
                  <a16:creationId xmlns:a16="http://schemas.microsoft.com/office/drawing/2014/main" id="{6F4964AE-1892-27FF-7F6E-95E7E7197254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26" name="Freeform 30925">
              <a:extLst>
                <a:ext uri="{FF2B5EF4-FFF2-40B4-BE49-F238E27FC236}">
                  <a16:creationId xmlns:a16="http://schemas.microsoft.com/office/drawing/2014/main" id="{94E7236E-81B4-8456-D283-B8CF1F312B79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27" name="Freeform 30926">
              <a:extLst>
                <a:ext uri="{FF2B5EF4-FFF2-40B4-BE49-F238E27FC236}">
                  <a16:creationId xmlns:a16="http://schemas.microsoft.com/office/drawing/2014/main" id="{F58ACFD5-0632-4E31-EF0E-B74354E87CA6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28" name="Freeform 30927">
              <a:extLst>
                <a:ext uri="{FF2B5EF4-FFF2-40B4-BE49-F238E27FC236}">
                  <a16:creationId xmlns:a16="http://schemas.microsoft.com/office/drawing/2014/main" id="{4ACE4181-4996-47C0-782C-DD78BDCCDDCD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29" name="Freeform 30928">
              <a:extLst>
                <a:ext uri="{FF2B5EF4-FFF2-40B4-BE49-F238E27FC236}">
                  <a16:creationId xmlns:a16="http://schemas.microsoft.com/office/drawing/2014/main" id="{AEDD5B9B-A0D4-5FE1-0F07-2D39FB92B98E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0" name="Freeform 30929">
              <a:extLst>
                <a:ext uri="{FF2B5EF4-FFF2-40B4-BE49-F238E27FC236}">
                  <a16:creationId xmlns:a16="http://schemas.microsoft.com/office/drawing/2014/main" id="{901EB906-0CD7-6F7B-0667-CE0241564B92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1" name="Freeform 30930">
              <a:extLst>
                <a:ext uri="{FF2B5EF4-FFF2-40B4-BE49-F238E27FC236}">
                  <a16:creationId xmlns:a16="http://schemas.microsoft.com/office/drawing/2014/main" id="{479E9617-45F9-A272-8D75-25E147418351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2" name="Freeform 30931">
              <a:extLst>
                <a:ext uri="{FF2B5EF4-FFF2-40B4-BE49-F238E27FC236}">
                  <a16:creationId xmlns:a16="http://schemas.microsoft.com/office/drawing/2014/main" id="{E0A444EB-2D16-42B9-9EDD-746C97AE22FD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3" name="Freeform 30932">
              <a:extLst>
                <a:ext uri="{FF2B5EF4-FFF2-40B4-BE49-F238E27FC236}">
                  <a16:creationId xmlns:a16="http://schemas.microsoft.com/office/drawing/2014/main" id="{97C5AA94-4BCE-038E-7DC7-5652609A81C3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4" name="Freeform 30933">
              <a:extLst>
                <a:ext uri="{FF2B5EF4-FFF2-40B4-BE49-F238E27FC236}">
                  <a16:creationId xmlns:a16="http://schemas.microsoft.com/office/drawing/2014/main" id="{F2335A85-3329-A50F-6665-4AFEF9C8FC63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5" name="Freeform 30934">
              <a:extLst>
                <a:ext uri="{FF2B5EF4-FFF2-40B4-BE49-F238E27FC236}">
                  <a16:creationId xmlns:a16="http://schemas.microsoft.com/office/drawing/2014/main" id="{5578E9DA-3C6A-AA69-763F-3D4F13507D28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6" name="Freeform 30935">
              <a:extLst>
                <a:ext uri="{FF2B5EF4-FFF2-40B4-BE49-F238E27FC236}">
                  <a16:creationId xmlns:a16="http://schemas.microsoft.com/office/drawing/2014/main" id="{CD087F02-2C91-67AF-6D53-6AE191B43253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7" name="Freeform 30936">
              <a:extLst>
                <a:ext uri="{FF2B5EF4-FFF2-40B4-BE49-F238E27FC236}">
                  <a16:creationId xmlns:a16="http://schemas.microsoft.com/office/drawing/2014/main" id="{8FF31855-FD8A-CB54-2ED3-ABEBBA00A22C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8" name="Freeform 30937">
              <a:extLst>
                <a:ext uri="{FF2B5EF4-FFF2-40B4-BE49-F238E27FC236}">
                  <a16:creationId xmlns:a16="http://schemas.microsoft.com/office/drawing/2014/main" id="{1539556E-2E09-AB5C-4147-C7BBF21F0983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39" name="Freeform 30938">
              <a:extLst>
                <a:ext uri="{FF2B5EF4-FFF2-40B4-BE49-F238E27FC236}">
                  <a16:creationId xmlns:a16="http://schemas.microsoft.com/office/drawing/2014/main" id="{76C64271-C453-EDA3-162F-5478E535F5D5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0" name="Freeform 30939">
              <a:extLst>
                <a:ext uri="{FF2B5EF4-FFF2-40B4-BE49-F238E27FC236}">
                  <a16:creationId xmlns:a16="http://schemas.microsoft.com/office/drawing/2014/main" id="{30AB1832-F474-4F59-F232-8E220499ADB9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1" name="Freeform 30940">
              <a:extLst>
                <a:ext uri="{FF2B5EF4-FFF2-40B4-BE49-F238E27FC236}">
                  <a16:creationId xmlns:a16="http://schemas.microsoft.com/office/drawing/2014/main" id="{489CE485-EE89-795A-0F74-2AFC036F240A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2" name="Freeform 30941">
              <a:extLst>
                <a:ext uri="{FF2B5EF4-FFF2-40B4-BE49-F238E27FC236}">
                  <a16:creationId xmlns:a16="http://schemas.microsoft.com/office/drawing/2014/main" id="{67CF3058-F9F3-BCF7-1C34-EAD5D6DCC02A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3" name="Freeform 30942">
              <a:extLst>
                <a:ext uri="{FF2B5EF4-FFF2-40B4-BE49-F238E27FC236}">
                  <a16:creationId xmlns:a16="http://schemas.microsoft.com/office/drawing/2014/main" id="{9A5D88EF-FCD3-E75B-54E2-FFB5165AEAE9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4" name="Freeform 30943">
              <a:extLst>
                <a:ext uri="{FF2B5EF4-FFF2-40B4-BE49-F238E27FC236}">
                  <a16:creationId xmlns:a16="http://schemas.microsoft.com/office/drawing/2014/main" id="{3B1C6C5E-AD5D-145D-5A8C-AD0AE4E24DA9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5" name="Freeform 30944">
              <a:extLst>
                <a:ext uri="{FF2B5EF4-FFF2-40B4-BE49-F238E27FC236}">
                  <a16:creationId xmlns:a16="http://schemas.microsoft.com/office/drawing/2014/main" id="{37F33CB1-2C08-932D-92D0-3C7D34B840AF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6" name="Freeform 30945">
              <a:extLst>
                <a:ext uri="{FF2B5EF4-FFF2-40B4-BE49-F238E27FC236}">
                  <a16:creationId xmlns:a16="http://schemas.microsoft.com/office/drawing/2014/main" id="{AF714498-8778-9F47-4C3A-AA1F9E43844C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7" name="Freeform 30946">
              <a:extLst>
                <a:ext uri="{FF2B5EF4-FFF2-40B4-BE49-F238E27FC236}">
                  <a16:creationId xmlns:a16="http://schemas.microsoft.com/office/drawing/2014/main" id="{5447FFA5-7DEE-E7F3-4D9C-7FFEF944A782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8" name="Freeform 30947">
              <a:extLst>
                <a:ext uri="{FF2B5EF4-FFF2-40B4-BE49-F238E27FC236}">
                  <a16:creationId xmlns:a16="http://schemas.microsoft.com/office/drawing/2014/main" id="{0DFFA413-BB9A-CB3E-1F30-E10D6FE662FD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49" name="Freeform 30948">
              <a:extLst>
                <a:ext uri="{FF2B5EF4-FFF2-40B4-BE49-F238E27FC236}">
                  <a16:creationId xmlns:a16="http://schemas.microsoft.com/office/drawing/2014/main" id="{5607EAC2-9FDC-85AA-C9A3-F15FC18C1565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0" name="Freeform 30949">
              <a:extLst>
                <a:ext uri="{FF2B5EF4-FFF2-40B4-BE49-F238E27FC236}">
                  <a16:creationId xmlns:a16="http://schemas.microsoft.com/office/drawing/2014/main" id="{E44BF31E-F9F9-F6C7-D5DE-10DC52A0D6EF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1" name="Freeform 30950">
              <a:extLst>
                <a:ext uri="{FF2B5EF4-FFF2-40B4-BE49-F238E27FC236}">
                  <a16:creationId xmlns:a16="http://schemas.microsoft.com/office/drawing/2014/main" id="{E2BC9EA8-3D63-90F5-0B63-73E2DBE9AE98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2" name="Freeform 30951">
              <a:extLst>
                <a:ext uri="{FF2B5EF4-FFF2-40B4-BE49-F238E27FC236}">
                  <a16:creationId xmlns:a16="http://schemas.microsoft.com/office/drawing/2014/main" id="{7AA18836-EF40-62A6-A789-815231E31E41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3" name="Freeform 30952">
              <a:extLst>
                <a:ext uri="{FF2B5EF4-FFF2-40B4-BE49-F238E27FC236}">
                  <a16:creationId xmlns:a16="http://schemas.microsoft.com/office/drawing/2014/main" id="{F9530DF1-AA0D-268A-9A77-354BA7A37985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4" name="Freeform 30953">
              <a:extLst>
                <a:ext uri="{FF2B5EF4-FFF2-40B4-BE49-F238E27FC236}">
                  <a16:creationId xmlns:a16="http://schemas.microsoft.com/office/drawing/2014/main" id="{DB7836D1-AA52-1AD8-C160-A55FCCECEB3C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5" name="Freeform 30954">
              <a:extLst>
                <a:ext uri="{FF2B5EF4-FFF2-40B4-BE49-F238E27FC236}">
                  <a16:creationId xmlns:a16="http://schemas.microsoft.com/office/drawing/2014/main" id="{51744EDF-04A4-CD1C-FBC4-3B590FCD623A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6" name="Freeform 30955">
              <a:extLst>
                <a:ext uri="{FF2B5EF4-FFF2-40B4-BE49-F238E27FC236}">
                  <a16:creationId xmlns:a16="http://schemas.microsoft.com/office/drawing/2014/main" id="{5DBF7918-EB00-CBD9-E331-F5D423FD54C9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7" name="Freeform 30956">
              <a:extLst>
                <a:ext uri="{FF2B5EF4-FFF2-40B4-BE49-F238E27FC236}">
                  <a16:creationId xmlns:a16="http://schemas.microsoft.com/office/drawing/2014/main" id="{9E61973C-4402-CFCB-0D0E-AA68FD142F1F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8" name="Freeform 30957">
              <a:extLst>
                <a:ext uri="{FF2B5EF4-FFF2-40B4-BE49-F238E27FC236}">
                  <a16:creationId xmlns:a16="http://schemas.microsoft.com/office/drawing/2014/main" id="{6912B5A9-5A2A-5E79-F8F4-39880E277C60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59" name="Freeform 30958">
              <a:extLst>
                <a:ext uri="{FF2B5EF4-FFF2-40B4-BE49-F238E27FC236}">
                  <a16:creationId xmlns:a16="http://schemas.microsoft.com/office/drawing/2014/main" id="{AFD3B14C-E3B1-9F1A-AD06-79FF91968CEE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0" name="Freeform 30959">
              <a:extLst>
                <a:ext uri="{FF2B5EF4-FFF2-40B4-BE49-F238E27FC236}">
                  <a16:creationId xmlns:a16="http://schemas.microsoft.com/office/drawing/2014/main" id="{CB5CFBE5-4F7D-005E-F4A3-3A2E2A21F99B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1" name="Freeform 30960">
              <a:extLst>
                <a:ext uri="{FF2B5EF4-FFF2-40B4-BE49-F238E27FC236}">
                  <a16:creationId xmlns:a16="http://schemas.microsoft.com/office/drawing/2014/main" id="{D39A9DE4-7ADD-7C31-6DB8-D438A4D307B8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2" name="Freeform 30961">
              <a:extLst>
                <a:ext uri="{FF2B5EF4-FFF2-40B4-BE49-F238E27FC236}">
                  <a16:creationId xmlns:a16="http://schemas.microsoft.com/office/drawing/2014/main" id="{6ABB87EE-F7A8-C9DA-C9F4-496FAEF6F543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3" name="Freeform 30962">
              <a:extLst>
                <a:ext uri="{FF2B5EF4-FFF2-40B4-BE49-F238E27FC236}">
                  <a16:creationId xmlns:a16="http://schemas.microsoft.com/office/drawing/2014/main" id="{499D5F22-E47C-F0DF-9BED-2FF2E728BEE5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0964" name="Group 30963">
            <a:extLst>
              <a:ext uri="{FF2B5EF4-FFF2-40B4-BE49-F238E27FC236}">
                <a16:creationId xmlns:a16="http://schemas.microsoft.com/office/drawing/2014/main" id="{495C4427-9C03-515D-B1E1-F0C8A9A62C4C}"/>
              </a:ext>
            </a:extLst>
          </p:cNvPr>
          <p:cNvGrpSpPr/>
          <p:nvPr/>
        </p:nvGrpSpPr>
        <p:grpSpPr>
          <a:xfrm>
            <a:off x="11791691" y="3692503"/>
            <a:ext cx="363537" cy="371707"/>
            <a:chOff x="3694771" y="1918010"/>
            <a:chExt cx="4088780" cy="4475356"/>
          </a:xfrm>
        </p:grpSpPr>
        <p:sp>
          <p:nvSpPr>
            <p:cNvPr id="30965" name="Freeform 30964">
              <a:extLst>
                <a:ext uri="{FF2B5EF4-FFF2-40B4-BE49-F238E27FC236}">
                  <a16:creationId xmlns:a16="http://schemas.microsoft.com/office/drawing/2014/main" id="{24079848-D6F7-57E2-64A0-538FB87C8792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78">
              <p14:nvContentPartPr>
                <p14:cNvPr id="30966" name="Ink 30965">
                  <a:extLst>
                    <a:ext uri="{FF2B5EF4-FFF2-40B4-BE49-F238E27FC236}">
                      <a16:creationId xmlns:a16="http://schemas.microsoft.com/office/drawing/2014/main" id="{EAD98FEF-8053-1156-1EA6-44392E547591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30967" name="Freeform 30966">
              <a:extLst>
                <a:ext uri="{FF2B5EF4-FFF2-40B4-BE49-F238E27FC236}">
                  <a16:creationId xmlns:a16="http://schemas.microsoft.com/office/drawing/2014/main" id="{751A621A-47CF-FD7B-5B43-10791BE4C84B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8" name="Freeform 30967">
              <a:extLst>
                <a:ext uri="{FF2B5EF4-FFF2-40B4-BE49-F238E27FC236}">
                  <a16:creationId xmlns:a16="http://schemas.microsoft.com/office/drawing/2014/main" id="{84EAA6B7-71DE-BBAF-9466-7DF662908983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69" name="Freeform 30968">
              <a:extLst>
                <a:ext uri="{FF2B5EF4-FFF2-40B4-BE49-F238E27FC236}">
                  <a16:creationId xmlns:a16="http://schemas.microsoft.com/office/drawing/2014/main" id="{80ED021C-DA0C-420C-6C87-EC438905857F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0" name="Freeform 30969">
              <a:extLst>
                <a:ext uri="{FF2B5EF4-FFF2-40B4-BE49-F238E27FC236}">
                  <a16:creationId xmlns:a16="http://schemas.microsoft.com/office/drawing/2014/main" id="{9B509FF9-2906-FC94-A22B-D74A8E4415D6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1" name="Freeform 30970">
              <a:extLst>
                <a:ext uri="{FF2B5EF4-FFF2-40B4-BE49-F238E27FC236}">
                  <a16:creationId xmlns:a16="http://schemas.microsoft.com/office/drawing/2014/main" id="{1833A67D-03C8-985A-038D-62B94C8D4F62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2" name="Freeform 30971">
              <a:extLst>
                <a:ext uri="{FF2B5EF4-FFF2-40B4-BE49-F238E27FC236}">
                  <a16:creationId xmlns:a16="http://schemas.microsoft.com/office/drawing/2014/main" id="{12C667FF-C81C-4B49-E01A-3E0DF36E52D6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3" name="Freeform 30972">
              <a:extLst>
                <a:ext uri="{FF2B5EF4-FFF2-40B4-BE49-F238E27FC236}">
                  <a16:creationId xmlns:a16="http://schemas.microsoft.com/office/drawing/2014/main" id="{0A4CE24A-C3E9-8499-62A6-64C77FC1DEB5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4" name="Freeform 30973">
              <a:extLst>
                <a:ext uri="{FF2B5EF4-FFF2-40B4-BE49-F238E27FC236}">
                  <a16:creationId xmlns:a16="http://schemas.microsoft.com/office/drawing/2014/main" id="{7B6B20E0-640C-555C-031D-7C76984D9289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5" name="Freeform 30974">
              <a:extLst>
                <a:ext uri="{FF2B5EF4-FFF2-40B4-BE49-F238E27FC236}">
                  <a16:creationId xmlns:a16="http://schemas.microsoft.com/office/drawing/2014/main" id="{6E522982-A796-336A-BE26-3048029B5D53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06" name="Freeform 5305">
              <a:extLst>
                <a:ext uri="{FF2B5EF4-FFF2-40B4-BE49-F238E27FC236}">
                  <a16:creationId xmlns:a16="http://schemas.microsoft.com/office/drawing/2014/main" id="{023797AE-7F1F-5F31-B1E1-CF2A338EAABC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07" name="Freeform 5306">
              <a:extLst>
                <a:ext uri="{FF2B5EF4-FFF2-40B4-BE49-F238E27FC236}">
                  <a16:creationId xmlns:a16="http://schemas.microsoft.com/office/drawing/2014/main" id="{BB0E0B94-03D1-A13F-0F6B-C1B1272F287C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08" name="Freeform 5307">
              <a:extLst>
                <a:ext uri="{FF2B5EF4-FFF2-40B4-BE49-F238E27FC236}">
                  <a16:creationId xmlns:a16="http://schemas.microsoft.com/office/drawing/2014/main" id="{F284145A-C91E-4F51-DC13-289452068A3E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09" name="Freeform 5308">
              <a:extLst>
                <a:ext uri="{FF2B5EF4-FFF2-40B4-BE49-F238E27FC236}">
                  <a16:creationId xmlns:a16="http://schemas.microsoft.com/office/drawing/2014/main" id="{2E8577E3-886C-5978-A054-CC358C3A6C8C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10" name="Freeform 5309">
              <a:extLst>
                <a:ext uri="{FF2B5EF4-FFF2-40B4-BE49-F238E27FC236}">
                  <a16:creationId xmlns:a16="http://schemas.microsoft.com/office/drawing/2014/main" id="{AFB09B1B-8424-0872-0F46-C097F49CCA38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11" name="Freeform 5310">
              <a:extLst>
                <a:ext uri="{FF2B5EF4-FFF2-40B4-BE49-F238E27FC236}">
                  <a16:creationId xmlns:a16="http://schemas.microsoft.com/office/drawing/2014/main" id="{18FF7287-83AE-EFF3-5171-C85E5D4F3202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4" name="Freeform 5823">
              <a:extLst>
                <a:ext uri="{FF2B5EF4-FFF2-40B4-BE49-F238E27FC236}">
                  <a16:creationId xmlns:a16="http://schemas.microsoft.com/office/drawing/2014/main" id="{4D4D7AA4-546E-899B-E586-09C086143857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5" name="Freeform 5824">
              <a:extLst>
                <a:ext uri="{FF2B5EF4-FFF2-40B4-BE49-F238E27FC236}">
                  <a16:creationId xmlns:a16="http://schemas.microsoft.com/office/drawing/2014/main" id="{5157FB4E-2A24-0398-0256-056CD5C3285A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6" name="Freeform 5825">
              <a:extLst>
                <a:ext uri="{FF2B5EF4-FFF2-40B4-BE49-F238E27FC236}">
                  <a16:creationId xmlns:a16="http://schemas.microsoft.com/office/drawing/2014/main" id="{4401842C-7F31-E292-454B-356FD55CB4B3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7" name="Freeform 5826">
              <a:extLst>
                <a:ext uri="{FF2B5EF4-FFF2-40B4-BE49-F238E27FC236}">
                  <a16:creationId xmlns:a16="http://schemas.microsoft.com/office/drawing/2014/main" id="{7231E2DB-2E64-D10A-74E1-005EBE533985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8" name="Freeform 5827">
              <a:extLst>
                <a:ext uri="{FF2B5EF4-FFF2-40B4-BE49-F238E27FC236}">
                  <a16:creationId xmlns:a16="http://schemas.microsoft.com/office/drawing/2014/main" id="{6F06CD86-76F9-35F2-0E70-D2CFCAD228A4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29" name="Freeform 5828">
              <a:extLst>
                <a:ext uri="{FF2B5EF4-FFF2-40B4-BE49-F238E27FC236}">
                  <a16:creationId xmlns:a16="http://schemas.microsoft.com/office/drawing/2014/main" id="{8F493D07-76CF-C118-94BE-2C2E31670F5C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30" name="Freeform 5829">
              <a:extLst>
                <a:ext uri="{FF2B5EF4-FFF2-40B4-BE49-F238E27FC236}">
                  <a16:creationId xmlns:a16="http://schemas.microsoft.com/office/drawing/2014/main" id="{99386608-B3EF-C399-3186-BC50868499FE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56" name="Freeform 7355">
              <a:extLst>
                <a:ext uri="{FF2B5EF4-FFF2-40B4-BE49-F238E27FC236}">
                  <a16:creationId xmlns:a16="http://schemas.microsoft.com/office/drawing/2014/main" id="{2D419C33-CA1A-BB82-B1BE-DA5596E51EB9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57" name="Freeform 7356">
              <a:extLst>
                <a:ext uri="{FF2B5EF4-FFF2-40B4-BE49-F238E27FC236}">
                  <a16:creationId xmlns:a16="http://schemas.microsoft.com/office/drawing/2014/main" id="{C021AE61-BBB2-4521-7E66-16235A074515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58" name="Freeform 7357">
              <a:extLst>
                <a:ext uri="{FF2B5EF4-FFF2-40B4-BE49-F238E27FC236}">
                  <a16:creationId xmlns:a16="http://schemas.microsoft.com/office/drawing/2014/main" id="{82F59F25-FA6B-5341-1100-40C4FC9BA575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59" name="Freeform 7358">
              <a:extLst>
                <a:ext uri="{FF2B5EF4-FFF2-40B4-BE49-F238E27FC236}">
                  <a16:creationId xmlns:a16="http://schemas.microsoft.com/office/drawing/2014/main" id="{FC947CED-DA4C-EB64-70C0-35D7A7B99D1E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16" name="Freeform 7615">
              <a:extLst>
                <a:ext uri="{FF2B5EF4-FFF2-40B4-BE49-F238E27FC236}">
                  <a16:creationId xmlns:a16="http://schemas.microsoft.com/office/drawing/2014/main" id="{2528B390-D006-1A22-DF0A-CDD09E58BA5A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17" name="Freeform 7616">
              <a:extLst>
                <a:ext uri="{FF2B5EF4-FFF2-40B4-BE49-F238E27FC236}">
                  <a16:creationId xmlns:a16="http://schemas.microsoft.com/office/drawing/2014/main" id="{6D1881EA-82F1-3425-AB57-875366AEA25F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18" name="Freeform 7617">
              <a:extLst>
                <a:ext uri="{FF2B5EF4-FFF2-40B4-BE49-F238E27FC236}">
                  <a16:creationId xmlns:a16="http://schemas.microsoft.com/office/drawing/2014/main" id="{49C8F7C8-CBA1-F172-000C-7A8A191D23AA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19" name="Freeform 7618">
              <a:extLst>
                <a:ext uri="{FF2B5EF4-FFF2-40B4-BE49-F238E27FC236}">
                  <a16:creationId xmlns:a16="http://schemas.microsoft.com/office/drawing/2014/main" id="{235284B2-6487-BA97-082C-6AD7BB46659E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0" name="Freeform 7619">
              <a:extLst>
                <a:ext uri="{FF2B5EF4-FFF2-40B4-BE49-F238E27FC236}">
                  <a16:creationId xmlns:a16="http://schemas.microsoft.com/office/drawing/2014/main" id="{E006F49F-FE58-E58B-5047-620252E3BFC2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1" name="Freeform 7620">
              <a:extLst>
                <a:ext uri="{FF2B5EF4-FFF2-40B4-BE49-F238E27FC236}">
                  <a16:creationId xmlns:a16="http://schemas.microsoft.com/office/drawing/2014/main" id="{6C2DF225-9596-4B6A-8D8A-A322C79E2D08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2" name="Freeform 7621">
              <a:extLst>
                <a:ext uri="{FF2B5EF4-FFF2-40B4-BE49-F238E27FC236}">
                  <a16:creationId xmlns:a16="http://schemas.microsoft.com/office/drawing/2014/main" id="{8C74CB48-BE29-28C1-20DE-251F0AACB613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3" name="Freeform 7622">
              <a:extLst>
                <a:ext uri="{FF2B5EF4-FFF2-40B4-BE49-F238E27FC236}">
                  <a16:creationId xmlns:a16="http://schemas.microsoft.com/office/drawing/2014/main" id="{E8D47016-EA1C-F58F-ADAC-D785C858322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4" name="Freeform 7623">
              <a:extLst>
                <a:ext uri="{FF2B5EF4-FFF2-40B4-BE49-F238E27FC236}">
                  <a16:creationId xmlns:a16="http://schemas.microsoft.com/office/drawing/2014/main" id="{BB568291-4C24-C3AA-887F-11390CAA61B7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5" name="Freeform 7624">
              <a:extLst>
                <a:ext uri="{FF2B5EF4-FFF2-40B4-BE49-F238E27FC236}">
                  <a16:creationId xmlns:a16="http://schemas.microsoft.com/office/drawing/2014/main" id="{DB29A043-E95C-A578-AA66-5E867B9D7519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6" name="Freeform 7625">
              <a:extLst>
                <a:ext uri="{FF2B5EF4-FFF2-40B4-BE49-F238E27FC236}">
                  <a16:creationId xmlns:a16="http://schemas.microsoft.com/office/drawing/2014/main" id="{DD2FE9F5-D905-19D8-9DEC-FB11A6C17650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7" name="Freeform 7626">
              <a:extLst>
                <a:ext uri="{FF2B5EF4-FFF2-40B4-BE49-F238E27FC236}">
                  <a16:creationId xmlns:a16="http://schemas.microsoft.com/office/drawing/2014/main" id="{FAB48F35-BEA4-DF54-4546-176DA9C6FFCB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8" name="Freeform 7627">
              <a:extLst>
                <a:ext uri="{FF2B5EF4-FFF2-40B4-BE49-F238E27FC236}">
                  <a16:creationId xmlns:a16="http://schemas.microsoft.com/office/drawing/2014/main" id="{57A2E793-D52E-A211-75CB-B968763AD787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29" name="Freeform 7628">
              <a:extLst>
                <a:ext uri="{FF2B5EF4-FFF2-40B4-BE49-F238E27FC236}">
                  <a16:creationId xmlns:a16="http://schemas.microsoft.com/office/drawing/2014/main" id="{51504C75-D69E-15B0-C19B-73C16C86A475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0" name="Freeform 7629">
              <a:extLst>
                <a:ext uri="{FF2B5EF4-FFF2-40B4-BE49-F238E27FC236}">
                  <a16:creationId xmlns:a16="http://schemas.microsoft.com/office/drawing/2014/main" id="{5589F725-7CB5-EB10-4E3C-63ADB8359A1D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1" name="Freeform 7630">
              <a:extLst>
                <a:ext uri="{FF2B5EF4-FFF2-40B4-BE49-F238E27FC236}">
                  <a16:creationId xmlns:a16="http://schemas.microsoft.com/office/drawing/2014/main" id="{9A7C7526-1A1E-FF7D-C202-89EF7E9C8101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2" name="Freeform 7631">
              <a:extLst>
                <a:ext uri="{FF2B5EF4-FFF2-40B4-BE49-F238E27FC236}">
                  <a16:creationId xmlns:a16="http://schemas.microsoft.com/office/drawing/2014/main" id="{7ED69C33-E9C2-9B55-D874-5E02E1BC25C7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3" name="Freeform 7632">
              <a:extLst>
                <a:ext uri="{FF2B5EF4-FFF2-40B4-BE49-F238E27FC236}">
                  <a16:creationId xmlns:a16="http://schemas.microsoft.com/office/drawing/2014/main" id="{4B79A2C4-7734-388E-01AA-9328CCEB0AFB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4" name="Freeform 7633">
              <a:extLst>
                <a:ext uri="{FF2B5EF4-FFF2-40B4-BE49-F238E27FC236}">
                  <a16:creationId xmlns:a16="http://schemas.microsoft.com/office/drawing/2014/main" id="{EAE5BD59-6DCF-EC37-2BF8-6FF6D30562D6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5" name="Freeform 7634">
              <a:extLst>
                <a:ext uri="{FF2B5EF4-FFF2-40B4-BE49-F238E27FC236}">
                  <a16:creationId xmlns:a16="http://schemas.microsoft.com/office/drawing/2014/main" id="{2028EBD8-82A4-2C40-9E20-95B51A0D8488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6" name="Freeform 7635">
              <a:extLst>
                <a:ext uri="{FF2B5EF4-FFF2-40B4-BE49-F238E27FC236}">
                  <a16:creationId xmlns:a16="http://schemas.microsoft.com/office/drawing/2014/main" id="{FE360BA5-2980-08B5-B99D-3ADD5A928EFE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7" name="Freeform 7636">
              <a:extLst>
                <a:ext uri="{FF2B5EF4-FFF2-40B4-BE49-F238E27FC236}">
                  <a16:creationId xmlns:a16="http://schemas.microsoft.com/office/drawing/2014/main" id="{680123FE-53C3-4437-00C0-BABCE6179575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8" name="Freeform 7637">
              <a:extLst>
                <a:ext uri="{FF2B5EF4-FFF2-40B4-BE49-F238E27FC236}">
                  <a16:creationId xmlns:a16="http://schemas.microsoft.com/office/drawing/2014/main" id="{0B936068-9028-88BA-85CB-C34B0ED59CE0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39" name="Freeform 7638">
              <a:extLst>
                <a:ext uri="{FF2B5EF4-FFF2-40B4-BE49-F238E27FC236}">
                  <a16:creationId xmlns:a16="http://schemas.microsoft.com/office/drawing/2014/main" id="{85DEBE67-53B2-15DA-251B-AC41F1915E87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40" name="Freeform 7639">
              <a:extLst>
                <a:ext uri="{FF2B5EF4-FFF2-40B4-BE49-F238E27FC236}">
                  <a16:creationId xmlns:a16="http://schemas.microsoft.com/office/drawing/2014/main" id="{63846F2C-0E64-C7C0-4379-02A68A9FC92E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41" name="Freeform 7640">
              <a:extLst>
                <a:ext uri="{FF2B5EF4-FFF2-40B4-BE49-F238E27FC236}">
                  <a16:creationId xmlns:a16="http://schemas.microsoft.com/office/drawing/2014/main" id="{A952E114-D621-16AB-10D7-5F646B61C50D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42" name="Freeform 7641">
              <a:extLst>
                <a:ext uri="{FF2B5EF4-FFF2-40B4-BE49-F238E27FC236}">
                  <a16:creationId xmlns:a16="http://schemas.microsoft.com/office/drawing/2014/main" id="{635B5643-EBC2-996A-DF54-3D3A619CE869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43" name="Freeform 7642">
              <a:extLst>
                <a:ext uri="{FF2B5EF4-FFF2-40B4-BE49-F238E27FC236}">
                  <a16:creationId xmlns:a16="http://schemas.microsoft.com/office/drawing/2014/main" id="{49134AC1-3E77-F1CA-B197-AF069DEB3030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0" name="Freeform 7649">
              <a:extLst>
                <a:ext uri="{FF2B5EF4-FFF2-40B4-BE49-F238E27FC236}">
                  <a16:creationId xmlns:a16="http://schemas.microsoft.com/office/drawing/2014/main" id="{1DB18950-4703-87DB-421C-8C96FD375CCA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1" name="Freeform 7650">
              <a:extLst>
                <a:ext uri="{FF2B5EF4-FFF2-40B4-BE49-F238E27FC236}">
                  <a16:creationId xmlns:a16="http://schemas.microsoft.com/office/drawing/2014/main" id="{EE6009E2-3BE9-494D-EABD-1DBA8BD4AE45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2" name="Freeform 7651">
              <a:extLst>
                <a:ext uri="{FF2B5EF4-FFF2-40B4-BE49-F238E27FC236}">
                  <a16:creationId xmlns:a16="http://schemas.microsoft.com/office/drawing/2014/main" id="{C29FF0E3-67F3-7336-FC38-B5783749EE3B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3" name="Freeform 7652">
              <a:extLst>
                <a:ext uri="{FF2B5EF4-FFF2-40B4-BE49-F238E27FC236}">
                  <a16:creationId xmlns:a16="http://schemas.microsoft.com/office/drawing/2014/main" id="{0B255887-B3A0-5F19-1693-927D8EC929E2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4" name="Freeform 7653">
              <a:extLst>
                <a:ext uri="{FF2B5EF4-FFF2-40B4-BE49-F238E27FC236}">
                  <a16:creationId xmlns:a16="http://schemas.microsoft.com/office/drawing/2014/main" id="{58CC6B33-3D18-FE9D-253F-D115BD382F20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5" name="Freeform 7654">
              <a:extLst>
                <a:ext uri="{FF2B5EF4-FFF2-40B4-BE49-F238E27FC236}">
                  <a16:creationId xmlns:a16="http://schemas.microsoft.com/office/drawing/2014/main" id="{292CD234-58DE-C7E4-BC21-6988B7917C92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6" name="Freeform 7655">
              <a:extLst>
                <a:ext uri="{FF2B5EF4-FFF2-40B4-BE49-F238E27FC236}">
                  <a16:creationId xmlns:a16="http://schemas.microsoft.com/office/drawing/2014/main" id="{A4A06520-1E51-0BB6-DCB7-1C0C3A8F44AF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7" name="Freeform 7656">
              <a:extLst>
                <a:ext uri="{FF2B5EF4-FFF2-40B4-BE49-F238E27FC236}">
                  <a16:creationId xmlns:a16="http://schemas.microsoft.com/office/drawing/2014/main" id="{46187D99-9907-B640-BA31-FA0AE597F0A7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8" name="Freeform 7657">
              <a:extLst>
                <a:ext uri="{FF2B5EF4-FFF2-40B4-BE49-F238E27FC236}">
                  <a16:creationId xmlns:a16="http://schemas.microsoft.com/office/drawing/2014/main" id="{711B36DF-6F55-8CA0-59A9-F7C9D1EE3F85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59" name="Freeform 7658">
              <a:extLst>
                <a:ext uri="{FF2B5EF4-FFF2-40B4-BE49-F238E27FC236}">
                  <a16:creationId xmlns:a16="http://schemas.microsoft.com/office/drawing/2014/main" id="{30CCC596-9B46-55FB-6A4A-A77DF7C709A3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0" name="Freeform 7659">
              <a:extLst>
                <a:ext uri="{FF2B5EF4-FFF2-40B4-BE49-F238E27FC236}">
                  <a16:creationId xmlns:a16="http://schemas.microsoft.com/office/drawing/2014/main" id="{66669219-6C2E-C2DF-5892-69EBFEE18598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1" name="Freeform 7660">
              <a:extLst>
                <a:ext uri="{FF2B5EF4-FFF2-40B4-BE49-F238E27FC236}">
                  <a16:creationId xmlns:a16="http://schemas.microsoft.com/office/drawing/2014/main" id="{3F9A0F95-BB46-8633-54A0-0B893C57F3AD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2" name="Freeform 7661">
              <a:extLst>
                <a:ext uri="{FF2B5EF4-FFF2-40B4-BE49-F238E27FC236}">
                  <a16:creationId xmlns:a16="http://schemas.microsoft.com/office/drawing/2014/main" id="{0B165749-2756-D3AC-3CF4-BA754A4450B2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3" name="Freeform 7662">
              <a:extLst>
                <a:ext uri="{FF2B5EF4-FFF2-40B4-BE49-F238E27FC236}">
                  <a16:creationId xmlns:a16="http://schemas.microsoft.com/office/drawing/2014/main" id="{189394D9-F000-FAA6-1045-90797B3F10B7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4" name="Freeform 7663">
              <a:extLst>
                <a:ext uri="{FF2B5EF4-FFF2-40B4-BE49-F238E27FC236}">
                  <a16:creationId xmlns:a16="http://schemas.microsoft.com/office/drawing/2014/main" id="{2BFB9E69-B560-0C3D-F53E-4588CBB424CC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5" name="Freeform 7664">
              <a:extLst>
                <a:ext uri="{FF2B5EF4-FFF2-40B4-BE49-F238E27FC236}">
                  <a16:creationId xmlns:a16="http://schemas.microsoft.com/office/drawing/2014/main" id="{DC52ACE8-8707-3489-676D-8290B4DFA751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6" name="Freeform 7665">
              <a:extLst>
                <a:ext uri="{FF2B5EF4-FFF2-40B4-BE49-F238E27FC236}">
                  <a16:creationId xmlns:a16="http://schemas.microsoft.com/office/drawing/2014/main" id="{070D2B03-C655-0F1D-27B4-C9D4F273B738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7" name="Freeform 7666">
              <a:extLst>
                <a:ext uri="{FF2B5EF4-FFF2-40B4-BE49-F238E27FC236}">
                  <a16:creationId xmlns:a16="http://schemas.microsoft.com/office/drawing/2014/main" id="{E229EA47-3C6B-2646-7018-97E2833B10D0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8" name="Freeform 7667">
              <a:extLst>
                <a:ext uri="{FF2B5EF4-FFF2-40B4-BE49-F238E27FC236}">
                  <a16:creationId xmlns:a16="http://schemas.microsoft.com/office/drawing/2014/main" id="{0AFA14B7-2D39-AAFD-BAE9-AB55EA22E2B3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69" name="Freeform 7668">
              <a:extLst>
                <a:ext uri="{FF2B5EF4-FFF2-40B4-BE49-F238E27FC236}">
                  <a16:creationId xmlns:a16="http://schemas.microsoft.com/office/drawing/2014/main" id="{535AC80F-6352-2B65-D555-27455C9590DF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0" name="Freeform 7669">
              <a:extLst>
                <a:ext uri="{FF2B5EF4-FFF2-40B4-BE49-F238E27FC236}">
                  <a16:creationId xmlns:a16="http://schemas.microsoft.com/office/drawing/2014/main" id="{28727930-A9E7-06D0-7E81-5F3B136BEE4C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1" name="Freeform 7670">
              <a:extLst>
                <a:ext uri="{FF2B5EF4-FFF2-40B4-BE49-F238E27FC236}">
                  <a16:creationId xmlns:a16="http://schemas.microsoft.com/office/drawing/2014/main" id="{9DF25898-F570-077E-78B1-B60724E55207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2" name="Freeform 7671">
              <a:extLst>
                <a:ext uri="{FF2B5EF4-FFF2-40B4-BE49-F238E27FC236}">
                  <a16:creationId xmlns:a16="http://schemas.microsoft.com/office/drawing/2014/main" id="{A5F3493C-8ADA-751D-6C14-9CEFFB6E382E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3" name="Freeform 7672">
              <a:extLst>
                <a:ext uri="{FF2B5EF4-FFF2-40B4-BE49-F238E27FC236}">
                  <a16:creationId xmlns:a16="http://schemas.microsoft.com/office/drawing/2014/main" id="{58A14865-35DD-9014-0F3B-908B43C1D13B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4" name="Freeform 7673">
              <a:extLst>
                <a:ext uri="{FF2B5EF4-FFF2-40B4-BE49-F238E27FC236}">
                  <a16:creationId xmlns:a16="http://schemas.microsoft.com/office/drawing/2014/main" id="{D1874D0F-7823-2461-DC8B-C1E0852783BA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5" name="Freeform 7674">
              <a:extLst>
                <a:ext uri="{FF2B5EF4-FFF2-40B4-BE49-F238E27FC236}">
                  <a16:creationId xmlns:a16="http://schemas.microsoft.com/office/drawing/2014/main" id="{2033EDEB-5096-8C40-0603-0EA5AC2CCE79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6" name="Freeform 7675">
              <a:extLst>
                <a:ext uri="{FF2B5EF4-FFF2-40B4-BE49-F238E27FC236}">
                  <a16:creationId xmlns:a16="http://schemas.microsoft.com/office/drawing/2014/main" id="{E9CBD37D-96BA-19C0-6F56-31DBAE7C527A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77" name="Freeform 7676">
              <a:extLst>
                <a:ext uri="{FF2B5EF4-FFF2-40B4-BE49-F238E27FC236}">
                  <a16:creationId xmlns:a16="http://schemas.microsoft.com/office/drawing/2014/main" id="{7415180E-F7B6-7BDC-3F28-34484FB359D5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7678" name="Group 7677">
            <a:extLst>
              <a:ext uri="{FF2B5EF4-FFF2-40B4-BE49-F238E27FC236}">
                <a16:creationId xmlns:a16="http://schemas.microsoft.com/office/drawing/2014/main" id="{F518E379-8A56-DA5B-70E5-B0D9B0CFC933}"/>
              </a:ext>
            </a:extLst>
          </p:cNvPr>
          <p:cNvGrpSpPr/>
          <p:nvPr/>
        </p:nvGrpSpPr>
        <p:grpSpPr>
          <a:xfrm>
            <a:off x="12093999" y="4096503"/>
            <a:ext cx="363537" cy="371707"/>
            <a:chOff x="3694771" y="1918010"/>
            <a:chExt cx="4088780" cy="4475356"/>
          </a:xfrm>
        </p:grpSpPr>
        <p:sp>
          <p:nvSpPr>
            <p:cNvPr id="7679" name="Freeform 7678">
              <a:extLst>
                <a:ext uri="{FF2B5EF4-FFF2-40B4-BE49-F238E27FC236}">
                  <a16:creationId xmlns:a16="http://schemas.microsoft.com/office/drawing/2014/main" id="{930CE75F-D4E1-74B5-069E-00CE92122B8B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79">
              <p14:nvContentPartPr>
                <p14:cNvPr id="7936" name="Ink 7935">
                  <a:extLst>
                    <a:ext uri="{FF2B5EF4-FFF2-40B4-BE49-F238E27FC236}">
                      <a16:creationId xmlns:a16="http://schemas.microsoft.com/office/drawing/2014/main" id="{E74E6CC0-E813-6B26-CE1E-49BD43BF9289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7937" name="Freeform 7936">
              <a:extLst>
                <a:ext uri="{FF2B5EF4-FFF2-40B4-BE49-F238E27FC236}">
                  <a16:creationId xmlns:a16="http://schemas.microsoft.com/office/drawing/2014/main" id="{D4100619-26EF-B862-FCB4-A808BBCD06EE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07" name="Freeform 8006">
              <a:extLst>
                <a:ext uri="{FF2B5EF4-FFF2-40B4-BE49-F238E27FC236}">
                  <a16:creationId xmlns:a16="http://schemas.microsoft.com/office/drawing/2014/main" id="{054D484E-43F4-FF16-8F99-01F3F691A389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08" name="Freeform 8007">
              <a:extLst>
                <a:ext uri="{FF2B5EF4-FFF2-40B4-BE49-F238E27FC236}">
                  <a16:creationId xmlns:a16="http://schemas.microsoft.com/office/drawing/2014/main" id="{D5546DAB-3C24-9A1A-106F-D49C8BB16F23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09" name="Freeform 8008">
              <a:extLst>
                <a:ext uri="{FF2B5EF4-FFF2-40B4-BE49-F238E27FC236}">
                  <a16:creationId xmlns:a16="http://schemas.microsoft.com/office/drawing/2014/main" id="{0CF4F50B-A586-7837-AA0A-B40177F5B803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0" name="Freeform 8009">
              <a:extLst>
                <a:ext uri="{FF2B5EF4-FFF2-40B4-BE49-F238E27FC236}">
                  <a16:creationId xmlns:a16="http://schemas.microsoft.com/office/drawing/2014/main" id="{3BA403EF-AAA8-CD08-D196-1959819A9DB4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1" name="Freeform 8010">
              <a:extLst>
                <a:ext uri="{FF2B5EF4-FFF2-40B4-BE49-F238E27FC236}">
                  <a16:creationId xmlns:a16="http://schemas.microsoft.com/office/drawing/2014/main" id="{2AA4DAC6-D9BA-EA38-797F-AEC25106DFBE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2" name="Freeform 8011">
              <a:extLst>
                <a:ext uri="{FF2B5EF4-FFF2-40B4-BE49-F238E27FC236}">
                  <a16:creationId xmlns:a16="http://schemas.microsoft.com/office/drawing/2014/main" id="{70A13278-3FDC-8B91-20B6-F119E9ECA004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3" name="Freeform 8012">
              <a:extLst>
                <a:ext uri="{FF2B5EF4-FFF2-40B4-BE49-F238E27FC236}">
                  <a16:creationId xmlns:a16="http://schemas.microsoft.com/office/drawing/2014/main" id="{F809531E-24EA-AD78-6EBC-77B0707067C1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4" name="Freeform 8013">
              <a:extLst>
                <a:ext uri="{FF2B5EF4-FFF2-40B4-BE49-F238E27FC236}">
                  <a16:creationId xmlns:a16="http://schemas.microsoft.com/office/drawing/2014/main" id="{5D858882-F0AA-D838-AB24-51F7BAFB2857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5" name="Freeform 8014">
              <a:extLst>
                <a:ext uri="{FF2B5EF4-FFF2-40B4-BE49-F238E27FC236}">
                  <a16:creationId xmlns:a16="http://schemas.microsoft.com/office/drawing/2014/main" id="{721E42EB-F5BA-368C-73C3-2228ABCD6D1B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6" name="Freeform 8015">
              <a:extLst>
                <a:ext uri="{FF2B5EF4-FFF2-40B4-BE49-F238E27FC236}">
                  <a16:creationId xmlns:a16="http://schemas.microsoft.com/office/drawing/2014/main" id="{7D878B5A-3AE9-18A2-6BB5-F1634EBEB248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7" name="Freeform 8016">
              <a:extLst>
                <a:ext uri="{FF2B5EF4-FFF2-40B4-BE49-F238E27FC236}">
                  <a16:creationId xmlns:a16="http://schemas.microsoft.com/office/drawing/2014/main" id="{EF974198-2E5D-6A08-667F-29DD7FFB49DE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8" name="Freeform 8017">
              <a:extLst>
                <a:ext uri="{FF2B5EF4-FFF2-40B4-BE49-F238E27FC236}">
                  <a16:creationId xmlns:a16="http://schemas.microsoft.com/office/drawing/2014/main" id="{08C9CEE6-10C9-8B75-5D2D-736794D09841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9" name="Freeform 8018">
              <a:extLst>
                <a:ext uri="{FF2B5EF4-FFF2-40B4-BE49-F238E27FC236}">
                  <a16:creationId xmlns:a16="http://schemas.microsoft.com/office/drawing/2014/main" id="{3E67FE20-1C50-6E08-2AB5-EE06EBB060B8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0" name="Freeform 8019">
              <a:extLst>
                <a:ext uri="{FF2B5EF4-FFF2-40B4-BE49-F238E27FC236}">
                  <a16:creationId xmlns:a16="http://schemas.microsoft.com/office/drawing/2014/main" id="{F3486FD0-9D12-3AE3-8FF9-576EECBC2C6B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1" name="Freeform 8020">
              <a:extLst>
                <a:ext uri="{FF2B5EF4-FFF2-40B4-BE49-F238E27FC236}">
                  <a16:creationId xmlns:a16="http://schemas.microsoft.com/office/drawing/2014/main" id="{2E95FD7E-8BB0-80D8-AD7C-14D4ABD4F7AA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2" name="Freeform 8021">
              <a:extLst>
                <a:ext uri="{FF2B5EF4-FFF2-40B4-BE49-F238E27FC236}">
                  <a16:creationId xmlns:a16="http://schemas.microsoft.com/office/drawing/2014/main" id="{5FC0377C-5138-570C-65FB-05A998883954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3" name="Freeform 8022">
              <a:extLst>
                <a:ext uri="{FF2B5EF4-FFF2-40B4-BE49-F238E27FC236}">
                  <a16:creationId xmlns:a16="http://schemas.microsoft.com/office/drawing/2014/main" id="{8C79B437-4FAC-A067-78B7-E87E36787E22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4" name="Freeform 8023">
              <a:extLst>
                <a:ext uri="{FF2B5EF4-FFF2-40B4-BE49-F238E27FC236}">
                  <a16:creationId xmlns:a16="http://schemas.microsoft.com/office/drawing/2014/main" id="{DAD869DC-B08E-0646-2571-0752582A2F04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5" name="Freeform 8024">
              <a:extLst>
                <a:ext uri="{FF2B5EF4-FFF2-40B4-BE49-F238E27FC236}">
                  <a16:creationId xmlns:a16="http://schemas.microsoft.com/office/drawing/2014/main" id="{8933D92B-D4C9-5F75-2C12-9D2BB77D3DAB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6" name="Freeform 8025">
              <a:extLst>
                <a:ext uri="{FF2B5EF4-FFF2-40B4-BE49-F238E27FC236}">
                  <a16:creationId xmlns:a16="http://schemas.microsoft.com/office/drawing/2014/main" id="{E31EB820-A5AF-C3DA-06B3-4D6AE84D4D5C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7" name="Freeform 8026">
              <a:extLst>
                <a:ext uri="{FF2B5EF4-FFF2-40B4-BE49-F238E27FC236}">
                  <a16:creationId xmlns:a16="http://schemas.microsoft.com/office/drawing/2014/main" id="{779B3B6D-F31E-7087-57DB-6CDBAAD2AE54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8" name="Freeform 8027">
              <a:extLst>
                <a:ext uri="{FF2B5EF4-FFF2-40B4-BE49-F238E27FC236}">
                  <a16:creationId xmlns:a16="http://schemas.microsoft.com/office/drawing/2014/main" id="{8DF2BBEC-041A-4916-25AE-41EA4804A5A3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29" name="Freeform 8028">
              <a:extLst>
                <a:ext uri="{FF2B5EF4-FFF2-40B4-BE49-F238E27FC236}">
                  <a16:creationId xmlns:a16="http://schemas.microsoft.com/office/drawing/2014/main" id="{5A081F9A-DD08-A66B-C9A7-278E70863C9F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0" name="Freeform 8029">
              <a:extLst>
                <a:ext uri="{FF2B5EF4-FFF2-40B4-BE49-F238E27FC236}">
                  <a16:creationId xmlns:a16="http://schemas.microsoft.com/office/drawing/2014/main" id="{7E1E014C-FCD7-5BD7-2BA0-94942E7A473F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1" name="Freeform 8030">
              <a:extLst>
                <a:ext uri="{FF2B5EF4-FFF2-40B4-BE49-F238E27FC236}">
                  <a16:creationId xmlns:a16="http://schemas.microsoft.com/office/drawing/2014/main" id="{7CCBB4C1-FBEC-6CD7-46DB-68F59244C038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2" name="Freeform 8031">
              <a:extLst>
                <a:ext uri="{FF2B5EF4-FFF2-40B4-BE49-F238E27FC236}">
                  <a16:creationId xmlns:a16="http://schemas.microsoft.com/office/drawing/2014/main" id="{3D3AFE29-190F-B18B-3D40-4437220C1B08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3" name="Freeform 8032">
              <a:extLst>
                <a:ext uri="{FF2B5EF4-FFF2-40B4-BE49-F238E27FC236}">
                  <a16:creationId xmlns:a16="http://schemas.microsoft.com/office/drawing/2014/main" id="{81A29281-958B-94D6-CE1F-892BD562AFA5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4" name="Freeform 8033">
              <a:extLst>
                <a:ext uri="{FF2B5EF4-FFF2-40B4-BE49-F238E27FC236}">
                  <a16:creationId xmlns:a16="http://schemas.microsoft.com/office/drawing/2014/main" id="{BBBA0706-4B54-2A18-8833-56B3AD9BA085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5" name="Freeform 8034">
              <a:extLst>
                <a:ext uri="{FF2B5EF4-FFF2-40B4-BE49-F238E27FC236}">
                  <a16:creationId xmlns:a16="http://schemas.microsoft.com/office/drawing/2014/main" id="{8D8C410F-8B27-E664-B33D-E4916B43F54E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6" name="Freeform 8035">
              <a:extLst>
                <a:ext uri="{FF2B5EF4-FFF2-40B4-BE49-F238E27FC236}">
                  <a16:creationId xmlns:a16="http://schemas.microsoft.com/office/drawing/2014/main" id="{58344ADC-2E73-A33E-9593-04CD57E7F969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7" name="Freeform 8036">
              <a:extLst>
                <a:ext uri="{FF2B5EF4-FFF2-40B4-BE49-F238E27FC236}">
                  <a16:creationId xmlns:a16="http://schemas.microsoft.com/office/drawing/2014/main" id="{9A5E274A-4C85-DBF1-4FDB-DA14F2355D36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8" name="Freeform 8037">
              <a:extLst>
                <a:ext uri="{FF2B5EF4-FFF2-40B4-BE49-F238E27FC236}">
                  <a16:creationId xmlns:a16="http://schemas.microsoft.com/office/drawing/2014/main" id="{D59E222C-3E9C-A442-8BE7-D37165493114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39" name="Freeform 8038">
              <a:extLst>
                <a:ext uri="{FF2B5EF4-FFF2-40B4-BE49-F238E27FC236}">
                  <a16:creationId xmlns:a16="http://schemas.microsoft.com/office/drawing/2014/main" id="{CF9029DB-35B9-A6C8-B1D0-EFF3C2AF33A2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0" name="Freeform 8039">
              <a:extLst>
                <a:ext uri="{FF2B5EF4-FFF2-40B4-BE49-F238E27FC236}">
                  <a16:creationId xmlns:a16="http://schemas.microsoft.com/office/drawing/2014/main" id="{E6E5B307-3AB9-54DA-1E7E-0DFF6BD5F405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1" name="Freeform 8040">
              <a:extLst>
                <a:ext uri="{FF2B5EF4-FFF2-40B4-BE49-F238E27FC236}">
                  <a16:creationId xmlns:a16="http://schemas.microsoft.com/office/drawing/2014/main" id="{24FD87F2-187F-26E2-93DE-3D30BC1C9198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2" name="Freeform 8041">
              <a:extLst>
                <a:ext uri="{FF2B5EF4-FFF2-40B4-BE49-F238E27FC236}">
                  <a16:creationId xmlns:a16="http://schemas.microsoft.com/office/drawing/2014/main" id="{E43A38D3-DE74-204A-1AB1-6908EA6649EA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3" name="Freeform 8042">
              <a:extLst>
                <a:ext uri="{FF2B5EF4-FFF2-40B4-BE49-F238E27FC236}">
                  <a16:creationId xmlns:a16="http://schemas.microsoft.com/office/drawing/2014/main" id="{CBCF027E-855E-F76E-0643-14D268CB87D5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4" name="Freeform 8043">
              <a:extLst>
                <a:ext uri="{FF2B5EF4-FFF2-40B4-BE49-F238E27FC236}">
                  <a16:creationId xmlns:a16="http://schemas.microsoft.com/office/drawing/2014/main" id="{52C0690D-4688-2107-30E1-3F5B08E360E6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5" name="Freeform 8044">
              <a:extLst>
                <a:ext uri="{FF2B5EF4-FFF2-40B4-BE49-F238E27FC236}">
                  <a16:creationId xmlns:a16="http://schemas.microsoft.com/office/drawing/2014/main" id="{18E1AB9F-CAF5-A222-67A7-FC56BA4603F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6" name="Freeform 8045">
              <a:extLst>
                <a:ext uri="{FF2B5EF4-FFF2-40B4-BE49-F238E27FC236}">
                  <a16:creationId xmlns:a16="http://schemas.microsoft.com/office/drawing/2014/main" id="{C9B699B3-85A2-EAF8-35C8-21AA7C01DD5A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7" name="Freeform 8046">
              <a:extLst>
                <a:ext uri="{FF2B5EF4-FFF2-40B4-BE49-F238E27FC236}">
                  <a16:creationId xmlns:a16="http://schemas.microsoft.com/office/drawing/2014/main" id="{666513AD-194F-6787-3318-0457FF054DA4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8" name="Freeform 8047">
              <a:extLst>
                <a:ext uri="{FF2B5EF4-FFF2-40B4-BE49-F238E27FC236}">
                  <a16:creationId xmlns:a16="http://schemas.microsoft.com/office/drawing/2014/main" id="{D710BF04-4FEA-B00A-B4A8-F90F45740B49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49" name="Freeform 8048">
              <a:extLst>
                <a:ext uri="{FF2B5EF4-FFF2-40B4-BE49-F238E27FC236}">
                  <a16:creationId xmlns:a16="http://schemas.microsoft.com/office/drawing/2014/main" id="{B5C311CA-1C75-7AFF-5EBC-B3E43DC0F2AF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0" name="Freeform 8049">
              <a:extLst>
                <a:ext uri="{FF2B5EF4-FFF2-40B4-BE49-F238E27FC236}">
                  <a16:creationId xmlns:a16="http://schemas.microsoft.com/office/drawing/2014/main" id="{A996650C-5D3D-8E3F-4020-E7CB21595A71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1" name="Freeform 8050">
              <a:extLst>
                <a:ext uri="{FF2B5EF4-FFF2-40B4-BE49-F238E27FC236}">
                  <a16:creationId xmlns:a16="http://schemas.microsoft.com/office/drawing/2014/main" id="{FC7B1BE1-BDA2-DF67-0CB1-97141CE4C18B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2" name="Freeform 8051">
              <a:extLst>
                <a:ext uri="{FF2B5EF4-FFF2-40B4-BE49-F238E27FC236}">
                  <a16:creationId xmlns:a16="http://schemas.microsoft.com/office/drawing/2014/main" id="{69A51CEC-E404-F273-50B5-84B01EEA12FC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3" name="Freeform 8052">
              <a:extLst>
                <a:ext uri="{FF2B5EF4-FFF2-40B4-BE49-F238E27FC236}">
                  <a16:creationId xmlns:a16="http://schemas.microsoft.com/office/drawing/2014/main" id="{7AC84F50-E6BD-B357-1760-E2909E83EE8B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4" name="Freeform 8053">
              <a:extLst>
                <a:ext uri="{FF2B5EF4-FFF2-40B4-BE49-F238E27FC236}">
                  <a16:creationId xmlns:a16="http://schemas.microsoft.com/office/drawing/2014/main" id="{04C8D979-5653-C715-E09C-130824B9377E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5" name="Freeform 8054">
              <a:extLst>
                <a:ext uri="{FF2B5EF4-FFF2-40B4-BE49-F238E27FC236}">
                  <a16:creationId xmlns:a16="http://schemas.microsoft.com/office/drawing/2014/main" id="{DDFC7734-9806-4621-D990-1E26EE2A6930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6" name="Freeform 8055">
              <a:extLst>
                <a:ext uri="{FF2B5EF4-FFF2-40B4-BE49-F238E27FC236}">
                  <a16:creationId xmlns:a16="http://schemas.microsoft.com/office/drawing/2014/main" id="{BE03E8C7-A48C-CBFA-80D2-7880870B601D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7" name="Freeform 8056">
              <a:extLst>
                <a:ext uri="{FF2B5EF4-FFF2-40B4-BE49-F238E27FC236}">
                  <a16:creationId xmlns:a16="http://schemas.microsoft.com/office/drawing/2014/main" id="{B427E4B2-FD75-6858-8340-F47437461692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8" name="Freeform 8057">
              <a:extLst>
                <a:ext uri="{FF2B5EF4-FFF2-40B4-BE49-F238E27FC236}">
                  <a16:creationId xmlns:a16="http://schemas.microsoft.com/office/drawing/2014/main" id="{D1AEB6A7-6817-E1A3-8D78-927F05D2318A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59" name="Freeform 8058">
              <a:extLst>
                <a:ext uri="{FF2B5EF4-FFF2-40B4-BE49-F238E27FC236}">
                  <a16:creationId xmlns:a16="http://schemas.microsoft.com/office/drawing/2014/main" id="{ACB0D385-D35B-5274-9B18-63FAA3D8602F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60" name="Freeform 8059">
              <a:extLst>
                <a:ext uri="{FF2B5EF4-FFF2-40B4-BE49-F238E27FC236}">
                  <a16:creationId xmlns:a16="http://schemas.microsoft.com/office/drawing/2014/main" id="{22A1E6C1-31EC-725F-4534-7A15E25E212C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61" name="Freeform 8060">
              <a:extLst>
                <a:ext uri="{FF2B5EF4-FFF2-40B4-BE49-F238E27FC236}">
                  <a16:creationId xmlns:a16="http://schemas.microsoft.com/office/drawing/2014/main" id="{0C2E3C2C-9ED6-7E7A-0717-B83AA84EAAF2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62" name="Freeform 8061">
              <a:extLst>
                <a:ext uri="{FF2B5EF4-FFF2-40B4-BE49-F238E27FC236}">
                  <a16:creationId xmlns:a16="http://schemas.microsoft.com/office/drawing/2014/main" id="{EBBBBD33-5F71-C9FF-0F13-B75F699C7D16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63" name="Freeform 8062">
              <a:extLst>
                <a:ext uri="{FF2B5EF4-FFF2-40B4-BE49-F238E27FC236}">
                  <a16:creationId xmlns:a16="http://schemas.microsoft.com/office/drawing/2014/main" id="{4223F4EB-64BC-4EF7-5A79-6FBF0511E4EE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28" name="Freeform 8127">
              <a:extLst>
                <a:ext uri="{FF2B5EF4-FFF2-40B4-BE49-F238E27FC236}">
                  <a16:creationId xmlns:a16="http://schemas.microsoft.com/office/drawing/2014/main" id="{0A9FAEC6-01E4-57C6-9263-8E1E1732A2F9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29" name="Freeform 8128">
              <a:extLst>
                <a:ext uri="{FF2B5EF4-FFF2-40B4-BE49-F238E27FC236}">
                  <a16:creationId xmlns:a16="http://schemas.microsoft.com/office/drawing/2014/main" id="{1B833D66-5ACD-D18B-1AE4-2A60273D9792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0" name="Freeform 8129">
              <a:extLst>
                <a:ext uri="{FF2B5EF4-FFF2-40B4-BE49-F238E27FC236}">
                  <a16:creationId xmlns:a16="http://schemas.microsoft.com/office/drawing/2014/main" id="{5D80065E-A57B-7267-0B56-0D5000F369AC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1" name="Freeform 8130">
              <a:extLst>
                <a:ext uri="{FF2B5EF4-FFF2-40B4-BE49-F238E27FC236}">
                  <a16:creationId xmlns:a16="http://schemas.microsoft.com/office/drawing/2014/main" id="{7CE9E5FB-984D-D9DC-4D82-D00FF565AAC2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2" name="Freeform 8131">
              <a:extLst>
                <a:ext uri="{FF2B5EF4-FFF2-40B4-BE49-F238E27FC236}">
                  <a16:creationId xmlns:a16="http://schemas.microsoft.com/office/drawing/2014/main" id="{79B5EEC4-85DA-4572-5562-325EA5E2432F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3" name="Freeform 8132">
              <a:extLst>
                <a:ext uri="{FF2B5EF4-FFF2-40B4-BE49-F238E27FC236}">
                  <a16:creationId xmlns:a16="http://schemas.microsoft.com/office/drawing/2014/main" id="{E29536CD-74C0-E3F1-92C1-5251F1856AAA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4" name="Freeform 8133">
              <a:extLst>
                <a:ext uri="{FF2B5EF4-FFF2-40B4-BE49-F238E27FC236}">
                  <a16:creationId xmlns:a16="http://schemas.microsoft.com/office/drawing/2014/main" id="{49C54508-FFCC-857F-EBDA-0925C4937251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5" name="Freeform 8134">
              <a:extLst>
                <a:ext uri="{FF2B5EF4-FFF2-40B4-BE49-F238E27FC236}">
                  <a16:creationId xmlns:a16="http://schemas.microsoft.com/office/drawing/2014/main" id="{A3BCB24F-0315-9CF9-93F5-9E7F36CFB056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6" name="Freeform 8135">
              <a:extLst>
                <a:ext uri="{FF2B5EF4-FFF2-40B4-BE49-F238E27FC236}">
                  <a16:creationId xmlns:a16="http://schemas.microsoft.com/office/drawing/2014/main" id="{CF7F547F-0B6D-F30C-2864-86A990150C00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7" name="Freeform 8136">
              <a:extLst>
                <a:ext uri="{FF2B5EF4-FFF2-40B4-BE49-F238E27FC236}">
                  <a16:creationId xmlns:a16="http://schemas.microsoft.com/office/drawing/2014/main" id="{7BE3509D-80EA-EDD8-C10D-6522447BDE13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8" name="Freeform 8137">
              <a:extLst>
                <a:ext uri="{FF2B5EF4-FFF2-40B4-BE49-F238E27FC236}">
                  <a16:creationId xmlns:a16="http://schemas.microsoft.com/office/drawing/2014/main" id="{5A5A1817-9CC8-5498-3454-1056A25CFB78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39" name="Freeform 8138">
              <a:extLst>
                <a:ext uri="{FF2B5EF4-FFF2-40B4-BE49-F238E27FC236}">
                  <a16:creationId xmlns:a16="http://schemas.microsoft.com/office/drawing/2014/main" id="{7A90E0B8-E8FD-2C21-CE07-DFB932B78F36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0" name="Freeform 8139">
              <a:extLst>
                <a:ext uri="{FF2B5EF4-FFF2-40B4-BE49-F238E27FC236}">
                  <a16:creationId xmlns:a16="http://schemas.microsoft.com/office/drawing/2014/main" id="{933AA6C0-6C35-2E99-DD18-E6DA00C844D6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1" name="Freeform 8140">
              <a:extLst>
                <a:ext uri="{FF2B5EF4-FFF2-40B4-BE49-F238E27FC236}">
                  <a16:creationId xmlns:a16="http://schemas.microsoft.com/office/drawing/2014/main" id="{DBBC7796-8DBF-8561-FD11-AAD8459280A0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2" name="Freeform 8141">
              <a:extLst>
                <a:ext uri="{FF2B5EF4-FFF2-40B4-BE49-F238E27FC236}">
                  <a16:creationId xmlns:a16="http://schemas.microsoft.com/office/drawing/2014/main" id="{07A49C1F-325A-828B-95D6-6264855032AA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3" name="Freeform 8142">
              <a:extLst>
                <a:ext uri="{FF2B5EF4-FFF2-40B4-BE49-F238E27FC236}">
                  <a16:creationId xmlns:a16="http://schemas.microsoft.com/office/drawing/2014/main" id="{73556560-B400-34B4-FD71-E364A09C435B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4" name="Freeform 8143">
              <a:extLst>
                <a:ext uri="{FF2B5EF4-FFF2-40B4-BE49-F238E27FC236}">
                  <a16:creationId xmlns:a16="http://schemas.microsoft.com/office/drawing/2014/main" id="{2561B8D3-6D83-49D6-01F4-8BC9A5494FC0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5" name="Freeform 8144">
              <a:extLst>
                <a:ext uri="{FF2B5EF4-FFF2-40B4-BE49-F238E27FC236}">
                  <a16:creationId xmlns:a16="http://schemas.microsoft.com/office/drawing/2014/main" id="{C4058EC2-FB2A-1B77-0ED0-0BCF4FF67499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6" name="Freeform 8145">
              <a:extLst>
                <a:ext uri="{FF2B5EF4-FFF2-40B4-BE49-F238E27FC236}">
                  <a16:creationId xmlns:a16="http://schemas.microsoft.com/office/drawing/2014/main" id="{33619303-422F-2DAD-A3FD-118D559BE87F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7" name="Freeform 8146">
              <a:extLst>
                <a:ext uri="{FF2B5EF4-FFF2-40B4-BE49-F238E27FC236}">
                  <a16:creationId xmlns:a16="http://schemas.microsoft.com/office/drawing/2014/main" id="{4D835991-079F-F79C-9627-E92ADF838E6D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8" name="Freeform 8147">
              <a:extLst>
                <a:ext uri="{FF2B5EF4-FFF2-40B4-BE49-F238E27FC236}">
                  <a16:creationId xmlns:a16="http://schemas.microsoft.com/office/drawing/2014/main" id="{8EDFA7DB-F5C0-06DC-8200-EF13F4A22DBF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49" name="Freeform 8148">
              <a:extLst>
                <a:ext uri="{FF2B5EF4-FFF2-40B4-BE49-F238E27FC236}">
                  <a16:creationId xmlns:a16="http://schemas.microsoft.com/office/drawing/2014/main" id="{D071D037-F5F6-3063-5A03-D7F5010ECDE8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50" name="Freeform 8149">
              <a:extLst>
                <a:ext uri="{FF2B5EF4-FFF2-40B4-BE49-F238E27FC236}">
                  <a16:creationId xmlns:a16="http://schemas.microsoft.com/office/drawing/2014/main" id="{DE690693-3159-AA5A-B992-BC452FC4472F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51" name="Freeform 8150">
              <a:extLst>
                <a:ext uri="{FF2B5EF4-FFF2-40B4-BE49-F238E27FC236}">
                  <a16:creationId xmlns:a16="http://schemas.microsoft.com/office/drawing/2014/main" id="{0EEDBBA2-D6AB-4D88-A004-01D207E60785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5159" name="Group 15158">
            <a:extLst>
              <a:ext uri="{FF2B5EF4-FFF2-40B4-BE49-F238E27FC236}">
                <a16:creationId xmlns:a16="http://schemas.microsoft.com/office/drawing/2014/main" id="{65FBD6A2-87AE-8A48-63B5-2C493A715773}"/>
              </a:ext>
            </a:extLst>
          </p:cNvPr>
          <p:cNvGrpSpPr/>
          <p:nvPr/>
        </p:nvGrpSpPr>
        <p:grpSpPr>
          <a:xfrm>
            <a:off x="11334725" y="3703465"/>
            <a:ext cx="363537" cy="371707"/>
            <a:chOff x="3694771" y="1918010"/>
            <a:chExt cx="4088780" cy="4475356"/>
          </a:xfrm>
        </p:grpSpPr>
        <p:sp>
          <p:nvSpPr>
            <p:cNvPr id="15160" name="Freeform 15159">
              <a:extLst>
                <a:ext uri="{FF2B5EF4-FFF2-40B4-BE49-F238E27FC236}">
                  <a16:creationId xmlns:a16="http://schemas.microsoft.com/office/drawing/2014/main" id="{F321EF2C-477E-00F0-B47D-D24DE2BFE824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0">
              <p14:nvContentPartPr>
                <p14:cNvPr id="15161" name="Ink 15160">
                  <a:extLst>
                    <a:ext uri="{FF2B5EF4-FFF2-40B4-BE49-F238E27FC236}">
                      <a16:creationId xmlns:a16="http://schemas.microsoft.com/office/drawing/2014/main" id="{1CDAD260-5025-F8EB-268D-6B5D9136F018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15162" name="Freeform 15161">
              <a:extLst>
                <a:ext uri="{FF2B5EF4-FFF2-40B4-BE49-F238E27FC236}">
                  <a16:creationId xmlns:a16="http://schemas.microsoft.com/office/drawing/2014/main" id="{879166F3-4FA7-E0B2-831A-A5E135E33BFE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63" name="Freeform 15162">
              <a:extLst>
                <a:ext uri="{FF2B5EF4-FFF2-40B4-BE49-F238E27FC236}">
                  <a16:creationId xmlns:a16="http://schemas.microsoft.com/office/drawing/2014/main" id="{BDE4701E-5757-91C7-8C91-4EC78BF520B5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64" name="Freeform 15163">
              <a:extLst>
                <a:ext uri="{FF2B5EF4-FFF2-40B4-BE49-F238E27FC236}">
                  <a16:creationId xmlns:a16="http://schemas.microsoft.com/office/drawing/2014/main" id="{5038F2D8-20AC-A3BE-C30F-BCA39A7D79C1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65" name="Freeform 15164">
              <a:extLst>
                <a:ext uri="{FF2B5EF4-FFF2-40B4-BE49-F238E27FC236}">
                  <a16:creationId xmlns:a16="http://schemas.microsoft.com/office/drawing/2014/main" id="{DE5DACB0-3518-461D-9DD1-8C88948BC0A6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66" name="Freeform 15165">
              <a:extLst>
                <a:ext uri="{FF2B5EF4-FFF2-40B4-BE49-F238E27FC236}">
                  <a16:creationId xmlns:a16="http://schemas.microsoft.com/office/drawing/2014/main" id="{AD619F80-EBCA-7D02-C55E-7C31F43B2231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67" name="Freeform 15166">
              <a:extLst>
                <a:ext uri="{FF2B5EF4-FFF2-40B4-BE49-F238E27FC236}">
                  <a16:creationId xmlns:a16="http://schemas.microsoft.com/office/drawing/2014/main" id="{5587B2B1-3C0B-1017-C220-9B1099F1572D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2" name="Freeform 16511">
              <a:extLst>
                <a:ext uri="{FF2B5EF4-FFF2-40B4-BE49-F238E27FC236}">
                  <a16:creationId xmlns:a16="http://schemas.microsoft.com/office/drawing/2014/main" id="{75AD065A-649C-BF08-C35D-025DBECCB72C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3" name="Freeform 16512">
              <a:extLst>
                <a:ext uri="{FF2B5EF4-FFF2-40B4-BE49-F238E27FC236}">
                  <a16:creationId xmlns:a16="http://schemas.microsoft.com/office/drawing/2014/main" id="{277A0F82-7D44-61AE-7D66-17FCD60C55C0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4" name="Freeform 16513">
              <a:extLst>
                <a:ext uri="{FF2B5EF4-FFF2-40B4-BE49-F238E27FC236}">
                  <a16:creationId xmlns:a16="http://schemas.microsoft.com/office/drawing/2014/main" id="{456F7C7F-9E1D-FB99-FF68-2FD67CFE7160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5" name="Freeform 16514">
              <a:extLst>
                <a:ext uri="{FF2B5EF4-FFF2-40B4-BE49-F238E27FC236}">
                  <a16:creationId xmlns:a16="http://schemas.microsoft.com/office/drawing/2014/main" id="{938245A9-922F-CD7A-3913-9961E0092DD5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6" name="Freeform 16515">
              <a:extLst>
                <a:ext uri="{FF2B5EF4-FFF2-40B4-BE49-F238E27FC236}">
                  <a16:creationId xmlns:a16="http://schemas.microsoft.com/office/drawing/2014/main" id="{D8DD71B3-5148-CA73-0117-F1628349F9C7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7" name="Freeform 16516">
              <a:extLst>
                <a:ext uri="{FF2B5EF4-FFF2-40B4-BE49-F238E27FC236}">
                  <a16:creationId xmlns:a16="http://schemas.microsoft.com/office/drawing/2014/main" id="{35017A9A-0FBA-16BA-36F7-364A752D506D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8" name="Freeform 16517">
              <a:extLst>
                <a:ext uri="{FF2B5EF4-FFF2-40B4-BE49-F238E27FC236}">
                  <a16:creationId xmlns:a16="http://schemas.microsoft.com/office/drawing/2014/main" id="{00FAE866-0CCC-7DED-4E0B-CA1E552A1892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19" name="Freeform 16518">
              <a:extLst>
                <a:ext uri="{FF2B5EF4-FFF2-40B4-BE49-F238E27FC236}">
                  <a16:creationId xmlns:a16="http://schemas.microsoft.com/office/drawing/2014/main" id="{159A8239-6AFC-067D-EACF-1117581891C7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0" name="Freeform 16519">
              <a:extLst>
                <a:ext uri="{FF2B5EF4-FFF2-40B4-BE49-F238E27FC236}">
                  <a16:creationId xmlns:a16="http://schemas.microsoft.com/office/drawing/2014/main" id="{58FFFDD5-1832-0107-5154-6993BD7771C0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1" name="Freeform 16520">
              <a:extLst>
                <a:ext uri="{FF2B5EF4-FFF2-40B4-BE49-F238E27FC236}">
                  <a16:creationId xmlns:a16="http://schemas.microsoft.com/office/drawing/2014/main" id="{A1702B96-B427-BB03-3F44-6ECF12FDCB51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2" name="Freeform 16521">
              <a:extLst>
                <a:ext uri="{FF2B5EF4-FFF2-40B4-BE49-F238E27FC236}">
                  <a16:creationId xmlns:a16="http://schemas.microsoft.com/office/drawing/2014/main" id="{D5929EB8-0527-48FD-2C0C-3FEF57D1A17F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3" name="Freeform 16522">
              <a:extLst>
                <a:ext uri="{FF2B5EF4-FFF2-40B4-BE49-F238E27FC236}">
                  <a16:creationId xmlns:a16="http://schemas.microsoft.com/office/drawing/2014/main" id="{097A9080-22C9-EE05-B1B0-3A3DDEF49C60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4" name="Freeform 16523">
              <a:extLst>
                <a:ext uri="{FF2B5EF4-FFF2-40B4-BE49-F238E27FC236}">
                  <a16:creationId xmlns:a16="http://schemas.microsoft.com/office/drawing/2014/main" id="{F921C4B0-3D3B-A316-2C22-670543539F1C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5" name="Freeform 16524">
              <a:extLst>
                <a:ext uri="{FF2B5EF4-FFF2-40B4-BE49-F238E27FC236}">
                  <a16:creationId xmlns:a16="http://schemas.microsoft.com/office/drawing/2014/main" id="{B46DB981-4E42-45D8-E8C1-B51E1CF2CAB2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26" name="Freeform 16525">
              <a:extLst>
                <a:ext uri="{FF2B5EF4-FFF2-40B4-BE49-F238E27FC236}">
                  <a16:creationId xmlns:a16="http://schemas.microsoft.com/office/drawing/2014/main" id="{9C4E424D-4B52-11A6-49B4-2DDD8792029B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74" name="Freeform 16673">
              <a:extLst>
                <a:ext uri="{FF2B5EF4-FFF2-40B4-BE49-F238E27FC236}">
                  <a16:creationId xmlns:a16="http://schemas.microsoft.com/office/drawing/2014/main" id="{E47CDD59-B4E7-B797-032C-694658897337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26" name="Freeform 16925">
              <a:extLst>
                <a:ext uri="{FF2B5EF4-FFF2-40B4-BE49-F238E27FC236}">
                  <a16:creationId xmlns:a16="http://schemas.microsoft.com/office/drawing/2014/main" id="{003CBE9A-4E2D-1C81-6BA3-5859A90BE57E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27" name="Freeform 16926">
              <a:extLst>
                <a:ext uri="{FF2B5EF4-FFF2-40B4-BE49-F238E27FC236}">
                  <a16:creationId xmlns:a16="http://schemas.microsoft.com/office/drawing/2014/main" id="{1F03FCDD-3AFF-A7A3-3778-EB68B7FAB325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28" name="Freeform 16927">
              <a:extLst>
                <a:ext uri="{FF2B5EF4-FFF2-40B4-BE49-F238E27FC236}">
                  <a16:creationId xmlns:a16="http://schemas.microsoft.com/office/drawing/2014/main" id="{B7CCBAFA-5E76-DDE1-9F0E-5705BD76148B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29" name="Freeform 16928">
              <a:extLst>
                <a:ext uri="{FF2B5EF4-FFF2-40B4-BE49-F238E27FC236}">
                  <a16:creationId xmlns:a16="http://schemas.microsoft.com/office/drawing/2014/main" id="{2B568B1C-C127-1518-85A6-F287BEC561FE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30" name="Freeform 16929">
              <a:extLst>
                <a:ext uri="{FF2B5EF4-FFF2-40B4-BE49-F238E27FC236}">
                  <a16:creationId xmlns:a16="http://schemas.microsoft.com/office/drawing/2014/main" id="{BD36642D-9EF3-FB7B-706B-34AFC5ACC9B5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31" name="Freeform 16930">
              <a:extLst>
                <a:ext uri="{FF2B5EF4-FFF2-40B4-BE49-F238E27FC236}">
                  <a16:creationId xmlns:a16="http://schemas.microsoft.com/office/drawing/2014/main" id="{C7AEB960-A8F9-6B8E-E9FF-FD232F0D14BF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1" name="Freeform 16940">
              <a:extLst>
                <a:ext uri="{FF2B5EF4-FFF2-40B4-BE49-F238E27FC236}">
                  <a16:creationId xmlns:a16="http://schemas.microsoft.com/office/drawing/2014/main" id="{A73F168F-3035-0B72-B21F-D74F6BC85F86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2" name="Freeform 16941">
              <a:extLst>
                <a:ext uri="{FF2B5EF4-FFF2-40B4-BE49-F238E27FC236}">
                  <a16:creationId xmlns:a16="http://schemas.microsoft.com/office/drawing/2014/main" id="{3444C23D-5B96-D4F0-0267-E6455F018159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3" name="Freeform 16942">
              <a:extLst>
                <a:ext uri="{FF2B5EF4-FFF2-40B4-BE49-F238E27FC236}">
                  <a16:creationId xmlns:a16="http://schemas.microsoft.com/office/drawing/2014/main" id="{6836A90C-5123-81B7-41DC-8F3104B84278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4" name="Freeform 16943">
              <a:extLst>
                <a:ext uri="{FF2B5EF4-FFF2-40B4-BE49-F238E27FC236}">
                  <a16:creationId xmlns:a16="http://schemas.microsoft.com/office/drawing/2014/main" id="{C0E91CDB-C0E7-6E85-79D5-88BEC5B0BEDC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5" name="Freeform 16944">
              <a:extLst>
                <a:ext uri="{FF2B5EF4-FFF2-40B4-BE49-F238E27FC236}">
                  <a16:creationId xmlns:a16="http://schemas.microsoft.com/office/drawing/2014/main" id="{DCDDFB66-416C-5508-EAF4-BEF74FF9D22B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49" name="Freeform 16948">
              <a:extLst>
                <a:ext uri="{FF2B5EF4-FFF2-40B4-BE49-F238E27FC236}">
                  <a16:creationId xmlns:a16="http://schemas.microsoft.com/office/drawing/2014/main" id="{9F699370-B7FA-345D-8FAB-3945325613D2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52" name="Freeform 16951">
              <a:extLst>
                <a:ext uri="{FF2B5EF4-FFF2-40B4-BE49-F238E27FC236}">
                  <a16:creationId xmlns:a16="http://schemas.microsoft.com/office/drawing/2014/main" id="{4D8BBF97-F002-8FCB-E392-1FA341D327FE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58" name="Freeform 16957">
              <a:extLst>
                <a:ext uri="{FF2B5EF4-FFF2-40B4-BE49-F238E27FC236}">
                  <a16:creationId xmlns:a16="http://schemas.microsoft.com/office/drawing/2014/main" id="{DF57771A-D74E-C06C-7442-5D0758CA0054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59" name="Freeform 16958">
              <a:extLst>
                <a:ext uri="{FF2B5EF4-FFF2-40B4-BE49-F238E27FC236}">
                  <a16:creationId xmlns:a16="http://schemas.microsoft.com/office/drawing/2014/main" id="{2742CC1A-7185-5D61-1BE9-5D6F108209B8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60" name="Freeform 16959">
              <a:extLst>
                <a:ext uri="{FF2B5EF4-FFF2-40B4-BE49-F238E27FC236}">
                  <a16:creationId xmlns:a16="http://schemas.microsoft.com/office/drawing/2014/main" id="{E28F6336-D50B-9235-ED09-44F9D3AD1E79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36" name="Freeform 17335">
              <a:extLst>
                <a:ext uri="{FF2B5EF4-FFF2-40B4-BE49-F238E27FC236}">
                  <a16:creationId xmlns:a16="http://schemas.microsoft.com/office/drawing/2014/main" id="{1E9731F5-7672-418A-CFDA-57AF30A0F48F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37" name="Freeform 17336">
              <a:extLst>
                <a:ext uri="{FF2B5EF4-FFF2-40B4-BE49-F238E27FC236}">
                  <a16:creationId xmlns:a16="http://schemas.microsoft.com/office/drawing/2014/main" id="{6537DEE3-734E-A1CC-BAB2-EA39E61D5B69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38" name="Freeform 17337">
              <a:extLst>
                <a:ext uri="{FF2B5EF4-FFF2-40B4-BE49-F238E27FC236}">
                  <a16:creationId xmlns:a16="http://schemas.microsoft.com/office/drawing/2014/main" id="{090258D6-ABCF-E030-4ADD-CA5181307510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39" name="Freeform 17338">
              <a:extLst>
                <a:ext uri="{FF2B5EF4-FFF2-40B4-BE49-F238E27FC236}">
                  <a16:creationId xmlns:a16="http://schemas.microsoft.com/office/drawing/2014/main" id="{583CC3FA-FDA0-7558-DBDB-B74AB0E9B358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40" name="Freeform 17339">
              <a:extLst>
                <a:ext uri="{FF2B5EF4-FFF2-40B4-BE49-F238E27FC236}">
                  <a16:creationId xmlns:a16="http://schemas.microsoft.com/office/drawing/2014/main" id="{F481885E-6EDB-59BC-738B-D2910EF3F153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41" name="Freeform 17340">
              <a:extLst>
                <a:ext uri="{FF2B5EF4-FFF2-40B4-BE49-F238E27FC236}">
                  <a16:creationId xmlns:a16="http://schemas.microsoft.com/office/drawing/2014/main" id="{DBC67C0C-FA2F-C3FA-7EFA-15A441E04AD8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42" name="Freeform 17341">
              <a:extLst>
                <a:ext uri="{FF2B5EF4-FFF2-40B4-BE49-F238E27FC236}">
                  <a16:creationId xmlns:a16="http://schemas.microsoft.com/office/drawing/2014/main" id="{2BC88EBE-269C-E8C1-A079-127821F2D09D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43" name="Freeform 17342">
              <a:extLst>
                <a:ext uri="{FF2B5EF4-FFF2-40B4-BE49-F238E27FC236}">
                  <a16:creationId xmlns:a16="http://schemas.microsoft.com/office/drawing/2014/main" id="{EB46C386-2B47-48D0-35CB-6807CFF57FD4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2" name="Freeform 18431">
              <a:extLst>
                <a:ext uri="{FF2B5EF4-FFF2-40B4-BE49-F238E27FC236}">
                  <a16:creationId xmlns:a16="http://schemas.microsoft.com/office/drawing/2014/main" id="{6B483684-5C42-91D4-CD50-4DF778E9CD86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3" name="Freeform 18432">
              <a:extLst>
                <a:ext uri="{FF2B5EF4-FFF2-40B4-BE49-F238E27FC236}">
                  <a16:creationId xmlns:a16="http://schemas.microsoft.com/office/drawing/2014/main" id="{227D8761-DDDB-3266-BBFA-463D500151EA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4" name="Freeform 18433">
              <a:extLst>
                <a:ext uri="{FF2B5EF4-FFF2-40B4-BE49-F238E27FC236}">
                  <a16:creationId xmlns:a16="http://schemas.microsoft.com/office/drawing/2014/main" id="{5A075680-7A65-7A0A-BE65-2E9B30530956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5" name="Freeform 18434">
              <a:extLst>
                <a:ext uri="{FF2B5EF4-FFF2-40B4-BE49-F238E27FC236}">
                  <a16:creationId xmlns:a16="http://schemas.microsoft.com/office/drawing/2014/main" id="{59C88686-2B42-2D34-DFF3-3B55FA53A11F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6" name="Freeform 18435">
              <a:extLst>
                <a:ext uri="{FF2B5EF4-FFF2-40B4-BE49-F238E27FC236}">
                  <a16:creationId xmlns:a16="http://schemas.microsoft.com/office/drawing/2014/main" id="{440437D0-193E-7420-0FA8-46622CF5A202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7" name="Freeform 18436">
              <a:extLst>
                <a:ext uri="{FF2B5EF4-FFF2-40B4-BE49-F238E27FC236}">
                  <a16:creationId xmlns:a16="http://schemas.microsoft.com/office/drawing/2014/main" id="{1E9F076E-EA0B-0568-7C8E-6C321F0BAC08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8" name="Freeform 18437">
              <a:extLst>
                <a:ext uri="{FF2B5EF4-FFF2-40B4-BE49-F238E27FC236}">
                  <a16:creationId xmlns:a16="http://schemas.microsoft.com/office/drawing/2014/main" id="{2FAB2D38-2800-362D-948A-C04263150D30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39" name="Freeform 18438">
              <a:extLst>
                <a:ext uri="{FF2B5EF4-FFF2-40B4-BE49-F238E27FC236}">
                  <a16:creationId xmlns:a16="http://schemas.microsoft.com/office/drawing/2014/main" id="{083ED1C1-ED13-B345-7C7B-DE2F08FEE4D6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0" name="Freeform 18439">
              <a:extLst>
                <a:ext uri="{FF2B5EF4-FFF2-40B4-BE49-F238E27FC236}">
                  <a16:creationId xmlns:a16="http://schemas.microsoft.com/office/drawing/2014/main" id="{00736F42-640F-D709-6001-FDA8C985DF09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1" name="Freeform 18440">
              <a:extLst>
                <a:ext uri="{FF2B5EF4-FFF2-40B4-BE49-F238E27FC236}">
                  <a16:creationId xmlns:a16="http://schemas.microsoft.com/office/drawing/2014/main" id="{6479BDAD-E69B-A1F1-CDC9-584FCEDE4830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2" name="Freeform 18441">
              <a:extLst>
                <a:ext uri="{FF2B5EF4-FFF2-40B4-BE49-F238E27FC236}">
                  <a16:creationId xmlns:a16="http://schemas.microsoft.com/office/drawing/2014/main" id="{F19EC30B-E281-D17D-D8C4-CCF5E4AEBDB1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3" name="Freeform 18442">
              <a:extLst>
                <a:ext uri="{FF2B5EF4-FFF2-40B4-BE49-F238E27FC236}">
                  <a16:creationId xmlns:a16="http://schemas.microsoft.com/office/drawing/2014/main" id="{649D6F0D-7140-C261-426D-CF64DC4AC50A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4" name="Freeform 18443">
              <a:extLst>
                <a:ext uri="{FF2B5EF4-FFF2-40B4-BE49-F238E27FC236}">
                  <a16:creationId xmlns:a16="http://schemas.microsoft.com/office/drawing/2014/main" id="{50F43C6D-30AD-4299-16A3-CE34CC877D1D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5" name="Freeform 18444">
              <a:extLst>
                <a:ext uri="{FF2B5EF4-FFF2-40B4-BE49-F238E27FC236}">
                  <a16:creationId xmlns:a16="http://schemas.microsoft.com/office/drawing/2014/main" id="{79A1F345-C87A-A62B-17A0-D7EAD9D28765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6" name="Freeform 18445">
              <a:extLst>
                <a:ext uri="{FF2B5EF4-FFF2-40B4-BE49-F238E27FC236}">
                  <a16:creationId xmlns:a16="http://schemas.microsoft.com/office/drawing/2014/main" id="{EEABF1AF-ADB3-2360-080D-3A6378E4CBED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7" name="Freeform 18446">
              <a:extLst>
                <a:ext uri="{FF2B5EF4-FFF2-40B4-BE49-F238E27FC236}">
                  <a16:creationId xmlns:a16="http://schemas.microsoft.com/office/drawing/2014/main" id="{A3A71B71-2258-7761-674C-0D80C5E665D4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8" name="Freeform 18447">
              <a:extLst>
                <a:ext uri="{FF2B5EF4-FFF2-40B4-BE49-F238E27FC236}">
                  <a16:creationId xmlns:a16="http://schemas.microsoft.com/office/drawing/2014/main" id="{E2972996-C8A0-6F88-BAAE-D414430E91F4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49" name="Freeform 18448">
              <a:extLst>
                <a:ext uri="{FF2B5EF4-FFF2-40B4-BE49-F238E27FC236}">
                  <a16:creationId xmlns:a16="http://schemas.microsoft.com/office/drawing/2014/main" id="{2725949E-7B6D-7EA6-A1FD-A3046EF160FA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0" name="Freeform 18449">
              <a:extLst>
                <a:ext uri="{FF2B5EF4-FFF2-40B4-BE49-F238E27FC236}">
                  <a16:creationId xmlns:a16="http://schemas.microsoft.com/office/drawing/2014/main" id="{D21764AB-B028-5683-1D74-CEC1FA2B61FE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1" name="Freeform 18450">
              <a:extLst>
                <a:ext uri="{FF2B5EF4-FFF2-40B4-BE49-F238E27FC236}">
                  <a16:creationId xmlns:a16="http://schemas.microsoft.com/office/drawing/2014/main" id="{4F1DA2E6-2C7D-EB42-50A2-F8F4124431E2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2" name="Freeform 18451">
              <a:extLst>
                <a:ext uri="{FF2B5EF4-FFF2-40B4-BE49-F238E27FC236}">
                  <a16:creationId xmlns:a16="http://schemas.microsoft.com/office/drawing/2014/main" id="{88B98FFC-84B2-B1C4-051A-C9B3C3151206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3" name="Freeform 18452">
              <a:extLst>
                <a:ext uri="{FF2B5EF4-FFF2-40B4-BE49-F238E27FC236}">
                  <a16:creationId xmlns:a16="http://schemas.microsoft.com/office/drawing/2014/main" id="{59FE3530-7E97-62D2-CC6C-472FC357F5BD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4" name="Freeform 18453">
              <a:extLst>
                <a:ext uri="{FF2B5EF4-FFF2-40B4-BE49-F238E27FC236}">
                  <a16:creationId xmlns:a16="http://schemas.microsoft.com/office/drawing/2014/main" id="{78790B99-0A8B-B688-E273-E488E606EF24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5" name="Freeform 18454">
              <a:extLst>
                <a:ext uri="{FF2B5EF4-FFF2-40B4-BE49-F238E27FC236}">
                  <a16:creationId xmlns:a16="http://schemas.microsoft.com/office/drawing/2014/main" id="{F20EE17D-4A03-69E9-0A10-4B345085A7FD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6" name="Freeform 18455">
              <a:extLst>
                <a:ext uri="{FF2B5EF4-FFF2-40B4-BE49-F238E27FC236}">
                  <a16:creationId xmlns:a16="http://schemas.microsoft.com/office/drawing/2014/main" id="{2496CF71-3355-9CE6-D566-773FA94C59F0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7" name="Freeform 18456">
              <a:extLst>
                <a:ext uri="{FF2B5EF4-FFF2-40B4-BE49-F238E27FC236}">
                  <a16:creationId xmlns:a16="http://schemas.microsoft.com/office/drawing/2014/main" id="{A340E784-4DE1-78BD-C067-232190734F9F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8" name="Freeform 18457">
              <a:extLst>
                <a:ext uri="{FF2B5EF4-FFF2-40B4-BE49-F238E27FC236}">
                  <a16:creationId xmlns:a16="http://schemas.microsoft.com/office/drawing/2014/main" id="{690BEE8A-DDA9-88A3-ED7E-BDF640325060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59" name="Freeform 18458">
              <a:extLst>
                <a:ext uri="{FF2B5EF4-FFF2-40B4-BE49-F238E27FC236}">
                  <a16:creationId xmlns:a16="http://schemas.microsoft.com/office/drawing/2014/main" id="{23C20E69-439D-9031-D45F-6E9CBE67903C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60" name="Freeform 18459">
              <a:extLst>
                <a:ext uri="{FF2B5EF4-FFF2-40B4-BE49-F238E27FC236}">
                  <a16:creationId xmlns:a16="http://schemas.microsoft.com/office/drawing/2014/main" id="{351B5459-FA52-AC1A-BD99-3FA7B2CE9A91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69" name="Freeform 19268">
              <a:extLst>
                <a:ext uri="{FF2B5EF4-FFF2-40B4-BE49-F238E27FC236}">
                  <a16:creationId xmlns:a16="http://schemas.microsoft.com/office/drawing/2014/main" id="{B4ED4B13-BA88-D9EC-71F4-D61287C31171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0" name="Freeform 19269">
              <a:extLst>
                <a:ext uri="{FF2B5EF4-FFF2-40B4-BE49-F238E27FC236}">
                  <a16:creationId xmlns:a16="http://schemas.microsoft.com/office/drawing/2014/main" id="{ABBB32D2-B95D-3DA4-959C-13938AB759BF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1" name="Freeform 19270">
              <a:extLst>
                <a:ext uri="{FF2B5EF4-FFF2-40B4-BE49-F238E27FC236}">
                  <a16:creationId xmlns:a16="http://schemas.microsoft.com/office/drawing/2014/main" id="{68B0017F-4FCC-15B8-3D3E-3863DFC65B30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2" name="Freeform 19271">
              <a:extLst>
                <a:ext uri="{FF2B5EF4-FFF2-40B4-BE49-F238E27FC236}">
                  <a16:creationId xmlns:a16="http://schemas.microsoft.com/office/drawing/2014/main" id="{3B772AE2-B6EC-100B-891B-79BFF064B7DE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3" name="Freeform 19272">
              <a:extLst>
                <a:ext uri="{FF2B5EF4-FFF2-40B4-BE49-F238E27FC236}">
                  <a16:creationId xmlns:a16="http://schemas.microsoft.com/office/drawing/2014/main" id="{9F62A2AA-C4A3-DE0A-8242-A880434E9B39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4" name="Freeform 19273">
              <a:extLst>
                <a:ext uri="{FF2B5EF4-FFF2-40B4-BE49-F238E27FC236}">
                  <a16:creationId xmlns:a16="http://schemas.microsoft.com/office/drawing/2014/main" id="{5F7DE35D-7BB9-C68C-505A-AD2B3031AA98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75" name="Freeform 19274">
              <a:extLst>
                <a:ext uri="{FF2B5EF4-FFF2-40B4-BE49-F238E27FC236}">
                  <a16:creationId xmlns:a16="http://schemas.microsoft.com/office/drawing/2014/main" id="{E1ABDD21-A53F-B0C2-2C51-1AB95386FF92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9276" name="Group 19275">
            <a:extLst>
              <a:ext uri="{FF2B5EF4-FFF2-40B4-BE49-F238E27FC236}">
                <a16:creationId xmlns:a16="http://schemas.microsoft.com/office/drawing/2014/main" id="{64804A8B-1573-4A6A-1306-750902D923C3}"/>
              </a:ext>
            </a:extLst>
          </p:cNvPr>
          <p:cNvGrpSpPr/>
          <p:nvPr/>
        </p:nvGrpSpPr>
        <p:grpSpPr>
          <a:xfrm>
            <a:off x="11965854" y="3547885"/>
            <a:ext cx="363537" cy="371707"/>
            <a:chOff x="3694771" y="1918010"/>
            <a:chExt cx="4088780" cy="4475356"/>
          </a:xfrm>
        </p:grpSpPr>
        <p:sp>
          <p:nvSpPr>
            <p:cNvPr id="19277" name="Freeform 19276">
              <a:extLst>
                <a:ext uri="{FF2B5EF4-FFF2-40B4-BE49-F238E27FC236}">
                  <a16:creationId xmlns:a16="http://schemas.microsoft.com/office/drawing/2014/main" id="{24347B08-A41C-27BB-DFEE-D656B6F44DFC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1">
              <p14:nvContentPartPr>
                <p14:cNvPr id="19278" name="Ink 19277">
                  <a:extLst>
                    <a:ext uri="{FF2B5EF4-FFF2-40B4-BE49-F238E27FC236}">
                      <a16:creationId xmlns:a16="http://schemas.microsoft.com/office/drawing/2014/main" id="{FD6B7BF5-ABCF-3249-E70A-34E93519FFFC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19279" name="Freeform 19278">
              <a:extLst>
                <a:ext uri="{FF2B5EF4-FFF2-40B4-BE49-F238E27FC236}">
                  <a16:creationId xmlns:a16="http://schemas.microsoft.com/office/drawing/2014/main" id="{E57E0D24-68D2-9A02-3FB8-AC94E95F540D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0" name="Freeform 19279">
              <a:extLst>
                <a:ext uri="{FF2B5EF4-FFF2-40B4-BE49-F238E27FC236}">
                  <a16:creationId xmlns:a16="http://schemas.microsoft.com/office/drawing/2014/main" id="{44A4FC00-F23A-320E-CD11-C06FEBCD11AE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1" name="Freeform 19280">
              <a:extLst>
                <a:ext uri="{FF2B5EF4-FFF2-40B4-BE49-F238E27FC236}">
                  <a16:creationId xmlns:a16="http://schemas.microsoft.com/office/drawing/2014/main" id="{9E9F50B3-54B4-D8A5-016F-8F4E4EB07B9A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2" name="Freeform 19281">
              <a:extLst>
                <a:ext uri="{FF2B5EF4-FFF2-40B4-BE49-F238E27FC236}">
                  <a16:creationId xmlns:a16="http://schemas.microsoft.com/office/drawing/2014/main" id="{C1D741E7-4350-F64C-C1AE-7F224A6951F0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3" name="Freeform 19282">
              <a:extLst>
                <a:ext uri="{FF2B5EF4-FFF2-40B4-BE49-F238E27FC236}">
                  <a16:creationId xmlns:a16="http://schemas.microsoft.com/office/drawing/2014/main" id="{632DB3CE-7B96-63FE-87F0-D5B880032406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4" name="Freeform 19283">
              <a:extLst>
                <a:ext uri="{FF2B5EF4-FFF2-40B4-BE49-F238E27FC236}">
                  <a16:creationId xmlns:a16="http://schemas.microsoft.com/office/drawing/2014/main" id="{C0387C2E-8DB9-6748-0F1D-314252A66B2C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5" name="Freeform 19284">
              <a:extLst>
                <a:ext uri="{FF2B5EF4-FFF2-40B4-BE49-F238E27FC236}">
                  <a16:creationId xmlns:a16="http://schemas.microsoft.com/office/drawing/2014/main" id="{96A2C9B5-588C-3403-4723-756766930CA9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6" name="Freeform 19285">
              <a:extLst>
                <a:ext uri="{FF2B5EF4-FFF2-40B4-BE49-F238E27FC236}">
                  <a16:creationId xmlns:a16="http://schemas.microsoft.com/office/drawing/2014/main" id="{BB0C30D0-7476-9BAC-83F5-C9B6EA3F1C07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7" name="Freeform 19286">
              <a:extLst>
                <a:ext uri="{FF2B5EF4-FFF2-40B4-BE49-F238E27FC236}">
                  <a16:creationId xmlns:a16="http://schemas.microsoft.com/office/drawing/2014/main" id="{D3E54522-BF91-CB1B-C070-983C6FFF3E15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8" name="Freeform 19287">
              <a:extLst>
                <a:ext uri="{FF2B5EF4-FFF2-40B4-BE49-F238E27FC236}">
                  <a16:creationId xmlns:a16="http://schemas.microsoft.com/office/drawing/2014/main" id="{D15459D3-FDF8-B3D5-5BCE-40FFB4157BD0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89" name="Freeform 19288">
              <a:extLst>
                <a:ext uri="{FF2B5EF4-FFF2-40B4-BE49-F238E27FC236}">
                  <a16:creationId xmlns:a16="http://schemas.microsoft.com/office/drawing/2014/main" id="{2CC6070C-6CB7-6467-9F4C-F7B30F19BFAE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0" name="Freeform 19289">
              <a:extLst>
                <a:ext uri="{FF2B5EF4-FFF2-40B4-BE49-F238E27FC236}">
                  <a16:creationId xmlns:a16="http://schemas.microsoft.com/office/drawing/2014/main" id="{6EA00A39-8081-E37A-0EFF-BE933E812FFD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1" name="Freeform 19290">
              <a:extLst>
                <a:ext uri="{FF2B5EF4-FFF2-40B4-BE49-F238E27FC236}">
                  <a16:creationId xmlns:a16="http://schemas.microsoft.com/office/drawing/2014/main" id="{2EA67235-74FB-01D5-275A-688AF6AB2009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2" name="Freeform 19291">
              <a:extLst>
                <a:ext uri="{FF2B5EF4-FFF2-40B4-BE49-F238E27FC236}">
                  <a16:creationId xmlns:a16="http://schemas.microsoft.com/office/drawing/2014/main" id="{3AE5DFC1-8B2D-FD6D-C288-89803087C0D0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3" name="Freeform 19292">
              <a:extLst>
                <a:ext uri="{FF2B5EF4-FFF2-40B4-BE49-F238E27FC236}">
                  <a16:creationId xmlns:a16="http://schemas.microsoft.com/office/drawing/2014/main" id="{69E57EE7-1CEB-CA67-2345-2975A54609C4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4" name="Freeform 19293">
              <a:extLst>
                <a:ext uri="{FF2B5EF4-FFF2-40B4-BE49-F238E27FC236}">
                  <a16:creationId xmlns:a16="http://schemas.microsoft.com/office/drawing/2014/main" id="{82692E0E-7F12-4FCF-8AFC-437B8FA8A1D0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5" name="Freeform 19294">
              <a:extLst>
                <a:ext uri="{FF2B5EF4-FFF2-40B4-BE49-F238E27FC236}">
                  <a16:creationId xmlns:a16="http://schemas.microsoft.com/office/drawing/2014/main" id="{D88908C7-3398-0C5B-56D1-4B102A3AEB28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6" name="Freeform 19295">
              <a:extLst>
                <a:ext uri="{FF2B5EF4-FFF2-40B4-BE49-F238E27FC236}">
                  <a16:creationId xmlns:a16="http://schemas.microsoft.com/office/drawing/2014/main" id="{4E0C3CB3-4845-1A7C-C804-7FA6AAA9FA6C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7" name="Freeform 19296">
              <a:extLst>
                <a:ext uri="{FF2B5EF4-FFF2-40B4-BE49-F238E27FC236}">
                  <a16:creationId xmlns:a16="http://schemas.microsoft.com/office/drawing/2014/main" id="{39B90DC6-77EE-D315-183C-8B13134486E0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8" name="Freeform 19297">
              <a:extLst>
                <a:ext uri="{FF2B5EF4-FFF2-40B4-BE49-F238E27FC236}">
                  <a16:creationId xmlns:a16="http://schemas.microsoft.com/office/drawing/2014/main" id="{7C85BE62-4B99-CEB6-D8D5-8D13D88BCDAF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99" name="Freeform 19298">
              <a:extLst>
                <a:ext uri="{FF2B5EF4-FFF2-40B4-BE49-F238E27FC236}">
                  <a16:creationId xmlns:a16="http://schemas.microsoft.com/office/drawing/2014/main" id="{B789A905-8AC8-88AA-1E26-A1E7B29641F1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0" name="Freeform 19299">
              <a:extLst>
                <a:ext uri="{FF2B5EF4-FFF2-40B4-BE49-F238E27FC236}">
                  <a16:creationId xmlns:a16="http://schemas.microsoft.com/office/drawing/2014/main" id="{8F071015-F3CA-4432-EAA5-C24BC060AE05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1" name="Freeform 19300">
              <a:extLst>
                <a:ext uri="{FF2B5EF4-FFF2-40B4-BE49-F238E27FC236}">
                  <a16:creationId xmlns:a16="http://schemas.microsoft.com/office/drawing/2014/main" id="{143E2ADE-89E6-CA38-AFDA-4B39BE8FD150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2" name="Freeform 19301">
              <a:extLst>
                <a:ext uri="{FF2B5EF4-FFF2-40B4-BE49-F238E27FC236}">
                  <a16:creationId xmlns:a16="http://schemas.microsoft.com/office/drawing/2014/main" id="{D5EE2E70-02B5-252A-B90D-5A9DEE4A79B0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3" name="Freeform 19302">
              <a:extLst>
                <a:ext uri="{FF2B5EF4-FFF2-40B4-BE49-F238E27FC236}">
                  <a16:creationId xmlns:a16="http://schemas.microsoft.com/office/drawing/2014/main" id="{841D0393-B9C6-C12B-F146-B070F527B0EA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4" name="Freeform 19303">
              <a:extLst>
                <a:ext uri="{FF2B5EF4-FFF2-40B4-BE49-F238E27FC236}">
                  <a16:creationId xmlns:a16="http://schemas.microsoft.com/office/drawing/2014/main" id="{843668C2-3595-920A-438C-51A79298A8A9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5" name="Freeform 19304">
              <a:extLst>
                <a:ext uri="{FF2B5EF4-FFF2-40B4-BE49-F238E27FC236}">
                  <a16:creationId xmlns:a16="http://schemas.microsoft.com/office/drawing/2014/main" id="{3B2F01E8-6E62-EDB8-A7C0-A5A064AC0DB6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6" name="Freeform 19305">
              <a:extLst>
                <a:ext uri="{FF2B5EF4-FFF2-40B4-BE49-F238E27FC236}">
                  <a16:creationId xmlns:a16="http://schemas.microsoft.com/office/drawing/2014/main" id="{51C173FE-4C29-30B5-8EEA-7865E24DE877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7" name="Freeform 19306">
              <a:extLst>
                <a:ext uri="{FF2B5EF4-FFF2-40B4-BE49-F238E27FC236}">
                  <a16:creationId xmlns:a16="http://schemas.microsoft.com/office/drawing/2014/main" id="{810BEDBF-9F76-5AFE-7851-3626B53966C0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8" name="Freeform 19307">
              <a:extLst>
                <a:ext uri="{FF2B5EF4-FFF2-40B4-BE49-F238E27FC236}">
                  <a16:creationId xmlns:a16="http://schemas.microsoft.com/office/drawing/2014/main" id="{B8886645-129E-E4C8-5CCE-FAFE6A66902B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9" name="Freeform 19308">
              <a:extLst>
                <a:ext uri="{FF2B5EF4-FFF2-40B4-BE49-F238E27FC236}">
                  <a16:creationId xmlns:a16="http://schemas.microsoft.com/office/drawing/2014/main" id="{61852A84-CDDB-4F2E-2E50-068F60F6665B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0" name="Freeform 19309">
              <a:extLst>
                <a:ext uri="{FF2B5EF4-FFF2-40B4-BE49-F238E27FC236}">
                  <a16:creationId xmlns:a16="http://schemas.microsoft.com/office/drawing/2014/main" id="{3F687D2A-AA32-3772-5509-EB58D94F534E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1" name="Freeform 19310">
              <a:extLst>
                <a:ext uri="{FF2B5EF4-FFF2-40B4-BE49-F238E27FC236}">
                  <a16:creationId xmlns:a16="http://schemas.microsoft.com/office/drawing/2014/main" id="{D32272EA-3508-86ED-0833-A4925A9FA8F4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2" name="Freeform 19311">
              <a:extLst>
                <a:ext uri="{FF2B5EF4-FFF2-40B4-BE49-F238E27FC236}">
                  <a16:creationId xmlns:a16="http://schemas.microsoft.com/office/drawing/2014/main" id="{699D0BAB-BAEE-481E-4F0F-89043EBEAB80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3" name="Freeform 19312">
              <a:extLst>
                <a:ext uri="{FF2B5EF4-FFF2-40B4-BE49-F238E27FC236}">
                  <a16:creationId xmlns:a16="http://schemas.microsoft.com/office/drawing/2014/main" id="{5B3B5DF5-9572-5DA6-9C93-23AD3B7FB945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4" name="Freeform 19313">
              <a:extLst>
                <a:ext uri="{FF2B5EF4-FFF2-40B4-BE49-F238E27FC236}">
                  <a16:creationId xmlns:a16="http://schemas.microsoft.com/office/drawing/2014/main" id="{6E31A729-1B43-1739-1842-E865E4FC6064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5" name="Freeform 19314">
              <a:extLst>
                <a:ext uri="{FF2B5EF4-FFF2-40B4-BE49-F238E27FC236}">
                  <a16:creationId xmlns:a16="http://schemas.microsoft.com/office/drawing/2014/main" id="{253D5975-0153-38F5-0BF2-C029EFAFD435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6" name="Freeform 19315">
              <a:extLst>
                <a:ext uri="{FF2B5EF4-FFF2-40B4-BE49-F238E27FC236}">
                  <a16:creationId xmlns:a16="http://schemas.microsoft.com/office/drawing/2014/main" id="{8CFD3FA5-E464-1C60-E710-79899676194C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7" name="Freeform 19316">
              <a:extLst>
                <a:ext uri="{FF2B5EF4-FFF2-40B4-BE49-F238E27FC236}">
                  <a16:creationId xmlns:a16="http://schemas.microsoft.com/office/drawing/2014/main" id="{19BD9646-F47B-AC50-B803-A5E37FD0596A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8" name="Freeform 19317">
              <a:extLst>
                <a:ext uri="{FF2B5EF4-FFF2-40B4-BE49-F238E27FC236}">
                  <a16:creationId xmlns:a16="http://schemas.microsoft.com/office/drawing/2014/main" id="{4C1B95CE-DE6C-A6B8-8A90-8BCFF845F1E8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9" name="Freeform 19318">
              <a:extLst>
                <a:ext uri="{FF2B5EF4-FFF2-40B4-BE49-F238E27FC236}">
                  <a16:creationId xmlns:a16="http://schemas.microsoft.com/office/drawing/2014/main" id="{70911C39-523E-E4B4-2834-64FB1EE71470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0" name="Freeform 19319">
              <a:extLst>
                <a:ext uri="{FF2B5EF4-FFF2-40B4-BE49-F238E27FC236}">
                  <a16:creationId xmlns:a16="http://schemas.microsoft.com/office/drawing/2014/main" id="{41D5A9CE-6607-0083-B639-323038590CD3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1" name="Freeform 19320">
              <a:extLst>
                <a:ext uri="{FF2B5EF4-FFF2-40B4-BE49-F238E27FC236}">
                  <a16:creationId xmlns:a16="http://schemas.microsoft.com/office/drawing/2014/main" id="{0566ED1C-45DD-36A8-04E9-2672E95C06EA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2" name="Freeform 19321">
              <a:extLst>
                <a:ext uri="{FF2B5EF4-FFF2-40B4-BE49-F238E27FC236}">
                  <a16:creationId xmlns:a16="http://schemas.microsoft.com/office/drawing/2014/main" id="{C70F15DD-2427-980F-84B7-F506F7E83243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3" name="Freeform 19322">
              <a:extLst>
                <a:ext uri="{FF2B5EF4-FFF2-40B4-BE49-F238E27FC236}">
                  <a16:creationId xmlns:a16="http://schemas.microsoft.com/office/drawing/2014/main" id="{0D4F48B6-0AC5-F61B-6A32-F2AB28D00C19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4" name="Freeform 19323">
              <a:extLst>
                <a:ext uri="{FF2B5EF4-FFF2-40B4-BE49-F238E27FC236}">
                  <a16:creationId xmlns:a16="http://schemas.microsoft.com/office/drawing/2014/main" id="{D6BBD0D6-9A0C-1117-B21A-2EC82A5F5DB9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5" name="Freeform 19324">
              <a:extLst>
                <a:ext uri="{FF2B5EF4-FFF2-40B4-BE49-F238E27FC236}">
                  <a16:creationId xmlns:a16="http://schemas.microsoft.com/office/drawing/2014/main" id="{54D03C86-BE58-D704-8FE6-3C2EB9F741CE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6" name="Freeform 19325">
              <a:extLst>
                <a:ext uri="{FF2B5EF4-FFF2-40B4-BE49-F238E27FC236}">
                  <a16:creationId xmlns:a16="http://schemas.microsoft.com/office/drawing/2014/main" id="{35167829-76F9-8D97-A432-25FDDC08DC10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27" name="Freeform 19326">
              <a:extLst>
                <a:ext uri="{FF2B5EF4-FFF2-40B4-BE49-F238E27FC236}">
                  <a16:creationId xmlns:a16="http://schemas.microsoft.com/office/drawing/2014/main" id="{71C989B7-E0EC-30D5-5B18-947C92029032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4" name="Freeform 19583">
              <a:extLst>
                <a:ext uri="{FF2B5EF4-FFF2-40B4-BE49-F238E27FC236}">
                  <a16:creationId xmlns:a16="http://schemas.microsoft.com/office/drawing/2014/main" id="{CBCCD896-D899-3568-8392-0457C5582E6F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5" name="Freeform 19584">
              <a:extLst>
                <a:ext uri="{FF2B5EF4-FFF2-40B4-BE49-F238E27FC236}">
                  <a16:creationId xmlns:a16="http://schemas.microsoft.com/office/drawing/2014/main" id="{62988FD5-EEB9-C518-7DEA-71C1FF90B774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6" name="Freeform 19585">
              <a:extLst>
                <a:ext uri="{FF2B5EF4-FFF2-40B4-BE49-F238E27FC236}">
                  <a16:creationId xmlns:a16="http://schemas.microsoft.com/office/drawing/2014/main" id="{6C6B94A3-8590-2939-FDC8-5DA3E682228E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7" name="Freeform 19586">
              <a:extLst>
                <a:ext uri="{FF2B5EF4-FFF2-40B4-BE49-F238E27FC236}">
                  <a16:creationId xmlns:a16="http://schemas.microsoft.com/office/drawing/2014/main" id="{2F2ABCE3-0050-4E82-B527-0A5DC384E452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8" name="Freeform 19587">
              <a:extLst>
                <a:ext uri="{FF2B5EF4-FFF2-40B4-BE49-F238E27FC236}">
                  <a16:creationId xmlns:a16="http://schemas.microsoft.com/office/drawing/2014/main" id="{37B25372-6716-FAE8-6D4C-A7499A436D39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89" name="Freeform 19588">
              <a:extLst>
                <a:ext uri="{FF2B5EF4-FFF2-40B4-BE49-F238E27FC236}">
                  <a16:creationId xmlns:a16="http://schemas.microsoft.com/office/drawing/2014/main" id="{0DA02899-04EC-50EA-9900-8463F7082FED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0" name="Freeform 19589">
              <a:extLst>
                <a:ext uri="{FF2B5EF4-FFF2-40B4-BE49-F238E27FC236}">
                  <a16:creationId xmlns:a16="http://schemas.microsoft.com/office/drawing/2014/main" id="{4C502F0B-AFDE-1EF1-440E-BEAFFC5D8D27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1" name="Freeform 19590">
              <a:extLst>
                <a:ext uri="{FF2B5EF4-FFF2-40B4-BE49-F238E27FC236}">
                  <a16:creationId xmlns:a16="http://schemas.microsoft.com/office/drawing/2014/main" id="{12BCAD21-2A29-7210-EAE8-DB6AD7425679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2" name="Freeform 19591">
              <a:extLst>
                <a:ext uri="{FF2B5EF4-FFF2-40B4-BE49-F238E27FC236}">
                  <a16:creationId xmlns:a16="http://schemas.microsoft.com/office/drawing/2014/main" id="{E0C23DF4-DEA1-A9E5-B348-07546937FDF2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3" name="Freeform 19592">
              <a:extLst>
                <a:ext uri="{FF2B5EF4-FFF2-40B4-BE49-F238E27FC236}">
                  <a16:creationId xmlns:a16="http://schemas.microsoft.com/office/drawing/2014/main" id="{2FBB621B-9877-D23B-1CB6-7ACCC8A1D42E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4" name="Freeform 19593">
              <a:extLst>
                <a:ext uri="{FF2B5EF4-FFF2-40B4-BE49-F238E27FC236}">
                  <a16:creationId xmlns:a16="http://schemas.microsoft.com/office/drawing/2014/main" id="{E7A633BA-629B-9798-32ED-F5BBEED40B5D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5" name="Freeform 19594">
              <a:extLst>
                <a:ext uri="{FF2B5EF4-FFF2-40B4-BE49-F238E27FC236}">
                  <a16:creationId xmlns:a16="http://schemas.microsoft.com/office/drawing/2014/main" id="{93911C79-3A70-02D5-1064-676D65807113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6" name="Freeform 19595">
              <a:extLst>
                <a:ext uri="{FF2B5EF4-FFF2-40B4-BE49-F238E27FC236}">
                  <a16:creationId xmlns:a16="http://schemas.microsoft.com/office/drawing/2014/main" id="{660636D6-268D-0703-407E-BFAEB5F631D6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7" name="Freeform 19596">
              <a:extLst>
                <a:ext uri="{FF2B5EF4-FFF2-40B4-BE49-F238E27FC236}">
                  <a16:creationId xmlns:a16="http://schemas.microsoft.com/office/drawing/2014/main" id="{E748A610-BEBD-B865-D087-BFDD09C4B526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8" name="Freeform 19597">
              <a:extLst>
                <a:ext uri="{FF2B5EF4-FFF2-40B4-BE49-F238E27FC236}">
                  <a16:creationId xmlns:a16="http://schemas.microsoft.com/office/drawing/2014/main" id="{45D4EF18-0A15-FB1F-CD05-6EA7C63884B6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99" name="Freeform 19598">
              <a:extLst>
                <a:ext uri="{FF2B5EF4-FFF2-40B4-BE49-F238E27FC236}">
                  <a16:creationId xmlns:a16="http://schemas.microsoft.com/office/drawing/2014/main" id="{7DB76CAC-88B4-362C-EB7B-F085AFBF8618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0" name="Freeform 19599">
              <a:extLst>
                <a:ext uri="{FF2B5EF4-FFF2-40B4-BE49-F238E27FC236}">
                  <a16:creationId xmlns:a16="http://schemas.microsoft.com/office/drawing/2014/main" id="{AA1E57FF-7CF3-FB4C-1627-CFE0BD24E155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1" name="Freeform 19600">
              <a:extLst>
                <a:ext uri="{FF2B5EF4-FFF2-40B4-BE49-F238E27FC236}">
                  <a16:creationId xmlns:a16="http://schemas.microsoft.com/office/drawing/2014/main" id="{0F385497-5D75-A660-0F2C-8306483F653C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2" name="Freeform 19601">
              <a:extLst>
                <a:ext uri="{FF2B5EF4-FFF2-40B4-BE49-F238E27FC236}">
                  <a16:creationId xmlns:a16="http://schemas.microsoft.com/office/drawing/2014/main" id="{9201DD0A-A7B5-297A-CE51-4D45F0059E42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3" name="Freeform 19602">
              <a:extLst>
                <a:ext uri="{FF2B5EF4-FFF2-40B4-BE49-F238E27FC236}">
                  <a16:creationId xmlns:a16="http://schemas.microsoft.com/office/drawing/2014/main" id="{43585ADC-E2EF-FA24-19D8-BF21ED1FB0AB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4" name="Freeform 19603">
              <a:extLst>
                <a:ext uri="{FF2B5EF4-FFF2-40B4-BE49-F238E27FC236}">
                  <a16:creationId xmlns:a16="http://schemas.microsoft.com/office/drawing/2014/main" id="{8BB0A2FE-105E-415A-51FD-8E6AA38B24B5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5" name="Freeform 19604">
              <a:extLst>
                <a:ext uri="{FF2B5EF4-FFF2-40B4-BE49-F238E27FC236}">
                  <a16:creationId xmlns:a16="http://schemas.microsoft.com/office/drawing/2014/main" id="{6540666C-81C1-D620-4071-E884A0AD129A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6" name="Freeform 19605">
              <a:extLst>
                <a:ext uri="{FF2B5EF4-FFF2-40B4-BE49-F238E27FC236}">
                  <a16:creationId xmlns:a16="http://schemas.microsoft.com/office/drawing/2014/main" id="{9638BC1F-4E4F-7AA1-A381-8CBF31B542CA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7" name="Freeform 19606">
              <a:extLst>
                <a:ext uri="{FF2B5EF4-FFF2-40B4-BE49-F238E27FC236}">
                  <a16:creationId xmlns:a16="http://schemas.microsoft.com/office/drawing/2014/main" id="{D0EA2D8B-223A-1704-1D87-F5FDD970D001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8" name="Freeform 19607">
              <a:extLst>
                <a:ext uri="{FF2B5EF4-FFF2-40B4-BE49-F238E27FC236}">
                  <a16:creationId xmlns:a16="http://schemas.microsoft.com/office/drawing/2014/main" id="{5ECB7E56-BF71-2781-C098-A7451FE9D0AE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09" name="Freeform 19608">
              <a:extLst>
                <a:ext uri="{FF2B5EF4-FFF2-40B4-BE49-F238E27FC236}">
                  <a16:creationId xmlns:a16="http://schemas.microsoft.com/office/drawing/2014/main" id="{4D49E9E6-435A-534D-5AA0-E388A3C79D61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0" name="Freeform 19609">
              <a:extLst>
                <a:ext uri="{FF2B5EF4-FFF2-40B4-BE49-F238E27FC236}">
                  <a16:creationId xmlns:a16="http://schemas.microsoft.com/office/drawing/2014/main" id="{DAE2B902-1F41-27F4-6A29-4875545C4A04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1" name="Freeform 19610">
              <a:extLst>
                <a:ext uri="{FF2B5EF4-FFF2-40B4-BE49-F238E27FC236}">
                  <a16:creationId xmlns:a16="http://schemas.microsoft.com/office/drawing/2014/main" id="{12E8C7D9-BDE8-F014-B33D-F4D48394842C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2" name="Freeform 19611">
              <a:extLst>
                <a:ext uri="{FF2B5EF4-FFF2-40B4-BE49-F238E27FC236}">
                  <a16:creationId xmlns:a16="http://schemas.microsoft.com/office/drawing/2014/main" id="{8536309A-89A8-03B7-8D35-23519F4411D5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3" name="Freeform 19612">
              <a:extLst>
                <a:ext uri="{FF2B5EF4-FFF2-40B4-BE49-F238E27FC236}">
                  <a16:creationId xmlns:a16="http://schemas.microsoft.com/office/drawing/2014/main" id="{E4BE8809-23C2-A6D9-2CDD-7BF7AF84DA60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4" name="Freeform 19613">
              <a:extLst>
                <a:ext uri="{FF2B5EF4-FFF2-40B4-BE49-F238E27FC236}">
                  <a16:creationId xmlns:a16="http://schemas.microsoft.com/office/drawing/2014/main" id="{B99586C3-69BC-AC4E-5249-093CD8DCE4A4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5" name="Freeform 19614">
              <a:extLst>
                <a:ext uri="{FF2B5EF4-FFF2-40B4-BE49-F238E27FC236}">
                  <a16:creationId xmlns:a16="http://schemas.microsoft.com/office/drawing/2014/main" id="{D67AA69A-0F3A-6693-445B-A3C3B4813E7B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16" name="Freeform 19615">
              <a:extLst>
                <a:ext uri="{FF2B5EF4-FFF2-40B4-BE49-F238E27FC236}">
                  <a16:creationId xmlns:a16="http://schemas.microsoft.com/office/drawing/2014/main" id="{4D790AF4-652C-8FE9-CDA2-586B32B752D1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9617" name="Group 19616">
            <a:extLst>
              <a:ext uri="{FF2B5EF4-FFF2-40B4-BE49-F238E27FC236}">
                <a16:creationId xmlns:a16="http://schemas.microsoft.com/office/drawing/2014/main" id="{FBC6BAEF-87E4-8CE8-C9D8-E9771E3145EF}"/>
              </a:ext>
            </a:extLst>
          </p:cNvPr>
          <p:cNvGrpSpPr/>
          <p:nvPr/>
        </p:nvGrpSpPr>
        <p:grpSpPr>
          <a:xfrm>
            <a:off x="11475744" y="4018612"/>
            <a:ext cx="363537" cy="371707"/>
            <a:chOff x="3694771" y="1918010"/>
            <a:chExt cx="4088780" cy="4475356"/>
          </a:xfrm>
        </p:grpSpPr>
        <p:sp>
          <p:nvSpPr>
            <p:cNvPr id="19618" name="Freeform 19617">
              <a:extLst>
                <a:ext uri="{FF2B5EF4-FFF2-40B4-BE49-F238E27FC236}">
                  <a16:creationId xmlns:a16="http://schemas.microsoft.com/office/drawing/2014/main" id="{8F323188-AF5F-BAF5-252E-18B4F31EA0E1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2">
              <p14:nvContentPartPr>
                <p14:cNvPr id="19619" name="Ink 19618">
                  <a:extLst>
                    <a:ext uri="{FF2B5EF4-FFF2-40B4-BE49-F238E27FC236}">
                      <a16:creationId xmlns:a16="http://schemas.microsoft.com/office/drawing/2014/main" id="{A382CE4A-E530-95C3-9065-7D4DD81E27FD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19620" name="Freeform 19619">
              <a:extLst>
                <a:ext uri="{FF2B5EF4-FFF2-40B4-BE49-F238E27FC236}">
                  <a16:creationId xmlns:a16="http://schemas.microsoft.com/office/drawing/2014/main" id="{E79C547B-5D50-EA32-0DCC-62954ECC10E1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1" name="Freeform 19620">
              <a:extLst>
                <a:ext uri="{FF2B5EF4-FFF2-40B4-BE49-F238E27FC236}">
                  <a16:creationId xmlns:a16="http://schemas.microsoft.com/office/drawing/2014/main" id="{417C10F7-641F-C45D-DB85-F0D781FD62B7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2" name="Freeform 19621">
              <a:extLst>
                <a:ext uri="{FF2B5EF4-FFF2-40B4-BE49-F238E27FC236}">
                  <a16:creationId xmlns:a16="http://schemas.microsoft.com/office/drawing/2014/main" id="{4684D0EF-F1BA-7679-12B3-569726832FF0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3" name="Freeform 19622">
              <a:extLst>
                <a:ext uri="{FF2B5EF4-FFF2-40B4-BE49-F238E27FC236}">
                  <a16:creationId xmlns:a16="http://schemas.microsoft.com/office/drawing/2014/main" id="{105786F9-7FB3-074B-DAFC-5AFA8240D801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4" name="Freeform 19623">
              <a:extLst>
                <a:ext uri="{FF2B5EF4-FFF2-40B4-BE49-F238E27FC236}">
                  <a16:creationId xmlns:a16="http://schemas.microsoft.com/office/drawing/2014/main" id="{C537ABB3-3D34-B539-A27D-DB9219F15CE9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5" name="Freeform 19624">
              <a:extLst>
                <a:ext uri="{FF2B5EF4-FFF2-40B4-BE49-F238E27FC236}">
                  <a16:creationId xmlns:a16="http://schemas.microsoft.com/office/drawing/2014/main" id="{CB3F0732-2A45-A190-B102-BB1049A31D31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6" name="Freeform 19625">
              <a:extLst>
                <a:ext uri="{FF2B5EF4-FFF2-40B4-BE49-F238E27FC236}">
                  <a16:creationId xmlns:a16="http://schemas.microsoft.com/office/drawing/2014/main" id="{FE26C732-1A5C-619D-3028-34F544120850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7" name="Freeform 19626">
              <a:extLst>
                <a:ext uri="{FF2B5EF4-FFF2-40B4-BE49-F238E27FC236}">
                  <a16:creationId xmlns:a16="http://schemas.microsoft.com/office/drawing/2014/main" id="{7A80B9F1-ECE5-DED6-F917-79BB6C39E4B8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8" name="Freeform 19627">
              <a:extLst>
                <a:ext uri="{FF2B5EF4-FFF2-40B4-BE49-F238E27FC236}">
                  <a16:creationId xmlns:a16="http://schemas.microsoft.com/office/drawing/2014/main" id="{A054FEA7-E88F-4DD2-BC36-5F532EC426E6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29" name="Freeform 19628">
              <a:extLst>
                <a:ext uri="{FF2B5EF4-FFF2-40B4-BE49-F238E27FC236}">
                  <a16:creationId xmlns:a16="http://schemas.microsoft.com/office/drawing/2014/main" id="{18D8369D-21ED-F747-0062-AA521AD258AC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0" name="Freeform 19629">
              <a:extLst>
                <a:ext uri="{FF2B5EF4-FFF2-40B4-BE49-F238E27FC236}">
                  <a16:creationId xmlns:a16="http://schemas.microsoft.com/office/drawing/2014/main" id="{4C4A6213-B52A-AA36-6AA8-4E978675996E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1" name="Freeform 19630">
              <a:extLst>
                <a:ext uri="{FF2B5EF4-FFF2-40B4-BE49-F238E27FC236}">
                  <a16:creationId xmlns:a16="http://schemas.microsoft.com/office/drawing/2014/main" id="{99D0A7FD-73D0-B402-3995-2BECEBE37808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2" name="Freeform 19631">
              <a:extLst>
                <a:ext uri="{FF2B5EF4-FFF2-40B4-BE49-F238E27FC236}">
                  <a16:creationId xmlns:a16="http://schemas.microsoft.com/office/drawing/2014/main" id="{508D68CA-092F-E040-65E6-EE075A001061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3" name="Freeform 19632">
              <a:extLst>
                <a:ext uri="{FF2B5EF4-FFF2-40B4-BE49-F238E27FC236}">
                  <a16:creationId xmlns:a16="http://schemas.microsoft.com/office/drawing/2014/main" id="{3CE9B903-6004-3C84-B26A-4A3DE4E46EA5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4" name="Freeform 19633">
              <a:extLst>
                <a:ext uri="{FF2B5EF4-FFF2-40B4-BE49-F238E27FC236}">
                  <a16:creationId xmlns:a16="http://schemas.microsoft.com/office/drawing/2014/main" id="{A6D2141A-876B-91BF-0857-BD3BA0E89837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5" name="Freeform 19634">
              <a:extLst>
                <a:ext uri="{FF2B5EF4-FFF2-40B4-BE49-F238E27FC236}">
                  <a16:creationId xmlns:a16="http://schemas.microsoft.com/office/drawing/2014/main" id="{31C6FEDC-9B53-38AE-CFA1-B7CAAD844A94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6" name="Freeform 19635">
              <a:extLst>
                <a:ext uri="{FF2B5EF4-FFF2-40B4-BE49-F238E27FC236}">
                  <a16:creationId xmlns:a16="http://schemas.microsoft.com/office/drawing/2014/main" id="{0EA85B7E-064E-7F94-C5D4-BEB398E5BF84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7" name="Freeform 19636">
              <a:extLst>
                <a:ext uri="{FF2B5EF4-FFF2-40B4-BE49-F238E27FC236}">
                  <a16:creationId xmlns:a16="http://schemas.microsoft.com/office/drawing/2014/main" id="{6C0CD77B-D237-AF99-5655-EDF138CCDD99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8" name="Freeform 19637">
              <a:extLst>
                <a:ext uri="{FF2B5EF4-FFF2-40B4-BE49-F238E27FC236}">
                  <a16:creationId xmlns:a16="http://schemas.microsoft.com/office/drawing/2014/main" id="{43C56996-9119-81B0-B8AC-57D828D90955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39" name="Freeform 19638">
              <a:extLst>
                <a:ext uri="{FF2B5EF4-FFF2-40B4-BE49-F238E27FC236}">
                  <a16:creationId xmlns:a16="http://schemas.microsoft.com/office/drawing/2014/main" id="{684555E8-5D13-5797-3917-3ABBCB6EC55D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40" name="Freeform 19639">
              <a:extLst>
                <a:ext uri="{FF2B5EF4-FFF2-40B4-BE49-F238E27FC236}">
                  <a16:creationId xmlns:a16="http://schemas.microsoft.com/office/drawing/2014/main" id="{2A118D72-AD24-8869-93E5-485A337EE600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41" name="Freeform 19640">
              <a:extLst>
                <a:ext uri="{FF2B5EF4-FFF2-40B4-BE49-F238E27FC236}">
                  <a16:creationId xmlns:a16="http://schemas.microsoft.com/office/drawing/2014/main" id="{1FB3D4E8-C3E3-E7CA-AFF2-D1EE9E67B874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42" name="Freeform 19641">
              <a:extLst>
                <a:ext uri="{FF2B5EF4-FFF2-40B4-BE49-F238E27FC236}">
                  <a16:creationId xmlns:a16="http://schemas.microsoft.com/office/drawing/2014/main" id="{99E68021-56F9-44E2-8ACF-8AE756BF5C0A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43" name="Freeform 19642">
              <a:extLst>
                <a:ext uri="{FF2B5EF4-FFF2-40B4-BE49-F238E27FC236}">
                  <a16:creationId xmlns:a16="http://schemas.microsoft.com/office/drawing/2014/main" id="{0C2D1553-8ACF-91E9-9486-53763AC29BC7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16" name="Freeform 19815">
              <a:extLst>
                <a:ext uri="{FF2B5EF4-FFF2-40B4-BE49-F238E27FC236}">
                  <a16:creationId xmlns:a16="http://schemas.microsoft.com/office/drawing/2014/main" id="{A1A8F2BE-E8CE-DEFE-0C7D-BE7B5F49ACCB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19" name="Freeform 19818">
              <a:extLst>
                <a:ext uri="{FF2B5EF4-FFF2-40B4-BE49-F238E27FC236}">
                  <a16:creationId xmlns:a16="http://schemas.microsoft.com/office/drawing/2014/main" id="{1EC92728-83C7-351A-9734-468AA5F8728F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0" name="Freeform 19819">
              <a:extLst>
                <a:ext uri="{FF2B5EF4-FFF2-40B4-BE49-F238E27FC236}">
                  <a16:creationId xmlns:a16="http://schemas.microsoft.com/office/drawing/2014/main" id="{E5DAC909-0E1C-C3CC-9F23-67F0643FE1F0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1" name="Freeform 19820">
              <a:extLst>
                <a:ext uri="{FF2B5EF4-FFF2-40B4-BE49-F238E27FC236}">
                  <a16:creationId xmlns:a16="http://schemas.microsoft.com/office/drawing/2014/main" id="{68C100F0-A077-63A2-AFDC-91F8894A3397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2" name="Freeform 19821">
              <a:extLst>
                <a:ext uri="{FF2B5EF4-FFF2-40B4-BE49-F238E27FC236}">
                  <a16:creationId xmlns:a16="http://schemas.microsoft.com/office/drawing/2014/main" id="{BC56DDF6-8F8D-50C8-8C64-DED05006B6A1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3" name="Freeform 19822">
              <a:extLst>
                <a:ext uri="{FF2B5EF4-FFF2-40B4-BE49-F238E27FC236}">
                  <a16:creationId xmlns:a16="http://schemas.microsoft.com/office/drawing/2014/main" id="{EDCFA5A1-C718-0CBA-862E-DF33AB801CAB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4" name="Freeform 19823">
              <a:extLst>
                <a:ext uri="{FF2B5EF4-FFF2-40B4-BE49-F238E27FC236}">
                  <a16:creationId xmlns:a16="http://schemas.microsoft.com/office/drawing/2014/main" id="{8E04088F-FD63-E8E2-CA81-FF98A471D303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5" name="Freeform 19824">
              <a:extLst>
                <a:ext uri="{FF2B5EF4-FFF2-40B4-BE49-F238E27FC236}">
                  <a16:creationId xmlns:a16="http://schemas.microsoft.com/office/drawing/2014/main" id="{66CA647F-11C1-1B29-1E02-D7A4A00301B1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6" name="Freeform 19825">
              <a:extLst>
                <a:ext uri="{FF2B5EF4-FFF2-40B4-BE49-F238E27FC236}">
                  <a16:creationId xmlns:a16="http://schemas.microsoft.com/office/drawing/2014/main" id="{A42D8574-F547-410A-179F-21A394C9BE44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7" name="Freeform 19826">
              <a:extLst>
                <a:ext uri="{FF2B5EF4-FFF2-40B4-BE49-F238E27FC236}">
                  <a16:creationId xmlns:a16="http://schemas.microsoft.com/office/drawing/2014/main" id="{90B654DF-28CF-C13F-60C1-76F05F97226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8" name="Freeform 19827">
              <a:extLst>
                <a:ext uri="{FF2B5EF4-FFF2-40B4-BE49-F238E27FC236}">
                  <a16:creationId xmlns:a16="http://schemas.microsoft.com/office/drawing/2014/main" id="{F78D3BD9-33B7-C906-D7C5-40F6C601669B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29" name="Freeform 19828">
              <a:extLst>
                <a:ext uri="{FF2B5EF4-FFF2-40B4-BE49-F238E27FC236}">
                  <a16:creationId xmlns:a16="http://schemas.microsoft.com/office/drawing/2014/main" id="{9F3DF1B7-D096-D390-ECAB-6FF0977A62A2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0" name="Freeform 19829">
              <a:extLst>
                <a:ext uri="{FF2B5EF4-FFF2-40B4-BE49-F238E27FC236}">
                  <a16:creationId xmlns:a16="http://schemas.microsoft.com/office/drawing/2014/main" id="{45A93D58-4FEA-3E1C-7205-F2CBF027577D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1" name="Freeform 19830">
              <a:extLst>
                <a:ext uri="{FF2B5EF4-FFF2-40B4-BE49-F238E27FC236}">
                  <a16:creationId xmlns:a16="http://schemas.microsoft.com/office/drawing/2014/main" id="{53EB0CEA-35D3-9AE5-D1F3-5CD5CB4E9D36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2" name="Freeform 19831">
              <a:extLst>
                <a:ext uri="{FF2B5EF4-FFF2-40B4-BE49-F238E27FC236}">
                  <a16:creationId xmlns:a16="http://schemas.microsoft.com/office/drawing/2014/main" id="{740A3DB0-87F2-1030-8B2B-BD0F8F76A7A8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3" name="Freeform 19832">
              <a:extLst>
                <a:ext uri="{FF2B5EF4-FFF2-40B4-BE49-F238E27FC236}">
                  <a16:creationId xmlns:a16="http://schemas.microsoft.com/office/drawing/2014/main" id="{D2E04EC6-87FF-98A1-DEB9-C6884D6869EE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4" name="Freeform 19833">
              <a:extLst>
                <a:ext uri="{FF2B5EF4-FFF2-40B4-BE49-F238E27FC236}">
                  <a16:creationId xmlns:a16="http://schemas.microsoft.com/office/drawing/2014/main" id="{61AFECC0-8613-5621-406C-3F697123CA77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5" name="Freeform 19834">
              <a:extLst>
                <a:ext uri="{FF2B5EF4-FFF2-40B4-BE49-F238E27FC236}">
                  <a16:creationId xmlns:a16="http://schemas.microsoft.com/office/drawing/2014/main" id="{54230FDA-F4F0-8E5D-D927-9AA2CE443E07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6" name="Freeform 19835">
              <a:extLst>
                <a:ext uri="{FF2B5EF4-FFF2-40B4-BE49-F238E27FC236}">
                  <a16:creationId xmlns:a16="http://schemas.microsoft.com/office/drawing/2014/main" id="{676AB9AB-20BB-5D76-38F2-54FD5E3E4A24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7" name="Freeform 19836">
              <a:extLst>
                <a:ext uri="{FF2B5EF4-FFF2-40B4-BE49-F238E27FC236}">
                  <a16:creationId xmlns:a16="http://schemas.microsoft.com/office/drawing/2014/main" id="{E1D0CABE-DACA-E3C9-5624-EBA228B07446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8" name="Freeform 19837">
              <a:extLst>
                <a:ext uri="{FF2B5EF4-FFF2-40B4-BE49-F238E27FC236}">
                  <a16:creationId xmlns:a16="http://schemas.microsoft.com/office/drawing/2014/main" id="{BE7785E2-D7B5-C1AB-A3B7-7C570E54EE13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39" name="Freeform 19838">
              <a:extLst>
                <a:ext uri="{FF2B5EF4-FFF2-40B4-BE49-F238E27FC236}">
                  <a16:creationId xmlns:a16="http://schemas.microsoft.com/office/drawing/2014/main" id="{902EF227-2AB2-F12F-2248-63ED320D3548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2" name="Freeform 20671">
              <a:extLst>
                <a:ext uri="{FF2B5EF4-FFF2-40B4-BE49-F238E27FC236}">
                  <a16:creationId xmlns:a16="http://schemas.microsoft.com/office/drawing/2014/main" id="{D11AF035-3CB5-2A00-51A3-AA40E9ED133C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3" name="Freeform 20672">
              <a:extLst>
                <a:ext uri="{FF2B5EF4-FFF2-40B4-BE49-F238E27FC236}">
                  <a16:creationId xmlns:a16="http://schemas.microsoft.com/office/drawing/2014/main" id="{E2FCF183-7172-6A89-AA3C-2CD10E688BFB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4" name="Freeform 20673">
              <a:extLst>
                <a:ext uri="{FF2B5EF4-FFF2-40B4-BE49-F238E27FC236}">
                  <a16:creationId xmlns:a16="http://schemas.microsoft.com/office/drawing/2014/main" id="{2C2FBBC7-189D-E3F3-E623-6A2FBF89539D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5" name="Freeform 20674">
              <a:extLst>
                <a:ext uri="{FF2B5EF4-FFF2-40B4-BE49-F238E27FC236}">
                  <a16:creationId xmlns:a16="http://schemas.microsoft.com/office/drawing/2014/main" id="{4F61EA6E-E72A-137C-F5EB-9EC651FDE784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6" name="Freeform 20675">
              <a:extLst>
                <a:ext uri="{FF2B5EF4-FFF2-40B4-BE49-F238E27FC236}">
                  <a16:creationId xmlns:a16="http://schemas.microsoft.com/office/drawing/2014/main" id="{F30123C7-CF6B-59DC-0DF3-9115FA55C861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7" name="Freeform 20676">
              <a:extLst>
                <a:ext uri="{FF2B5EF4-FFF2-40B4-BE49-F238E27FC236}">
                  <a16:creationId xmlns:a16="http://schemas.microsoft.com/office/drawing/2014/main" id="{FC283AF6-C322-7F21-B187-887A72C15A46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8" name="Freeform 20677">
              <a:extLst>
                <a:ext uri="{FF2B5EF4-FFF2-40B4-BE49-F238E27FC236}">
                  <a16:creationId xmlns:a16="http://schemas.microsoft.com/office/drawing/2014/main" id="{F5BBFEC1-4084-6BB3-B98B-6147A54E7F24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79" name="Freeform 20678">
              <a:extLst>
                <a:ext uri="{FF2B5EF4-FFF2-40B4-BE49-F238E27FC236}">
                  <a16:creationId xmlns:a16="http://schemas.microsoft.com/office/drawing/2014/main" id="{E88F4AA1-DC1D-1DBD-76EB-523069337CD9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0" name="Freeform 20679">
              <a:extLst>
                <a:ext uri="{FF2B5EF4-FFF2-40B4-BE49-F238E27FC236}">
                  <a16:creationId xmlns:a16="http://schemas.microsoft.com/office/drawing/2014/main" id="{1F8FF1A8-A215-7C35-5464-AFC34F167C5C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1" name="Freeform 20680">
              <a:extLst>
                <a:ext uri="{FF2B5EF4-FFF2-40B4-BE49-F238E27FC236}">
                  <a16:creationId xmlns:a16="http://schemas.microsoft.com/office/drawing/2014/main" id="{FD82A802-2F9C-1243-9E0C-998212E65525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2" name="Freeform 20681">
              <a:extLst>
                <a:ext uri="{FF2B5EF4-FFF2-40B4-BE49-F238E27FC236}">
                  <a16:creationId xmlns:a16="http://schemas.microsoft.com/office/drawing/2014/main" id="{ED6A1980-430E-049A-463A-3DA8054D5FF3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3" name="Freeform 20682">
              <a:extLst>
                <a:ext uri="{FF2B5EF4-FFF2-40B4-BE49-F238E27FC236}">
                  <a16:creationId xmlns:a16="http://schemas.microsoft.com/office/drawing/2014/main" id="{3E8B875F-374E-2592-3ED2-CDCC5454620F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4" name="Freeform 20683">
              <a:extLst>
                <a:ext uri="{FF2B5EF4-FFF2-40B4-BE49-F238E27FC236}">
                  <a16:creationId xmlns:a16="http://schemas.microsoft.com/office/drawing/2014/main" id="{E64838A5-FB92-6EBF-F959-C7BCC91C35D8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5" name="Freeform 20684">
              <a:extLst>
                <a:ext uri="{FF2B5EF4-FFF2-40B4-BE49-F238E27FC236}">
                  <a16:creationId xmlns:a16="http://schemas.microsoft.com/office/drawing/2014/main" id="{87285FC5-5952-BEA4-C833-E5E8C2583D2F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6" name="Freeform 20685">
              <a:extLst>
                <a:ext uri="{FF2B5EF4-FFF2-40B4-BE49-F238E27FC236}">
                  <a16:creationId xmlns:a16="http://schemas.microsoft.com/office/drawing/2014/main" id="{A2B4A122-8B63-E5A0-47F2-9552D804BD3A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7" name="Freeform 20686">
              <a:extLst>
                <a:ext uri="{FF2B5EF4-FFF2-40B4-BE49-F238E27FC236}">
                  <a16:creationId xmlns:a16="http://schemas.microsoft.com/office/drawing/2014/main" id="{DE49BF10-BA36-D6A0-85EB-6B4C04B57667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8" name="Freeform 20687">
              <a:extLst>
                <a:ext uri="{FF2B5EF4-FFF2-40B4-BE49-F238E27FC236}">
                  <a16:creationId xmlns:a16="http://schemas.microsoft.com/office/drawing/2014/main" id="{EED8B1B0-C67A-C005-884C-D7B169C2B997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89" name="Freeform 20688">
              <a:extLst>
                <a:ext uri="{FF2B5EF4-FFF2-40B4-BE49-F238E27FC236}">
                  <a16:creationId xmlns:a16="http://schemas.microsoft.com/office/drawing/2014/main" id="{0F6A7516-3FD7-B8F7-AC59-24E802F40010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0" name="Freeform 20689">
              <a:extLst>
                <a:ext uri="{FF2B5EF4-FFF2-40B4-BE49-F238E27FC236}">
                  <a16:creationId xmlns:a16="http://schemas.microsoft.com/office/drawing/2014/main" id="{D6E58771-27B2-50A9-777F-11F24669BFBC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1" name="Freeform 20690">
              <a:extLst>
                <a:ext uri="{FF2B5EF4-FFF2-40B4-BE49-F238E27FC236}">
                  <a16:creationId xmlns:a16="http://schemas.microsoft.com/office/drawing/2014/main" id="{A1BE9F04-28B0-EA2D-ADD3-CB6D57DB3C3B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2" name="Freeform 20691">
              <a:extLst>
                <a:ext uri="{FF2B5EF4-FFF2-40B4-BE49-F238E27FC236}">
                  <a16:creationId xmlns:a16="http://schemas.microsoft.com/office/drawing/2014/main" id="{4447512C-E900-A643-6B4B-0EBBBAE8D244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3" name="Freeform 20692">
              <a:extLst>
                <a:ext uri="{FF2B5EF4-FFF2-40B4-BE49-F238E27FC236}">
                  <a16:creationId xmlns:a16="http://schemas.microsoft.com/office/drawing/2014/main" id="{818DCF58-4E56-A0E4-7325-FB70BAD8106F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4" name="Freeform 20693">
              <a:extLst>
                <a:ext uri="{FF2B5EF4-FFF2-40B4-BE49-F238E27FC236}">
                  <a16:creationId xmlns:a16="http://schemas.microsoft.com/office/drawing/2014/main" id="{F4083630-EC27-30B3-C953-6BE94787F250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5" name="Freeform 20694">
              <a:extLst>
                <a:ext uri="{FF2B5EF4-FFF2-40B4-BE49-F238E27FC236}">
                  <a16:creationId xmlns:a16="http://schemas.microsoft.com/office/drawing/2014/main" id="{27828B5A-135A-8934-6F06-D3C530094829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6" name="Freeform 20695">
              <a:extLst>
                <a:ext uri="{FF2B5EF4-FFF2-40B4-BE49-F238E27FC236}">
                  <a16:creationId xmlns:a16="http://schemas.microsoft.com/office/drawing/2014/main" id="{0A64DD73-96AD-C156-6DDC-CF6D919FF3BE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7" name="Freeform 20696">
              <a:extLst>
                <a:ext uri="{FF2B5EF4-FFF2-40B4-BE49-F238E27FC236}">
                  <a16:creationId xmlns:a16="http://schemas.microsoft.com/office/drawing/2014/main" id="{1E6ADBD4-6B7D-1817-2B91-228A418EF8F9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8" name="Freeform 20697">
              <a:extLst>
                <a:ext uri="{FF2B5EF4-FFF2-40B4-BE49-F238E27FC236}">
                  <a16:creationId xmlns:a16="http://schemas.microsoft.com/office/drawing/2014/main" id="{A6D8C9FD-5C55-4C3C-AB60-FA6D668E1FA6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99" name="Freeform 20698">
              <a:extLst>
                <a:ext uri="{FF2B5EF4-FFF2-40B4-BE49-F238E27FC236}">
                  <a16:creationId xmlns:a16="http://schemas.microsoft.com/office/drawing/2014/main" id="{1DD3AC08-6D49-3B53-BE4B-127B99EB45BE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0" name="Freeform 20699">
              <a:extLst>
                <a:ext uri="{FF2B5EF4-FFF2-40B4-BE49-F238E27FC236}">
                  <a16:creationId xmlns:a16="http://schemas.microsoft.com/office/drawing/2014/main" id="{9341A342-FAB9-C9AE-3D50-42EDECE8EC2F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1" name="Freeform 20700">
              <a:extLst>
                <a:ext uri="{FF2B5EF4-FFF2-40B4-BE49-F238E27FC236}">
                  <a16:creationId xmlns:a16="http://schemas.microsoft.com/office/drawing/2014/main" id="{70C80A24-32A5-8C79-59C6-75EAC7813084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2" name="Freeform 20701">
              <a:extLst>
                <a:ext uri="{FF2B5EF4-FFF2-40B4-BE49-F238E27FC236}">
                  <a16:creationId xmlns:a16="http://schemas.microsoft.com/office/drawing/2014/main" id="{7D9ADD09-B42C-62FA-CA03-1D23992A4702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3" name="Freeform 20702">
              <a:extLst>
                <a:ext uri="{FF2B5EF4-FFF2-40B4-BE49-F238E27FC236}">
                  <a16:creationId xmlns:a16="http://schemas.microsoft.com/office/drawing/2014/main" id="{C246ABA3-15A0-9092-4224-83C2C9CB49DB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4" name="Freeform 20703">
              <a:extLst>
                <a:ext uri="{FF2B5EF4-FFF2-40B4-BE49-F238E27FC236}">
                  <a16:creationId xmlns:a16="http://schemas.microsoft.com/office/drawing/2014/main" id="{9D4FECCE-438F-304C-E67E-CB490DF41066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5" name="Freeform 20704">
              <a:extLst>
                <a:ext uri="{FF2B5EF4-FFF2-40B4-BE49-F238E27FC236}">
                  <a16:creationId xmlns:a16="http://schemas.microsoft.com/office/drawing/2014/main" id="{887D6825-F16C-777F-D8E3-DE56D3F57DBB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6" name="Freeform 20705">
              <a:extLst>
                <a:ext uri="{FF2B5EF4-FFF2-40B4-BE49-F238E27FC236}">
                  <a16:creationId xmlns:a16="http://schemas.microsoft.com/office/drawing/2014/main" id="{25957264-7A45-9ED9-E31A-EF4EB95D3B7D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07" name="Freeform 20706">
              <a:extLst>
                <a:ext uri="{FF2B5EF4-FFF2-40B4-BE49-F238E27FC236}">
                  <a16:creationId xmlns:a16="http://schemas.microsoft.com/office/drawing/2014/main" id="{B33E0F57-7774-765F-A6B1-9A6B09F74648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0708" name="Group 20707">
            <a:extLst>
              <a:ext uri="{FF2B5EF4-FFF2-40B4-BE49-F238E27FC236}">
                <a16:creationId xmlns:a16="http://schemas.microsoft.com/office/drawing/2014/main" id="{911C9F48-F93E-B9AE-BC1B-480F70DCEB12}"/>
              </a:ext>
            </a:extLst>
          </p:cNvPr>
          <p:cNvGrpSpPr/>
          <p:nvPr/>
        </p:nvGrpSpPr>
        <p:grpSpPr>
          <a:xfrm>
            <a:off x="12264672" y="3756566"/>
            <a:ext cx="363537" cy="371707"/>
            <a:chOff x="3694771" y="1918010"/>
            <a:chExt cx="4088780" cy="4475356"/>
          </a:xfrm>
        </p:grpSpPr>
        <p:sp>
          <p:nvSpPr>
            <p:cNvPr id="20709" name="Freeform 20708">
              <a:extLst>
                <a:ext uri="{FF2B5EF4-FFF2-40B4-BE49-F238E27FC236}">
                  <a16:creationId xmlns:a16="http://schemas.microsoft.com/office/drawing/2014/main" id="{7532C543-683D-3C03-B727-4F595329404E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3">
              <p14:nvContentPartPr>
                <p14:cNvPr id="20710" name="Ink 20709">
                  <a:extLst>
                    <a:ext uri="{FF2B5EF4-FFF2-40B4-BE49-F238E27FC236}">
                      <a16:creationId xmlns:a16="http://schemas.microsoft.com/office/drawing/2014/main" id="{FB5F69CE-1419-30A1-7E53-D8C7201D6D42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0711" name="Freeform 20710">
              <a:extLst>
                <a:ext uri="{FF2B5EF4-FFF2-40B4-BE49-F238E27FC236}">
                  <a16:creationId xmlns:a16="http://schemas.microsoft.com/office/drawing/2014/main" id="{7B2E582F-4BA7-A982-0F2F-200275520EEC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2" name="Freeform 20711">
              <a:extLst>
                <a:ext uri="{FF2B5EF4-FFF2-40B4-BE49-F238E27FC236}">
                  <a16:creationId xmlns:a16="http://schemas.microsoft.com/office/drawing/2014/main" id="{184A3D40-CDD5-0313-4599-F807CAE3E738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3" name="Freeform 20712">
              <a:extLst>
                <a:ext uri="{FF2B5EF4-FFF2-40B4-BE49-F238E27FC236}">
                  <a16:creationId xmlns:a16="http://schemas.microsoft.com/office/drawing/2014/main" id="{93D51A00-37D0-C5E3-0954-CBC651B86F10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4" name="Freeform 20713">
              <a:extLst>
                <a:ext uri="{FF2B5EF4-FFF2-40B4-BE49-F238E27FC236}">
                  <a16:creationId xmlns:a16="http://schemas.microsoft.com/office/drawing/2014/main" id="{F73D3C4E-2F1F-72F6-52A4-25A2E2EED721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5" name="Freeform 20714">
              <a:extLst>
                <a:ext uri="{FF2B5EF4-FFF2-40B4-BE49-F238E27FC236}">
                  <a16:creationId xmlns:a16="http://schemas.microsoft.com/office/drawing/2014/main" id="{B4B1E7C2-E2B9-5E42-2138-8AF73615908B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6" name="Freeform 20715">
              <a:extLst>
                <a:ext uri="{FF2B5EF4-FFF2-40B4-BE49-F238E27FC236}">
                  <a16:creationId xmlns:a16="http://schemas.microsoft.com/office/drawing/2014/main" id="{FB3221DE-76F5-387B-9A6D-7E98CB281F18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7" name="Freeform 20716">
              <a:extLst>
                <a:ext uri="{FF2B5EF4-FFF2-40B4-BE49-F238E27FC236}">
                  <a16:creationId xmlns:a16="http://schemas.microsoft.com/office/drawing/2014/main" id="{DC3D4CB8-D1D4-374E-8663-4ACB8B9198AE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8" name="Freeform 20717">
              <a:extLst>
                <a:ext uri="{FF2B5EF4-FFF2-40B4-BE49-F238E27FC236}">
                  <a16:creationId xmlns:a16="http://schemas.microsoft.com/office/drawing/2014/main" id="{4DBD0EDB-1D29-5856-F0D8-271C052CDBA1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19" name="Freeform 20718">
              <a:extLst>
                <a:ext uri="{FF2B5EF4-FFF2-40B4-BE49-F238E27FC236}">
                  <a16:creationId xmlns:a16="http://schemas.microsoft.com/office/drawing/2014/main" id="{4F84FE4B-A22E-4AA9-BFD7-E27782339654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20" name="Freeform 20719">
              <a:extLst>
                <a:ext uri="{FF2B5EF4-FFF2-40B4-BE49-F238E27FC236}">
                  <a16:creationId xmlns:a16="http://schemas.microsoft.com/office/drawing/2014/main" id="{FAD83028-FA07-69C9-34BF-2CDFF2B70393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21" name="Freeform 20720">
              <a:extLst>
                <a:ext uri="{FF2B5EF4-FFF2-40B4-BE49-F238E27FC236}">
                  <a16:creationId xmlns:a16="http://schemas.microsoft.com/office/drawing/2014/main" id="{B4C6B793-7545-BC0D-8E97-D1CE70E45E99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22" name="Freeform 20721">
              <a:extLst>
                <a:ext uri="{FF2B5EF4-FFF2-40B4-BE49-F238E27FC236}">
                  <a16:creationId xmlns:a16="http://schemas.microsoft.com/office/drawing/2014/main" id="{9EA41FC2-7CAA-2042-6DEB-A9E38002934D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23" name="Freeform 20722">
              <a:extLst>
                <a:ext uri="{FF2B5EF4-FFF2-40B4-BE49-F238E27FC236}">
                  <a16:creationId xmlns:a16="http://schemas.microsoft.com/office/drawing/2014/main" id="{CD3E94F0-DBED-514A-6F09-3B63AAA27583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12" name="Freeform 21211">
              <a:extLst>
                <a:ext uri="{FF2B5EF4-FFF2-40B4-BE49-F238E27FC236}">
                  <a16:creationId xmlns:a16="http://schemas.microsoft.com/office/drawing/2014/main" id="{3F47ED79-5DC0-FBE3-B60A-7DC81C43C2B5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3" name="Freeform 22092">
              <a:extLst>
                <a:ext uri="{FF2B5EF4-FFF2-40B4-BE49-F238E27FC236}">
                  <a16:creationId xmlns:a16="http://schemas.microsoft.com/office/drawing/2014/main" id="{EC356ACD-375C-FE95-ADE3-69D5E3B78A52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4" name="Freeform 22093">
              <a:extLst>
                <a:ext uri="{FF2B5EF4-FFF2-40B4-BE49-F238E27FC236}">
                  <a16:creationId xmlns:a16="http://schemas.microsoft.com/office/drawing/2014/main" id="{75A16251-856A-F866-03D6-78D8480E9F12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5" name="Freeform 22094">
              <a:extLst>
                <a:ext uri="{FF2B5EF4-FFF2-40B4-BE49-F238E27FC236}">
                  <a16:creationId xmlns:a16="http://schemas.microsoft.com/office/drawing/2014/main" id="{37346233-11F7-AB1B-AF75-AC1E134F03B3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6" name="Freeform 22095">
              <a:extLst>
                <a:ext uri="{FF2B5EF4-FFF2-40B4-BE49-F238E27FC236}">
                  <a16:creationId xmlns:a16="http://schemas.microsoft.com/office/drawing/2014/main" id="{36DD4DC9-EF7E-FF6A-2FBE-7E7452DE7EB1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7" name="Freeform 22096">
              <a:extLst>
                <a:ext uri="{FF2B5EF4-FFF2-40B4-BE49-F238E27FC236}">
                  <a16:creationId xmlns:a16="http://schemas.microsoft.com/office/drawing/2014/main" id="{B6553389-ADEA-338E-04FB-BC48717F868E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8" name="Freeform 22097">
              <a:extLst>
                <a:ext uri="{FF2B5EF4-FFF2-40B4-BE49-F238E27FC236}">
                  <a16:creationId xmlns:a16="http://schemas.microsoft.com/office/drawing/2014/main" id="{011DC490-6521-A8FE-24A3-57C99DFAC8E4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99" name="Freeform 22098">
              <a:extLst>
                <a:ext uri="{FF2B5EF4-FFF2-40B4-BE49-F238E27FC236}">
                  <a16:creationId xmlns:a16="http://schemas.microsoft.com/office/drawing/2014/main" id="{B87AD801-8367-D863-69FE-897306269600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0" name="Freeform 22099">
              <a:extLst>
                <a:ext uri="{FF2B5EF4-FFF2-40B4-BE49-F238E27FC236}">
                  <a16:creationId xmlns:a16="http://schemas.microsoft.com/office/drawing/2014/main" id="{9C19DD3F-95BB-9161-7212-275E52E3B023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1" name="Freeform 22100">
              <a:extLst>
                <a:ext uri="{FF2B5EF4-FFF2-40B4-BE49-F238E27FC236}">
                  <a16:creationId xmlns:a16="http://schemas.microsoft.com/office/drawing/2014/main" id="{E3DF3FF6-7FA2-B4D3-2EFD-7A119B999FA8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2" name="Freeform 22101">
              <a:extLst>
                <a:ext uri="{FF2B5EF4-FFF2-40B4-BE49-F238E27FC236}">
                  <a16:creationId xmlns:a16="http://schemas.microsoft.com/office/drawing/2014/main" id="{74D31DDB-54FE-DEFB-F39A-6446EDFEA542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3" name="Freeform 22102">
              <a:extLst>
                <a:ext uri="{FF2B5EF4-FFF2-40B4-BE49-F238E27FC236}">
                  <a16:creationId xmlns:a16="http://schemas.microsoft.com/office/drawing/2014/main" id="{E941549C-847F-1729-688C-ECFEAA1061CD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4" name="Freeform 22103">
              <a:extLst>
                <a:ext uri="{FF2B5EF4-FFF2-40B4-BE49-F238E27FC236}">
                  <a16:creationId xmlns:a16="http://schemas.microsoft.com/office/drawing/2014/main" id="{06083179-2770-B937-AA99-C171DF4CA942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5" name="Freeform 22104">
              <a:extLst>
                <a:ext uri="{FF2B5EF4-FFF2-40B4-BE49-F238E27FC236}">
                  <a16:creationId xmlns:a16="http://schemas.microsoft.com/office/drawing/2014/main" id="{6B0BC09B-7596-7E75-24AF-6A890F7D283B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6" name="Freeform 22105">
              <a:extLst>
                <a:ext uri="{FF2B5EF4-FFF2-40B4-BE49-F238E27FC236}">
                  <a16:creationId xmlns:a16="http://schemas.microsoft.com/office/drawing/2014/main" id="{D1CD54C8-9588-606D-F61A-8E9402C47CBE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7" name="Freeform 22106">
              <a:extLst>
                <a:ext uri="{FF2B5EF4-FFF2-40B4-BE49-F238E27FC236}">
                  <a16:creationId xmlns:a16="http://schemas.microsoft.com/office/drawing/2014/main" id="{5ABAB9F4-A26D-F546-110C-FD7218032523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8" name="Freeform 22107">
              <a:extLst>
                <a:ext uri="{FF2B5EF4-FFF2-40B4-BE49-F238E27FC236}">
                  <a16:creationId xmlns:a16="http://schemas.microsoft.com/office/drawing/2014/main" id="{C6921D4E-C22E-1B70-A8C2-284361F4394B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09" name="Freeform 22108">
              <a:extLst>
                <a:ext uri="{FF2B5EF4-FFF2-40B4-BE49-F238E27FC236}">
                  <a16:creationId xmlns:a16="http://schemas.microsoft.com/office/drawing/2014/main" id="{33B814DC-79B4-6F82-668A-6AAF2647260E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0" name="Freeform 22109">
              <a:extLst>
                <a:ext uri="{FF2B5EF4-FFF2-40B4-BE49-F238E27FC236}">
                  <a16:creationId xmlns:a16="http://schemas.microsoft.com/office/drawing/2014/main" id="{3CDAC527-41D4-01A8-F825-24C820A73174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1" name="Freeform 22110">
              <a:extLst>
                <a:ext uri="{FF2B5EF4-FFF2-40B4-BE49-F238E27FC236}">
                  <a16:creationId xmlns:a16="http://schemas.microsoft.com/office/drawing/2014/main" id="{A15E1B68-A783-4ED6-D6A2-9D88240E6C01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2" name="Freeform 22111">
              <a:extLst>
                <a:ext uri="{FF2B5EF4-FFF2-40B4-BE49-F238E27FC236}">
                  <a16:creationId xmlns:a16="http://schemas.microsoft.com/office/drawing/2014/main" id="{87171356-F2EA-5DA3-674E-64B20B559A6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3" name="Freeform 22112">
              <a:extLst>
                <a:ext uri="{FF2B5EF4-FFF2-40B4-BE49-F238E27FC236}">
                  <a16:creationId xmlns:a16="http://schemas.microsoft.com/office/drawing/2014/main" id="{A524AA6F-4A73-5047-E1BD-D144567E4BC7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4" name="Freeform 22113">
              <a:extLst>
                <a:ext uri="{FF2B5EF4-FFF2-40B4-BE49-F238E27FC236}">
                  <a16:creationId xmlns:a16="http://schemas.microsoft.com/office/drawing/2014/main" id="{98CAE4BE-247B-ECAB-CF16-79275C82CF4B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5" name="Freeform 22114">
              <a:extLst>
                <a:ext uri="{FF2B5EF4-FFF2-40B4-BE49-F238E27FC236}">
                  <a16:creationId xmlns:a16="http://schemas.microsoft.com/office/drawing/2014/main" id="{7C1710B5-4DD7-75C9-EE3F-7990A681FC88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6" name="Freeform 22115">
              <a:extLst>
                <a:ext uri="{FF2B5EF4-FFF2-40B4-BE49-F238E27FC236}">
                  <a16:creationId xmlns:a16="http://schemas.microsoft.com/office/drawing/2014/main" id="{D1CAC36D-9F9E-3A43-E835-555C0624D964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7" name="Freeform 22116">
              <a:extLst>
                <a:ext uri="{FF2B5EF4-FFF2-40B4-BE49-F238E27FC236}">
                  <a16:creationId xmlns:a16="http://schemas.microsoft.com/office/drawing/2014/main" id="{F2008CF1-7CDB-8954-BFAE-795A8836479E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8" name="Freeform 22117">
              <a:extLst>
                <a:ext uri="{FF2B5EF4-FFF2-40B4-BE49-F238E27FC236}">
                  <a16:creationId xmlns:a16="http://schemas.microsoft.com/office/drawing/2014/main" id="{B4ED3160-0C54-5BE1-7D0D-52CF6DC60DDC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19" name="Freeform 22118">
              <a:extLst>
                <a:ext uri="{FF2B5EF4-FFF2-40B4-BE49-F238E27FC236}">
                  <a16:creationId xmlns:a16="http://schemas.microsoft.com/office/drawing/2014/main" id="{8E597D14-40CC-288A-CE7E-0CF9882A2D35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0" name="Freeform 22119">
              <a:extLst>
                <a:ext uri="{FF2B5EF4-FFF2-40B4-BE49-F238E27FC236}">
                  <a16:creationId xmlns:a16="http://schemas.microsoft.com/office/drawing/2014/main" id="{09B2E2A0-0863-C6F5-6357-3F97E094B2D9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1" name="Freeform 22120">
              <a:extLst>
                <a:ext uri="{FF2B5EF4-FFF2-40B4-BE49-F238E27FC236}">
                  <a16:creationId xmlns:a16="http://schemas.microsoft.com/office/drawing/2014/main" id="{265DE97B-4B2E-131D-4422-E76011F580E3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2" name="Freeform 22121">
              <a:extLst>
                <a:ext uri="{FF2B5EF4-FFF2-40B4-BE49-F238E27FC236}">
                  <a16:creationId xmlns:a16="http://schemas.microsoft.com/office/drawing/2014/main" id="{60AAC5B0-29A2-1915-0D72-46ECC85724A4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3" name="Freeform 22122">
              <a:extLst>
                <a:ext uri="{FF2B5EF4-FFF2-40B4-BE49-F238E27FC236}">
                  <a16:creationId xmlns:a16="http://schemas.microsoft.com/office/drawing/2014/main" id="{3C4951DF-7641-926A-4348-2C36073538F6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4" name="Freeform 22123">
              <a:extLst>
                <a:ext uri="{FF2B5EF4-FFF2-40B4-BE49-F238E27FC236}">
                  <a16:creationId xmlns:a16="http://schemas.microsoft.com/office/drawing/2014/main" id="{C6A854E7-C1D1-8B8C-9E47-C01E5CBE55CC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5" name="Freeform 22124">
              <a:extLst>
                <a:ext uri="{FF2B5EF4-FFF2-40B4-BE49-F238E27FC236}">
                  <a16:creationId xmlns:a16="http://schemas.microsoft.com/office/drawing/2014/main" id="{1D6840A3-C673-E4EB-03B4-2780A7CBED31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6" name="Freeform 22125">
              <a:extLst>
                <a:ext uri="{FF2B5EF4-FFF2-40B4-BE49-F238E27FC236}">
                  <a16:creationId xmlns:a16="http://schemas.microsoft.com/office/drawing/2014/main" id="{C4A6AFDD-E3D4-5031-00D0-BBC82917824D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7" name="Freeform 22126">
              <a:extLst>
                <a:ext uri="{FF2B5EF4-FFF2-40B4-BE49-F238E27FC236}">
                  <a16:creationId xmlns:a16="http://schemas.microsoft.com/office/drawing/2014/main" id="{CE1C4738-697A-0CAB-1850-A4EAB9B09ABE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8" name="Freeform 22127">
              <a:extLst>
                <a:ext uri="{FF2B5EF4-FFF2-40B4-BE49-F238E27FC236}">
                  <a16:creationId xmlns:a16="http://schemas.microsoft.com/office/drawing/2014/main" id="{E4F9E682-6064-18F3-7012-969142F490FB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29" name="Freeform 22128">
              <a:extLst>
                <a:ext uri="{FF2B5EF4-FFF2-40B4-BE49-F238E27FC236}">
                  <a16:creationId xmlns:a16="http://schemas.microsoft.com/office/drawing/2014/main" id="{80FD032B-3BDA-80EC-3C6C-A0E56844EFED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0" name="Freeform 22129">
              <a:extLst>
                <a:ext uri="{FF2B5EF4-FFF2-40B4-BE49-F238E27FC236}">
                  <a16:creationId xmlns:a16="http://schemas.microsoft.com/office/drawing/2014/main" id="{4E4D8A2A-6BFD-5841-7770-8EB3CF25EE3C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1" name="Freeform 22130">
              <a:extLst>
                <a:ext uri="{FF2B5EF4-FFF2-40B4-BE49-F238E27FC236}">
                  <a16:creationId xmlns:a16="http://schemas.microsoft.com/office/drawing/2014/main" id="{EC4AEF4F-7A68-8DD5-2CA9-253813B17B5E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2" name="Freeform 22131">
              <a:extLst>
                <a:ext uri="{FF2B5EF4-FFF2-40B4-BE49-F238E27FC236}">
                  <a16:creationId xmlns:a16="http://schemas.microsoft.com/office/drawing/2014/main" id="{8D533690-E24E-DD4D-55D9-E33B677D7939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3" name="Freeform 22132">
              <a:extLst>
                <a:ext uri="{FF2B5EF4-FFF2-40B4-BE49-F238E27FC236}">
                  <a16:creationId xmlns:a16="http://schemas.microsoft.com/office/drawing/2014/main" id="{4A57DBFC-12BA-63A7-71CA-DBD94D5F0DAB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4" name="Freeform 22133">
              <a:extLst>
                <a:ext uri="{FF2B5EF4-FFF2-40B4-BE49-F238E27FC236}">
                  <a16:creationId xmlns:a16="http://schemas.microsoft.com/office/drawing/2014/main" id="{93795643-56EC-AE90-65D2-E5B5B617CFD5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5" name="Freeform 22134">
              <a:extLst>
                <a:ext uri="{FF2B5EF4-FFF2-40B4-BE49-F238E27FC236}">
                  <a16:creationId xmlns:a16="http://schemas.microsoft.com/office/drawing/2014/main" id="{F3C57EF8-2918-AAFF-A21C-D9991BE3E46C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6" name="Freeform 22135">
              <a:extLst>
                <a:ext uri="{FF2B5EF4-FFF2-40B4-BE49-F238E27FC236}">
                  <a16:creationId xmlns:a16="http://schemas.microsoft.com/office/drawing/2014/main" id="{AEC5E7A6-B769-8D08-8A67-15228718D14C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7" name="Freeform 22136">
              <a:extLst>
                <a:ext uri="{FF2B5EF4-FFF2-40B4-BE49-F238E27FC236}">
                  <a16:creationId xmlns:a16="http://schemas.microsoft.com/office/drawing/2014/main" id="{838D974F-E4A6-2200-8F96-786C1D46AA4C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8" name="Freeform 22137">
              <a:extLst>
                <a:ext uri="{FF2B5EF4-FFF2-40B4-BE49-F238E27FC236}">
                  <a16:creationId xmlns:a16="http://schemas.microsoft.com/office/drawing/2014/main" id="{D4DEE492-4033-AB8F-6298-F9845512793D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39" name="Freeform 22138">
              <a:extLst>
                <a:ext uri="{FF2B5EF4-FFF2-40B4-BE49-F238E27FC236}">
                  <a16:creationId xmlns:a16="http://schemas.microsoft.com/office/drawing/2014/main" id="{2FBAA92D-405C-138C-EEEB-B73412F2DE88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0" name="Freeform 22139">
              <a:extLst>
                <a:ext uri="{FF2B5EF4-FFF2-40B4-BE49-F238E27FC236}">
                  <a16:creationId xmlns:a16="http://schemas.microsoft.com/office/drawing/2014/main" id="{304C6FA7-44DA-B5BB-97D1-FECDE978DB5F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1" name="Freeform 22140">
              <a:extLst>
                <a:ext uri="{FF2B5EF4-FFF2-40B4-BE49-F238E27FC236}">
                  <a16:creationId xmlns:a16="http://schemas.microsoft.com/office/drawing/2014/main" id="{C9DCB0B8-5325-6840-914A-1AEA2B2B2133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2" name="Freeform 22141">
              <a:extLst>
                <a:ext uri="{FF2B5EF4-FFF2-40B4-BE49-F238E27FC236}">
                  <a16:creationId xmlns:a16="http://schemas.microsoft.com/office/drawing/2014/main" id="{5EDBE5D0-E72E-8A61-160F-27211EA743EC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3" name="Freeform 22142">
              <a:extLst>
                <a:ext uri="{FF2B5EF4-FFF2-40B4-BE49-F238E27FC236}">
                  <a16:creationId xmlns:a16="http://schemas.microsoft.com/office/drawing/2014/main" id="{7384B182-BF5C-9A72-0A74-78BA4A86AB03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4" name="Freeform 22143">
              <a:extLst>
                <a:ext uri="{FF2B5EF4-FFF2-40B4-BE49-F238E27FC236}">
                  <a16:creationId xmlns:a16="http://schemas.microsoft.com/office/drawing/2014/main" id="{6122E422-1D9F-48DE-39E4-DF8177BDE9BC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5" name="Freeform 22144">
              <a:extLst>
                <a:ext uri="{FF2B5EF4-FFF2-40B4-BE49-F238E27FC236}">
                  <a16:creationId xmlns:a16="http://schemas.microsoft.com/office/drawing/2014/main" id="{B2F4069B-079F-27BA-6F46-86BA02CE3249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6" name="Freeform 22145">
              <a:extLst>
                <a:ext uri="{FF2B5EF4-FFF2-40B4-BE49-F238E27FC236}">
                  <a16:creationId xmlns:a16="http://schemas.microsoft.com/office/drawing/2014/main" id="{36779D78-CB17-E6DC-03E2-F5613577A8BB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7" name="Freeform 22146">
              <a:extLst>
                <a:ext uri="{FF2B5EF4-FFF2-40B4-BE49-F238E27FC236}">
                  <a16:creationId xmlns:a16="http://schemas.microsoft.com/office/drawing/2014/main" id="{8B123FB3-F96C-51E2-7DAC-5005E2AF1374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8" name="Freeform 22147">
              <a:extLst>
                <a:ext uri="{FF2B5EF4-FFF2-40B4-BE49-F238E27FC236}">
                  <a16:creationId xmlns:a16="http://schemas.microsoft.com/office/drawing/2014/main" id="{5F72DB98-E228-3DC2-6F17-E884B83F8F02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49" name="Freeform 22148">
              <a:extLst>
                <a:ext uri="{FF2B5EF4-FFF2-40B4-BE49-F238E27FC236}">
                  <a16:creationId xmlns:a16="http://schemas.microsoft.com/office/drawing/2014/main" id="{FF056CD0-3019-86F5-6C22-388F2B542B99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0" name="Freeform 22149">
              <a:extLst>
                <a:ext uri="{FF2B5EF4-FFF2-40B4-BE49-F238E27FC236}">
                  <a16:creationId xmlns:a16="http://schemas.microsoft.com/office/drawing/2014/main" id="{A3A98EE2-B309-3697-DF1E-DFB29E6A4557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1" name="Freeform 22150">
              <a:extLst>
                <a:ext uri="{FF2B5EF4-FFF2-40B4-BE49-F238E27FC236}">
                  <a16:creationId xmlns:a16="http://schemas.microsoft.com/office/drawing/2014/main" id="{2D6F6301-7771-D20E-45F8-01B96409D267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2" name="Freeform 22151">
              <a:extLst>
                <a:ext uri="{FF2B5EF4-FFF2-40B4-BE49-F238E27FC236}">
                  <a16:creationId xmlns:a16="http://schemas.microsoft.com/office/drawing/2014/main" id="{69E7E34D-BF70-D52C-A688-B6935F1A2424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3" name="Freeform 22152">
              <a:extLst>
                <a:ext uri="{FF2B5EF4-FFF2-40B4-BE49-F238E27FC236}">
                  <a16:creationId xmlns:a16="http://schemas.microsoft.com/office/drawing/2014/main" id="{D9A3236A-0AE8-1AED-831B-2C03F9A1CE2C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4" name="Freeform 22153">
              <a:extLst>
                <a:ext uri="{FF2B5EF4-FFF2-40B4-BE49-F238E27FC236}">
                  <a16:creationId xmlns:a16="http://schemas.microsoft.com/office/drawing/2014/main" id="{6FEB9790-1AD3-66CA-7C58-B4E65C478143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5" name="Freeform 22154">
              <a:extLst>
                <a:ext uri="{FF2B5EF4-FFF2-40B4-BE49-F238E27FC236}">
                  <a16:creationId xmlns:a16="http://schemas.microsoft.com/office/drawing/2014/main" id="{B63A485A-9605-744A-BC0F-3CCDE9F81F91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6" name="Freeform 22155">
              <a:extLst>
                <a:ext uri="{FF2B5EF4-FFF2-40B4-BE49-F238E27FC236}">
                  <a16:creationId xmlns:a16="http://schemas.microsoft.com/office/drawing/2014/main" id="{E8F8CE2A-18A7-19D5-6B94-335F9A233396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7" name="Freeform 22156">
              <a:extLst>
                <a:ext uri="{FF2B5EF4-FFF2-40B4-BE49-F238E27FC236}">
                  <a16:creationId xmlns:a16="http://schemas.microsoft.com/office/drawing/2014/main" id="{53F8D73B-FD6C-AB60-3303-E0F2AAC37490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8" name="Freeform 22157">
              <a:extLst>
                <a:ext uri="{FF2B5EF4-FFF2-40B4-BE49-F238E27FC236}">
                  <a16:creationId xmlns:a16="http://schemas.microsoft.com/office/drawing/2014/main" id="{E98602EC-E7A8-7302-9B60-77DB6FD1BBF1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59" name="Freeform 22158">
              <a:extLst>
                <a:ext uri="{FF2B5EF4-FFF2-40B4-BE49-F238E27FC236}">
                  <a16:creationId xmlns:a16="http://schemas.microsoft.com/office/drawing/2014/main" id="{69F4E2BB-67B1-F04E-5684-6AE1691DD3E1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60" name="Freeform 22159">
              <a:extLst>
                <a:ext uri="{FF2B5EF4-FFF2-40B4-BE49-F238E27FC236}">
                  <a16:creationId xmlns:a16="http://schemas.microsoft.com/office/drawing/2014/main" id="{7656EB97-C0A1-A853-42B6-1B639809C910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2161" name="Group 22160">
            <a:extLst>
              <a:ext uri="{FF2B5EF4-FFF2-40B4-BE49-F238E27FC236}">
                <a16:creationId xmlns:a16="http://schemas.microsoft.com/office/drawing/2014/main" id="{C63526E7-B44E-F48A-F97D-57356AEFBD13}"/>
              </a:ext>
            </a:extLst>
          </p:cNvPr>
          <p:cNvGrpSpPr/>
          <p:nvPr/>
        </p:nvGrpSpPr>
        <p:grpSpPr>
          <a:xfrm>
            <a:off x="11776010" y="4049432"/>
            <a:ext cx="363537" cy="371707"/>
            <a:chOff x="3694771" y="1918010"/>
            <a:chExt cx="4088780" cy="4475356"/>
          </a:xfrm>
        </p:grpSpPr>
        <p:sp>
          <p:nvSpPr>
            <p:cNvPr id="22162" name="Freeform 22161">
              <a:extLst>
                <a:ext uri="{FF2B5EF4-FFF2-40B4-BE49-F238E27FC236}">
                  <a16:creationId xmlns:a16="http://schemas.microsoft.com/office/drawing/2014/main" id="{19A2DE5C-68A4-78CB-669C-0171B0D22D9A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4">
              <p14:nvContentPartPr>
                <p14:cNvPr id="22163" name="Ink 22162">
                  <a:extLst>
                    <a:ext uri="{FF2B5EF4-FFF2-40B4-BE49-F238E27FC236}">
                      <a16:creationId xmlns:a16="http://schemas.microsoft.com/office/drawing/2014/main" id="{A6B8A0DA-6E87-D698-C3F1-323C52AB148A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2164" name="Freeform 22163">
              <a:extLst>
                <a:ext uri="{FF2B5EF4-FFF2-40B4-BE49-F238E27FC236}">
                  <a16:creationId xmlns:a16="http://schemas.microsoft.com/office/drawing/2014/main" id="{657D3440-C1D2-2FDF-45AC-BDA571EF7B44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59" name="Freeform 22358">
              <a:extLst>
                <a:ext uri="{FF2B5EF4-FFF2-40B4-BE49-F238E27FC236}">
                  <a16:creationId xmlns:a16="http://schemas.microsoft.com/office/drawing/2014/main" id="{B369CF72-70B4-8E65-179C-F467B2DDEBAB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0" name="Freeform 22359">
              <a:extLst>
                <a:ext uri="{FF2B5EF4-FFF2-40B4-BE49-F238E27FC236}">
                  <a16:creationId xmlns:a16="http://schemas.microsoft.com/office/drawing/2014/main" id="{7208B2A6-C926-CBF8-A117-34709A47A1EF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1" name="Freeform 22360">
              <a:extLst>
                <a:ext uri="{FF2B5EF4-FFF2-40B4-BE49-F238E27FC236}">
                  <a16:creationId xmlns:a16="http://schemas.microsoft.com/office/drawing/2014/main" id="{561E46C8-F3D6-3282-E23F-E8C765D82CF4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2" name="Freeform 22361">
              <a:extLst>
                <a:ext uri="{FF2B5EF4-FFF2-40B4-BE49-F238E27FC236}">
                  <a16:creationId xmlns:a16="http://schemas.microsoft.com/office/drawing/2014/main" id="{4917DDD5-CA14-45E4-D6C1-91984C8B3542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3" name="Freeform 22362">
              <a:extLst>
                <a:ext uri="{FF2B5EF4-FFF2-40B4-BE49-F238E27FC236}">
                  <a16:creationId xmlns:a16="http://schemas.microsoft.com/office/drawing/2014/main" id="{D76BC0E9-8B2D-58BF-FB95-A0AA4F4D7648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4" name="Freeform 22363">
              <a:extLst>
                <a:ext uri="{FF2B5EF4-FFF2-40B4-BE49-F238E27FC236}">
                  <a16:creationId xmlns:a16="http://schemas.microsoft.com/office/drawing/2014/main" id="{447035C7-99C3-AD8B-5FC8-6BD2FDF3809F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5" name="Freeform 22364">
              <a:extLst>
                <a:ext uri="{FF2B5EF4-FFF2-40B4-BE49-F238E27FC236}">
                  <a16:creationId xmlns:a16="http://schemas.microsoft.com/office/drawing/2014/main" id="{2735D618-0102-B775-E1A0-07DA9E300D31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6" name="Freeform 22365">
              <a:extLst>
                <a:ext uri="{FF2B5EF4-FFF2-40B4-BE49-F238E27FC236}">
                  <a16:creationId xmlns:a16="http://schemas.microsoft.com/office/drawing/2014/main" id="{8BF75079-6EEE-1ADC-32F0-77A3EFED90CC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7" name="Freeform 22366">
              <a:extLst>
                <a:ext uri="{FF2B5EF4-FFF2-40B4-BE49-F238E27FC236}">
                  <a16:creationId xmlns:a16="http://schemas.microsoft.com/office/drawing/2014/main" id="{5BBEE5A3-AAB6-0F2C-8D93-360961F39FED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8" name="Freeform 22367">
              <a:extLst>
                <a:ext uri="{FF2B5EF4-FFF2-40B4-BE49-F238E27FC236}">
                  <a16:creationId xmlns:a16="http://schemas.microsoft.com/office/drawing/2014/main" id="{10499F10-7DDB-1E7C-07D5-D3CD2522BFDC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69" name="Freeform 22368">
              <a:extLst>
                <a:ext uri="{FF2B5EF4-FFF2-40B4-BE49-F238E27FC236}">
                  <a16:creationId xmlns:a16="http://schemas.microsoft.com/office/drawing/2014/main" id="{E011E439-59BD-BE96-B0A6-D7879928004A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0" name="Freeform 22369">
              <a:extLst>
                <a:ext uri="{FF2B5EF4-FFF2-40B4-BE49-F238E27FC236}">
                  <a16:creationId xmlns:a16="http://schemas.microsoft.com/office/drawing/2014/main" id="{882F9F3B-742F-75A6-7F30-E4DE7CCDD58E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1" name="Freeform 22370">
              <a:extLst>
                <a:ext uri="{FF2B5EF4-FFF2-40B4-BE49-F238E27FC236}">
                  <a16:creationId xmlns:a16="http://schemas.microsoft.com/office/drawing/2014/main" id="{450F6B6E-4C0B-E513-B17A-56E2E6A84381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2" name="Freeform 22371">
              <a:extLst>
                <a:ext uri="{FF2B5EF4-FFF2-40B4-BE49-F238E27FC236}">
                  <a16:creationId xmlns:a16="http://schemas.microsoft.com/office/drawing/2014/main" id="{47235AD2-3388-71E8-8756-4A0E6A0A05E3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3" name="Freeform 22372">
              <a:extLst>
                <a:ext uri="{FF2B5EF4-FFF2-40B4-BE49-F238E27FC236}">
                  <a16:creationId xmlns:a16="http://schemas.microsoft.com/office/drawing/2014/main" id="{CD45A3DF-37B5-469E-1901-821CF2F2E2D0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4" name="Freeform 22373">
              <a:extLst>
                <a:ext uri="{FF2B5EF4-FFF2-40B4-BE49-F238E27FC236}">
                  <a16:creationId xmlns:a16="http://schemas.microsoft.com/office/drawing/2014/main" id="{A06F2D28-17AC-AD17-1C6D-F1C1045DFBDE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5" name="Freeform 22374">
              <a:extLst>
                <a:ext uri="{FF2B5EF4-FFF2-40B4-BE49-F238E27FC236}">
                  <a16:creationId xmlns:a16="http://schemas.microsoft.com/office/drawing/2014/main" id="{28F0FCA0-B30E-4C32-25A7-16D7965D1E03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6" name="Freeform 22375">
              <a:extLst>
                <a:ext uri="{FF2B5EF4-FFF2-40B4-BE49-F238E27FC236}">
                  <a16:creationId xmlns:a16="http://schemas.microsoft.com/office/drawing/2014/main" id="{747088B2-9695-F139-0528-26E897D0C22A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7" name="Freeform 22376">
              <a:extLst>
                <a:ext uri="{FF2B5EF4-FFF2-40B4-BE49-F238E27FC236}">
                  <a16:creationId xmlns:a16="http://schemas.microsoft.com/office/drawing/2014/main" id="{CBCA3CF8-057E-8067-5494-78B46EE72F7F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8" name="Freeform 22377">
              <a:extLst>
                <a:ext uri="{FF2B5EF4-FFF2-40B4-BE49-F238E27FC236}">
                  <a16:creationId xmlns:a16="http://schemas.microsoft.com/office/drawing/2014/main" id="{1A39A760-D74C-0832-B9A7-908001362DD1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79" name="Freeform 22378">
              <a:extLst>
                <a:ext uri="{FF2B5EF4-FFF2-40B4-BE49-F238E27FC236}">
                  <a16:creationId xmlns:a16="http://schemas.microsoft.com/office/drawing/2014/main" id="{CB6DA6A8-64C1-9E34-411A-8D3193FD6724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0" name="Freeform 22379">
              <a:extLst>
                <a:ext uri="{FF2B5EF4-FFF2-40B4-BE49-F238E27FC236}">
                  <a16:creationId xmlns:a16="http://schemas.microsoft.com/office/drawing/2014/main" id="{C7D5A7DB-C0DC-393D-D1BB-4E0CDEE86AE1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1" name="Freeform 22380">
              <a:extLst>
                <a:ext uri="{FF2B5EF4-FFF2-40B4-BE49-F238E27FC236}">
                  <a16:creationId xmlns:a16="http://schemas.microsoft.com/office/drawing/2014/main" id="{968E275C-3D31-087C-08AA-EA2B53A7E9AB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2" name="Freeform 22381">
              <a:extLst>
                <a:ext uri="{FF2B5EF4-FFF2-40B4-BE49-F238E27FC236}">
                  <a16:creationId xmlns:a16="http://schemas.microsoft.com/office/drawing/2014/main" id="{7D5F9C9C-9945-6745-783B-41EE509B554F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3" name="Freeform 22382">
              <a:extLst>
                <a:ext uri="{FF2B5EF4-FFF2-40B4-BE49-F238E27FC236}">
                  <a16:creationId xmlns:a16="http://schemas.microsoft.com/office/drawing/2014/main" id="{E09C13D1-F700-4E36-085D-E32FBE4D45FE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4" name="Freeform 22383">
              <a:extLst>
                <a:ext uri="{FF2B5EF4-FFF2-40B4-BE49-F238E27FC236}">
                  <a16:creationId xmlns:a16="http://schemas.microsoft.com/office/drawing/2014/main" id="{3F63C64B-3588-6134-ED67-1A6F0A025577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5" name="Freeform 22384">
              <a:extLst>
                <a:ext uri="{FF2B5EF4-FFF2-40B4-BE49-F238E27FC236}">
                  <a16:creationId xmlns:a16="http://schemas.microsoft.com/office/drawing/2014/main" id="{32D0AE2E-7C0F-E2EE-5B9A-4F71BA32F8F2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6" name="Freeform 22385">
              <a:extLst>
                <a:ext uri="{FF2B5EF4-FFF2-40B4-BE49-F238E27FC236}">
                  <a16:creationId xmlns:a16="http://schemas.microsoft.com/office/drawing/2014/main" id="{D898225F-F336-6EC9-8728-DFC708E8ACC6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7" name="Freeform 22386">
              <a:extLst>
                <a:ext uri="{FF2B5EF4-FFF2-40B4-BE49-F238E27FC236}">
                  <a16:creationId xmlns:a16="http://schemas.microsoft.com/office/drawing/2014/main" id="{42FA9C10-B739-5FB5-EABF-8D0929DE13F5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8" name="Freeform 22387">
              <a:extLst>
                <a:ext uri="{FF2B5EF4-FFF2-40B4-BE49-F238E27FC236}">
                  <a16:creationId xmlns:a16="http://schemas.microsoft.com/office/drawing/2014/main" id="{BC778BB6-DA03-81F7-E513-9EF4F34DF929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89" name="Freeform 22388">
              <a:extLst>
                <a:ext uri="{FF2B5EF4-FFF2-40B4-BE49-F238E27FC236}">
                  <a16:creationId xmlns:a16="http://schemas.microsoft.com/office/drawing/2014/main" id="{B332A938-4C14-EC5D-0854-CA6BE7E51C85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0" name="Freeform 22389">
              <a:extLst>
                <a:ext uri="{FF2B5EF4-FFF2-40B4-BE49-F238E27FC236}">
                  <a16:creationId xmlns:a16="http://schemas.microsoft.com/office/drawing/2014/main" id="{E0A1BC5E-77EC-DDD7-8E15-A8DF1B0C8FAB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1" name="Freeform 22390">
              <a:extLst>
                <a:ext uri="{FF2B5EF4-FFF2-40B4-BE49-F238E27FC236}">
                  <a16:creationId xmlns:a16="http://schemas.microsoft.com/office/drawing/2014/main" id="{3223866C-6BCE-719D-EF66-9308FAC9BC89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2" name="Freeform 22391">
              <a:extLst>
                <a:ext uri="{FF2B5EF4-FFF2-40B4-BE49-F238E27FC236}">
                  <a16:creationId xmlns:a16="http://schemas.microsoft.com/office/drawing/2014/main" id="{45BCDB44-3CFC-421E-5759-35E969EA94A9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3" name="Freeform 22392">
              <a:extLst>
                <a:ext uri="{FF2B5EF4-FFF2-40B4-BE49-F238E27FC236}">
                  <a16:creationId xmlns:a16="http://schemas.microsoft.com/office/drawing/2014/main" id="{BCEE87AA-CBCE-F4A5-C877-25F572783149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4" name="Freeform 22393">
              <a:extLst>
                <a:ext uri="{FF2B5EF4-FFF2-40B4-BE49-F238E27FC236}">
                  <a16:creationId xmlns:a16="http://schemas.microsoft.com/office/drawing/2014/main" id="{8BC5D8E1-E1B0-0FB8-DBEF-2814C0E9E095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5" name="Freeform 22394">
              <a:extLst>
                <a:ext uri="{FF2B5EF4-FFF2-40B4-BE49-F238E27FC236}">
                  <a16:creationId xmlns:a16="http://schemas.microsoft.com/office/drawing/2014/main" id="{FB3DD2FE-70C3-57C8-B196-0F833335DF4E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6" name="Freeform 22395">
              <a:extLst>
                <a:ext uri="{FF2B5EF4-FFF2-40B4-BE49-F238E27FC236}">
                  <a16:creationId xmlns:a16="http://schemas.microsoft.com/office/drawing/2014/main" id="{7F3A1FDF-9ED1-58B5-EA9D-3848C3F85D70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7" name="Freeform 22396">
              <a:extLst>
                <a:ext uri="{FF2B5EF4-FFF2-40B4-BE49-F238E27FC236}">
                  <a16:creationId xmlns:a16="http://schemas.microsoft.com/office/drawing/2014/main" id="{E3DA9878-53DC-ADB1-CF79-BAA23D2FBFF0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8" name="Freeform 22397">
              <a:extLst>
                <a:ext uri="{FF2B5EF4-FFF2-40B4-BE49-F238E27FC236}">
                  <a16:creationId xmlns:a16="http://schemas.microsoft.com/office/drawing/2014/main" id="{31BCE8D9-6BED-F076-AF39-8149056FC462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99" name="Freeform 22398">
              <a:extLst>
                <a:ext uri="{FF2B5EF4-FFF2-40B4-BE49-F238E27FC236}">
                  <a16:creationId xmlns:a16="http://schemas.microsoft.com/office/drawing/2014/main" id="{58C3998B-46E3-20E8-C18D-98AFE1A57320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4" name="Freeform 22463">
              <a:extLst>
                <a:ext uri="{FF2B5EF4-FFF2-40B4-BE49-F238E27FC236}">
                  <a16:creationId xmlns:a16="http://schemas.microsoft.com/office/drawing/2014/main" id="{79D9D57D-0F08-E190-A546-F8E28FCFC288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5" name="Freeform 22464">
              <a:extLst>
                <a:ext uri="{FF2B5EF4-FFF2-40B4-BE49-F238E27FC236}">
                  <a16:creationId xmlns:a16="http://schemas.microsoft.com/office/drawing/2014/main" id="{F71BF001-FA98-17CC-02B5-4AA490BA202E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6" name="Freeform 22465">
              <a:extLst>
                <a:ext uri="{FF2B5EF4-FFF2-40B4-BE49-F238E27FC236}">
                  <a16:creationId xmlns:a16="http://schemas.microsoft.com/office/drawing/2014/main" id="{6772517C-3B83-7245-1B43-4A0A97A55A8A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7" name="Freeform 22466">
              <a:extLst>
                <a:ext uri="{FF2B5EF4-FFF2-40B4-BE49-F238E27FC236}">
                  <a16:creationId xmlns:a16="http://schemas.microsoft.com/office/drawing/2014/main" id="{89C09150-0A8C-24EC-6D00-693E71F23E70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8" name="Freeform 22467">
              <a:extLst>
                <a:ext uri="{FF2B5EF4-FFF2-40B4-BE49-F238E27FC236}">
                  <a16:creationId xmlns:a16="http://schemas.microsoft.com/office/drawing/2014/main" id="{54211390-AB0F-BECD-D5A0-1B466C64331C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69" name="Freeform 22468">
              <a:extLst>
                <a:ext uri="{FF2B5EF4-FFF2-40B4-BE49-F238E27FC236}">
                  <a16:creationId xmlns:a16="http://schemas.microsoft.com/office/drawing/2014/main" id="{AA8CFFB0-B8DE-B581-1112-34601B7DEEA4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0" name="Freeform 22469">
              <a:extLst>
                <a:ext uri="{FF2B5EF4-FFF2-40B4-BE49-F238E27FC236}">
                  <a16:creationId xmlns:a16="http://schemas.microsoft.com/office/drawing/2014/main" id="{DC0627BF-A73D-081B-1969-770A6054E881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1" name="Freeform 22470">
              <a:extLst>
                <a:ext uri="{FF2B5EF4-FFF2-40B4-BE49-F238E27FC236}">
                  <a16:creationId xmlns:a16="http://schemas.microsoft.com/office/drawing/2014/main" id="{6388E971-CA27-E9A5-2C54-FA39099AE935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2" name="Freeform 22471">
              <a:extLst>
                <a:ext uri="{FF2B5EF4-FFF2-40B4-BE49-F238E27FC236}">
                  <a16:creationId xmlns:a16="http://schemas.microsoft.com/office/drawing/2014/main" id="{9B308536-0369-9C58-8FC2-8BA7EBCD3719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3" name="Freeform 22472">
              <a:extLst>
                <a:ext uri="{FF2B5EF4-FFF2-40B4-BE49-F238E27FC236}">
                  <a16:creationId xmlns:a16="http://schemas.microsoft.com/office/drawing/2014/main" id="{BC582615-7857-D9C4-F96C-769640FB0CD3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4" name="Freeform 22473">
              <a:extLst>
                <a:ext uri="{FF2B5EF4-FFF2-40B4-BE49-F238E27FC236}">
                  <a16:creationId xmlns:a16="http://schemas.microsoft.com/office/drawing/2014/main" id="{0E76F1F6-AFE7-3335-7816-FBFEA6746A6D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5" name="Freeform 22474">
              <a:extLst>
                <a:ext uri="{FF2B5EF4-FFF2-40B4-BE49-F238E27FC236}">
                  <a16:creationId xmlns:a16="http://schemas.microsoft.com/office/drawing/2014/main" id="{B7C6683C-4179-178A-29E9-23F864002EA8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6" name="Freeform 22475">
              <a:extLst>
                <a:ext uri="{FF2B5EF4-FFF2-40B4-BE49-F238E27FC236}">
                  <a16:creationId xmlns:a16="http://schemas.microsoft.com/office/drawing/2014/main" id="{1483516E-1842-3987-DD6F-D6B2C7F4BC6C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7" name="Freeform 22476">
              <a:extLst>
                <a:ext uri="{FF2B5EF4-FFF2-40B4-BE49-F238E27FC236}">
                  <a16:creationId xmlns:a16="http://schemas.microsoft.com/office/drawing/2014/main" id="{8302E39F-DFFA-5582-2CAC-9492C88796FC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8" name="Freeform 22477">
              <a:extLst>
                <a:ext uri="{FF2B5EF4-FFF2-40B4-BE49-F238E27FC236}">
                  <a16:creationId xmlns:a16="http://schemas.microsoft.com/office/drawing/2014/main" id="{9B433B3A-BB02-0F8A-CF1B-50B4196F5C37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79" name="Freeform 22478">
              <a:extLst>
                <a:ext uri="{FF2B5EF4-FFF2-40B4-BE49-F238E27FC236}">
                  <a16:creationId xmlns:a16="http://schemas.microsoft.com/office/drawing/2014/main" id="{171F3783-2D34-DE5B-0345-F5D3961A97CD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0" name="Freeform 22479">
              <a:extLst>
                <a:ext uri="{FF2B5EF4-FFF2-40B4-BE49-F238E27FC236}">
                  <a16:creationId xmlns:a16="http://schemas.microsoft.com/office/drawing/2014/main" id="{CC63A3A7-6660-E818-2C1E-CF3EA5F5E5DD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1" name="Freeform 22480">
              <a:extLst>
                <a:ext uri="{FF2B5EF4-FFF2-40B4-BE49-F238E27FC236}">
                  <a16:creationId xmlns:a16="http://schemas.microsoft.com/office/drawing/2014/main" id="{9580ED93-01F1-C755-6525-FCFCB7FF6656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2" name="Freeform 22481">
              <a:extLst>
                <a:ext uri="{FF2B5EF4-FFF2-40B4-BE49-F238E27FC236}">
                  <a16:creationId xmlns:a16="http://schemas.microsoft.com/office/drawing/2014/main" id="{5F2E7707-6270-2EA8-62CF-DF17DB9AE81C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3" name="Freeform 22482">
              <a:extLst>
                <a:ext uri="{FF2B5EF4-FFF2-40B4-BE49-F238E27FC236}">
                  <a16:creationId xmlns:a16="http://schemas.microsoft.com/office/drawing/2014/main" id="{4DA46514-747E-FDEB-41CA-83B86C0D94D0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4" name="Freeform 22483">
              <a:extLst>
                <a:ext uri="{FF2B5EF4-FFF2-40B4-BE49-F238E27FC236}">
                  <a16:creationId xmlns:a16="http://schemas.microsoft.com/office/drawing/2014/main" id="{4F095B1C-973A-C14F-95D1-6664A700960F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5" name="Freeform 22484">
              <a:extLst>
                <a:ext uri="{FF2B5EF4-FFF2-40B4-BE49-F238E27FC236}">
                  <a16:creationId xmlns:a16="http://schemas.microsoft.com/office/drawing/2014/main" id="{039B3E60-31F6-CFA6-14FD-ACC32DC91AE6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6" name="Freeform 22485">
              <a:extLst>
                <a:ext uri="{FF2B5EF4-FFF2-40B4-BE49-F238E27FC236}">
                  <a16:creationId xmlns:a16="http://schemas.microsoft.com/office/drawing/2014/main" id="{42684C23-BA25-C095-22F6-13140372D38E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7" name="Freeform 22486">
              <a:extLst>
                <a:ext uri="{FF2B5EF4-FFF2-40B4-BE49-F238E27FC236}">
                  <a16:creationId xmlns:a16="http://schemas.microsoft.com/office/drawing/2014/main" id="{86ECA2E2-D32D-C715-81DB-54F849E4DFC5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8" name="Freeform 22487">
              <a:extLst>
                <a:ext uri="{FF2B5EF4-FFF2-40B4-BE49-F238E27FC236}">
                  <a16:creationId xmlns:a16="http://schemas.microsoft.com/office/drawing/2014/main" id="{7FD76102-B22E-FAC3-7C3F-CB3507635468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89" name="Freeform 22488">
              <a:extLst>
                <a:ext uri="{FF2B5EF4-FFF2-40B4-BE49-F238E27FC236}">
                  <a16:creationId xmlns:a16="http://schemas.microsoft.com/office/drawing/2014/main" id="{A1F2F40A-9370-177E-F395-AADF3768B93E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0" name="Freeform 22489">
              <a:extLst>
                <a:ext uri="{FF2B5EF4-FFF2-40B4-BE49-F238E27FC236}">
                  <a16:creationId xmlns:a16="http://schemas.microsoft.com/office/drawing/2014/main" id="{F6554E94-EE95-8748-CD51-78F1168339FF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1" name="Freeform 22490">
              <a:extLst>
                <a:ext uri="{FF2B5EF4-FFF2-40B4-BE49-F238E27FC236}">
                  <a16:creationId xmlns:a16="http://schemas.microsoft.com/office/drawing/2014/main" id="{C91D023A-F088-54C1-153A-324591F3A4D0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2" name="Freeform 22491">
              <a:extLst>
                <a:ext uri="{FF2B5EF4-FFF2-40B4-BE49-F238E27FC236}">
                  <a16:creationId xmlns:a16="http://schemas.microsoft.com/office/drawing/2014/main" id="{1876F596-AC4E-DCDE-7C60-8C2D17224F86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3" name="Freeform 22492">
              <a:extLst>
                <a:ext uri="{FF2B5EF4-FFF2-40B4-BE49-F238E27FC236}">
                  <a16:creationId xmlns:a16="http://schemas.microsoft.com/office/drawing/2014/main" id="{968B77BC-CD92-1E1A-3583-7047DE3E6A40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4" name="Freeform 22493">
              <a:extLst>
                <a:ext uri="{FF2B5EF4-FFF2-40B4-BE49-F238E27FC236}">
                  <a16:creationId xmlns:a16="http://schemas.microsoft.com/office/drawing/2014/main" id="{DDD5FE33-BC00-E88A-257E-784B14A99EC1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5" name="Freeform 22494">
              <a:extLst>
                <a:ext uri="{FF2B5EF4-FFF2-40B4-BE49-F238E27FC236}">
                  <a16:creationId xmlns:a16="http://schemas.microsoft.com/office/drawing/2014/main" id="{9B414B3A-B4BB-E363-9876-395A3B9B0FD8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6" name="Freeform 22495">
              <a:extLst>
                <a:ext uri="{FF2B5EF4-FFF2-40B4-BE49-F238E27FC236}">
                  <a16:creationId xmlns:a16="http://schemas.microsoft.com/office/drawing/2014/main" id="{CE9A3A06-448F-8E39-8DCA-06AE4925AEEC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7" name="Freeform 22496">
              <a:extLst>
                <a:ext uri="{FF2B5EF4-FFF2-40B4-BE49-F238E27FC236}">
                  <a16:creationId xmlns:a16="http://schemas.microsoft.com/office/drawing/2014/main" id="{EFEBEB2D-E19B-0C37-24B3-6F02BA2C9EE2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8" name="Freeform 22497">
              <a:extLst>
                <a:ext uri="{FF2B5EF4-FFF2-40B4-BE49-F238E27FC236}">
                  <a16:creationId xmlns:a16="http://schemas.microsoft.com/office/drawing/2014/main" id="{6DDC43A6-FA2F-ADAF-1640-D9FA6A826ABF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99" name="Freeform 22498">
              <a:extLst>
                <a:ext uri="{FF2B5EF4-FFF2-40B4-BE49-F238E27FC236}">
                  <a16:creationId xmlns:a16="http://schemas.microsoft.com/office/drawing/2014/main" id="{5F44076C-470B-F3F9-4612-5DD2BF5D0CB1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00" name="Freeform 22499">
              <a:extLst>
                <a:ext uri="{FF2B5EF4-FFF2-40B4-BE49-F238E27FC236}">
                  <a16:creationId xmlns:a16="http://schemas.microsoft.com/office/drawing/2014/main" id="{B97A1F20-A1EB-E456-59D1-61BE81198A05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01" name="Freeform 22500">
              <a:extLst>
                <a:ext uri="{FF2B5EF4-FFF2-40B4-BE49-F238E27FC236}">
                  <a16:creationId xmlns:a16="http://schemas.microsoft.com/office/drawing/2014/main" id="{FB971E8D-CD84-33B4-832B-C93EDC850FAC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02" name="Freeform 22501">
              <a:extLst>
                <a:ext uri="{FF2B5EF4-FFF2-40B4-BE49-F238E27FC236}">
                  <a16:creationId xmlns:a16="http://schemas.microsoft.com/office/drawing/2014/main" id="{ABC5C8AA-3BDB-78AC-504F-8A952C70745F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03" name="Freeform 22502">
              <a:extLst>
                <a:ext uri="{FF2B5EF4-FFF2-40B4-BE49-F238E27FC236}">
                  <a16:creationId xmlns:a16="http://schemas.microsoft.com/office/drawing/2014/main" id="{C13339A3-ED64-B247-0BCA-B0453D04EB0A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2504" name="Group 22503">
            <a:extLst>
              <a:ext uri="{FF2B5EF4-FFF2-40B4-BE49-F238E27FC236}">
                <a16:creationId xmlns:a16="http://schemas.microsoft.com/office/drawing/2014/main" id="{4A24BBF4-CF78-BDD3-D598-EFA3F6529D20}"/>
              </a:ext>
            </a:extLst>
          </p:cNvPr>
          <p:cNvGrpSpPr/>
          <p:nvPr/>
        </p:nvGrpSpPr>
        <p:grpSpPr>
          <a:xfrm>
            <a:off x="12377898" y="4114004"/>
            <a:ext cx="363537" cy="371707"/>
            <a:chOff x="3694771" y="1918010"/>
            <a:chExt cx="4088780" cy="4475356"/>
          </a:xfrm>
        </p:grpSpPr>
        <p:sp>
          <p:nvSpPr>
            <p:cNvPr id="22505" name="Freeform 22504">
              <a:extLst>
                <a:ext uri="{FF2B5EF4-FFF2-40B4-BE49-F238E27FC236}">
                  <a16:creationId xmlns:a16="http://schemas.microsoft.com/office/drawing/2014/main" id="{B0E1AEF2-9709-4AF9-AE38-F49DB3F08B54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5">
              <p14:nvContentPartPr>
                <p14:cNvPr id="22506" name="Ink 22505">
                  <a:extLst>
                    <a:ext uri="{FF2B5EF4-FFF2-40B4-BE49-F238E27FC236}">
                      <a16:creationId xmlns:a16="http://schemas.microsoft.com/office/drawing/2014/main" id="{6932C799-EAD0-B85F-2FCA-7217755D9E42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2507" name="Freeform 22506">
              <a:extLst>
                <a:ext uri="{FF2B5EF4-FFF2-40B4-BE49-F238E27FC236}">
                  <a16:creationId xmlns:a16="http://schemas.microsoft.com/office/drawing/2014/main" id="{58333954-9AD8-A2AC-F598-7086AE66A001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08" name="Freeform 22507">
              <a:extLst>
                <a:ext uri="{FF2B5EF4-FFF2-40B4-BE49-F238E27FC236}">
                  <a16:creationId xmlns:a16="http://schemas.microsoft.com/office/drawing/2014/main" id="{55E26FD3-D635-2913-91F2-8189583CF2B3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68" name="Freeform 23467">
              <a:extLst>
                <a:ext uri="{FF2B5EF4-FFF2-40B4-BE49-F238E27FC236}">
                  <a16:creationId xmlns:a16="http://schemas.microsoft.com/office/drawing/2014/main" id="{363CAF87-5A16-8D7F-C0A2-8A664E28FFF6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1" name="Freeform 23470">
              <a:extLst>
                <a:ext uri="{FF2B5EF4-FFF2-40B4-BE49-F238E27FC236}">
                  <a16:creationId xmlns:a16="http://schemas.microsoft.com/office/drawing/2014/main" id="{36E0B4A8-AA35-4F81-7E81-1F48A5C22DA8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2" name="Freeform 23471">
              <a:extLst>
                <a:ext uri="{FF2B5EF4-FFF2-40B4-BE49-F238E27FC236}">
                  <a16:creationId xmlns:a16="http://schemas.microsoft.com/office/drawing/2014/main" id="{32EDFFE5-893C-A1BA-28FA-A4120EC52104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3" name="Freeform 23472">
              <a:extLst>
                <a:ext uri="{FF2B5EF4-FFF2-40B4-BE49-F238E27FC236}">
                  <a16:creationId xmlns:a16="http://schemas.microsoft.com/office/drawing/2014/main" id="{576C9953-B1EB-CEF4-0C1D-4165CCC1B7F0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4" name="Freeform 23473">
              <a:extLst>
                <a:ext uri="{FF2B5EF4-FFF2-40B4-BE49-F238E27FC236}">
                  <a16:creationId xmlns:a16="http://schemas.microsoft.com/office/drawing/2014/main" id="{686FB358-7C55-9D82-2EDB-BE5202965B94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5" name="Freeform 23474">
              <a:extLst>
                <a:ext uri="{FF2B5EF4-FFF2-40B4-BE49-F238E27FC236}">
                  <a16:creationId xmlns:a16="http://schemas.microsoft.com/office/drawing/2014/main" id="{F7FA3808-282B-E3FE-A55E-4CF6FF81733D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6" name="Freeform 23475">
              <a:extLst>
                <a:ext uri="{FF2B5EF4-FFF2-40B4-BE49-F238E27FC236}">
                  <a16:creationId xmlns:a16="http://schemas.microsoft.com/office/drawing/2014/main" id="{9B6F0904-A0BF-7988-765A-0D76EAA811A6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7" name="Freeform 23476">
              <a:extLst>
                <a:ext uri="{FF2B5EF4-FFF2-40B4-BE49-F238E27FC236}">
                  <a16:creationId xmlns:a16="http://schemas.microsoft.com/office/drawing/2014/main" id="{19EE78E4-8B35-7D96-3450-182BF3366D8A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8" name="Freeform 23477">
              <a:extLst>
                <a:ext uri="{FF2B5EF4-FFF2-40B4-BE49-F238E27FC236}">
                  <a16:creationId xmlns:a16="http://schemas.microsoft.com/office/drawing/2014/main" id="{D95949D7-7922-D1D9-F83F-6C9BF77259C9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79" name="Freeform 23478">
              <a:extLst>
                <a:ext uri="{FF2B5EF4-FFF2-40B4-BE49-F238E27FC236}">
                  <a16:creationId xmlns:a16="http://schemas.microsoft.com/office/drawing/2014/main" id="{4873B39F-FCE6-2334-4785-041A046D71CD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0" name="Freeform 23479">
              <a:extLst>
                <a:ext uri="{FF2B5EF4-FFF2-40B4-BE49-F238E27FC236}">
                  <a16:creationId xmlns:a16="http://schemas.microsoft.com/office/drawing/2014/main" id="{E0F9AF95-F7FB-0FC1-E6E0-664D0EAF30F0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1" name="Freeform 23480">
              <a:extLst>
                <a:ext uri="{FF2B5EF4-FFF2-40B4-BE49-F238E27FC236}">
                  <a16:creationId xmlns:a16="http://schemas.microsoft.com/office/drawing/2014/main" id="{FACB650A-C793-4AA9-BCE2-E3A52F6B4A57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2" name="Freeform 23481">
              <a:extLst>
                <a:ext uri="{FF2B5EF4-FFF2-40B4-BE49-F238E27FC236}">
                  <a16:creationId xmlns:a16="http://schemas.microsoft.com/office/drawing/2014/main" id="{258A1AEE-DCEA-2E83-63CC-9E7AE88E870B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3" name="Freeform 23482">
              <a:extLst>
                <a:ext uri="{FF2B5EF4-FFF2-40B4-BE49-F238E27FC236}">
                  <a16:creationId xmlns:a16="http://schemas.microsoft.com/office/drawing/2014/main" id="{A58843A1-3287-64FA-0815-5D8A6551A45C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4" name="Freeform 23483">
              <a:extLst>
                <a:ext uri="{FF2B5EF4-FFF2-40B4-BE49-F238E27FC236}">
                  <a16:creationId xmlns:a16="http://schemas.microsoft.com/office/drawing/2014/main" id="{6B7645C1-1BB7-09E5-2D5E-CF1F23DE33EA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5" name="Freeform 23484">
              <a:extLst>
                <a:ext uri="{FF2B5EF4-FFF2-40B4-BE49-F238E27FC236}">
                  <a16:creationId xmlns:a16="http://schemas.microsoft.com/office/drawing/2014/main" id="{1B7D0F4D-7BAF-870D-3EA5-BAF07104EE78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6" name="Freeform 23485">
              <a:extLst>
                <a:ext uri="{FF2B5EF4-FFF2-40B4-BE49-F238E27FC236}">
                  <a16:creationId xmlns:a16="http://schemas.microsoft.com/office/drawing/2014/main" id="{F33475B8-72E4-BC44-A75A-E9026F81B16D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87" name="Freeform 23486">
              <a:extLst>
                <a:ext uri="{FF2B5EF4-FFF2-40B4-BE49-F238E27FC236}">
                  <a16:creationId xmlns:a16="http://schemas.microsoft.com/office/drawing/2014/main" id="{33486BFA-488D-51CC-A7C6-0B560E4B5522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0" name="Freeform 24319">
              <a:extLst>
                <a:ext uri="{FF2B5EF4-FFF2-40B4-BE49-F238E27FC236}">
                  <a16:creationId xmlns:a16="http://schemas.microsoft.com/office/drawing/2014/main" id="{4C70F6BB-D522-1EB1-BA12-8781890DEBBD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1" name="Freeform 24320">
              <a:extLst>
                <a:ext uri="{FF2B5EF4-FFF2-40B4-BE49-F238E27FC236}">
                  <a16:creationId xmlns:a16="http://schemas.microsoft.com/office/drawing/2014/main" id="{E6F20317-B50B-FEC8-18FD-EECFDA26D72C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2" name="Freeform 24321">
              <a:extLst>
                <a:ext uri="{FF2B5EF4-FFF2-40B4-BE49-F238E27FC236}">
                  <a16:creationId xmlns:a16="http://schemas.microsoft.com/office/drawing/2014/main" id="{A75D2EEB-12FA-1143-DDA2-324725C3D8E9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3" name="Freeform 24322">
              <a:extLst>
                <a:ext uri="{FF2B5EF4-FFF2-40B4-BE49-F238E27FC236}">
                  <a16:creationId xmlns:a16="http://schemas.microsoft.com/office/drawing/2014/main" id="{6899C3A6-C74A-53EE-6B65-C6E376F61F23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4" name="Freeform 24323">
              <a:extLst>
                <a:ext uri="{FF2B5EF4-FFF2-40B4-BE49-F238E27FC236}">
                  <a16:creationId xmlns:a16="http://schemas.microsoft.com/office/drawing/2014/main" id="{18D0B5FD-A6B1-D267-DBC4-4410FB0B3A06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5" name="Freeform 24324">
              <a:extLst>
                <a:ext uri="{FF2B5EF4-FFF2-40B4-BE49-F238E27FC236}">
                  <a16:creationId xmlns:a16="http://schemas.microsoft.com/office/drawing/2014/main" id="{36D0D1C8-6095-1CA2-1D1E-D140D306BB2E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6" name="Freeform 24325">
              <a:extLst>
                <a:ext uri="{FF2B5EF4-FFF2-40B4-BE49-F238E27FC236}">
                  <a16:creationId xmlns:a16="http://schemas.microsoft.com/office/drawing/2014/main" id="{498980D8-C615-6ACF-4D22-520AC18F3204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7" name="Freeform 24326">
              <a:extLst>
                <a:ext uri="{FF2B5EF4-FFF2-40B4-BE49-F238E27FC236}">
                  <a16:creationId xmlns:a16="http://schemas.microsoft.com/office/drawing/2014/main" id="{5FAFE18F-9853-C8F8-3C67-DA9C2E3F18EB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8" name="Freeform 24327">
              <a:extLst>
                <a:ext uri="{FF2B5EF4-FFF2-40B4-BE49-F238E27FC236}">
                  <a16:creationId xmlns:a16="http://schemas.microsoft.com/office/drawing/2014/main" id="{ECC04D1C-76F3-CB57-3934-53AE7E993FFE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29" name="Freeform 24328">
              <a:extLst>
                <a:ext uri="{FF2B5EF4-FFF2-40B4-BE49-F238E27FC236}">
                  <a16:creationId xmlns:a16="http://schemas.microsoft.com/office/drawing/2014/main" id="{9934823D-F8E5-9B09-3284-D144A9DD4092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0" name="Freeform 24329">
              <a:extLst>
                <a:ext uri="{FF2B5EF4-FFF2-40B4-BE49-F238E27FC236}">
                  <a16:creationId xmlns:a16="http://schemas.microsoft.com/office/drawing/2014/main" id="{2E5D1ECE-2862-E762-0890-8365E06453E9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1" name="Freeform 24330">
              <a:extLst>
                <a:ext uri="{FF2B5EF4-FFF2-40B4-BE49-F238E27FC236}">
                  <a16:creationId xmlns:a16="http://schemas.microsoft.com/office/drawing/2014/main" id="{409257A8-3E9A-BF3F-F1D4-6AE5316999BC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2" name="Freeform 24331">
              <a:extLst>
                <a:ext uri="{FF2B5EF4-FFF2-40B4-BE49-F238E27FC236}">
                  <a16:creationId xmlns:a16="http://schemas.microsoft.com/office/drawing/2014/main" id="{99C7D99B-0AB3-4494-D2B1-564C6ED4D1E7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3" name="Freeform 24332">
              <a:extLst>
                <a:ext uri="{FF2B5EF4-FFF2-40B4-BE49-F238E27FC236}">
                  <a16:creationId xmlns:a16="http://schemas.microsoft.com/office/drawing/2014/main" id="{191612EE-92BD-A452-AF3E-C98EAEC29415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4" name="Freeform 24333">
              <a:extLst>
                <a:ext uri="{FF2B5EF4-FFF2-40B4-BE49-F238E27FC236}">
                  <a16:creationId xmlns:a16="http://schemas.microsoft.com/office/drawing/2014/main" id="{61E0725A-D529-E7A5-0A27-1BBA28D0C83F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5" name="Freeform 24334">
              <a:extLst>
                <a:ext uri="{FF2B5EF4-FFF2-40B4-BE49-F238E27FC236}">
                  <a16:creationId xmlns:a16="http://schemas.microsoft.com/office/drawing/2014/main" id="{7FCF804A-2E93-0856-F9F1-43EA4B5646A4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6" name="Freeform 24335">
              <a:extLst>
                <a:ext uri="{FF2B5EF4-FFF2-40B4-BE49-F238E27FC236}">
                  <a16:creationId xmlns:a16="http://schemas.microsoft.com/office/drawing/2014/main" id="{98D337EC-C0F0-CA92-ADDE-189603F32561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7" name="Freeform 24336">
              <a:extLst>
                <a:ext uri="{FF2B5EF4-FFF2-40B4-BE49-F238E27FC236}">
                  <a16:creationId xmlns:a16="http://schemas.microsoft.com/office/drawing/2014/main" id="{0F422094-3C79-3DF3-6A61-2EA11D95E057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8" name="Freeform 24337">
              <a:extLst>
                <a:ext uri="{FF2B5EF4-FFF2-40B4-BE49-F238E27FC236}">
                  <a16:creationId xmlns:a16="http://schemas.microsoft.com/office/drawing/2014/main" id="{6C0AAB24-4032-17BA-A1B5-3D2048B5C328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39" name="Freeform 24338">
              <a:extLst>
                <a:ext uri="{FF2B5EF4-FFF2-40B4-BE49-F238E27FC236}">
                  <a16:creationId xmlns:a16="http://schemas.microsoft.com/office/drawing/2014/main" id="{E3A96DE5-9442-F368-7820-B041959FD98C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0" name="Freeform 24339">
              <a:extLst>
                <a:ext uri="{FF2B5EF4-FFF2-40B4-BE49-F238E27FC236}">
                  <a16:creationId xmlns:a16="http://schemas.microsoft.com/office/drawing/2014/main" id="{3718608D-CD12-96DD-F366-4F38E1CCED21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1" name="Freeform 24340">
              <a:extLst>
                <a:ext uri="{FF2B5EF4-FFF2-40B4-BE49-F238E27FC236}">
                  <a16:creationId xmlns:a16="http://schemas.microsoft.com/office/drawing/2014/main" id="{873E16A9-04E2-6A62-B1E6-88CCB1C6D172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2" name="Freeform 24341">
              <a:extLst>
                <a:ext uri="{FF2B5EF4-FFF2-40B4-BE49-F238E27FC236}">
                  <a16:creationId xmlns:a16="http://schemas.microsoft.com/office/drawing/2014/main" id="{F2BCAD3C-2592-C73D-9C8B-BE66FC6CCCFC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3" name="Freeform 24342">
              <a:extLst>
                <a:ext uri="{FF2B5EF4-FFF2-40B4-BE49-F238E27FC236}">
                  <a16:creationId xmlns:a16="http://schemas.microsoft.com/office/drawing/2014/main" id="{FF756A1F-3C44-5E8C-67C4-AB66B2B0E1D3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4" name="Freeform 24343">
              <a:extLst>
                <a:ext uri="{FF2B5EF4-FFF2-40B4-BE49-F238E27FC236}">
                  <a16:creationId xmlns:a16="http://schemas.microsoft.com/office/drawing/2014/main" id="{4E1702B2-9FCA-4E87-EABF-3085F70B0B6C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5" name="Freeform 24344">
              <a:extLst>
                <a:ext uri="{FF2B5EF4-FFF2-40B4-BE49-F238E27FC236}">
                  <a16:creationId xmlns:a16="http://schemas.microsoft.com/office/drawing/2014/main" id="{8798B8B5-3328-80BB-DF78-20F2048C1A25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6" name="Freeform 24345">
              <a:extLst>
                <a:ext uri="{FF2B5EF4-FFF2-40B4-BE49-F238E27FC236}">
                  <a16:creationId xmlns:a16="http://schemas.microsoft.com/office/drawing/2014/main" id="{30DEF0AF-23E7-0D31-9D92-BCE70C276684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7" name="Freeform 24346">
              <a:extLst>
                <a:ext uri="{FF2B5EF4-FFF2-40B4-BE49-F238E27FC236}">
                  <a16:creationId xmlns:a16="http://schemas.microsoft.com/office/drawing/2014/main" id="{F9350979-4D9A-0AEC-AD94-D2E092AC24C0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8" name="Freeform 24347">
              <a:extLst>
                <a:ext uri="{FF2B5EF4-FFF2-40B4-BE49-F238E27FC236}">
                  <a16:creationId xmlns:a16="http://schemas.microsoft.com/office/drawing/2014/main" id="{944DF9E3-0234-8597-6B19-7A0E27902D38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49" name="Freeform 24348">
              <a:extLst>
                <a:ext uri="{FF2B5EF4-FFF2-40B4-BE49-F238E27FC236}">
                  <a16:creationId xmlns:a16="http://schemas.microsoft.com/office/drawing/2014/main" id="{34F9D8B3-80D8-AE5D-D211-1AD8AB2B0B4A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0" name="Freeform 24349">
              <a:extLst>
                <a:ext uri="{FF2B5EF4-FFF2-40B4-BE49-F238E27FC236}">
                  <a16:creationId xmlns:a16="http://schemas.microsoft.com/office/drawing/2014/main" id="{EAC02440-2400-944E-B941-2EB308185E34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1" name="Freeform 24350">
              <a:extLst>
                <a:ext uri="{FF2B5EF4-FFF2-40B4-BE49-F238E27FC236}">
                  <a16:creationId xmlns:a16="http://schemas.microsoft.com/office/drawing/2014/main" id="{F0962E66-2BBB-D725-FB3A-558B66599AE1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2" name="Freeform 24351">
              <a:extLst>
                <a:ext uri="{FF2B5EF4-FFF2-40B4-BE49-F238E27FC236}">
                  <a16:creationId xmlns:a16="http://schemas.microsoft.com/office/drawing/2014/main" id="{AA5733B5-0C2D-087B-FD07-9231440E3EEB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3" name="Freeform 24352">
              <a:extLst>
                <a:ext uri="{FF2B5EF4-FFF2-40B4-BE49-F238E27FC236}">
                  <a16:creationId xmlns:a16="http://schemas.microsoft.com/office/drawing/2014/main" id="{3F5CD50C-F975-B669-ED97-6BF97B17901B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4" name="Freeform 24353">
              <a:extLst>
                <a:ext uri="{FF2B5EF4-FFF2-40B4-BE49-F238E27FC236}">
                  <a16:creationId xmlns:a16="http://schemas.microsoft.com/office/drawing/2014/main" id="{6C21848B-863D-CDF0-1D8E-2056670511D7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5" name="Freeform 24354">
              <a:extLst>
                <a:ext uri="{FF2B5EF4-FFF2-40B4-BE49-F238E27FC236}">
                  <a16:creationId xmlns:a16="http://schemas.microsoft.com/office/drawing/2014/main" id="{74EE3955-CB5F-B711-72A0-35559DE75704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6" name="Freeform 24355">
              <a:extLst>
                <a:ext uri="{FF2B5EF4-FFF2-40B4-BE49-F238E27FC236}">
                  <a16:creationId xmlns:a16="http://schemas.microsoft.com/office/drawing/2014/main" id="{E1E6B865-88A6-096D-D636-FA01915566C3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7" name="Freeform 24356">
              <a:extLst>
                <a:ext uri="{FF2B5EF4-FFF2-40B4-BE49-F238E27FC236}">
                  <a16:creationId xmlns:a16="http://schemas.microsoft.com/office/drawing/2014/main" id="{CB96F358-ACE9-E5A1-D3A5-90E5C2574495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8" name="Freeform 24357">
              <a:extLst>
                <a:ext uri="{FF2B5EF4-FFF2-40B4-BE49-F238E27FC236}">
                  <a16:creationId xmlns:a16="http://schemas.microsoft.com/office/drawing/2014/main" id="{E3DFA9DE-4F21-12F4-DC19-948C448B90E2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59" name="Freeform 24358">
              <a:extLst>
                <a:ext uri="{FF2B5EF4-FFF2-40B4-BE49-F238E27FC236}">
                  <a16:creationId xmlns:a16="http://schemas.microsoft.com/office/drawing/2014/main" id="{C0B4D5F2-CBF0-7909-3779-81BF3B951563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0" name="Freeform 24359">
              <a:extLst>
                <a:ext uri="{FF2B5EF4-FFF2-40B4-BE49-F238E27FC236}">
                  <a16:creationId xmlns:a16="http://schemas.microsoft.com/office/drawing/2014/main" id="{BE68F6DA-D775-C3DF-D74B-E95E00B347C8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1" name="Freeform 24360">
              <a:extLst>
                <a:ext uri="{FF2B5EF4-FFF2-40B4-BE49-F238E27FC236}">
                  <a16:creationId xmlns:a16="http://schemas.microsoft.com/office/drawing/2014/main" id="{6BA14958-F341-F559-B650-2E74FED70E14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2" name="Freeform 24361">
              <a:extLst>
                <a:ext uri="{FF2B5EF4-FFF2-40B4-BE49-F238E27FC236}">
                  <a16:creationId xmlns:a16="http://schemas.microsoft.com/office/drawing/2014/main" id="{1AF4D319-A4BB-15F9-D3C4-79F4A6D52B23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3" name="Freeform 24362">
              <a:extLst>
                <a:ext uri="{FF2B5EF4-FFF2-40B4-BE49-F238E27FC236}">
                  <a16:creationId xmlns:a16="http://schemas.microsoft.com/office/drawing/2014/main" id="{C4370DCB-8805-78B2-D695-2EEE9623BE7E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4" name="Freeform 24363">
              <a:extLst>
                <a:ext uri="{FF2B5EF4-FFF2-40B4-BE49-F238E27FC236}">
                  <a16:creationId xmlns:a16="http://schemas.microsoft.com/office/drawing/2014/main" id="{C72FD2FE-34A8-4BAD-A23A-E1CF5E47CD12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5" name="Freeform 24364">
              <a:extLst>
                <a:ext uri="{FF2B5EF4-FFF2-40B4-BE49-F238E27FC236}">
                  <a16:creationId xmlns:a16="http://schemas.microsoft.com/office/drawing/2014/main" id="{C09C1AEF-D3DD-EBCE-6187-D9551E130230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6" name="Freeform 24365">
              <a:extLst>
                <a:ext uri="{FF2B5EF4-FFF2-40B4-BE49-F238E27FC236}">
                  <a16:creationId xmlns:a16="http://schemas.microsoft.com/office/drawing/2014/main" id="{4C3F72E0-BDE0-F541-1B61-9FD2675DC9C1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7" name="Freeform 24366">
              <a:extLst>
                <a:ext uri="{FF2B5EF4-FFF2-40B4-BE49-F238E27FC236}">
                  <a16:creationId xmlns:a16="http://schemas.microsoft.com/office/drawing/2014/main" id="{9C41B1EF-5793-57DA-9298-5CFC5FAFA269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8" name="Freeform 24367">
              <a:extLst>
                <a:ext uri="{FF2B5EF4-FFF2-40B4-BE49-F238E27FC236}">
                  <a16:creationId xmlns:a16="http://schemas.microsoft.com/office/drawing/2014/main" id="{C57171D1-DA05-33C9-EC7E-A23F7820310C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69" name="Freeform 24368">
              <a:extLst>
                <a:ext uri="{FF2B5EF4-FFF2-40B4-BE49-F238E27FC236}">
                  <a16:creationId xmlns:a16="http://schemas.microsoft.com/office/drawing/2014/main" id="{02BAD082-A1CE-7821-3E30-7F6A65F28CAC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0" name="Freeform 24369">
              <a:extLst>
                <a:ext uri="{FF2B5EF4-FFF2-40B4-BE49-F238E27FC236}">
                  <a16:creationId xmlns:a16="http://schemas.microsoft.com/office/drawing/2014/main" id="{E6B6070C-8B08-0160-FF89-6A4CFF49BDC4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1" name="Freeform 24370">
              <a:extLst>
                <a:ext uri="{FF2B5EF4-FFF2-40B4-BE49-F238E27FC236}">
                  <a16:creationId xmlns:a16="http://schemas.microsoft.com/office/drawing/2014/main" id="{A998E1F4-B9D6-CF74-0F1B-B4129538A2A8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2" name="Freeform 24371">
              <a:extLst>
                <a:ext uri="{FF2B5EF4-FFF2-40B4-BE49-F238E27FC236}">
                  <a16:creationId xmlns:a16="http://schemas.microsoft.com/office/drawing/2014/main" id="{8C2F6738-D256-774D-7D4C-392ECE81F298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3" name="Freeform 24372">
              <a:extLst>
                <a:ext uri="{FF2B5EF4-FFF2-40B4-BE49-F238E27FC236}">
                  <a16:creationId xmlns:a16="http://schemas.microsoft.com/office/drawing/2014/main" id="{FEF7E91E-34E4-C37A-06E7-30DF7CBBD709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4" name="Freeform 24373">
              <a:extLst>
                <a:ext uri="{FF2B5EF4-FFF2-40B4-BE49-F238E27FC236}">
                  <a16:creationId xmlns:a16="http://schemas.microsoft.com/office/drawing/2014/main" id="{1344957C-9F00-B3D3-307F-1B332A855FC8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0" name="Freeform 24449">
              <a:extLst>
                <a:ext uri="{FF2B5EF4-FFF2-40B4-BE49-F238E27FC236}">
                  <a16:creationId xmlns:a16="http://schemas.microsoft.com/office/drawing/2014/main" id="{942132DE-FE8D-F6E6-DBA7-1D30A5320E22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1" name="Freeform 24450">
              <a:extLst>
                <a:ext uri="{FF2B5EF4-FFF2-40B4-BE49-F238E27FC236}">
                  <a16:creationId xmlns:a16="http://schemas.microsoft.com/office/drawing/2014/main" id="{0ED0E2B6-CD29-876A-FAEA-AC286F58601F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2" name="Freeform 24451">
              <a:extLst>
                <a:ext uri="{FF2B5EF4-FFF2-40B4-BE49-F238E27FC236}">
                  <a16:creationId xmlns:a16="http://schemas.microsoft.com/office/drawing/2014/main" id="{620B07B3-315E-FC4F-D359-40EE6186D900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3" name="Freeform 24452">
              <a:extLst>
                <a:ext uri="{FF2B5EF4-FFF2-40B4-BE49-F238E27FC236}">
                  <a16:creationId xmlns:a16="http://schemas.microsoft.com/office/drawing/2014/main" id="{2FC347C9-9B44-56E7-E14F-734F5F8F0B47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4" name="Freeform 24453">
              <a:extLst>
                <a:ext uri="{FF2B5EF4-FFF2-40B4-BE49-F238E27FC236}">
                  <a16:creationId xmlns:a16="http://schemas.microsoft.com/office/drawing/2014/main" id="{8A6D49C2-4440-9F9F-505D-26A3EB1658D6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5" name="Freeform 24454">
              <a:extLst>
                <a:ext uri="{FF2B5EF4-FFF2-40B4-BE49-F238E27FC236}">
                  <a16:creationId xmlns:a16="http://schemas.microsoft.com/office/drawing/2014/main" id="{7E65DCB4-D705-0B46-EB26-3170482AB8F3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56" name="Freeform 24455">
              <a:extLst>
                <a:ext uri="{FF2B5EF4-FFF2-40B4-BE49-F238E27FC236}">
                  <a16:creationId xmlns:a16="http://schemas.microsoft.com/office/drawing/2014/main" id="{49039714-3378-0241-96A8-C72F98D8F1EC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57" name="Group 24456">
            <a:extLst>
              <a:ext uri="{FF2B5EF4-FFF2-40B4-BE49-F238E27FC236}">
                <a16:creationId xmlns:a16="http://schemas.microsoft.com/office/drawing/2014/main" id="{4D3E814B-F68A-C81C-5202-F49BFDE10841}"/>
              </a:ext>
            </a:extLst>
          </p:cNvPr>
          <p:cNvGrpSpPr/>
          <p:nvPr/>
        </p:nvGrpSpPr>
        <p:grpSpPr>
          <a:xfrm>
            <a:off x="11288955" y="4214391"/>
            <a:ext cx="363537" cy="371707"/>
            <a:chOff x="3694771" y="1918010"/>
            <a:chExt cx="4088780" cy="4475356"/>
          </a:xfrm>
        </p:grpSpPr>
        <p:sp>
          <p:nvSpPr>
            <p:cNvPr id="24458" name="Freeform 24457">
              <a:extLst>
                <a:ext uri="{FF2B5EF4-FFF2-40B4-BE49-F238E27FC236}">
                  <a16:creationId xmlns:a16="http://schemas.microsoft.com/office/drawing/2014/main" id="{7BEBC460-FBD9-603B-5147-48B9398C3BC2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6">
              <p14:nvContentPartPr>
                <p14:cNvPr id="24459" name="Ink 24458">
                  <a:extLst>
                    <a:ext uri="{FF2B5EF4-FFF2-40B4-BE49-F238E27FC236}">
                      <a16:creationId xmlns:a16="http://schemas.microsoft.com/office/drawing/2014/main" id="{03F7738A-0887-0ACD-7F3C-C9CF416547FB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4460" name="Freeform 24459">
              <a:extLst>
                <a:ext uri="{FF2B5EF4-FFF2-40B4-BE49-F238E27FC236}">
                  <a16:creationId xmlns:a16="http://schemas.microsoft.com/office/drawing/2014/main" id="{2BAB582B-EC92-CF01-C0D0-DB76FD4469F0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1" name="Freeform 24460">
              <a:extLst>
                <a:ext uri="{FF2B5EF4-FFF2-40B4-BE49-F238E27FC236}">
                  <a16:creationId xmlns:a16="http://schemas.microsoft.com/office/drawing/2014/main" id="{B10D7F35-ED76-8B8B-C8CC-61C5C5B19811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2" name="Freeform 24461">
              <a:extLst>
                <a:ext uri="{FF2B5EF4-FFF2-40B4-BE49-F238E27FC236}">
                  <a16:creationId xmlns:a16="http://schemas.microsoft.com/office/drawing/2014/main" id="{E55187D9-3B70-5D03-7649-3F1FEBD4EFFE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3" name="Freeform 24462">
              <a:extLst>
                <a:ext uri="{FF2B5EF4-FFF2-40B4-BE49-F238E27FC236}">
                  <a16:creationId xmlns:a16="http://schemas.microsoft.com/office/drawing/2014/main" id="{8E27C810-6B49-48E5-506E-04A8CBB52B39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4" name="Freeform 24463">
              <a:extLst>
                <a:ext uri="{FF2B5EF4-FFF2-40B4-BE49-F238E27FC236}">
                  <a16:creationId xmlns:a16="http://schemas.microsoft.com/office/drawing/2014/main" id="{161BA16D-4AA6-2711-2F52-5D5965F513EB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5" name="Freeform 24464">
              <a:extLst>
                <a:ext uri="{FF2B5EF4-FFF2-40B4-BE49-F238E27FC236}">
                  <a16:creationId xmlns:a16="http://schemas.microsoft.com/office/drawing/2014/main" id="{5A62CC1C-6BE3-8928-2F63-350F94DB3C62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6" name="Freeform 24465">
              <a:extLst>
                <a:ext uri="{FF2B5EF4-FFF2-40B4-BE49-F238E27FC236}">
                  <a16:creationId xmlns:a16="http://schemas.microsoft.com/office/drawing/2014/main" id="{26573EC4-BF66-06E0-EFFC-BCC41D0D2AF1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7" name="Freeform 24466">
              <a:extLst>
                <a:ext uri="{FF2B5EF4-FFF2-40B4-BE49-F238E27FC236}">
                  <a16:creationId xmlns:a16="http://schemas.microsoft.com/office/drawing/2014/main" id="{2A3AC1DC-9968-F906-7334-9777A3250563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8" name="Freeform 24467">
              <a:extLst>
                <a:ext uri="{FF2B5EF4-FFF2-40B4-BE49-F238E27FC236}">
                  <a16:creationId xmlns:a16="http://schemas.microsoft.com/office/drawing/2014/main" id="{5DAFEF07-5C71-45E6-CD23-BF8A250B669E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69" name="Freeform 24468">
              <a:extLst>
                <a:ext uri="{FF2B5EF4-FFF2-40B4-BE49-F238E27FC236}">
                  <a16:creationId xmlns:a16="http://schemas.microsoft.com/office/drawing/2014/main" id="{42D8C8C9-5659-E289-F75E-5C4273783EDB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0" name="Freeform 24469">
              <a:extLst>
                <a:ext uri="{FF2B5EF4-FFF2-40B4-BE49-F238E27FC236}">
                  <a16:creationId xmlns:a16="http://schemas.microsoft.com/office/drawing/2014/main" id="{EBD16F3B-8869-D39F-84DC-2F0D62E53A10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1" name="Freeform 24470">
              <a:extLst>
                <a:ext uri="{FF2B5EF4-FFF2-40B4-BE49-F238E27FC236}">
                  <a16:creationId xmlns:a16="http://schemas.microsoft.com/office/drawing/2014/main" id="{8CAF85A7-A6DC-11C8-2CC8-907A04F2EFE1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2" name="Freeform 24471">
              <a:extLst>
                <a:ext uri="{FF2B5EF4-FFF2-40B4-BE49-F238E27FC236}">
                  <a16:creationId xmlns:a16="http://schemas.microsoft.com/office/drawing/2014/main" id="{04AA8C2D-6AEE-04D2-E357-253979F5852C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3" name="Freeform 24472">
              <a:extLst>
                <a:ext uri="{FF2B5EF4-FFF2-40B4-BE49-F238E27FC236}">
                  <a16:creationId xmlns:a16="http://schemas.microsoft.com/office/drawing/2014/main" id="{F63C93CB-80B5-3BFB-09CB-33B7C49C40A5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4" name="Freeform 24473">
              <a:extLst>
                <a:ext uri="{FF2B5EF4-FFF2-40B4-BE49-F238E27FC236}">
                  <a16:creationId xmlns:a16="http://schemas.microsoft.com/office/drawing/2014/main" id="{638A5323-6E5A-877B-50DD-96B645BA0C8A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5" name="Freeform 24474">
              <a:extLst>
                <a:ext uri="{FF2B5EF4-FFF2-40B4-BE49-F238E27FC236}">
                  <a16:creationId xmlns:a16="http://schemas.microsoft.com/office/drawing/2014/main" id="{BB94EEFF-5B39-D80D-ECFE-A510D414F6BB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6" name="Freeform 24475">
              <a:extLst>
                <a:ext uri="{FF2B5EF4-FFF2-40B4-BE49-F238E27FC236}">
                  <a16:creationId xmlns:a16="http://schemas.microsoft.com/office/drawing/2014/main" id="{177FAE58-C8B2-2FC4-5A60-7A4352F31598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7" name="Freeform 24476">
              <a:extLst>
                <a:ext uri="{FF2B5EF4-FFF2-40B4-BE49-F238E27FC236}">
                  <a16:creationId xmlns:a16="http://schemas.microsoft.com/office/drawing/2014/main" id="{8754744B-EE87-20F4-DA86-7290F2393904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8" name="Freeform 24477">
              <a:extLst>
                <a:ext uri="{FF2B5EF4-FFF2-40B4-BE49-F238E27FC236}">
                  <a16:creationId xmlns:a16="http://schemas.microsoft.com/office/drawing/2014/main" id="{B97418C7-136C-89A9-140B-C7D9B3F90D13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79" name="Freeform 24478">
              <a:extLst>
                <a:ext uri="{FF2B5EF4-FFF2-40B4-BE49-F238E27FC236}">
                  <a16:creationId xmlns:a16="http://schemas.microsoft.com/office/drawing/2014/main" id="{9B00684B-4448-34A3-A834-F4EE9730DB61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0" name="Freeform 24479">
              <a:extLst>
                <a:ext uri="{FF2B5EF4-FFF2-40B4-BE49-F238E27FC236}">
                  <a16:creationId xmlns:a16="http://schemas.microsoft.com/office/drawing/2014/main" id="{9FA2699E-A49E-5922-120D-0876CA3256E8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1" name="Freeform 24480">
              <a:extLst>
                <a:ext uri="{FF2B5EF4-FFF2-40B4-BE49-F238E27FC236}">
                  <a16:creationId xmlns:a16="http://schemas.microsoft.com/office/drawing/2014/main" id="{9421EF5A-C760-11CE-6A53-8A59E6248E82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2" name="Freeform 24481">
              <a:extLst>
                <a:ext uri="{FF2B5EF4-FFF2-40B4-BE49-F238E27FC236}">
                  <a16:creationId xmlns:a16="http://schemas.microsoft.com/office/drawing/2014/main" id="{8B157978-F0B4-0F99-C97A-533F97661563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3" name="Freeform 24482">
              <a:extLst>
                <a:ext uri="{FF2B5EF4-FFF2-40B4-BE49-F238E27FC236}">
                  <a16:creationId xmlns:a16="http://schemas.microsoft.com/office/drawing/2014/main" id="{D3854A58-43E3-D759-0E38-A4822AAD6841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4" name="Freeform 24483">
              <a:extLst>
                <a:ext uri="{FF2B5EF4-FFF2-40B4-BE49-F238E27FC236}">
                  <a16:creationId xmlns:a16="http://schemas.microsoft.com/office/drawing/2014/main" id="{BF25CB5D-4435-3260-0586-0D06702199F6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5" name="Freeform 24484">
              <a:extLst>
                <a:ext uri="{FF2B5EF4-FFF2-40B4-BE49-F238E27FC236}">
                  <a16:creationId xmlns:a16="http://schemas.microsoft.com/office/drawing/2014/main" id="{5FE30C2A-A0F7-4AD5-B34A-B9100BB8A100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6" name="Freeform 24485">
              <a:extLst>
                <a:ext uri="{FF2B5EF4-FFF2-40B4-BE49-F238E27FC236}">
                  <a16:creationId xmlns:a16="http://schemas.microsoft.com/office/drawing/2014/main" id="{9ABBA521-9B7C-26CB-D7C7-782E4D10348A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7" name="Freeform 24486">
              <a:extLst>
                <a:ext uri="{FF2B5EF4-FFF2-40B4-BE49-F238E27FC236}">
                  <a16:creationId xmlns:a16="http://schemas.microsoft.com/office/drawing/2014/main" id="{EA668580-FB03-F954-A88A-3925890D609D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8" name="Freeform 24487">
              <a:extLst>
                <a:ext uri="{FF2B5EF4-FFF2-40B4-BE49-F238E27FC236}">
                  <a16:creationId xmlns:a16="http://schemas.microsoft.com/office/drawing/2014/main" id="{FA04F349-6E69-613B-9075-CA58364ACC5C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89" name="Freeform 24488">
              <a:extLst>
                <a:ext uri="{FF2B5EF4-FFF2-40B4-BE49-F238E27FC236}">
                  <a16:creationId xmlns:a16="http://schemas.microsoft.com/office/drawing/2014/main" id="{91D447AC-700D-95E4-B77C-957FA432F8F0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0" name="Freeform 24489">
              <a:extLst>
                <a:ext uri="{FF2B5EF4-FFF2-40B4-BE49-F238E27FC236}">
                  <a16:creationId xmlns:a16="http://schemas.microsoft.com/office/drawing/2014/main" id="{2F13188B-86AA-63DB-6753-C330FAA58ABE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1" name="Freeform 24490">
              <a:extLst>
                <a:ext uri="{FF2B5EF4-FFF2-40B4-BE49-F238E27FC236}">
                  <a16:creationId xmlns:a16="http://schemas.microsoft.com/office/drawing/2014/main" id="{BDACCED2-6624-6881-E1D1-CDA9C13D568F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2" name="Freeform 24491">
              <a:extLst>
                <a:ext uri="{FF2B5EF4-FFF2-40B4-BE49-F238E27FC236}">
                  <a16:creationId xmlns:a16="http://schemas.microsoft.com/office/drawing/2014/main" id="{0FA0EA33-C8A0-4688-9C34-8E9154AB9ACA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3" name="Freeform 24492">
              <a:extLst>
                <a:ext uri="{FF2B5EF4-FFF2-40B4-BE49-F238E27FC236}">
                  <a16:creationId xmlns:a16="http://schemas.microsoft.com/office/drawing/2014/main" id="{715BB619-AB43-0D6D-96E6-2CD41154D2B7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4" name="Freeform 24493">
              <a:extLst>
                <a:ext uri="{FF2B5EF4-FFF2-40B4-BE49-F238E27FC236}">
                  <a16:creationId xmlns:a16="http://schemas.microsoft.com/office/drawing/2014/main" id="{42B2D98B-3737-9503-EF27-16E85BB5E890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5" name="Freeform 24494">
              <a:extLst>
                <a:ext uri="{FF2B5EF4-FFF2-40B4-BE49-F238E27FC236}">
                  <a16:creationId xmlns:a16="http://schemas.microsoft.com/office/drawing/2014/main" id="{567339EE-C43D-8C2B-608F-123AF964FA1A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6" name="Freeform 24495">
              <a:extLst>
                <a:ext uri="{FF2B5EF4-FFF2-40B4-BE49-F238E27FC236}">
                  <a16:creationId xmlns:a16="http://schemas.microsoft.com/office/drawing/2014/main" id="{3AE40D9E-3709-FF78-D67F-A69367DFC81B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7" name="Freeform 24496">
              <a:extLst>
                <a:ext uri="{FF2B5EF4-FFF2-40B4-BE49-F238E27FC236}">
                  <a16:creationId xmlns:a16="http://schemas.microsoft.com/office/drawing/2014/main" id="{0F82ACD0-81A8-D9FB-11C9-F497732B7F35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8" name="Freeform 24497">
              <a:extLst>
                <a:ext uri="{FF2B5EF4-FFF2-40B4-BE49-F238E27FC236}">
                  <a16:creationId xmlns:a16="http://schemas.microsoft.com/office/drawing/2014/main" id="{374AF8B3-C93C-6E03-9B64-451AA362D9B7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99" name="Freeform 24498">
              <a:extLst>
                <a:ext uri="{FF2B5EF4-FFF2-40B4-BE49-F238E27FC236}">
                  <a16:creationId xmlns:a16="http://schemas.microsoft.com/office/drawing/2014/main" id="{D4F49D02-0C17-C4B6-3162-F3174EEB12E2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0" name="Freeform 24499">
              <a:extLst>
                <a:ext uri="{FF2B5EF4-FFF2-40B4-BE49-F238E27FC236}">
                  <a16:creationId xmlns:a16="http://schemas.microsoft.com/office/drawing/2014/main" id="{337DE682-9829-C011-06A3-FEDCEA74A75A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1" name="Freeform 24500">
              <a:extLst>
                <a:ext uri="{FF2B5EF4-FFF2-40B4-BE49-F238E27FC236}">
                  <a16:creationId xmlns:a16="http://schemas.microsoft.com/office/drawing/2014/main" id="{A8BFCF6A-BA93-D407-7C42-FD6BF97B4D8F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2" name="Freeform 24501">
              <a:extLst>
                <a:ext uri="{FF2B5EF4-FFF2-40B4-BE49-F238E27FC236}">
                  <a16:creationId xmlns:a16="http://schemas.microsoft.com/office/drawing/2014/main" id="{E2C30561-15B4-0887-AC2D-89F0D43D4FCE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3" name="Freeform 24502">
              <a:extLst>
                <a:ext uri="{FF2B5EF4-FFF2-40B4-BE49-F238E27FC236}">
                  <a16:creationId xmlns:a16="http://schemas.microsoft.com/office/drawing/2014/main" id="{277BEA3F-5C49-4230-0A28-C5A5814C4D94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4" name="Freeform 24503">
              <a:extLst>
                <a:ext uri="{FF2B5EF4-FFF2-40B4-BE49-F238E27FC236}">
                  <a16:creationId xmlns:a16="http://schemas.microsoft.com/office/drawing/2014/main" id="{65927C48-E53C-988E-8BC5-93AD1A9E1443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5" name="Freeform 24504">
              <a:extLst>
                <a:ext uri="{FF2B5EF4-FFF2-40B4-BE49-F238E27FC236}">
                  <a16:creationId xmlns:a16="http://schemas.microsoft.com/office/drawing/2014/main" id="{ABFC6F16-6B6B-CB65-E169-2C16A5D05AC4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6" name="Freeform 24505">
              <a:extLst>
                <a:ext uri="{FF2B5EF4-FFF2-40B4-BE49-F238E27FC236}">
                  <a16:creationId xmlns:a16="http://schemas.microsoft.com/office/drawing/2014/main" id="{CEC7F4BB-11B7-1DA8-BEB5-296634EDC92E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7" name="Freeform 24506">
              <a:extLst>
                <a:ext uri="{FF2B5EF4-FFF2-40B4-BE49-F238E27FC236}">
                  <a16:creationId xmlns:a16="http://schemas.microsoft.com/office/drawing/2014/main" id="{4B744CE7-772F-390D-B24C-8A4045685090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8" name="Freeform 24507">
              <a:extLst>
                <a:ext uri="{FF2B5EF4-FFF2-40B4-BE49-F238E27FC236}">
                  <a16:creationId xmlns:a16="http://schemas.microsoft.com/office/drawing/2014/main" id="{2834AE64-7EB6-869E-A88E-BC8A64A4D444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09" name="Freeform 24508">
              <a:extLst>
                <a:ext uri="{FF2B5EF4-FFF2-40B4-BE49-F238E27FC236}">
                  <a16:creationId xmlns:a16="http://schemas.microsoft.com/office/drawing/2014/main" id="{ED7F7DAB-3B08-FC43-E955-B934FBC3333A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0" name="Freeform 24509">
              <a:extLst>
                <a:ext uri="{FF2B5EF4-FFF2-40B4-BE49-F238E27FC236}">
                  <a16:creationId xmlns:a16="http://schemas.microsoft.com/office/drawing/2014/main" id="{2B729263-C05F-45D1-8455-75F05DB82AB3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1" name="Freeform 24510">
              <a:extLst>
                <a:ext uri="{FF2B5EF4-FFF2-40B4-BE49-F238E27FC236}">
                  <a16:creationId xmlns:a16="http://schemas.microsoft.com/office/drawing/2014/main" id="{5243226B-EE30-FC95-8FAA-AEE254D90E26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2" name="Freeform 24511">
              <a:extLst>
                <a:ext uri="{FF2B5EF4-FFF2-40B4-BE49-F238E27FC236}">
                  <a16:creationId xmlns:a16="http://schemas.microsoft.com/office/drawing/2014/main" id="{2FDFF28E-EAE5-AE5C-7633-85CE8E778BFD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3" name="Freeform 24512">
              <a:extLst>
                <a:ext uri="{FF2B5EF4-FFF2-40B4-BE49-F238E27FC236}">
                  <a16:creationId xmlns:a16="http://schemas.microsoft.com/office/drawing/2014/main" id="{F3C5C6A5-222B-A913-9A28-0284FDC1517E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4" name="Freeform 24513">
              <a:extLst>
                <a:ext uri="{FF2B5EF4-FFF2-40B4-BE49-F238E27FC236}">
                  <a16:creationId xmlns:a16="http://schemas.microsoft.com/office/drawing/2014/main" id="{0A3BD4DE-450C-34ED-10CB-11E5EE888EC6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5" name="Freeform 24514">
              <a:extLst>
                <a:ext uri="{FF2B5EF4-FFF2-40B4-BE49-F238E27FC236}">
                  <a16:creationId xmlns:a16="http://schemas.microsoft.com/office/drawing/2014/main" id="{3D6345BF-B54A-8874-4E63-8A354508431C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6" name="Freeform 24515">
              <a:extLst>
                <a:ext uri="{FF2B5EF4-FFF2-40B4-BE49-F238E27FC236}">
                  <a16:creationId xmlns:a16="http://schemas.microsoft.com/office/drawing/2014/main" id="{916B49CE-8F22-89F3-8281-DA36CDAAC3F4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7" name="Freeform 24516">
              <a:extLst>
                <a:ext uri="{FF2B5EF4-FFF2-40B4-BE49-F238E27FC236}">
                  <a16:creationId xmlns:a16="http://schemas.microsoft.com/office/drawing/2014/main" id="{AEB85C41-38AD-B0E7-ACB1-C2414ED10AEE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8" name="Freeform 24517">
              <a:extLst>
                <a:ext uri="{FF2B5EF4-FFF2-40B4-BE49-F238E27FC236}">
                  <a16:creationId xmlns:a16="http://schemas.microsoft.com/office/drawing/2014/main" id="{CDB1A23C-1691-B67F-4B90-47B6456B35C1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19" name="Freeform 24518">
              <a:extLst>
                <a:ext uri="{FF2B5EF4-FFF2-40B4-BE49-F238E27FC236}">
                  <a16:creationId xmlns:a16="http://schemas.microsoft.com/office/drawing/2014/main" id="{834991FA-2962-224A-0787-AC80D81E7C7C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20" name="Freeform 24519">
              <a:extLst>
                <a:ext uri="{FF2B5EF4-FFF2-40B4-BE49-F238E27FC236}">
                  <a16:creationId xmlns:a16="http://schemas.microsoft.com/office/drawing/2014/main" id="{62A1F9C6-4F9A-DE81-F14E-E3547A8C01CE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21" name="Freeform 24520">
              <a:extLst>
                <a:ext uri="{FF2B5EF4-FFF2-40B4-BE49-F238E27FC236}">
                  <a16:creationId xmlns:a16="http://schemas.microsoft.com/office/drawing/2014/main" id="{21F58008-24AC-E6E7-393C-2D995A82146D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22" name="Freeform 24521">
              <a:extLst>
                <a:ext uri="{FF2B5EF4-FFF2-40B4-BE49-F238E27FC236}">
                  <a16:creationId xmlns:a16="http://schemas.microsoft.com/office/drawing/2014/main" id="{7618C2B9-4A77-5A83-651C-37872B8D816C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23" name="Freeform 24522">
              <a:extLst>
                <a:ext uri="{FF2B5EF4-FFF2-40B4-BE49-F238E27FC236}">
                  <a16:creationId xmlns:a16="http://schemas.microsoft.com/office/drawing/2014/main" id="{249026E6-6216-6719-406A-3CB3016EABA6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24" name="Freeform 24523">
              <a:extLst>
                <a:ext uri="{FF2B5EF4-FFF2-40B4-BE49-F238E27FC236}">
                  <a16:creationId xmlns:a16="http://schemas.microsoft.com/office/drawing/2014/main" id="{2188F494-69F8-A2C5-370E-E58369CDE923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25" name="Freeform 25424">
              <a:extLst>
                <a:ext uri="{FF2B5EF4-FFF2-40B4-BE49-F238E27FC236}">
                  <a16:creationId xmlns:a16="http://schemas.microsoft.com/office/drawing/2014/main" id="{A7EEB3DA-9C30-68B6-A6C9-2368BBD9E769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26" name="Freeform 25425">
              <a:extLst>
                <a:ext uri="{FF2B5EF4-FFF2-40B4-BE49-F238E27FC236}">
                  <a16:creationId xmlns:a16="http://schemas.microsoft.com/office/drawing/2014/main" id="{411FE497-44D1-86A7-0E34-84D7E0F74F9F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27" name="Freeform 25426">
              <a:extLst>
                <a:ext uri="{FF2B5EF4-FFF2-40B4-BE49-F238E27FC236}">
                  <a16:creationId xmlns:a16="http://schemas.microsoft.com/office/drawing/2014/main" id="{D7F01604-86E1-3904-08B5-3C60394FEEA7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28" name="Freeform 25427">
              <a:extLst>
                <a:ext uri="{FF2B5EF4-FFF2-40B4-BE49-F238E27FC236}">
                  <a16:creationId xmlns:a16="http://schemas.microsoft.com/office/drawing/2014/main" id="{16CB462F-40A4-4C2A-A7E0-DFC146CFB6D0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29" name="Freeform 25428">
              <a:extLst>
                <a:ext uri="{FF2B5EF4-FFF2-40B4-BE49-F238E27FC236}">
                  <a16:creationId xmlns:a16="http://schemas.microsoft.com/office/drawing/2014/main" id="{72265EFF-CE8F-186F-5252-2525E234D7B1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0" name="Freeform 25429">
              <a:extLst>
                <a:ext uri="{FF2B5EF4-FFF2-40B4-BE49-F238E27FC236}">
                  <a16:creationId xmlns:a16="http://schemas.microsoft.com/office/drawing/2014/main" id="{9F1C7A98-C701-EA19-6C88-2CB9651C5A83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1" name="Freeform 25430">
              <a:extLst>
                <a:ext uri="{FF2B5EF4-FFF2-40B4-BE49-F238E27FC236}">
                  <a16:creationId xmlns:a16="http://schemas.microsoft.com/office/drawing/2014/main" id="{8141F69B-E39F-6018-5369-53A0046EB7F0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2" name="Freeform 25431">
              <a:extLst>
                <a:ext uri="{FF2B5EF4-FFF2-40B4-BE49-F238E27FC236}">
                  <a16:creationId xmlns:a16="http://schemas.microsoft.com/office/drawing/2014/main" id="{F37EB5A7-9F79-99D7-C85F-D005C1A80E5C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3" name="Freeform 25432">
              <a:extLst>
                <a:ext uri="{FF2B5EF4-FFF2-40B4-BE49-F238E27FC236}">
                  <a16:creationId xmlns:a16="http://schemas.microsoft.com/office/drawing/2014/main" id="{5F8D3521-26F2-94FF-E7F3-D0D3B8549E78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4" name="Freeform 25433">
              <a:extLst>
                <a:ext uri="{FF2B5EF4-FFF2-40B4-BE49-F238E27FC236}">
                  <a16:creationId xmlns:a16="http://schemas.microsoft.com/office/drawing/2014/main" id="{B47C4197-16AF-F512-2D40-088CE3E180CC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5" name="Freeform 25434">
              <a:extLst>
                <a:ext uri="{FF2B5EF4-FFF2-40B4-BE49-F238E27FC236}">
                  <a16:creationId xmlns:a16="http://schemas.microsoft.com/office/drawing/2014/main" id="{4DCA4735-878E-0E3E-D51E-8D2BC53E1B32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6" name="Freeform 25435">
              <a:extLst>
                <a:ext uri="{FF2B5EF4-FFF2-40B4-BE49-F238E27FC236}">
                  <a16:creationId xmlns:a16="http://schemas.microsoft.com/office/drawing/2014/main" id="{42B280A8-017A-0838-CB0C-53BE10FE5000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7" name="Freeform 25436">
              <a:extLst>
                <a:ext uri="{FF2B5EF4-FFF2-40B4-BE49-F238E27FC236}">
                  <a16:creationId xmlns:a16="http://schemas.microsoft.com/office/drawing/2014/main" id="{5DCB2571-732E-DA8C-5A83-6585B0ECACC0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8" name="Freeform 25437">
              <a:extLst>
                <a:ext uri="{FF2B5EF4-FFF2-40B4-BE49-F238E27FC236}">
                  <a16:creationId xmlns:a16="http://schemas.microsoft.com/office/drawing/2014/main" id="{CAA822D6-89CB-09ED-8A78-730A54234380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39" name="Freeform 25438">
              <a:extLst>
                <a:ext uri="{FF2B5EF4-FFF2-40B4-BE49-F238E27FC236}">
                  <a16:creationId xmlns:a16="http://schemas.microsoft.com/office/drawing/2014/main" id="{7F6B2D1A-0FDC-9CFF-A93B-927A849A6584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0" name="Freeform 25439">
              <a:extLst>
                <a:ext uri="{FF2B5EF4-FFF2-40B4-BE49-F238E27FC236}">
                  <a16:creationId xmlns:a16="http://schemas.microsoft.com/office/drawing/2014/main" id="{55BA085B-D51C-B819-62EC-C563F53FCE50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1" name="Freeform 25440">
              <a:extLst>
                <a:ext uri="{FF2B5EF4-FFF2-40B4-BE49-F238E27FC236}">
                  <a16:creationId xmlns:a16="http://schemas.microsoft.com/office/drawing/2014/main" id="{5AB40033-5588-CF03-FC63-24D1DCFADBA8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5442" name="Group 25441">
            <a:extLst>
              <a:ext uri="{FF2B5EF4-FFF2-40B4-BE49-F238E27FC236}">
                <a16:creationId xmlns:a16="http://schemas.microsoft.com/office/drawing/2014/main" id="{7BF20B85-D2AE-AA41-5190-7C89C3D406AD}"/>
              </a:ext>
            </a:extLst>
          </p:cNvPr>
          <p:cNvGrpSpPr/>
          <p:nvPr/>
        </p:nvGrpSpPr>
        <p:grpSpPr>
          <a:xfrm>
            <a:off x="11036784" y="4004898"/>
            <a:ext cx="363537" cy="371707"/>
            <a:chOff x="3694771" y="1918010"/>
            <a:chExt cx="4088780" cy="4475356"/>
          </a:xfrm>
        </p:grpSpPr>
        <p:sp>
          <p:nvSpPr>
            <p:cNvPr id="25443" name="Freeform 25442">
              <a:extLst>
                <a:ext uri="{FF2B5EF4-FFF2-40B4-BE49-F238E27FC236}">
                  <a16:creationId xmlns:a16="http://schemas.microsoft.com/office/drawing/2014/main" id="{E27C6D21-6D44-1C42-1521-7084FF3BF436}"/>
                </a:ext>
              </a:extLst>
            </p:cNvPr>
            <p:cNvSpPr/>
            <p:nvPr/>
          </p:nvSpPr>
          <p:spPr>
            <a:xfrm>
              <a:off x="3694771" y="1918010"/>
              <a:ext cx="4088780" cy="4475356"/>
            </a:xfrm>
            <a:custGeom>
              <a:avLst/>
              <a:gdLst>
                <a:gd name="connsiteX0" fmla="*/ 929268 w 4088780"/>
                <a:gd name="connsiteY0" fmla="*/ 4371278 h 4475356"/>
                <a:gd name="connsiteX1" fmla="*/ 959005 w 4088780"/>
                <a:gd name="connsiteY1" fmla="*/ 4177990 h 4475356"/>
                <a:gd name="connsiteX2" fmla="*/ 1070517 w 4088780"/>
                <a:gd name="connsiteY2" fmla="*/ 4051610 h 4475356"/>
                <a:gd name="connsiteX3" fmla="*/ 1278673 w 4088780"/>
                <a:gd name="connsiteY3" fmla="*/ 3977268 h 4475356"/>
                <a:gd name="connsiteX4" fmla="*/ 1174595 w 4088780"/>
                <a:gd name="connsiteY4" fmla="*/ 3694770 h 4475356"/>
                <a:gd name="connsiteX5" fmla="*/ 996175 w 4088780"/>
                <a:gd name="connsiteY5" fmla="*/ 3471746 h 4475356"/>
                <a:gd name="connsiteX6" fmla="*/ 973873 w 4088780"/>
                <a:gd name="connsiteY6" fmla="*/ 3404839 h 4475356"/>
                <a:gd name="connsiteX7" fmla="*/ 817756 w 4088780"/>
                <a:gd name="connsiteY7" fmla="*/ 3129775 h 4475356"/>
                <a:gd name="connsiteX8" fmla="*/ 721112 w 4088780"/>
                <a:gd name="connsiteY8" fmla="*/ 2906751 h 4475356"/>
                <a:gd name="connsiteX9" fmla="*/ 683941 w 4088780"/>
                <a:gd name="connsiteY9" fmla="*/ 2787805 h 4475356"/>
                <a:gd name="connsiteX10" fmla="*/ 676507 w 4088780"/>
                <a:gd name="connsiteY10" fmla="*/ 2750634 h 4475356"/>
                <a:gd name="connsiteX11" fmla="*/ 602166 w 4088780"/>
                <a:gd name="connsiteY11" fmla="*/ 2468136 h 4475356"/>
                <a:gd name="connsiteX12" fmla="*/ 423746 w 4088780"/>
                <a:gd name="connsiteY12" fmla="*/ 2178205 h 4475356"/>
                <a:gd name="connsiteX13" fmla="*/ 394009 w 4088780"/>
                <a:gd name="connsiteY13" fmla="*/ 2118731 h 4475356"/>
                <a:gd name="connsiteX14" fmla="*/ 364273 w 4088780"/>
                <a:gd name="connsiteY14" fmla="*/ 2074127 h 4475356"/>
                <a:gd name="connsiteX15" fmla="*/ 349405 w 4088780"/>
                <a:gd name="connsiteY15" fmla="*/ 2044390 h 4475356"/>
                <a:gd name="connsiteX16" fmla="*/ 327102 w 4088780"/>
                <a:gd name="connsiteY16" fmla="*/ 2022088 h 4475356"/>
                <a:gd name="connsiteX17" fmla="*/ 282497 w 4088780"/>
                <a:gd name="connsiteY17" fmla="*/ 1962614 h 4475356"/>
                <a:gd name="connsiteX18" fmla="*/ 260195 w 4088780"/>
                <a:gd name="connsiteY18" fmla="*/ 1932878 h 4475356"/>
                <a:gd name="connsiteX19" fmla="*/ 230458 w 4088780"/>
                <a:gd name="connsiteY19" fmla="*/ 1880839 h 4475356"/>
                <a:gd name="connsiteX20" fmla="*/ 215590 w 4088780"/>
                <a:gd name="connsiteY20" fmla="*/ 1836234 h 4475356"/>
                <a:gd name="connsiteX21" fmla="*/ 208156 w 4088780"/>
                <a:gd name="connsiteY21" fmla="*/ 1813931 h 4475356"/>
                <a:gd name="connsiteX22" fmla="*/ 193288 w 4088780"/>
                <a:gd name="connsiteY22" fmla="*/ 1628078 h 4475356"/>
                <a:gd name="connsiteX23" fmla="*/ 185853 w 4088780"/>
                <a:gd name="connsiteY23" fmla="*/ 1561170 h 4475356"/>
                <a:gd name="connsiteX24" fmla="*/ 156117 w 4088780"/>
                <a:gd name="connsiteY24" fmla="*/ 1464527 h 4475356"/>
                <a:gd name="connsiteX25" fmla="*/ 104078 w 4088780"/>
                <a:gd name="connsiteY25" fmla="*/ 1382751 h 4475356"/>
                <a:gd name="connsiteX26" fmla="*/ 81775 w 4088780"/>
                <a:gd name="connsiteY26" fmla="*/ 1338146 h 4475356"/>
                <a:gd name="connsiteX27" fmla="*/ 37170 w 4088780"/>
                <a:gd name="connsiteY27" fmla="*/ 1278673 h 4475356"/>
                <a:gd name="connsiteX28" fmla="*/ 14868 w 4088780"/>
                <a:gd name="connsiteY28" fmla="*/ 1234068 h 4475356"/>
                <a:gd name="connsiteX29" fmla="*/ 0 w 4088780"/>
                <a:gd name="connsiteY29" fmla="*/ 1182029 h 4475356"/>
                <a:gd name="connsiteX30" fmla="*/ 7434 w 4088780"/>
                <a:gd name="connsiteY30" fmla="*/ 1025912 h 4475356"/>
                <a:gd name="connsiteX31" fmla="*/ 22302 w 4088780"/>
                <a:gd name="connsiteY31" fmla="*/ 951570 h 4475356"/>
                <a:gd name="connsiteX32" fmla="*/ 29736 w 4088780"/>
                <a:gd name="connsiteY32" fmla="*/ 862361 h 4475356"/>
                <a:gd name="connsiteX33" fmla="*/ 37170 w 4088780"/>
                <a:gd name="connsiteY33" fmla="*/ 750849 h 4475356"/>
                <a:gd name="connsiteX34" fmla="*/ 44605 w 4088780"/>
                <a:gd name="connsiteY34" fmla="*/ 810322 h 4475356"/>
                <a:gd name="connsiteX35" fmla="*/ 52039 w 4088780"/>
                <a:gd name="connsiteY35" fmla="*/ 862361 h 4475356"/>
                <a:gd name="connsiteX36" fmla="*/ 59473 w 4088780"/>
                <a:gd name="connsiteY36" fmla="*/ 906966 h 4475356"/>
                <a:gd name="connsiteX37" fmla="*/ 66907 w 4088780"/>
                <a:gd name="connsiteY37" fmla="*/ 959005 h 4475356"/>
                <a:gd name="connsiteX38" fmla="*/ 81775 w 4088780"/>
                <a:gd name="connsiteY38" fmla="*/ 1003610 h 4475356"/>
                <a:gd name="connsiteX39" fmla="*/ 89209 w 4088780"/>
                <a:gd name="connsiteY39" fmla="*/ 1040780 h 4475356"/>
                <a:gd name="connsiteX40" fmla="*/ 96644 w 4088780"/>
                <a:gd name="connsiteY40" fmla="*/ 1070517 h 4475356"/>
                <a:gd name="connsiteX41" fmla="*/ 111512 w 4088780"/>
                <a:gd name="connsiteY41" fmla="*/ 1144858 h 4475356"/>
                <a:gd name="connsiteX42" fmla="*/ 133814 w 4088780"/>
                <a:gd name="connsiteY42" fmla="*/ 1308410 h 4475356"/>
                <a:gd name="connsiteX43" fmla="*/ 163551 w 4088780"/>
                <a:gd name="connsiteY43" fmla="*/ 1427356 h 4475356"/>
                <a:gd name="connsiteX44" fmla="*/ 178419 w 4088780"/>
                <a:gd name="connsiteY44" fmla="*/ 1486829 h 4475356"/>
                <a:gd name="connsiteX45" fmla="*/ 193288 w 4088780"/>
                <a:gd name="connsiteY45" fmla="*/ 1568605 h 4475356"/>
                <a:gd name="connsiteX46" fmla="*/ 208156 w 4088780"/>
                <a:gd name="connsiteY46" fmla="*/ 1628078 h 4475356"/>
                <a:gd name="connsiteX47" fmla="*/ 223024 w 4088780"/>
                <a:gd name="connsiteY47" fmla="*/ 1672683 h 4475356"/>
                <a:gd name="connsiteX48" fmla="*/ 230458 w 4088780"/>
                <a:gd name="connsiteY48" fmla="*/ 1694985 h 4475356"/>
                <a:gd name="connsiteX49" fmla="*/ 237892 w 4088780"/>
                <a:gd name="connsiteY49" fmla="*/ 1724722 h 4475356"/>
                <a:gd name="connsiteX50" fmla="*/ 252761 w 4088780"/>
                <a:gd name="connsiteY50" fmla="*/ 1680117 h 4475356"/>
                <a:gd name="connsiteX51" fmla="*/ 260195 w 4088780"/>
                <a:gd name="connsiteY51" fmla="*/ 1628078 h 4475356"/>
                <a:gd name="connsiteX52" fmla="*/ 267629 w 4088780"/>
                <a:gd name="connsiteY52" fmla="*/ 862361 h 4475356"/>
                <a:gd name="connsiteX53" fmla="*/ 289931 w 4088780"/>
                <a:gd name="connsiteY53" fmla="*/ 817756 h 4475356"/>
                <a:gd name="connsiteX54" fmla="*/ 312234 w 4088780"/>
                <a:gd name="connsiteY54" fmla="*/ 765717 h 4475356"/>
                <a:gd name="connsiteX55" fmla="*/ 312234 w 4088780"/>
                <a:gd name="connsiteY55" fmla="*/ 1405053 h 4475356"/>
                <a:gd name="connsiteX56" fmla="*/ 327102 w 4088780"/>
                <a:gd name="connsiteY56" fmla="*/ 1739590 h 4475356"/>
                <a:gd name="connsiteX57" fmla="*/ 349405 w 4088780"/>
                <a:gd name="connsiteY57" fmla="*/ 1672683 h 4475356"/>
                <a:gd name="connsiteX58" fmla="*/ 431180 w 4088780"/>
                <a:gd name="connsiteY58" fmla="*/ 1501697 h 4475356"/>
                <a:gd name="connsiteX59" fmla="*/ 490653 w 4088780"/>
                <a:gd name="connsiteY59" fmla="*/ 1323278 h 4475356"/>
                <a:gd name="connsiteX60" fmla="*/ 498088 w 4088780"/>
                <a:gd name="connsiteY60" fmla="*/ 1263805 h 4475356"/>
                <a:gd name="connsiteX61" fmla="*/ 483219 w 4088780"/>
                <a:gd name="connsiteY61" fmla="*/ 1040780 h 4475356"/>
                <a:gd name="connsiteX62" fmla="*/ 490653 w 4088780"/>
                <a:gd name="connsiteY62" fmla="*/ 840058 h 4475356"/>
                <a:gd name="connsiteX63" fmla="*/ 512956 w 4088780"/>
                <a:gd name="connsiteY63" fmla="*/ 810322 h 4475356"/>
                <a:gd name="connsiteX64" fmla="*/ 512956 w 4088780"/>
                <a:gd name="connsiteY64" fmla="*/ 1427356 h 4475356"/>
                <a:gd name="connsiteX65" fmla="*/ 520390 w 4088780"/>
                <a:gd name="connsiteY65" fmla="*/ 1464527 h 4475356"/>
                <a:gd name="connsiteX66" fmla="*/ 535258 w 4088780"/>
                <a:gd name="connsiteY66" fmla="*/ 1524000 h 4475356"/>
                <a:gd name="connsiteX67" fmla="*/ 542692 w 4088780"/>
                <a:gd name="connsiteY67" fmla="*/ 1576039 h 4475356"/>
                <a:gd name="connsiteX68" fmla="*/ 550127 w 4088780"/>
                <a:gd name="connsiteY68" fmla="*/ 1650380 h 4475356"/>
                <a:gd name="connsiteX69" fmla="*/ 572429 w 4088780"/>
                <a:gd name="connsiteY69" fmla="*/ 1754458 h 4475356"/>
                <a:gd name="connsiteX70" fmla="*/ 579863 w 4088780"/>
                <a:gd name="connsiteY70" fmla="*/ 1828800 h 4475356"/>
                <a:gd name="connsiteX71" fmla="*/ 587297 w 4088780"/>
                <a:gd name="connsiteY71" fmla="*/ 1895707 h 4475356"/>
                <a:gd name="connsiteX72" fmla="*/ 542692 w 4088780"/>
                <a:gd name="connsiteY72" fmla="*/ 2081561 h 4475356"/>
                <a:gd name="connsiteX73" fmla="*/ 505522 w 4088780"/>
                <a:gd name="connsiteY73" fmla="*/ 2074127 h 4475356"/>
                <a:gd name="connsiteX74" fmla="*/ 527824 w 4088780"/>
                <a:gd name="connsiteY74" fmla="*/ 2118731 h 4475356"/>
                <a:gd name="connsiteX75" fmla="*/ 535258 w 4088780"/>
                <a:gd name="connsiteY75" fmla="*/ 2141034 h 4475356"/>
                <a:gd name="connsiteX76" fmla="*/ 550127 w 4088780"/>
                <a:gd name="connsiteY76" fmla="*/ 2178205 h 4475356"/>
                <a:gd name="connsiteX77" fmla="*/ 564995 w 4088780"/>
                <a:gd name="connsiteY77" fmla="*/ 2222810 h 4475356"/>
                <a:gd name="connsiteX78" fmla="*/ 579863 w 4088780"/>
                <a:gd name="connsiteY78" fmla="*/ 2245112 h 4475356"/>
                <a:gd name="connsiteX79" fmla="*/ 587297 w 4088780"/>
                <a:gd name="connsiteY79" fmla="*/ 2267414 h 4475356"/>
                <a:gd name="connsiteX80" fmla="*/ 624468 w 4088780"/>
                <a:gd name="connsiteY80" fmla="*/ 2304585 h 4475356"/>
                <a:gd name="connsiteX81" fmla="*/ 646770 w 4088780"/>
                <a:gd name="connsiteY81" fmla="*/ 2326888 h 4475356"/>
                <a:gd name="connsiteX82" fmla="*/ 661639 w 4088780"/>
                <a:gd name="connsiteY82" fmla="*/ 2341756 h 4475356"/>
                <a:gd name="connsiteX83" fmla="*/ 765717 w 4088780"/>
                <a:gd name="connsiteY83" fmla="*/ 2408663 h 4475356"/>
                <a:gd name="connsiteX84" fmla="*/ 788019 w 4088780"/>
                <a:gd name="connsiteY84" fmla="*/ 2416097 h 4475356"/>
                <a:gd name="connsiteX85" fmla="*/ 810322 w 4088780"/>
                <a:gd name="connsiteY85" fmla="*/ 2408663 h 4475356"/>
                <a:gd name="connsiteX86" fmla="*/ 825190 w 4088780"/>
                <a:gd name="connsiteY86" fmla="*/ 2334322 h 4475356"/>
                <a:gd name="connsiteX87" fmla="*/ 832624 w 4088780"/>
                <a:gd name="connsiteY87" fmla="*/ 2304585 h 4475356"/>
                <a:gd name="connsiteX88" fmla="*/ 854927 w 4088780"/>
                <a:gd name="connsiteY88" fmla="*/ 2386361 h 4475356"/>
                <a:gd name="connsiteX89" fmla="*/ 862361 w 4088780"/>
                <a:gd name="connsiteY89" fmla="*/ 2453268 h 4475356"/>
                <a:gd name="connsiteX90" fmla="*/ 869795 w 4088780"/>
                <a:gd name="connsiteY90" fmla="*/ 2483005 h 4475356"/>
                <a:gd name="connsiteX91" fmla="*/ 877229 w 4088780"/>
                <a:gd name="connsiteY91" fmla="*/ 2527610 h 4475356"/>
                <a:gd name="connsiteX92" fmla="*/ 884663 w 4088780"/>
                <a:gd name="connsiteY92" fmla="*/ 2564780 h 4475356"/>
                <a:gd name="connsiteX93" fmla="*/ 877229 w 4088780"/>
                <a:gd name="connsiteY93" fmla="*/ 2683727 h 4475356"/>
                <a:gd name="connsiteX94" fmla="*/ 869795 w 4088780"/>
                <a:gd name="connsiteY94" fmla="*/ 2743200 h 4475356"/>
                <a:gd name="connsiteX95" fmla="*/ 862361 w 4088780"/>
                <a:gd name="connsiteY95" fmla="*/ 2810107 h 4475356"/>
                <a:gd name="connsiteX96" fmla="*/ 877229 w 4088780"/>
                <a:gd name="connsiteY96" fmla="*/ 2877014 h 4475356"/>
                <a:gd name="connsiteX97" fmla="*/ 884663 w 4088780"/>
                <a:gd name="connsiteY97" fmla="*/ 2914185 h 4475356"/>
                <a:gd name="connsiteX98" fmla="*/ 914400 w 4088780"/>
                <a:gd name="connsiteY98" fmla="*/ 2981092 h 4475356"/>
                <a:gd name="connsiteX99" fmla="*/ 929268 w 4088780"/>
                <a:gd name="connsiteY99" fmla="*/ 3018263 h 4475356"/>
                <a:gd name="connsiteX100" fmla="*/ 973873 w 4088780"/>
                <a:gd name="connsiteY100" fmla="*/ 3085170 h 4475356"/>
                <a:gd name="connsiteX101" fmla="*/ 996175 w 4088780"/>
                <a:gd name="connsiteY101" fmla="*/ 3144644 h 4475356"/>
                <a:gd name="connsiteX102" fmla="*/ 1011044 w 4088780"/>
                <a:gd name="connsiteY102" fmla="*/ 3189249 h 4475356"/>
                <a:gd name="connsiteX103" fmla="*/ 1025912 w 4088780"/>
                <a:gd name="connsiteY103" fmla="*/ 3241288 h 4475356"/>
                <a:gd name="connsiteX104" fmla="*/ 1033346 w 4088780"/>
                <a:gd name="connsiteY104" fmla="*/ 3278458 h 4475356"/>
                <a:gd name="connsiteX105" fmla="*/ 1040780 w 4088780"/>
                <a:gd name="connsiteY105" fmla="*/ 3300761 h 4475356"/>
                <a:gd name="connsiteX106" fmla="*/ 1063083 w 4088780"/>
                <a:gd name="connsiteY106" fmla="*/ 3308195 h 4475356"/>
                <a:gd name="connsiteX107" fmla="*/ 1092819 w 4088780"/>
                <a:gd name="connsiteY107" fmla="*/ 3285892 h 4475356"/>
                <a:gd name="connsiteX108" fmla="*/ 1115122 w 4088780"/>
                <a:gd name="connsiteY108" fmla="*/ 3271024 h 4475356"/>
                <a:gd name="connsiteX109" fmla="*/ 1137424 w 4088780"/>
                <a:gd name="connsiteY109" fmla="*/ 3241288 h 4475356"/>
                <a:gd name="connsiteX110" fmla="*/ 1144858 w 4088780"/>
                <a:gd name="connsiteY110" fmla="*/ 3174380 h 4475356"/>
                <a:gd name="connsiteX111" fmla="*/ 1137424 w 4088780"/>
                <a:gd name="connsiteY111" fmla="*/ 3144644 h 4475356"/>
                <a:gd name="connsiteX112" fmla="*/ 1107688 w 4088780"/>
                <a:gd name="connsiteY112" fmla="*/ 3025697 h 4475356"/>
                <a:gd name="connsiteX113" fmla="*/ 1070517 w 4088780"/>
                <a:gd name="connsiteY113" fmla="*/ 2958790 h 4475356"/>
                <a:gd name="connsiteX114" fmla="*/ 1063083 w 4088780"/>
                <a:gd name="connsiteY114" fmla="*/ 2936488 h 4475356"/>
                <a:gd name="connsiteX115" fmla="*/ 1048214 w 4088780"/>
                <a:gd name="connsiteY115" fmla="*/ 2795239 h 4475356"/>
                <a:gd name="connsiteX116" fmla="*/ 1033346 w 4088780"/>
                <a:gd name="connsiteY116" fmla="*/ 2713463 h 4475356"/>
                <a:gd name="connsiteX117" fmla="*/ 1018478 w 4088780"/>
                <a:gd name="connsiteY117" fmla="*/ 2624253 h 4475356"/>
                <a:gd name="connsiteX118" fmla="*/ 988741 w 4088780"/>
                <a:gd name="connsiteY118" fmla="*/ 2520175 h 4475356"/>
                <a:gd name="connsiteX119" fmla="*/ 981307 w 4088780"/>
                <a:gd name="connsiteY119" fmla="*/ 2483005 h 4475356"/>
                <a:gd name="connsiteX120" fmla="*/ 966439 w 4088780"/>
                <a:gd name="connsiteY120" fmla="*/ 2445834 h 4475356"/>
                <a:gd name="connsiteX121" fmla="*/ 959005 w 4088780"/>
                <a:gd name="connsiteY121" fmla="*/ 2416097 h 4475356"/>
                <a:gd name="connsiteX122" fmla="*/ 936702 w 4088780"/>
                <a:gd name="connsiteY122" fmla="*/ 2341756 h 4475356"/>
                <a:gd name="connsiteX123" fmla="*/ 944136 w 4088780"/>
                <a:gd name="connsiteY123" fmla="*/ 2230244 h 4475356"/>
                <a:gd name="connsiteX124" fmla="*/ 966439 w 4088780"/>
                <a:gd name="connsiteY124" fmla="*/ 2148468 h 4475356"/>
                <a:gd name="connsiteX125" fmla="*/ 973873 w 4088780"/>
                <a:gd name="connsiteY125" fmla="*/ 2007219 h 4475356"/>
                <a:gd name="connsiteX126" fmla="*/ 981307 w 4088780"/>
                <a:gd name="connsiteY126" fmla="*/ 1955180 h 4475356"/>
                <a:gd name="connsiteX127" fmla="*/ 988741 w 4088780"/>
                <a:gd name="connsiteY127" fmla="*/ 1865970 h 4475356"/>
                <a:gd name="connsiteX128" fmla="*/ 973873 w 4088780"/>
                <a:gd name="connsiteY128" fmla="*/ 1471961 h 4475356"/>
                <a:gd name="connsiteX129" fmla="*/ 966439 w 4088780"/>
                <a:gd name="connsiteY129" fmla="*/ 1419922 h 4475356"/>
                <a:gd name="connsiteX130" fmla="*/ 959005 w 4088780"/>
                <a:gd name="connsiteY130" fmla="*/ 1174595 h 4475356"/>
                <a:gd name="connsiteX131" fmla="*/ 996175 w 4088780"/>
                <a:gd name="connsiteY131" fmla="*/ 1204331 h 4475356"/>
                <a:gd name="connsiteX132" fmla="*/ 1040780 w 4088780"/>
                <a:gd name="connsiteY132" fmla="*/ 1315844 h 4475356"/>
                <a:gd name="connsiteX133" fmla="*/ 1092819 w 4088780"/>
                <a:gd name="connsiteY133" fmla="*/ 1449658 h 4475356"/>
                <a:gd name="connsiteX134" fmla="*/ 1115122 w 4088780"/>
                <a:gd name="connsiteY134" fmla="*/ 1553736 h 4475356"/>
                <a:gd name="connsiteX135" fmla="*/ 1129990 w 4088780"/>
                <a:gd name="connsiteY135" fmla="*/ 1598341 h 4475356"/>
                <a:gd name="connsiteX136" fmla="*/ 1137424 w 4088780"/>
                <a:gd name="connsiteY136" fmla="*/ 1724722 h 4475356"/>
                <a:gd name="connsiteX137" fmla="*/ 1129990 w 4088780"/>
                <a:gd name="connsiteY137" fmla="*/ 1761892 h 4475356"/>
                <a:gd name="connsiteX138" fmla="*/ 1137424 w 4088780"/>
                <a:gd name="connsiteY138" fmla="*/ 1732156 h 4475356"/>
                <a:gd name="connsiteX139" fmla="*/ 1129990 w 4088780"/>
                <a:gd name="connsiteY139" fmla="*/ 1025912 h 4475356"/>
                <a:gd name="connsiteX140" fmla="*/ 1122556 w 4088780"/>
                <a:gd name="connsiteY140" fmla="*/ 981307 h 4475356"/>
                <a:gd name="connsiteX141" fmla="*/ 1115122 w 4088780"/>
                <a:gd name="connsiteY141" fmla="*/ 869795 h 4475356"/>
                <a:gd name="connsiteX142" fmla="*/ 1115122 w 4088780"/>
                <a:gd name="connsiteY142" fmla="*/ 617034 h 4475356"/>
                <a:gd name="connsiteX143" fmla="*/ 1100253 w 4088780"/>
                <a:gd name="connsiteY143" fmla="*/ 557561 h 4475356"/>
                <a:gd name="connsiteX144" fmla="*/ 1092819 w 4088780"/>
                <a:gd name="connsiteY144" fmla="*/ 527824 h 4475356"/>
                <a:gd name="connsiteX145" fmla="*/ 1077951 w 4088780"/>
                <a:gd name="connsiteY145" fmla="*/ 475785 h 4475356"/>
                <a:gd name="connsiteX146" fmla="*/ 1100253 w 4088780"/>
                <a:gd name="connsiteY146" fmla="*/ 423746 h 4475356"/>
                <a:gd name="connsiteX147" fmla="*/ 1129990 w 4088780"/>
                <a:gd name="connsiteY147" fmla="*/ 431180 h 4475356"/>
                <a:gd name="connsiteX148" fmla="*/ 1137424 w 4088780"/>
                <a:gd name="connsiteY148" fmla="*/ 460917 h 4475356"/>
                <a:gd name="connsiteX149" fmla="*/ 1144858 w 4088780"/>
                <a:gd name="connsiteY149" fmla="*/ 483219 h 4475356"/>
                <a:gd name="connsiteX150" fmla="*/ 1152292 w 4088780"/>
                <a:gd name="connsiteY150" fmla="*/ 542692 h 4475356"/>
                <a:gd name="connsiteX151" fmla="*/ 1167161 w 4088780"/>
                <a:gd name="connsiteY151" fmla="*/ 862361 h 4475356"/>
                <a:gd name="connsiteX152" fmla="*/ 1182029 w 4088780"/>
                <a:gd name="connsiteY152" fmla="*/ 944136 h 4475356"/>
                <a:gd name="connsiteX153" fmla="*/ 1189463 w 4088780"/>
                <a:gd name="connsiteY153" fmla="*/ 1025912 h 4475356"/>
                <a:gd name="connsiteX154" fmla="*/ 1204331 w 4088780"/>
                <a:gd name="connsiteY154" fmla="*/ 1070517 h 4475356"/>
                <a:gd name="connsiteX155" fmla="*/ 1226634 w 4088780"/>
                <a:gd name="connsiteY155" fmla="*/ 1167161 h 4475356"/>
                <a:gd name="connsiteX156" fmla="*/ 1256370 w 4088780"/>
                <a:gd name="connsiteY156" fmla="*/ 1241502 h 4475356"/>
                <a:gd name="connsiteX157" fmla="*/ 1278673 w 4088780"/>
                <a:gd name="connsiteY157" fmla="*/ 1293541 h 4475356"/>
                <a:gd name="connsiteX158" fmla="*/ 1300975 w 4088780"/>
                <a:gd name="connsiteY158" fmla="*/ 1241502 h 4475356"/>
                <a:gd name="connsiteX159" fmla="*/ 1330712 w 4088780"/>
                <a:gd name="connsiteY159" fmla="*/ 1085385 h 4475356"/>
                <a:gd name="connsiteX160" fmla="*/ 1338146 w 4088780"/>
                <a:gd name="connsiteY160" fmla="*/ 988741 h 4475356"/>
                <a:gd name="connsiteX161" fmla="*/ 1323278 w 4088780"/>
                <a:gd name="connsiteY161" fmla="*/ 728546 h 4475356"/>
                <a:gd name="connsiteX162" fmla="*/ 1330712 w 4088780"/>
                <a:gd name="connsiteY162" fmla="*/ 468351 h 4475356"/>
                <a:gd name="connsiteX163" fmla="*/ 1353014 w 4088780"/>
                <a:gd name="connsiteY163" fmla="*/ 386575 h 4475356"/>
                <a:gd name="connsiteX164" fmla="*/ 1360449 w 4088780"/>
                <a:gd name="connsiteY164" fmla="*/ 356839 h 4475356"/>
                <a:gd name="connsiteX165" fmla="*/ 1390185 w 4088780"/>
                <a:gd name="connsiteY165" fmla="*/ 312234 h 4475356"/>
                <a:gd name="connsiteX166" fmla="*/ 1405053 w 4088780"/>
                <a:gd name="connsiteY166" fmla="*/ 289931 h 4475356"/>
                <a:gd name="connsiteX167" fmla="*/ 1412488 w 4088780"/>
                <a:gd name="connsiteY167" fmla="*/ 267629 h 4475356"/>
                <a:gd name="connsiteX168" fmla="*/ 1427356 w 4088780"/>
                <a:gd name="connsiteY168" fmla="*/ 520390 h 4475356"/>
                <a:gd name="connsiteX169" fmla="*/ 1434790 w 4088780"/>
                <a:gd name="connsiteY169" fmla="*/ 1234068 h 4475356"/>
                <a:gd name="connsiteX170" fmla="*/ 1449658 w 4088780"/>
                <a:gd name="connsiteY170" fmla="*/ 1308410 h 4475356"/>
                <a:gd name="connsiteX171" fmla="*/ 1457092 w 4088780"/>
                <a:gd name="connsiteY171" fmla="*/ 1345580 h 4475356"/>
                <a:gd name="connsiteX172" fmla="*/ 1464527 w 4088780"/>
                <a:gd name="connsiteY172" fmla="*/ 1397619 h 4475356"/>
                <a:gd name="connsiteX173" fmla="*/ 1479395 w 4088780"/>
                <a:gd name="connsiteY173" fmla="*/ 1442224 h 4475356"/>
                <a:gd name="connsiteX174" fmla="*/ 1494263 w 4088780"/>
                <a:gd name="connsiteY174" fmla="*/ 1390185 h 4475356"/>
                <a:gd name="connsiteX175" fmla="*/ 1524000 w 4088780"/>
                <a:gd name="connsiteY175" fmla="*/ 1204331 h 4475356"/>
                <a:gd name="connsiteX176" fmla="*/ 1524000 w 4088780"/>
                <a:gd name="connsiteY176" fmla="*/ 669073 h 4475356"/>
                <a:gd name="connsiteX177" fmla="*/ 1538868 w 4088780"/>
                <a:gd name="connsiteY177" fmla="*/ 505522 h 4475356"/>
                <a:gd name="connsiteX178" fmla="*/ 1553736 w 4088780"/>
                <a:gd name="connsiteY178" fmla="*/ 401444 h 4475356"/>
                <a:gd name="connsiteX179" fmla="*/ 1583473 w 4088780"/>
                <a:gd name="connsiteY179" fmla="*/ 505522 h 4475356"/>
                <a:gd name="connsiteX180" fmla="*/ 1590907 w 4088780"/>
                <a:gd name="connsiteY180" fmla="*/ 550127 h 4475356"/>
                <a:gd name="connsiteX181" fmla="*/ 1613209 w 4088780"/>
                <a:gd name="connsiteY181" fmla="*/ 631902 h 4475356"/>
                <a:gd name="connsiteX182" fmla="*/ 1598341 w 4088780"/>
                <a:gd name="connsiteY182" fmla="*/ 542692 h 4475356"/>
                <a:gd name="connsiteX183" fmla="*/ 1590907 w 4088780"/>
                <a:gd name="connsiteY183" fmla="*/ 498088 h 4475356"/>
                <a:gd name="connsiteX184" fmla="*/ 1598341 w 4088780"/>
                <a:gd name="connsiteY184" fmla="*/ 230458 h 4475356"/>
                <a:gd name="connsiteX185" fmla="*/ 1605775 w 4088780"/>
                <a:gd name="connsiteY185" fmla="*/ 163551 h 4475356"/>
                <a:gd name="connsiteX186" fmla="*/ 1620644 w 4088780"/>
                <a:gd name="connsiteY186" fmla="*/ 81775 h 4475356"/>
                <a:gd name="connsiteX187" fmla="*/ 1628078 w 4088780"/>
                <a:gd name="connsiteY187" fmla="*/ 52039 h 4475356"/>
                <a:gd name="connsiteX188" fmla="*/ 1657814 w 4088780"/>
                <a:gd name="connsiteY188" fmla="*/ 104078 h 4475356"/>
                <a:gd name="connsiteX189" fmla="*/ 1665249 w 4088780"/>
                <a:gd name="connsiteY189" fmla="*/ 141249 h 4475356"/>
                <a:gd name="connsiteX190" fmla="*/ 1680117 w 4088780"/>
                <a:gd name="connsiteY190" fmla="*/ 178419 h 4475356"/>
                <a:gd name="connsiteX191" fmla="*/ 1694985 w 4088780"/>
                <a:gd name="connsiteY191" fmla="*/ 223024 h 4475356"/>
                <a:gd name="connsiteX192" fmla="*/ 1709853 w 4088780"/>
                <a:gd name="connsiteY192" fmla="*/ 282497 h 4475356"/>
                <a:gd name="connsiteX193" fmla="*/ 1747024 w 4088780"/>
                <a:gd name="connsiteY193" fmla="*/ 431180 h 4475356"/>
                <a:gd name="connsiteX194" fmla="*/ 1754458 w 4088780"/>
                <a:gd name="connsiteY194" fmla="*/ 921834 h 4475356"/>
                <a:gd name="connsiteX195" fmla="*/ 1761892 w 4088780"/>
                <a:gd name="connsiteY195" fmla="*/ 981307 h 4475356"/>
                <a:gd name="connsiteX196" fmla="*/ 1769327 w 4088780"/>
                <a:gd name="connsiteY196" fmla="*/ 676507 h 4475356"/>
                <a:gd name="connsiteX197" fmla="*/ 1776761 w 4088780"/>
                <a:gd name="connsiteY197" fmla="*/ 550127 h 4475356"/>
                <a:gd name="connsiteX198" fmla="*/ 1784195 w 4088780"/>
                <a:gd name="connsiteY198" fmla="*/ 490653 h 4475356"/>
                <a:gd name="connsiteX199" fmla="*/ 1799063 w 4088780"/>
                <a:gd name="connsiteY199" fmla="*/ 394010 h 4475356"/>
                <a:gd name="connsiteX200" fmla="*/ 1791629 w 4088780"/>
                <a:gd name="connsiteY200" fmla="*/ 252761 h 4475356"/>
                <a:gd name="connsiteX201" fmla="*/ 1806497 w 4088780"/>
                <a:gd name="connsiteY201" fmla="*/ 0 h 4475356"/>
                <a:gd name="connsiteX202" fmla="*/ 1828800 w 4088780"/>
                <a:gd name="connsiteY202" fmla="*/ 81775 h 4475356"/>
                <a:gd name="connsiteX203" fmla="*/ 1843668 w 4088780"/>
                <a:gd name="connsiteY203" fmla="*/ 126380 h 4475356"/>
                <a:gd name="connsiteX204" fmla="*/ 1858536 w 4088780"/>
                <a:gd name="connsiteY204" fmla="*/ 215590 h 4475356"/>
                <a:gd name="connsiteX205" fmla="*/ 1873405 w 4088780"/>
                <a:gd name="connsiteY205" fmla="*/ 304800 h 4475356"/>
                <a:gd name="connsiteX206" fmla="*/ 1880839 w 4088780"/>
                <a:gd name="connsiteY206" fmla="*/ 349405 h 4475356"/>
                <a:gd name="connsiteX207" fmla="*/ 1903141 w 4088780"/>
                <a:gd name="connsiteY207" fmla="*/ 505522 h 4475356"/>
                <a:gd name="connsiteX208" fmla="*/ 1910575 w 4088780"/>
                <a:gd name="connsiteY208" fmla="*/ 557561 h 4475356"/>
                <a:gd name="connsiteX209" fmla="*/ 1903141 w 4088780"/>
                <a:gd name="connsiteY209" fmla="*/ 966439 h 4475356"/>
                <a:gd name="connsiteX210" fmla="*/ 1910575 w 4088780"/>
                <a:gd name="connsiteY210" fmla="*/ 327102 h 4475356"/>
                <a:gd name="connsiteX211" fmla="*/ 1932878 w 4088780"/>
                <a:gd name="connsiteY211" fmla="*/ 185853 h 4475356"/>
                <a:gd name="connsiteX212" fmla="*/ 1940312 w 4088780"/>
                <a:gd name="connsiteY212" fmla="*/ 133814 h 4475356"/>
                <a:gd name="connsiteX213" fmla="*/ 1955180 w 4088780"/>
                <a:gd name="connsiteY213" fmla="*/ 37170 h 4475356"/>
                <a:gd name="connsiteX214" fmla="*/ 1977483 w 4088780"/>
                <a:gd name="connsiteY214" fmla="*/ 59473 h 4475356"/>
                <a:gd name="connsiteX215" fmla="*/ 1984917 w 4088780"/>
                <a:gd name="connsiteY215" fmla="*/ 81775 h 4475356"/>
                <a:gd name="connsiteX216" fmla="*/ 1999785 w 4088780"/>
                <a:gd name="connsiteY216" fmla="*/ 104078 h 4475356"/>
                <a:gd name="connsiteX217" fmla="*/ 2014653 w 4088780"/>
                <a:gd name="connsiteY217" fmla="*/ 141249 h 4475356"/>
                <a:gd name="connsiteX218" fmla="*/ 2029522 w 4088780"/>
                <a:gd name="connsiteY218" fmla="*/ 170985 h 4475356"/>
                <a:gd name="connsiteX219" fmla="*/ 2036956 w 4088780"/>
                <a:gd name="connsiteY219" fmla="*/ 252761 h 4475356"/>
                <a:gd name="connsiteX220" fmla="*/ 2044390 w 4088780"/>
                <a:gd name="connsiteY220" fmla="*/ 304800 h 4475356"/>
                <a:gd name="connsiteX221" fmla="*/ 2051824 w 4088780"/>
                <a:gd name="connsiteY221" fmla="*/ 661639 h 4475356"/>
                <a:gd name="connsiteX222" fmla="*/ 2066692 w 4088780"/>
                <a:gd name="connsiteY222" fmla="*/ 765717 h 4475356"/>
                <a:gd name="connsiteX223" fmla="*/ 2081561 w 4088780"/>
                <a:gd name="connsiteY223" fmla="*/ 825190 h 4475356"/>
                <a:gd name="connsiteX224" fmla="*/ 2088995 w 4088780"/>
                <a:gd name="connsiteY224" fmla="*/ 713678 h 4475356"/>
                <a:gd name="connsiteX225" fmla="*/ 2103863 w 4088780"/>
                <a:gd name="connsiteY225" fmla="*/ 602166 h 4475356"/>
                <a:gd name="connsiteX226" fmla="*/ 2111297 w 4088780"/>
                <a:gd name="connsiteY226" fmla="*/ 557561 h 4475356"/>
                <a:gd name="connsiteX227" fmla="*/ 2126166 w 4088780"/>
                <a:gd name="connsiteY227" fmla="*/ 460917 h 4475356"/>
                <a:gd name="connsiteX228" fmla="*/ 2133600 w 4088780"/>
                <a:gd name="connsiteY228" fmla="*/ 438614 h 4475356"/>
                <a:gd name="connsiteX229" fmla="*/ 2170770 w 4088780"/>
                <a:gd name="connsiteY229" fmla="*/ 490653 h 4475356"/>
                <a:gd name="connsiteX230" fmla="*/ 2185639 w 4088780"/>
                <a:gd name="connsiteY230" fmla="*/ 542692 h 4475356"/>
                <a:gd name="connsiteX231" fmla="*/ 2193073 w 4088780"/>
                <a:gd name="connsiteY231" fmla="*/ 728546 h 4475356"/>
                <a:gd name="connsiteX232" fmla="*/ 2200507 w 4088780"/>
                <a:gd name="connsiteY232" fmla="*/ 698810 h 4475356"/>
                <a:gd name="connsiteX233" fmla="*/ 2215375 w 4088780"/>
                <a:gd name="connsiteY233" fmla="*/ 661639 h 4475356"/>
                <a:gd name="connsiteX234" fmla="*/ 2222809 w 4088780"/>
                <a:gd name="connsiteY234" fmla="*/ 639336 h 4475356"/>
                <a:gd name="connsiteX235" fmla="*/ 2252546 w 4088780"/>
                <a:gd name="connsiteY235" fmla="*/ 594731 h 4475356"/>
                <a:gd name="connsiteX236" fmla="*/ 2259980 w 4088780"/>
                <a:gd name="connsiteY236" fmla="*/ 572429 h 4475356"/>
                <a:gd name="connsiteX237" fmla="*/ 2289717 w 4088780"/>
                <a:gd name="connsiteY237" fmla="*/ 535258 h 4475356"/>
                <a:gd name="connsiteX238" fmla="*/ 2297151 w 4088780"/>
                <a:gd name="connsiteY238" fmla="*/ 564995 h 4475356"/>
                <a:gd name="connsiteX239" fmla="*/ 2326888 w 4088780"/>
                <a:gd name="connsiteY239" fmla="*/ 639336 h 4475356"/>
                <a:gd name="connsiteX240" fmla="*/ 2341756 w 4088780"/>
                <a:gd name="connsiteY240" fmla="*/ 698810 h 4475356"/>
                <a:gd name="connsiteX241" fmla="*/ 2356624 w 4088780"/>
                <a:gd name="connsiteY241" fmla="*/ 765717 h 4475356"/>
                <a:gd name="connsiteX242" fmla="*/ 2364058 w 4088780"/>
                <a:gd name="connsiteY242" fmla="*/ 713678 h 4475356"/>
                <a:gd name="connsiteX243" fmla="*/ 2378927 w 4088780"/>
                <a:gd name="connsiteY243" fmla="*/ 669073 h 4475356"/>
                <a:gd name="connsiteX244" fmla="*/ 2408663 w 4088780"/>
                <a:gd name="connsiteY244" fmla="*/ 557561 h 4475356"/>
                <a:gd name="connsiteX245" fmla="*/ 2423531 w 4088780"/>
                <a:gd name="connsiteY245" fmla="*/ 512956 h 4475356"/>
                <a:gd name="connsiteX246" fmla="*/ 2430966 w 4088780"/>
                <a:gd name="connsiteY246" fmla="*/ 475785 h 4475356"/>
                <a:gd name="connsiteX247" fmla="*/ 2438400 w 4088780"/>
                <a:gd name="connsiteY247" fmla="*/ 446049 h 4475356"/>
                <a:gd name="connsiteX248" fmla="*/ 2460702 w 4088780"/>
                <a:gd name="connsiteY248" fmla="*/ 453483 h 4475356"/>
                <a:gd name="connsiteX249" fmla="*/ 2468136 w 4088780"/>
                <a:gd name="connsiteY249" fmla="*/ 475785 h 4475356"/>
                <a:gd name="connsiteX250" fmla="*/ 2483005 w 4088780"/>
                <a:gd name="connsiteY250" fmla="*/ 505522 h 4475356"/>
                <a:gd name="connsiteX251" fmla="*/ 2512741 w 4088780"/>
                <a:gd name="connsiteY251" fmla="*/ 587297 h 4475356"/>
                <a:gd name="connsiteX252" fmla="*/ 2527609 w 4088780"/>
                <a:gd name="connsiteY252" fmla="*/ 624468 h 4475356"/>
                <a:gd name="connsiteX253" fmla="*/ 2535044 w 4088780"/>
                <a:gd name="connsiteY253" fmla="*/ 661639 h 4475356"/>
                <a:gd name="connsiteX254" fmla="*/ 2542478 w 4088780"/>
                <a:gd name="connsiteY254" fmla="*/ 691375 h 4475356"/>
                <a:gd name="connsiteX255" fmla="*/ 2557346 w 4088780"/>
                <a:gd name="connsiteY255" fmla="*/ 758283 h 4475356"/>
                <a:gd name="connsiteX256" fmla="*/ 2579649 w 4088780"/>
                <a:gd name="connsiteY256" fmla="*/ 773151 h 4475356"/>
                <a:gd name="connsiteX257" fmla="*/ 2639122 w 4088780"/>
                <a:gd name="connsiteY257" fmla="*/ 795453 h 4475356"/>
                <a:gd name="connsiteX258" fmla="*/ 2676292 w 4088780"/>
                <a:gd name="connsiteY258" fmla="*/ 810322 h 4475356"/>
                <a:gd name="connsiteX259" fmla="*/ 2683727 w 4088780"/>
                <a:gd name="connsiteY259" fmla="*/ 788019 h 4475356"/>
                <a:gd name="connsiteX260" fmla="*/ 2661424 w 4088780"/>
                <a:gd name="connsiteY260" fmla="*/ 765717 h 4475356"/>
                <a:gd name="connsiteX261" fmla="*/ 2646556 w 4088780"/>
                <a:gd name="connsiteY261" fmla="*/ 735980 h 4475356"/>
                <a:gd name="connsiteX262" fmla="*/ 2653990 w 4088780"/>
                <a:gd name="connsiteY262" fmla="*/ 535258 h 4475356"/>
                <a:gd name="connsiteX263" fmla="*/ 2661424 w 4088780"/>
                <a:gd name="connsiteY263" fmla="*/ 475785 h 4475356"/>
                <a:gd name="connsiteX264" fmla="*/ 2668858 w 4088780"/>
                <a:gd name="connsiteY264" fmla="*/ 498088 h 4475356"/>
                <a:gd name="connsiteX265" fmla="*/ 2683727 w 4088780"/>
                <a:gd name="connsiteY265" fmla="*/ 579863 h 4475356"/>
                <a:gd name="connsiteX266" fmla="*/ 2661424 w 4088780"/>
                <a:gd name="connsiteY266" fmla="*/ 869795 h 4475356"/>
                <a:gd name="connsiteX267" fmla="*/ 2653990 w 4088780"/>
                <a:gd name="connsiteY267" fmla="*/ 929268 h 4475356"/>
                <a:gd name="connsiteX268" fmla="*/ 2639122 w 4088780"/>
                <a:gd name="connsiteY268" fmla="*/ 981307 h 4475356"/>
                <a:gd name="connsiteX269" fmla="*/ 2624253 w 4088780"/>
                <a:gd name="connsiteY269" fmla="*/ 1122556 h 4475356"/>
                <a:gd name="connsiteX270" fmla="*/ 2639122 w 4088780"/>
                <a:gd name="connsiteY270" fmla="*/ 1263805 h 4475356"/>
                <a:gd name="connsiteX271" fmla="*/ 2646556 w 4088780"/>
                <a:gd name="connsiteY271" fmla="*/ 1293541 h 4475356"/>
                <a:gd name="connsiteX272" fmla="*/ 2624253 w 4088780"/>
                <a:gd name="connsiteY272" fmla="*/ 1434790 h 4475356"/>
                <a:gd name="connsiteX273" fmla="*/ 2601951 w 4088780"/>
                <a:gd name="connsiteY273" fmla="*/ 1442224 h 4475356"/>
                <a:gd name="connsiteX274" fmla="*/ 2609385 w 4088780"/>
                <a:gd name="connsiteY274" fmla="*/ 1687551 h 4475356"/>
                <a:gd name="connsiteX275" fmla="*/ 2661424 w 4088780"/>
                <a:gd name="connsiteY275" fmla="*/ 1576039 h 4475356"/>
                <a:gd name="connsiteX276" fmla="*/ 2683727 w 4088780"/>
                <a:gd name="connsiteY276" fmla="*/ 1516566 h 4475356"/>
                <a:gd name="connsiteX277" fmla="*/ 2698595 w 4088780"/>
                <a:gd name="connsiteY277" fmla="*/ 1449658 h 4475356"/>
                <a:gd name="connsiteX278" fmla="*/ 2713463 w 4088780"/>
                <a:gd name="connsiteY278" fmla="*/ 1405053 h 4475356"/>
                <a:gd name="connsiteX279" fmla="*/ 2720897 w 4088780"/>
                <a:gd name="connsiteY279" fmla="*/ 1375317 h 4475356"/>
                <a:gd name="connsiteX280" fmla="*/ 2735766 w 4088780"/>
                <a:gd name="connsiteY280" fmla="*/ 1330712 h 4475356"/>
                <a:gd name="connsiteX281" fmla="*/ 2743200 w 4088780"/>
                <a:gd name="connsiteY281" fmla="*/ 1286107 h 4475356"/>
                <a:gd name="connsiteX282" fmla="*/ 2728331 w 4088780"/>
                <a:gd name="connsiteY282" fmla="*/ 1018478 h 4475356"/>
                <a:gd name="connsiteX283" fmla="*/ 2720897 w 4088780"/>
                <a:gd name="connsiteY283" fmla="*/ 944136 h 4475356"/>
                <a:gd name="connsiteX284" fmla="*/ 2713463 w 4088780"/>
                <a:gd name="connsiteY284" fmla="*/ 914400 h 4475356"/>
                <a:gd name="connsiteX285" fmla="*/ 2698595 w 4088780"/>
                <a:gd name="connsiteY285" fmla="*/ 802888 h 4475356"/>
                <a:gd name="connsiteX286" fmla="*/ 2713463 w 4088780"/>
                <a:gd name="connsiteY286" fmla="*/ 564995 h 4475356"/>
                <a:gd name="connsiteX287" fmla="*/ 2735766 w 4088780"/>
                <a:gd name="connsiteY287" fmla="*/ 468351 h 4475356"/>
                <a:gd name="connsiteX288" fmla="*/ 2817541 w 4088780"/>
                <a:gd name="connsiteY288" fmla="*/ 602166 h 4475356"/>
                <a:gd name="connsiteX289" fmla="*/ 2869580 w 4088780"/>
                <a:gd name="connsiteY289" fmla="*/ 706244 h 4475356"/>
                <a:gd name="connsiteX290" fmla="*/ 2929053 w 4088780"/>
                <a:gd name="connsiteY290" fmla="*/ 817756 h 4475356"/>
                <a:gd name="connsiteX291" fmla="*/ 2988527 w 4088780"/>
                <a:gd name="connsiteY291" fmla="*/ 944136 h 4475356"/>
                <a:gd name="connsiteX292" fmla="*/ 3092605 w 4088780"/>
                <a:gd name="connsiteY292" fmla="*/ 1152292 h 4475356"/>
                <a:gd name="connsiteX293" fmla="*/ 3122341 w 4088780"/>
                <a:gd name="connsiteY293" fmla="*/ 1241502 h 4475356"/>
                <a:gd name="connsiteX294" fmla="*/ 3152078 w 4088780"/>
                <a:gd name="connsiteY294" fmla="*/ 1353014 h 4475356"/>
                <a:gd name="connsiteX295" fmla="*/ 3159512 w 4088780"/>
                <a:gd name="connsiteY295" fmla="*/ 1382751 h 4475356"/>
                <a:gd name="connsiteX296" fmla="*/ 3166946 w 4088780"/>
                <a:gd name="connsiteY296" fmla="*/ 1434790 h 4475356"/>
                <a:gd name="connsiteX297" fmla="*/ 3159512 w 4088780"/>
                <a:gd name="connsiteY297" fmla="*/ 1709853 h 4475356"/>
                <a:gd name="connsiteX298" fmla="*/ 3144644 w 4088780"/>
                <a:gd name="connsiteY298" fmla="*/ 1791629 h 4475356"/>
                <a:gd name="connsiteX299" fmla="*/ 3137209 w 4088780"/>
                <a:gd name="connsiteY299" fmla="*/ 1865970 h 4475356"/>
                <a:gd name="connsiteX300" fmla="*/ 3129775 w 4088780"/>
                <a:gd name="connsiteY300" fmla="*/ 1895707 h 4475356"/>
                <a:gd name="connsiteX301" fmla="*/ 3122341 w 4088780"/>
                <a:gd name="connsiteY301" fmla="*/ 1932878 h 4475356"/>
                <a:gd name="connsiteX302" fmla="*/ 3114907 w 4088780"/>
                <a:gd name="connsiteY302" fmla="*/ 1955180 h 4475356"/>
                <a:gd name="connsiteX303" fmla="*/ 3107473 w 4088780"/>
                <a:gd name="connsiteY303" fmla="*/ 1992351 h 4475356"/>
                <a:gd name="connsiteX304" fmla="*/ 3092605 w 4088780"/>
                <a:gd name="connsiteY304" fmla="*/ 2036956 h 4475356"/>
                <a:gd name="connsiteX305" fmla="*/ 3077736 w 4088780"/>
                <a:gd name="connsiteY305" fmla="*/ 2103863 h 4475356"/>
                <a:gd name="connsiteX306" fmla="*/ 3062868 w 4088780"/>
                <a:gd name="connsiteY306" fmla="*/ 2148468 h 4475356"/>
                <a:gd name="connsiteX307" fmla="*/ 3055434 w 4088780"/>
                <a:gd name="connsiteY307" fmla="*/ 2170770 h 4475356"/>
                <a:gd name="connsiteX308" fmla="*/ 3048000 w 4088780"/>
                <a:gd name="connsiteY308" fmla="*/ 2207941 h 4475356"/>
                <a:gd name="connsiteX309" fmla="*/ 3062868 w 4088780"/>
                <a:gd name="connsiteY309" fmla="*/ 2259980 h 4475356"/>
                <a:gd name="connsiteX310" fmla="*/ 3085170 w 4088780"/>
                <a:gd name="connsiteY310" fmla="*/ 2222810 h 4475356"/>
                <a:gd name="connsiteX311" fmla="*/ 3122341 w 4088780"/>
                <a:gd name="connsiteY311" fmla="*/ 2141034 h 4475356"/>
                <a:gd name="connsiteX312" fmla="*/ 3189249 w 4088780"/>
                <a:gd name="connsiteY312" fmla="*/ 2036956 h 4475356"/>
                <a:gd name="connsiteX313" fmla="*/ 3315629 w 4088780"/>
                <a:gd name="connsiteY313" fmla="*/ 1813931 h 4475356"/>
                <a:gd name="connsiteX314" fmla="*/ 3375102 w 4088780"/>
                <a:gd name="connsiteY314" fmla="*/ 1687551 h 4475356"/>
                <a:gd name="connsiteX315" fmla="*/ 3389970 w 4088780"/>
                <a:gd name="connsiteY315" fmla="*/ 1657814 h 4475356"/>
                <a:gd name="connsiteX316" fmla="*/ 3404839 w 4088780"/>
                <a:gd name="connsiteY316" fmla="*/ 1613210 h 4475356"/>
                <a:gd name="connsiteX317" fmla="*/ 3412273 w 4088780"/>
                <a:gd name="connsiteY317" fmla="*/ 1531434 h 4475356"/>
                <a:gd name="connsiteX318" fmla="*/ 3419707 w 4088780"/>
                <a:gd name="connsiteY318" fmla="*/ 1486829 h 4475356"/>
                <a:gd name="connsiteX319" fmla="*/ 3434575 w 4088780"/>
                <a:gd name="connsiteY319" fmla="*/ 1553736 h 4475356"/>
                <a:gd name="connsiteX320" fmla="*/ 3464312 w 4088780"/>
                <a:gd name="connsiteY320" fmla="*/ 1650380 h 4475356"/>
                <a:gd name="connsiteX321" fmla="*/ 3501483 w 4088780"/>
                <a:gd name="connsiteY321" fmla="*/ 1828800 h 4475356"/>
                <a:gd name="connsiteX322" fmla="*/ 3523785 w 4088780"/>
                <a:gd name="connsiteY322" fmla="*/ 1940312 h 4475356"/>
                <a:gd name="connsiteX323" fmla="*/ 3516351 w 4088780"/>
                <a:gd name="connsiteY323" fmla="*/ 2081561 h 4475356"/>
                <a:gd name="connsiteX324" fmla="*/ 3486614 w 4088780"/>
                <a:gd name="connsiteY324" fmla="*/ 2088995 h 4475356"/>
                <a:gd name="connsiteX325" fmla="*/ 3404839 w 4088780"/>
                <a:gd name="connsiteY325" fmla="*/ 2155902 h 4475356"/>
                <a:gd name="connsiteX326" fmla="*/ 3389970 w 4088780"/>
                <a:gd name="connsiteY326" fmla="*/ 2185639 h 4475356"/>
                <a:gd name="connsiteX327" fmla="*/ 3352800 w 4088780"/>
                <a:gd name="connsiteY327" fmla="*/ 2252546 h 4475356"/>
                <a:gd name="connsiteX328" fmla="*/ 3330497 w 4088780"/>
                <a:gd name="connsiteY328" fmla="*/ 2393795 h 4475356"/>
                <a:gd name="connsiteX329" fmla="*/ 3323063 w 4088780"/>
                <a:gd name="connsiteY329" fmla="*/ 2542478 h 4475356"/>
                <a:gd name="connsiteX330" fmla="*/ 3300761 w 4088780"/>
                <a:gd name="connsiteY330" fmla="*/ 2549912 h 4475356"/>
                <a:gd name="connsiteX331" fmla="*/ 3293327 w 4088780"/>
                <a:gd name="connsiteY331" fmla="*/ 2765502 h 4475356"/>
                <a:gd name="connsiteX332" fmla="*/ 3271024 w 4088780"/>
                <a:gd name="connsiteY332" fmla="*/ 2958790 h 4475356"/>
                <a:gd name="connsiteX333" fmla="*/ 3263590 w 4088780"/>
                <a:gd name="connsiteY333" fmla="*/ 3003395 h 4475356"/>
                <a:gd name="connsiteX334" fmla="*/ 3256156 w 4088780"/>
                <a:gd name="connsiteY334" fmla="*/ 3070302 h 4475356"/>
                <a:gd name="connsiteX335" fmla="*/ 3248722 w 4088780"/>
                <a:gd name="connsiteY335" fmla="*/ 3129775 h 4475356"/>
                <a:gd name="connsiteX336" fmla="*/ 3241288 w 4088780"/>
                <a:gd name="connsiteY336" fmla="*/ 3181814 h 4475356"/>
                <a:gd name="connsiteX337" fmla="*/ 3233853 w 4088780"/>
                <a:gd name="connsiteY337" fmla="*/ 3226419 h 4475356"/>
                <a:gd name="connsiteX338" fmla="*/ 3263590 w 4088780"/>
                <a:gd name="connsiteY338" fmla="*/ 3174380 h 4475356"/>
                <a:gd name="connsiteX339" fmla="*/ 3300761 w 4088780"/>
                <a:gd name="connsiteY339" fmla="*/ 3100039 h 4475356"/>
                <a:gd name="connsiteX340" fmla="*/ 3427141 w 4088780"/>
                <a:gd name="connsiteY340" fmla="*/ 2899317 h 4475356"/>
                <a:gd name="connsiteX341" fmla="*/ 3486614 w 4088780"/>
                <a:gd name="connsiteY341" fmla="*/ 2810107 h 4475356"/>
                <a:gd name="connsiteX342" fmla="*/ 3546088 w 4088780"/>
                <a:gd name="connsiteY342" fmla="*/ 2668858 h 4475356"/>
                <a:gd name="connsiteX343" fmla="*/ 3553522 w 4088780"/>
                <a:gd name="connsiteY343" fmla="*/ 2639122 h 4475356"/>
                <a:gd name="connsiteX344" fmla="*/ 3560956 w 4088780"/>
                <a:gd name="connsiteY344" fmla="*/ 2438400 h 4475356"/>
                <a:gd name="connsiteX345" fmla="*/ 3575824 w 4088780"/>
                <a:gd name="connsiteY345" fmla="*/ 2401229 h 4475356"/>
                <a:gd name="connsiteX346" fmla="*/ 3598127 w 4088780"/>
                <a:gd name="connsiteY346" fmla="*/ 2304585 h 4475356"/>
                <a:gd name="connsiteX347" fmla="*/ 3620429 w 4088780"/>
                <a:gd name="connsiteY347" fmla="*/ 2267414 h 4475356"/>
                <a:gd name="connsiteX348" fmla="*/ 3635297 w 4088780"/>
                <a:gd name="connsiteY348" fmla="*/ 2230244 h 4475356"/>
                <a:gd name="connsiteX349" fmla="*/ 3665034 w 4088780"/>
                <a:gd name="connsiteY349" fmla="*/ 2185639 h 4475356"/>
                <a:gd name="connsiteX350" fmla="*/ 3687336 w 4088780"/>
                <a:gd name="connsiteY350" fmla="*/ 2141034 h 4475356"/>
                <a:gd name="connsiteX351" fmla="*/ 3717073 w 4088780"/>
                <a:gd name="connsiteY351" fmla="*/ 2111297 h 4475356"/>
                <a:gd name="connsiteX352" fmla="*/ 3754244 w 4088780"/>
                <a:gd name="connsiteY352" fmla="*/ 2044390 h 4475356"/>
                <a:gd name="connsiteX353" fmla="*/ 3776546 w 4088780"/>
                <a:gd name="connsiteY353" fmla="*/ 2022088 h 4475356"/>
                <a:gd name="connsiteX354" fmla="*/ 3798849 w 4088780"/>
                <a:gd name="connsiteY354" fmla="*/ 1970049 h 4475356"/>
                <a:gd name="connsiteX355" fmla="*/ 3813717 w 4088780"/>
                <a:gd name="connsiteY355" fmla="*/ 1925444 h 4475356"/>
                <a:gd name="connsiteX356" fmla="*/ 3821151 w 4088780"/>
                <a:gd name="connsiteY356" fmla="*/ 1903141 h 4475356"/>
                <a:gd name="connsiteX357" fmla="*/ 3843453 w 4088780"/>
                <a:gd name="connsiteY357" fmla="*/ 1880839 h 4475356"/>
                <a:gd name="connsiteX358" fmla="*/ 3858322 w 4088780"/>
                <a:gd name="connsiteY358" fmla="*/ 1843668 h 4475356"/>
                <a:gd name="connsiteX359" fmla="*/ 3895492 w 4088780"/>
                <a:gd name="connsiteY359" fmla="*/ 1806497 h 4475356"/>
                <a:gd name="connsiteX360" fmla="*/ 3902927 w 4088780"/>
                <a:gd name="connsiteY360" fmla="*/ 1784195 h 4475356"/>
                <a:gd name="connsiteX361" fmla="*/ 3932663 w 4088780"/>
                <a:gd name="connsiteY361" fmla="*/ 1739590 h 4475356"/>
                <a:gd name="connsiteX362" fmla="*/ 3940097 w 4088780"/>
                <a:gd name="connsiteY362" fmla="*/ 1717288 h 4475356"/>
                <a:gd name="connsiteX363" fmla="*/ 3954966 w 4088780"/>
                <a:gd name="connsiteY363" fmla="*/ 1665249 h 4475356"/>
                <a:gd name="connsiteX364" fmla="*/ 3977268 w 4088780"/>
                <a:gd name="connsiteY364" fmla="*/ 1605775 h 4475356"/>
                <a:gd name="connsiteX365" fmla="*/ 3977268 w 4088780"/>
                <a:gd name="connsiteY365" fmla="*/ 1739590 h 4475356"/>
                <a:gd name="connsiteX366" fmla="*/ 3962400 w 4088780"/>
                <a:gd name="connsiteY366" fmla="*/ 1843668 h 4475356"/>
                <a:gd name="connsiteX367" fmla="*/ 3917795 w 4088780"/>
                <a:gd name="connsiteY367" fmla="*/ 1999785 h 4475356"/>
                <a:gd name="connsiteX368" fmla="*/ 3902927 w 4088780"/>
                <a:gd name="connsiteY368" fmla="*/ 2051824 h 4475356"/>
                <a:gd name="connsiteX369" fmla="*/ 3888058 w 4088780"/>
                <a:gd name="connsiteY369" fmla="*/ 2103863 h 4475356"/>
                <a:gd name="connsiteX370" fmla="*/ 3873190 w 4088780"/>
                <a:gd name="connsiteY370" fmla="*/ 2126166 h 4475356"/>
                <a:gd name="connsiteX371" fmla="*/ 3850888 w 4088780"/>
                <a:gd name="connsiteY371" fmla="*/ 2193073 h 4475356"/>
                <a:gd name="connsiteX372" fmla="*/ 3821151 w 4088780"/>
                <a:gd name="connsiteY372" fmla="*/ 2252546 h 4475356"/>
                <a:gd name="connsiteX373" fmla="*/ 3813717 w 4088780"/>
                <a:gd name="connsiteY373" fmla="*/ 2282283 h 4475356"/>
                <a:gd name="connsiteX374" fmla="*/ 3783980 w 4088780"/>
                <a:gd name="connsiteY374" fmla="*/ 2356624 h 4475356"/>
                <a:gd name="connsiteX375" fmla="*/ 3769112 w 4088780"/>
                <a:gd name="connsiteY375" fmla="*/ 2408663 h 4475356"/>
                <a:gd name="connsiteX376" fmla="*/ 3761678 w 4088780"/>
                <a:gd name="connsiteY376" fmla="*/ 2475570 h 4475356"/>
                <a:gd name="connsiteX377" fmla="*/ 3746809 w 4088780"/>
                <a:gd name="connsiteY377" fmla="*/ 2557346 h 4475356"/>
                <a:gd name="connsiteX378" fmla="*/ 3739375 w 4088780"/>
                <a:gd name="connsiteY378" fmla="*/ 2646556 h 4475356"/>
                <a:gd name="connsiteX379" fmla="*/ 3731941 w 4088780"/>
                <a:gd name="connsiteY379" fmla="*/ 2720897 h 4475356"/>
                <a:gd name="connsiteX380" fmla="*/ 3739375 w 4088780"/>
                <a:gd name="connsiteY380" fmla="*/ 2958790 h 4475356"/>
                <a:gd name="connsiteX381" fmla="*/ 3746809 w 4088780"/>
                <a:gd name="connsiteY381" fmla="*/ 3256156 h 4475356"/>
                <a:gd name="connsiteX382" fmla="*/ 3798849 w 4088780"/>
                <a:gd name="connsiteY382" fmla="*/ 3196683 h 4475356"/>
                <a:gd name="connsiteX383" fmla="*/ 3836019 w 4088780"/>
                <a:gd name="connsiteY383" fmla="*/ 3152078 h 4475356"/>
                <a:gd name="connsiteX384" fmla="*/ 3873190 w 4088780"/>
                <a:gd name="connsiteY384" fmla="*/ 3114907 h 4475356"/>
                <a:gd name="connsiteX385" fmla="*/ 3895492 w 4088780"/>
                <a:gd name="connsiteY385" fmla="*/ 3085170 h 4475356"/>
                <a:gd name="connsiteX386" fmla="*/ 3940097 w 4088780"/>
                <a:gd name="connsiteY386" fmla="*/ 3048000 h 4475356"/>
                <a:gd name="connsiteX387" fmla="*/ 3954966 w 4088780"/>
                <a:gd name="connsiteY387" fmla="*/ 3018263 h 4475356"/>
                <a:gd name="connsiteX388" fmla="*/ 3977268 w 4088780"/>
                <a:gd name="connsiteY388" fmla="*/ 2988527 h 4475356"/>
                <a:gd name="connsiteX389" fmla="*/ 3984702 w 4088780"/>
                <a:gd name="connsiteY389" fmla="*/ 2966224 h 4475356"/>
                <a:gd name="connsiteX390" fmla="*/ 3992136 w 4088780"/>
                <a:gd name="connsiteY390" fmla="*/ 2936488 h 4475356"/>
                <a:gd name="connsiteX391" fmla="*/ 3984702 w 4088780"/>
                <a:gd name="connsiteY391" fmla="*/ 3114907 h 4475356"/>
                <a:gd name="connsiteX392" fmla="*/ 3962400 w 4088780"/>
                <a:gd name="connsiteY392" fmla="*/ 3189249 h 4475356"/>
                <a:gd name="connsiteX393" fmla="*/ 3910361 w 4088780"/>
                <a:gd name="connsiteY393" fmla="*/ 3278458 h 4475356"/>
                <a:gd name="connsiteX394" fmla="*/ 3902927 w 4088780"/>
                <a:gd name="connsiteY394" fmla="*/ 3300761 h 4475356"/>
                <a:gd name="connsiteX395" fmla="*/ 3873190 w 4088780"/>
                <a:gd name="connsiteY395" fmla="*/ 3345366 h 4475356"/>
                <a:gd name="connsiteX396" fmla="*/ 3865756 w 4088780"/>
                <a:gd name="connsiteY396" fmla="*/ 3367668 h 4475356"/>
                <a:gd name="connsiteX397" fmla="*/ 3813717 w 4088780"/>
                <a:gd name="connsiteY397" fmla="*/ 3434575 h 4475356"/>
                <a:gd name="connsiteX398" fmla="*/ 3791414 w 4088780"/>
                <a:gd name="connsiteY398" fmla="*/ 3464312 h 4475356"/>
                <a:gd name="connsiteX399" fmla="*/ 3769112 w 4088780"/>
                <a:gd name="connsiteY399" fmla="*/ 3501483 h 4475356"/>
                <a:gd name="connsiteX400" fmla="*/ 3754244 w 4088780"/>
                <a:gd name="connsiteY400" fmla="*/ 3531219 h 4475356"/>
                <a:gd name="connsiteX401" fmla="*/ 3888058 w 4088780"/>
                <a:gd name="connsiteY401" fmla="*/ 3464312 h 4475356"/>
                <a:gd name="connsiteX402" fmla="*/ 4029307 w 4088780"/>
                <a:gd name="connsiteY402" fmla="*/ 3412273 h 4475356"/>
                <a:gd name="connsiteX403" fmla="*/ 4088780 w 4088780"/>
                <a:gd name="connsiteY403" fmla="*/ 3397405 h 4475356"/>
                <a:gd name="connsiteX404" fmla="*/ 4044175 w 4088780"/>
                <a:gd name="connsiteY404" fmla="*/ 3442010 h 4475356"/>
                <a:gd name="connsiteX405" fmla="*/ 3992136 w 4088780"/>
                <a:gd name="connsiteY405" fmla="*/ 3501483 h 4475356"/>
                <a:gd name="connsiteX406" fmla="*/ 3969834 w 4088780"/>
                <a:gd name="connsiteY406" fmla="*/ 3516351 h 4475356"/>
                <a:gd name="connsiteX407" fmla="*/ 3917795 w 4088780"/>
                <a:gd name="connsiteY407" fmla="*/ 3568390 h 4475356"/>
                <a:gd name="connsiteX408" fmla="*/ 3895492 w 4088780"/>
                <a:gd name="connsiteY408" fmla="*/ 3590692 h 4475356"/>
                <a:gd name="connsiteX409" fmla="*/ 3880624 w 4088780"/>
                <a:gd name="connsiteY409" fmla="*/ 3605561 h 4475356"/>
                <a:gd name="connsiteX410" fmla="*/ 3843453 w 4088780"/>
                <a:gd name="connsiteY410" fmla="*/ 3635297 h 4475356"/>
                <a:gd name="connsiteX411" fmla="*/ 3828585 w 4088780"/>
                <a:gd name="connsiteY411" fmla="*/ 3650166 h 4475356"/>
                <a:gd name="connsiteX412" fmla="*/ 3791414 w 4088780"/>
                <a:gd name="connsiteY412" fmla="*/ 3679902 h 4475356"/>
                <a:gd name="connsiteX413" fmla="*/ 3769112 w 4088780"/>
                <a:gd name="connsiteY413" fmla="*/ 3709639 h 4475356"/>
                <a:gd name="connsiteX414" fmla="*/ 3739375 w 4088780"/>
                <a:gd name="connsiteY414" fmla="*/ 3739375 h 4475356"/>
                <a:gd name="connsiteX415" fmla="*/ 3724507 w 4088780"/>
                <a:gd name="connsiteY415" fmla="*/ 3798849 h 4475356"/>
                <a:gd name="connsiteX416" fmla="*/ 3687336 w 4088780"/>
                <a:gd name="connsiteY416" fmla="*/ 3836019 h 4475356"/>
                <a:gd name="connsiteX417" fmla="*/ 3642731 w 4088780"/>
                <a:gd name="connsiteY417" fmla="*/ 3880624 h 4475356"/>
                <a:gd name="connsiteX418" fmla="*/ 3598127 w 4088780"/>
                <a:gd name="connsiteY418" fmla="*/ 3925229 h 4475356"/>
                <a:gd name="connsiteX419" fmla="*/ 3583258 w 4088780"/>
                <a:gd name="connsiteY419" fmla="*/ 3940097 h 4475356"/>
                <a:gd name="connsiteX420" fmla="*/ 3546088 w 4088780"/>
                <a:gd name="connsiteY420" fmla="*/ 3962400 h 4475356"/>
                <a:gd name="connsiteX421" fmla="*/ 3494049 w 4088780"/>
                <a:gd name="connsiteY421" fmla="*/ 3992136 h 4475356"/>
                <a:gd name="connsiteX422" fmla="*/ 3449444 w 4088780"/>
                <a:gd name="connsiteY422" fmla="*/ 4014439 h 4475356"/>
                <a:gd name="connsiteX423" fmla="*/ 3427141 w 4088780"/>
                <a:gd name="connsiteY423" fmla="*/ 4029307 h 4475356"/>
                <a:gd name="connsiteX424" fmla="*/ 3382536 w 4088780"/>
                <a:gd name="connsiteY424" fmla="*/ 4044175 h 4475356"/>
                <a:gd name="connsiteX425" fmla="*/ 3345366 w 4088780"/>
                <a:gd name="connsiteY425" fmla="*/ 4059044 h 4475356"/>
                <a:gd name="connsiteX426" fmla="*/ 3293327 w 4088780"/>
                <a:gd name="connsiteY426" fmla="*/ 4081346 h 4475356"/>
                <a:gd name="connsiteX427" fmla="*/ 3204117 w 4088780"/>
                <a:gd name="connsiteY427" fmla="*/ 4066478 h 4475356"/>
                <a:gd name="connsiteX428" fmla="*/ 3159512 w 4088780"/>
                <a:gd name="connsiteY428" fmla="*/ 4051610 h 4475356"/>
                <a:gd name="connsiteX429" fmla="*/ 3137209 w 4088780"/>
                <a:gd name="connsiteY429" fmla="*/ 4044175 h 4475356"/>
                <a:gd name="connsiteX430" fmla="*/ 3018263 w 4088780"/>
                <a:gd name="connsiteY430" fmla="*/ 4029307 h 4475356"/>
                <a:gd name="connsiteX431" fmla="*/ 2772936 w 4088780"/>
                <a:gd name="connsiteY431" fmla="*/ 4036741 h 4475356"/>
                <a:gd name="connsiteX432" fmla="*/ 2743200 w 4088780"/>
                <a:gd name="connsiteY432" fmla="*/ 4044175 h 4475356"/>
                <a:gd name="connsiteX433" fmla="*/ 2706029 w 4088780"/>
                <a:gd name="connsiteY433" fmla="*/ 4051610 h 4475356"/>
                <a:gd name="connsiteX434" fmla="*/ 2661424 w 4088780"/>
                <a:gd name="connsiteY434" fmla="*/ 4073912 h 4475356"/>
                <a:gd name="connsiteX435" fmla="*/ 2609385 w 4088780"/>
                <a:gd name="connsiteY435" fmla="*/ 4088780 h 4475356"/>
                <a:gd name="connsiteX436" fmla="*/ 2564780 w 4088780"/>
                <a:gd name="connsiteY436" fmla="*/ 4103649 h 4475356"/>
                <a:gd name="connsiteX437" fmla="*/ 2438400 w 4088780"/>
                <a:gd name="connsiteY437" fmla="*/ 4088780 h 4475356"/>
                <a:gd name="connsiteX438" fmla="*/ 2393795 w 4088780"/>
                <a:gd name="connsiteY438" fmla="*/ 4073912 h 4475356"/>
                <a:gd name="connsiteX439" fmla="*/ 2297151 w 4088780"/>
                <a:gd name="connsiteY439" fmla="*/ 4051610 h 4475356"/>
                <a:gd name="connsiteX440" fmla="*/ 2170770 w 4088780"/>
                <a:gd name="connsiteY440" fmla="*/ 4044175 h 4475356"/>
                <a:gd name="connsiteX441" fmla="*/ 2096429 w 4088780"/>
                <a:gd name="connsiteY441" fmla="*/ 4051610 h 4475356"/>
                <a:gd name="connsiteX442" fmla="*/ 2007219 w 4088780"/>
                <a:gd name="connsiteY442" fmla="*/ 4059044 h 4475356"/>
                <a:gd name="connsiteX443" fmla="*/ 1918009 w 4088780"/>
                <a:gd name="connsiteY443" fmla="*/ 4073912 h 4475356"/>
                <a:gd name="connsiteX444" fmla="*/ 1873405 w 4088780"/>
                <a:gd name="connsiteY444" fmla="*/ 4088780 h 4475356"/>
                <a:gd name="connsiteX445" fmla="*/ 1813931 w 4088780"/>
                <a:gd name="connsiteY445" fmla="*/ 4103649 h 4475356"/>
                <a:gd name="connsiteX446" fmla="*/ 1724722 w 4088780"/>
                <a:gd name="connsiteY446" fmla="*/ 4140819 h 4475356"/>
                <a:gd name="connsiteX447" fmla="*/ 1694985 w 4088780"/>
                <a:gd name="connsiteY447" fmla="*/ 4155688 h 4475356"/>
                <a:gd name="connsiteX448" fmla="*/ 1665249 w 4088780"/>
                <a:gd name="connsiteY448" fmla="*/ 4163122 h 4475356"/>
                <a:gd name="connsiteX449" fmla="*/ 1568605 w 4088780"/>
                <a:gd name="connsiteY449" fmla="*/ 4148253 h 4475356"/>
                <a:gd name="connsiteX450" fmla="*/ 1524000 w 4088780"/>
                <a:gd name="connsiteY450" fmla="*/ 4133385 h 4475356"/>
                <a:gd name="connsiteX451" fmla="*/ 1479395 w 4088780"/>
                <a:gd name="connsiteY451" fmla="*/ 4103649 h 4475356"/>
                <a:gd name="connsiteX452" fmla="*/ 1427356 w 4088780"/>
                <a:gd name="connsiteY452" fmla="*/ 4111083 h 4475356"/>
                <a:gd name="connsiteX453" fmla="*/ 1397619 w 4088780"/>
                <a:gd name="connsiteY453" fmla="*/ 4133385 h 4475356"/>
                <a:gd name="connsiteX454" fmla="*/ 1375317 w 4088780"/>
                <a:gd name="connsiteY454" fmla="*/ 4148253 h 4475356"/>
                <a:gd name="connsiteX455" fmla="*/ 1360449 w 4088780"/>
                <a:gd name="connsiteY455" fmla="*/ 4170556 h 4475356"/>
                <a:gd name="connsiteX456" fmla="*/ 1345580 w 4088780"/>
                <a:gd name="connsiteY456" fmla="*/ 4185424 h 4475356"/>
                <a:gd name="connsiteX457" fmla="*/ 1338146 w 4088780"/>
                <a:gd name="connsiteY457" fmla="*/ 4207727 h 4475356"/>
                <a:gd name="connsiteX458" fmla="*/ 1308409 w 4088780"/>
                <a:gd name="connsiteY458" fmla="*/ 4259766 h 4475356"/>
                <a:gd name="connsiteX459" fmla="*/ 1300975 w 4088780"/>
                <a:gd name="connsiteY459" fmla="*/ 4282068 h 4475356"/>
                <a:gd name="connsiteX460" fmla="*/ 1256370 w 4088780"/>
                <a:gd name="connsiteY460" fmla="*/ 4363844 h 4475356"/>
                <a:gd name="connsiteX461" fmla="*/ 1234068 w 4088780"/>
                <a:gd name="connsiteY461" fmla="*/ 4438185 h 4475356"/>
                <a:gd name="connsiteX462" fmla="*/ 1234068 w 4088780"/>
                <a:gd name="connsiteY462" fmla="*/ 4475356 h 4475356"/>
                <a:gd name="connsiteX463" fmla="*/ 921834 w 4088780"/>
                <a:gd name="connsiteY463" fmla="*/ 4215161 h 447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088780" h="4475356">
                  <a:moveTo>
                    <a:pt x="929268" y="4371278"/>
                  </a:moveTo>
                  <a:lnTo>
                    <a:pt x="959005" y="4177990"/>
                  </a:lnTo>
                  <a:lnTo>
                    <a:pt x="1070517" y="4051610"/>
                  </a:lnTo>
                  <a:lnTo>
                    <a:pt x="1278673" y="3977268"/>
                  </a:lnTo>
                  <a:lnTo>
                    <a:pt x="1174595" y="3694770"/>
                  </a:lnTo>
                  <a:lnTo>
                    <a:pt x="996175" y="3471746"/>
                  </a:lnTo>
                  <a:lnTo>
                    <a:pt x="973873" y="3404839"/>
                  </a:lnTo>
                  <a:lnTo>
                    <a:pt x="817756" y="3129775"/>
                  </a:lnTo>
                  <a:lnTo>
                    <a:pt x="721112" y="2906751"/>
                  </a:lnTo>
                  <a:cubicBezTo>
                    <a:pt x="695779" y="2839198"/>
                    <a:pt x="699944" y="2857151"/>
                    <a:pt x="683941" y="2787805"/>
                  </a:cubicBezTo>
                  <a:cubicBezTo>
                    <a:pt x="681100" y="2775493"/>
                    <a:pt x="676507" y="2750634"/>
                    <a:pt x="676507" y="2750634"/>
                  </a:cubicBezTo>
                  <a:lnTo>
                    <a:pt x="602166" y="2468136"/>
                  </a:lnTo>
                  <a:lnTo>
                    <a:pt x="423746" y="2178205"/>
                  </a:lnTo>
                  <a:cubicBezTo>
                    <a:pt x="413834" y="2158380"/>
                    <a:pt x="405006" y="2137975"/>
                    <a:pt x="394009" y="2118731"/>
                  </a:cubicBezTo>
                  <a:cubicBezTo>
                    <a:pt x="385143" y="2103216"/>
                    <a:pt x="372264" y="2090110"/>
                    <a:pt x="364273" y="2074127"/>
                  </a:cubicBezTo>
                  <a:cubicBezTo>
                    <a:pt x="359317" y="2064215"/>
                    <a:pt x="355846" y="2053408"/>
                    <a:pt x="349405" y="2044390"/>
                  </a:cubicBezTo>
                  <a:cubicBezTo>
                    <a:pt x="343294" y="2035835"/>
                    <a:pt x="333760" y="2030225"/>
                    <a:pt x="327102" y="2022088"/>
                  </a:cubicBezTo>
                  <a:cubicBezTo>
                    <a:pt x="311410" y="2002909"/>
                    <a:pt x="297365" y="1982439"/>
                    <a:pt x="282497" y="1962614"/>
                  </a:cubicBezTo>
                  <a:cubicBezTo>
                    <a:pt x="275063" y="1952702"/>
                    <a:pt x="267068" y="1943187"/>
                    <a:pt x="260195" y="1932878"/>
                  </a:cubicBezTo>
                  <a:cubicBezTo>
                    <a:pt x="246787" y="1912765"/>
                    <a:pt x="239888" y="1904413"/>
                    <a:pt x="230458" y="1880839"/>
                  </a:cubicBezTo>
                  <a:cubicBezTo>
                    <a:pt x="224637" y="1866287"/>
                    <a:pt x="220546" y="1851102"/>
                    <a:pt x="215590" y="1836234"/>
                  </a:cubicBezTo>
                  <a:lnTo>
                    <a:pt x="208156" y="1813931"/>
                  </a:lnTo>
                  <a:cubicBezTo>
                    <a:pt x="192121" y="1701684"/>
                    <a:pt x="207515" y="1820138"/>
                    <a:pt x="193288" y="1628078"/>
                  </a:cubicBezTo>
                  <a:cubicBezTo>
                    <a:pt x="191630" y="1605699"/>
                    <a:pt x="189542" y="1583305"/>
                    <a:pt x="185853" y="1561170"/>
                  </a:cubicBezTo>
                  <a:cubicBezTo>
                    <a:pt x="178537" y="1517277"/>
                    <a:pt x="176373" y="1498287"/>
                    <a:pt x="156117" y="1464527"/>
                  </a:cubicBezTo>
                  <a:cubicBezTo>
                    <a:pt x="139494" y="1436821"/>
                    <a:pt x="118528" y="1411650"/>
                    <a:pt x="104078" y="1382751"/>
                  </a:cubicBezTo>
                  <a:cubicBezTo>
                    <a:pt x="96644" y="1367883"/>
                    <a:pt x="90764" y="1352129"/>
                    <a:pt x="81775" y="1338146"/>
                  </a:cubicBezTo>
                  <a:cubicBezTo>
                    <a:pt x="68375" y="1317301"/>
                    <a:pt x="37170" y="1278673"/>
                    <a:pt x="37170" y="1278673"/>
                  </a:cubicBezTo>
                  <a:cubicBezTo>
                    <a:pt x="18485" y="1222616"/>
                    <a:pt x="43689" y="1291710"/>
                    <a:pt x="14868" y="1234068"/>
                  </a:cubicBezTo>
                  <a:cubicBezTo>
                    <a:pt x="9535" y="1223402"/>
                    <a:pt x="2382" y="1191557"/>
                    <a:pt x="0" y="1182029"/>
                  </a:cubicBezTo>
                  <a:cubicBezTo>
                    <a:pt x="2478" y="1129990"/>
                    <a:pt x="3586" y="1077868"/>
                    <a:pt x="7434" y="1025912"/>
                  </a:cubicBezTo>
                  <a:cubicBezTo>
                    <a:pt x="9353" y="1000010"/>
                    <a:pt x="16089" y="976421"/>
                    <a:pt x="22302" y="951570"/>
                  </a:cubicBezTo>
                  <a:cubicBezTo>
                    <a:pt x="24780" y="921834"/>
                    <a:pt x="27532" y="892119"/>
                    <a:pt x="29736" y="862361"/>
                  </a:cubicBezTo>
                  <a:cubicBezTo>
                    <a:pt x="32488" y="825210"/>
                    <a:pt x="26935" y="786669"/>
                    <a:pt x="37170" y="750849"/>
                  </a:cubicBezTo>
                  <a:cubicBezTo>
                    <a:pt x="42659" y="731639"/>
                    <a:pt x="41964" y="790519"/>
                    <a:pt x="44605" y="810322"/>
                  </a:cubicBezTo>
                  <a:cubicBezTo>
                    <a:pt x="46921" y="827691"/>
                    <a:pt x="49375" y="845042"/>
                    <a:pt x="52039" y="862361"/>
                  </a:cubicBezTo>
                  <a:cubicBezTo>
                    <a:pt x="54331" y="877259"/>
                    <a:pt x="57181" y="892068"/>
                    <a:pt x="59473" y="906966"/>
                  </a:cubicBezTo>
                  <a:cubicBezTo>
                    <a:pt x="62137" y="924285"/>
                    <a:pt x="62967" y="941931"/>
                    <a:pt x="66907" y="959005"/>
                  </a:cubicBezTo>
                  <a:cubicBezTo>
                    <a:pt x="70431" y="974276"/>
                    <a:pt x="77651" y="988490"/>
                    <a:pt x="81775" y="1003610"/>
                  </a:cubicBezTo>
                  <a:cubicBezTo>
                    <a:pt x="85100" y="1015800"/>
                    <a:pt x="86468" y="1028446"/>
                    <a:pt x="89209" y="1040780"/>
                  </a:cubicBezTo>
                  <a:cubicBezTo>
                    <a:pt x="91426" y="1050754"/>
                    <a:pt x="94816" y="1060464"/>
                    <a:pt x="96644" y="1070517"/>
                  </a:cubicBezTo>
                  <a:cubicBezTo>
                    <a:pt x="110313" y="1145695"/>
                    <a:pt x="96244" y="1099054"/>
                    <a:pt x="111512" y="1144858"/>
                  </a:cubicBezTo>
                  <a:cubicBezTo>
                    <a:pt x="115232" y="1182058"/>
                    <a:pt x="122979" y="1275907"/>
                    <a:pt x="133814" y="1308410"/>
                  </a:cubicBezTo>
                  <a:cubicBezTo>
                    <a:pt x="167799" y="1410359"/>
                    <a:pt x="127672" y="1283836"/>
                    <a:pt x="163551" y="1427356"/>
                  </a:cubicBezTo>
                  <a:cubicBezTo>
                    <a:pt x="168507" y="1447180"/>
                    <a:pt x="175060" y="1466673"/>
                    <a:pt x="178419" y="1486829"/>
                  </a:cubicBezTo>
                  <a:cubicBezTo>
                    <a:pt x="182976" y="1514170"/>
                    <a:pt x="187050" y="1541574"/>
                    <a:pt x="193288" y="1568605"/>
                  </a:cubicBezTo>
                  <a:cubicBezTo>
                    <a:pt x="197883" y="1588516"/>
                    <a:pt x="201694" y="1608692"/>
                    <a:pt x="208156" y="1628078"/>
                  </a:cubicBezTo>
                  <a:lnTo>
                    <a:pt x="223024" y="1672683"/>
                  </a:lnTo>
                  <a:cubicBezTo>
                    <a:pt x="225502" y="1680117"/>
                    <a:pt x="228558" y="1687383"/>
                    <a:pt x="230458" y="1694985"/>
                  </a:cubicBezTo>
                  <a:lnTo>
                    <a:pt x="237892" y="1724722"/>
                  </a:lnTo>
                  <a:cubicBezTo>
                    <a:pt x="242848" y="1709854"/>
                    <a:pt x="249237" y="1695388"/>
                    <a:pt x="252761" y="1680117"/>
                  </a:cubicBezTo>
                  <a:cubicBezTo>
                    <a:pt x="256701" y="1663043"/>
                    <a:pt x="259876" y="1645598"/>
                    <a:pt x="260195" y="1628078"/>
                  </a:cubicBezTo>
                  <a:cubicBezTo>
                    <a:pt x="264835" y="1372869"/>
                    <a:pt x="262814" y="1117567"/>
                    <a:pt x="267629" y="862361"/>
                  </a:cubicBezTo>
                  <a:cubicBezTo>
                    <a:pt x="267961" y="844741"/>
                    <a:pt x="282034" y="831576"/>
                    <a:pt x="289931" y="817756"/>
                  </a:cubicBezTo>
                  <a:cubicBezTo>
                    <a:pt x="304631" y="792032"/>
                    <a:pt x="303893" y="790739"/>
                    <a:pt x="312234" y="765717"/>
                  </a:cubicBezTo>
                  <a:cubicBezTo>
                    <a:pt x="329072" y="1203520"/>
                    <a:pt x="312234" y="673313"/>
                    <a:pt x="312234" y="1405053"/>
                  </a:cubicBezTo>
                  <a:cubicBezTo>
                    <a:pt x="312234" y="1676301"/>
                    <a:pt x="301211" y="1610130"/>
                    <a:pt x="327102" y="1739590"/>
                  </a:cubicBezTo>
                  <a:cubicBezTo>
                    <a:pt x="334536" y="1717288"/>
                    <a:pt x="339982" y="1694221"/>
                    <a:pt x="349405" y="1672683"/>
                  </a:cubicBezTo>
                  <a:cubicBezTo>
                    <a:pt x="374728" y="1614802"/>
                    <a:pt x="408500" y="1560664"/>
                    <a:pt x="431180" y="1501697"/>
                  </a:cubicBezTo>
                  <a:cubicBezTo>
                    <a:pt x="478494" y="1378682"/>
                    <a:pt x="459270" y="1438352"/>
                    <a:pt x="490653" y="1323278"/>
                  </a:cubicBezTo>
                  <a:cubicBezTo>
                    <a:pt x="493131" y="1303454"/>
                    <a:pt x="498088" y="1283784"/>
                    <a:pt x="498088" y="1263805"/>
                  </a:cubicBezTo>
                  <a:cubicBezTo>
                    <a:pt x="498088" y="1091619"/>
                    <a:pt x="505050" y="1128107"/>
                    <a:pt x="483219" y="1040780"/>
                  </a:cubicBezTo>
                  <a:cubicBezTo>
                    <a:pt x="485697" y="973873"/>
                    <a:pt x="486602" y="906889"/>
                    <a:pt x="490653" y="840058"/>
                  </a:cubicBezTo>
                  <a:cubicBezTo>
                    <a:pt x="494088" y="783386"/>
                    <a:pt x="489826" y="787190"/>
                    <a:pt x="512956" y="810322"/>
                  </a:cubicBezTo>
                  <a:cubicBezTo>
                    <a:pt x="508276" y="932000"/>
                    <a:pt x="481938" y="1272261"/>
                    <a:pt x="512956" y="1427356"/>
                  </a:cubicBezTo>
                  <a:cubicBezTo>
                    <a:pt x="515434" y="1439746"/>
                    <a:pt x="517549" y="1452215"/>
                    <a:pt x="520390" y="1464527"/>
                  </a:cubicBezTo>
                  <a:cubicBezTo>
                    <a:pt x="524985" y="1484438"/>
                    <a:pt x="532368" y="1503771"/>
                    <a:pt x="535258" y="1524000"/>
                  </a:cubicBezTo>
                  <a:cubicBezTo>
                    <a:pt x="537736" y="1541346"/>
                    <a:pt x="540645" y="1558637"/>
                    <a:pt x="542692" y="1576039"/>
                  </a:cubicBezTo>
                  <a:cubicBezTo>
                    <a:pt x="545602" y="1600772"/>
                    <a:pt x="546033" y="1625815"/>
                    <a:pt x="550127" y="1650380"/>
                  </a:cubicBezTo>
                  <a:cubicBezTo>
                    <a:pt x="572539" y="1784848"/>
                    <a:pt x="558768" y="1645164"/>
                    <a:pt x="572429" y="1754458"/>
                  </a:cubicBezTo>
                  <a:cubicBezTo>
                    <a:pt x="575518" y="1779170"/>
                    <a:pt x="577256" y="1804033"/>
                    <a:pt x="579863" y="1828800"/>
                  </a:cubicBezTo>
                  <a:cubicBezTo>
                    <a:pt x="582212" y="1851116"/>
                    <a:pt x="584819" y="1873405"/>
                    <a:pt x="587297" y="1895707"/>
                  </a:cubicBezTo>
                  <a:cubicBezTo>
                    <a:pt x="583087" y="1996739"/>
                    <a:pt x="637436" y="2081561"/>
                    <a:pt x="542692" y="2081561"/>
                  </a:cubicBezTo>
                  <a:cubicBezTo>
                    <a:pt x="530057" y="2081561"/>
                    <a:pt x="517912" y="2076605"/>
                    <a:pt x="505522" y="2074127"/>
                  </a:cubicBezTo>
                  <a:cubicBezTo>
                    <a:pt x="524209" y="2130187"/>
                    <a:pt x="499001" y="2061083"/>
                    <a:pt x="527824" y="2118731"/>
                  </a:cubicBezTo>
                  <a:cubicBezTo>
                    <a:pt x="531328" y="2125740"/>
                    <a:pt x="532506" y="2133697"/>
                    <a:pt x="535258" y="2141034"/>
                  </a:cubicBezTo>
                  <a:cubicBezTo>
                    <a:pt x="539944" y="2153529"/>
                    <a:pt x="545566" y="2165664"/>
                    <a:pt x="550127" y="2178205"/>
                  </a:cubicBezTo>
                  <a:cubicBezTo>
                    <a:pt x="555483" y="2192934"/>
                    <a:pt x="556301" y="2209770"/>
                    <a:pt x="564995" y="2222810"/>
                  </a:cubicBezTo>
                  <a:cubicBezTo>
                    <a:pt x="569951" y="2230244"/>
                    <a:pt x="575867" y="2237121"/>
                    <a:pt x="579863" y="2245112"/>
                  </a:cubicBezTo>
                  <a:cubicBezTo>
                    <a:pt x="583367" y="2252121"/>
                    <a:pt x="582595" y="2261145"/>
                    <a:pt x="587297" y="2267414"/>
                  </a:cubicBezTo>
                  <a:cubicBezTo>
                    <a:pt x="597811" y="2281432"/>
                    <a:pt x="612078" y="2292195"/>
                    <a:pt x="624468" y="2304585"/>
                  </a:cubicBezTo>
                  <a:lnTo>
                    <a:pt x="646770" y="2326888"/>
                  </a:lnTo>
                  <a:cubicBezTo>
                    <a:pt x="651726" y="2331844"/>
                    <a:pt x="656032" y="2337551"/>
                    <a:pt x="661639" y="2341756"/>
                  </a:cubicBezTo>
                  <a:cubicBezTo>
                    <a:pt x="694701" y="2366552"/>
                    <a:pt x="727460" y="2392268"/>
                    <a:pt x="765717" y="2408663"/>
                  </a:cubicBezTo>
                  <a:cubicBezTo>
                    <a:pt x="772920" y="2411750"/>
                    <a:pt x="780585" y="2413619"/>
                    <a:pt x="788019" y="2416097"/>
                  </a:cubicBezTo>
                  <a:cubicBezTo>
                    <a:pt x="795453" y="2413619"/>
                    <a:pt x="807079" y="2415797"/>
                    <a:pt x="810322" y="2408663"/>
                  </a:cubicBezTo>
                  <a:cubicBezTo>
                    <a:pt x="820779" y="2385657"/>
                    <a:pt x="819061" y="2358839"/>
                    <a:pt x="825190" y="2334322"/>
                  </a:cubicBezTo>
                  <a:lnTo>
                    <a:pt x="832624" y="2304585"/>
                  </a:lnTo>
                  <a:cubicBezTo>
                    <a:pt x="844969" y="2341621"/>
                    <a:pt x="849674" y="2349589"/>
                    <a:pt x="854927" y="2386361"/>
                  </a:cubicBezTo>
                  <a:cubicBezTo>
                    <a:pt x="858101" y="2408575"/>
                    <a:pt x="858949" y="2431089"/>
                    <a:pt x="862361" y="2453268"/>
                  </a:cubicBezTo>
                  <a:cubicBezTo>
                    <a:pt x="863915" y="2463367"/>
                    <a:pt x="867791" y="2472986"/>
                    <a:pt x="869795" y="2483005"/>
                  </a:cubicBezTo>
                  <a:cubicBezTo>
                    <a:pt x="872751" y="2497786"/>
                    <a:pt x="874533" y="2512780"/>
                    <a:pt x="877229" y="2527610"/>
                  </a:cubicBezTo>
                  <a:cubicBezTo>
                    <a:pt x="879489" y="2540042"/>
                    <a:pt x="882185" y="2552390"/>
                    <a:pt x="884663" y="2564780"/>
                  </a:cubicBezTo>
                  <a:cubicBezTo>
                    <a:pt x="882185" y="2604429"/>
                    <a:pt x="880528" y="2644138"/>
                    <a:pt x="877229" y="2683727"/>
                  </a:cubicBezTo>
                  <a:cubicBezTo>
                    <a:pt x="875570" y="2703637"/>
                    <a:pt x="872129" y="2723358"/>
                    <a:pt x="869795" y="2743200"/>
                  </a:cubicBezTo>
                  <a:cubicBezTo>
                    <a:pt x="867173" y="2765486"/>
                    <a:pt x="864839" y="2787805"/>
                    <a:pt x="862361" y="2810107"/>
                  </a:cubicBezTo>
                  <a:cubicBezTo>
                    <a:pt x="882818" y="2932852"/>
                    <a:pt x="858928" y="2803808"/>
                    <a:pt x="877229" y="2877014"/>
                  </a:cubicBezTo>
                  <a:cubicBezTo>
                    <a:pt x="880294" y="2889272"/>
                    <a:pt x="881032" y="2902082"/>
                    <a:pt x="884663" y="2914185"/>
                  </a:cubicBezTo>
                  <a:cubicBezTo>
                    <a:pt x="894837" y="2948099"/>
                    <a:pt x="900879" y="2950670"/>
                    <a:pt x="914400" y="2981092"/>
                  </a:cubicBezTo>
                  <a:cubicBezTo>
                    <a:pt x="919820" y="2993287"/>
                    <a:pt x="923300" y="3006327"/>
                    <a:pt x="929268" y="3018263"/>
                  </a:cubicBezTo>
                  <a:cubicBezTo>
                    <a:pt x="943608" y="3046944"/>
                    <a:pt x="955193" y="3060265"/>
                    <a:pt x="973873" y="3085170"/>
                  </a:cubicBezTo>
                  <a:cubicBezTo>
                    <a:pt x="989967" y="3149547"/>
                    <a:pt x="970260" y="3079858"/>
                    <a:pt x="996175" y="3144644"/>
                  </a:cubicBezTo>
                  <a:cubicBezTo>
                    <a:pt x="1001996" y="3159196"/>
                    <a:pt x="1006088" y="3174381"/>
                    <a:pt x="1011044" y="3189249"/>
                  </a:cubicBezTo>
                  <a:cubicBezTo>
                    <a:pt x="1019323" y="3214084"/>
                    <a:pt x="1019689" y="3213285"/>
                    <a:pt x="1025912" y="3241288"/>
                  </a:cubicBezTo>
                  <a:cubicBezTo>
                    <a:pt x="1028653" y="3253622"/>
                    <a:pt x="1030282" y="3266200"/>
                    <a:pt x="1033346" y="3278458"/>
                  </a:cubicBezTo>
                  <a:cubicBezTo>
                    <a:pt x="1035247" y="3286060"/>
                    <a:pt x="1035239" y="3295220"/>
                    <a:pt x="1040780" y="3300761"/>
                  </a:cubicBezTo>
                  <a:cubicBezTo>
                    <a:pt x="1046321" y="3306302"/>
                    <a:pt x="1055649" y="3305717"/>
                    <a:pt x="1063083" y="3308195"/>
                  </a:cubicBezTo>
                  <a:cubicBezTo>
                    <a:pt x="1072995" y="3300761"/>
                    <a:pt x="1082737" y="3293094"/>
                    <a:pt x="1092819" y="3285892"/>
                  </a:cubicBezTo>
                  <a:cubicBezTo>
                    <a:pt x="1100090" y="3280699"/>
                    <a:pt x="1108804" y="3277342"/>
                    <a:pt x="1115122" y="3271024"/>
                  </a:cubicBezTo>
                  <a:cubicBezTo>
                    <a:pt x="1123883" y="3262263"/>
                    <a:pt x="1129990" y="3251200"/>
                    <a:pt x="1137424" y="3241288"/>
                  </a:cubicBezTo>
                  <a:cubicBezTo>
                    <a:pt x="1139902" y="3218985"/>
                    <a:pt x="1144858" y="3196820"/>
                    <a:pt x="1144858" y="3174380"/>
                  </a:cubicBezTo>
                  <a:cubicBezTo>
                    <a:pt x="1144858" y="3164163"/>
                    <a:pt x="1139428" y="3154663"/>
                    <a:pt x="1137424" y="3144644"/>
                  </a:cubicBezTo>
                  <a:cubicBezTo>
                    <a:pt x="1110533" y="3010188"/>
                    <a:pt x="1137486" y="3107642"/>
                    <a:pt x="1107688" y="3025697"/>
                  </a:cubicBezTo>
                  <a:cubicBezTo>
                    <a:pt x="1086896" y="2968520"/>
                    <a:pt x="1105644" y="2993917"/>
                    <a:pt x="1070517" y="2958790"/>
                  </a:cubicBezTo>
                  <a:cubicBezTo>
                    <a:pt x="1068039" y="2951356"/>
                    <a:pt x="1064620" y="2944172"/>
                    <a:pt x="1063083" y="2936488"/>
                  </a:cubicBezTo>
                  <a:cubicBezTo>
                    <a:pt x="1053710" y="2889621"/>
                    <a:pt x="1053220" y="2842798"/>
                    <a:pt x="1048214" y="2795239"/>
                  </a:cubicBezTo>
                  <a:cubicBezTo>
                    <a:pt x="1038249" y="2700578"/>
                    <a:pt x="1045663" y="2779155"/>
                    <a:pt x="1033346" y="2713463"/>
                  </a:cubicBezTo>
                  <a:cubicBezTo>
                    <a:pt x="1027790" y="2683832"/>
                    <a:pt x="1026760" y="2653240"/>
                    <a:pt x="1018478" y="2624253"/>
                  </a:cubicBezTo>
                  <a:cubicBezTo>
                    <a:pt x="1008566" y="2589560"/>
                    <a:pt x="995817" y="2555555"/>
                    <a:pt x="988741" y="2520175"/>
                  </a:cubicBezTo>
                  <a:cubicBezTo>
                    <a:pt x="986263" y="2507785"/>
                    <a:pt x="984938" y="2495108"/>
                    <a:pt x="981307" y="2483005"/>
                  </a:cubicBezTo>
                  <a:cubicBezTo>
                    <a:pt x="977472" y="2470223"/>
                    <a:pt x="970659" y="2458494"/>
                    <a:pt x="966439" y="2445834"/>
                  </a:cubicBezTo>
                  <a:cubicBezTo>
                    <a:pt x="963208" y="2436141"/>
                    <a:pt x="961941" y="2425883"/>
                    <a:pt x="959005" y="2416097"/>
                  </a:cubicBezTo>
                  <a:cubicBezTo>
                    <a:pt x="931854" y="2325594"/>
                    <a:pt x="953838" y="2410299"/>
                    <a:pt x="936702" y="2341756"/>
                  </a:cubicBezTo>
                  <a:cubicBezTo>
                    <a:pt x="939180" y="2304585"/>
                    <a:pt x="939318" y="2267184"/>
                    <a:pt x="944136" y="2230244"/>
                  </a:cubicBezTo>
                  <a:cubicBezTo>
                    <a:pt x="947729" y="2202697"/>
                    <a:pt x="957596" y="2174998"/>
                    <a:pt x="966439" y="2148468"/>
                  </a:cubicBezTo>
                  <a:cubicBezTo>
                    <a:pt x="968917" y="2101385"/>
                    <a:pt x="970257" y="2054228"/>
                    <a:pt x="973873" y="2007219"/>
                  </a:cubicBezTo>
                  <a:cubicBezTo>
                    <a:pt x="975217" y="1989748"/>
                    <a:pt x="979473" y="1972606"/>
                    <a:pt x="981307" y="1955180"/>
                  </a:cubicBezTo>
                  <a:cubicBezTo>
                    <a:pt x="984431" y="1925504"/>
                    <a:pt x="986263" y="1895707"/>
                    <a:pt x="988741" y="1865970"/>
                  </a:cubicBezTo>
                  <a:cubicBezTo>
                    <a:pt x="985304" y="1731932"/>
                    <a:pt x="986436" y="1603874"/>
                    <a:pt x="973873" y="1471961"/>
                  </a:cubicBezTo>
                  <a:cubicBezTo>
                    <a:pt x="972212" y="1454517"/>
                    <a:pt x="968917" y="1437268"/>
                    <a:pt x="966439" y="1419922"/>
                  </a:cubicBezTo>
                  <a:cubicBezTo>
                    <a:pt x="951049" y="1189078"/>
                    <a:pt x="928006" y="1267579"/>
                    <a:pt x="959005" y="1174595"/>
                  </a:cubicBezTo>
                  <a:cubicBezTo>
                    <a:pt x="971395" y="1184507"/>
                    <a:pt x="986263" y="1191941"/>
                    <a:pt x="996175" y="1204331"/>
                  </a:cubicBezTo>
                  <a:cubicBezTo>
                    <a:pt x="1016688" y="1229973"/>
                    <a:pt x="1030621" y="1289720"/>
                    <a:pt x="1040780" y="1315844"/>
                  </a:cubicBezTo>
                  <a:cubicBezTo>
                    <a:pt x="1080265" y="1417377"/>
                    <a:pt x="1062607" y="1346937"/>
                    <a:pt x="1092819" y="1449658"/>
                  </a:cubicBezTo>
                  <a:cubicBezTo>
                    <a:pt x="1141593" y="1615486"/>
                    <a:pt x="1082016" y="1421309"/>
                    <a:pt x="1115122" y="1553736"/>
                  </a:cubicBezTo>
                  <a:cubicBezTo>
                    <a:pt x="1118923" y="1568941"/>
                    <a:pt x="1129990" y="1598341"/>
                    <a:pt x="1129990" y="1598341"/>
                  </a:cubicBezTo>
                  <a:cubicBezTo>
                    <a:pt x="1132468" y="1640468"/>
                    <a:pt x="1137424" y="1682522"/>
                    <a:pt x="1137424" y="1724722"/>
                  </a:cubicBezTo>
                  <a:cubicBezTo>
                    <a:pt x="1137424" y="1737357"/>
                    <a:pt x="1129990" y="1749257"/>
                    <a:pt x="1129990" y="1761892"/>
                  </a:cubicBezTo>
                  <a:cubicBezTo>
                    <a:pt x="1129990" y="1772109"/>
                    <a:pt x="1134946" y="1742068"/>
                    <a:pt x="1137424" y="1732156"/>
                  </a:cubicBezTo>
                  <a:cubicBezTo>
                    <a:pt x="1134946" y="1496741"/>
                    <a:pt x="1134651" y="1261294"/>
                    <a:pt x="1129990" y="1025912"/>
                  </a:cubicBezTo>
                  <a:cubicBezTo>
                    <a:pt x="1129692" y="1010842"/>
                    <a:pt x="1123985" y="996313"/>
                    <a:pt x="1122556" y="981307"/>
                  </a:cubicBezTo>
                  <a:cubicBezTo>
                    <a:pt x="1119024" y="944222"/>
                    <a:pt x="1117600" y="906966"/>
                    <a:pt x="1115122" y="869795"/>
                  </a:cubicBezTo>
                  <a:cubicBezTo>
                    <a:pt x="1121223" y="759977"/>
                    <a:pt x="1128488" y="723956"/>
                    <a:pt x="1115122" y="617034"/>
                  </a:cubicBezTo>
                  <a:cubicBezTo>
                    <a:pt x="1112587" y="596757"/>
                    <a:pt x="1105209" y="577385"/>
                    <a:pt x="1100253" y="557561"/>
                  </a:cubicBezTo>
                  <a:cubicBezTo>
                    <a:pt x="1097775" y="547649"/>
                    <a:pt x="1096050" y="537517"/>
                    <a:pt x="1092819" y="527824"/>
                  </a:cubicBezTo>
                  <a:cubicBezTo>
                    <a:pt x="1082154" y="495829"/>
                    <a:pt x="1087285" y="513124"/>
                    <a:pt x="1077951" y="475785"/>
                  </a:cubicBezTo>
                  <a:cubicBezTo>
                    <a:pt x="1080080" y="467269"/>
                    <a:pt x="1086252" y="428413"/>
                    <a:pt x="1100253" y="423746"/>
                  </a:cubicBezTo>
                  <a:cubicBezTo>
                    <a:pt x="1109946" y="420515"/>
                    <a:pt x="1120078" y="428702"/>
                    <a:pt x="1129990" y="431180"/>
                  </a:cubicBezTo>
                  <a:cubicBezTo>
                    <a:pt x="1132468" y="441092"/>
                    <a:pt x="1134617" y="451093"/>
                    <a:pt x="1137424" y="460917"/>
                  </a:cubicBezTo>
                  <a:cubicBezTo>
                    <a:pt x="1139577" y="468452"/>
                    <a:pt x="1143456" y="475509"/>
                    <a:pt x="1144858" y="483219"/>
                  </a:cubicBezTo>
                  <a:cubicBezTo>
                    <a:pt x="1148432" y="502875"/>
                    <a:pt x="1149814" y="522868"/>
                    <a:pt x="1152292" y="542692"/>
                  </a:cubicBezTo>
                  <a:cubicBezTo>
                    <a:pt x="1154546" y="599039"/>
                    <a:pt x="1161308" y="792118"/>
                    <a:pt x="1167161" y="862361"/>
                  </a:cubicBezTo>
                  <a:cubicBezTo>
                    <a:pt x="1168520" y="878668"/>
                    <a:pt x="1178473" y="926354"/>
                    <a:pt x="1182029" y="944136"/>
                  </a:cubicBezTo>
                  <a:cubicBezTo>
                    <a:pt x="1184507" y="971395"/>
                    <a:pt x="1184706" y="998957"/>
                    <a:pt x="1189463" y="1025912"/>
                  </a:cubicBezTo>
                  <a:cubicBezTo>
                    <a:pt x="1192187" y="1041346"/>
                    <a:pt x="1200207" y="1055397"/>
                    <a:pt x="1204331" y="1070517"/>
                  </a:cubicBezTo>
                  <a:cubicBezTo>
                    <a:pt x="1222020" y="1135376"/>
                    <a:pt x="1198600" y="1083058"/>
                    <a:pt x="1226634" y="1167161"/>
                  </a:cubicBezTo>
                  <a:cubicBezTo>
                    <a:pt x="1260470" y="1268672"/>
                    <a:pt x="1223559" y="1164944"/>
                    <a:pt x="1256370" y="1241502"/>
                  </a:cubicBezTo>
                  <a:cubicBezTo>
                    <a:pt x="1289186" y="1318071"/>
                    <a:pt x="1229364" y="1194923"/>
                    <a:pt x="1278673" y="1293541"/>
                  </a:cubicBezTo>
                  <a:cubicBezTo>
                    <a:pt x="1286107" y="1276195"/>
                    <a:pt x="1295346" y="1259515"/>
                    <a:pt x="1300975" y="1241502"/>
                  </a:cubicBezTo>
                  <a:cubicBezTo>
                    <a:pt x="1312446" y="1204794"/>
                    <a:pt x="1325201" y="1118449"/>
                    <a:pt x="1330712" y="1085385"/>
                  </a:cubicBezTo>
                  <a:cubicBezTo>
                    <a:pt x="1333190" y="1053170"/>
                    <a:pt x="1338146" y="1021051"/>
                    <a:pt x="1338146" y="988741"/>
                  </a:cubicBezTo>
                  <a:cubicBezTo>
                    <a:pt x="1338146" y="847699"/>
                    <a:pt x="1334945" y="833549"/>
                    <a:pt x="1323278" y="728546"/>
                  </a:cubicBezTo>
                  <a:cubicBezTo>
                    <a:pt x="1325756" y="641814"/>
                    <a:pt x="1326485" y="555015"/>
                    <a:pt x="1330712" y="468351"/>
                  </a:cubicBezTo>
                  <a:cubicBezTo>
                    <a:pt x="1333023" y="420978"/>
                    <a:pt x="1339026" y="428538"/>
                    <a:pt x="1353014" y="386575"/>
                  </a:cubicBezTo>
                  <a:cubicBezTo>
                    <a:pt x="1356245" y="376882"/>
                    <a:pt x="1355880" y="365977"/>
                    <a:pt x="1360449" y="356839"/>
                  </a:cubicBezTo>
                  <a:cubicBezTo>
                    <a:pt x="1368441" y="340856"/>
                    <a:pt x="1380273" y="327102"/>
                    <a:pt x="1390185" y="312234"/>
                  </a:cubicBezTo>
                  <a:cubicBezTo>
                    <a:pt x="1395141" y="304800"/>
                    <a:pt x="1402227" y="298407"/>
                    <a:pt x="1405053" y="289931"/>
                  </a:cubicBezTo>
                  <a:lnTo>
                    <a:pt x="1412488" y="267629"/>
                  </a:lnTo>
                  <a:cubicBezTo>
                    <a:pt x="1416336" y="325347"/>
                    <a:pt x="1426472" y="469561"/>
                    <a:pt x="1427356" y="520390"/>
                  </a:cubicBezTo>
                  <a:cubicBezTo>
                    <a:pt x="1431493" y="758260"/>
                    <a:pt x="1428060" y="996258"/>
                    <a:pt x="1434790" y="1234068"/>
                  </a:cubicBezTo>
                  <a:cubicBezTo>
                    <a:pt x="1435505" y="1259329"/>
                    <a:pt x="1444702" y="1283629"/>
                    <a:pt x="1449658" y="1308410"/>
                  </a:cubicBezTo>
                  <a:cubicBezTo>
                    <a:pt x="1452136" y="1320800"/>
                    <a:pt x="1455305" y="1333072"/>
                    <a:pt x="1457092" y="1345580"/>
                  </a:cubicBezTo>
                  <a:cubicBezTo>
                    <a:pt x="1459570" y="1362926"/>
                    <a:pt x="1460587" y="1380545"/>
                    <a:pt x="1464527" y="1397619"/>
                  </a:cubicBezTo>
                  <a:cubicBezTo>
                    <a:pt x="1468051" y="1412890"/>
                    <a:pt x="1479395" y="1442224"/>
                    <a:pt x="1479395" y="1442224"/>
                  </a:cubicBezTo>
                  <a:cubicBezTo>
                    <a:pt x="1484351" y="1424878"/>
                    <a:pt x="1490350" y="1407796"/>
                    <a:pt x="1494263" y="1390185"/>
                  </a:cubicBezTo>
                  <a:cubicBezTo>
                    <a:pt x="1506944" y="1333119"/>
                    <a:pt x="1515909" y="1260966"/>
                    <a:pt x="1524000" y="1204331"/>
                  </a:cubicBezTo>
                  <a:cubicBezTo>
                    <a:pt x="1514685" y="924880"/>
                    <a:pt x="1512574" y="989014"/>
                    <a:pt x="1524000" y="669073"/>
                  </a:cubicBezTo>
                  <a:cubicBezTo>
                    <a:pt x="1527407" y="573665"/>
                    <a:pt x="1530251" y="583081"/>
                    <a:pt x="1538868" y="505522"/>
                  </a:cubicBezTo>
                  <a:cubicBezTo>
                    <a:pt x="1549009" y="414253"/>
                    <a:pt x="1539568" y="458114"/>
                    <a:pt x="1553736" y="401444"/>
                  </a:cubicBezTo>
                  <a:cubicBezTo>
                    <a:pt x="1563648" y="436137"/>
                    <a:pt x="1577541" y="469932"/>
                    <a:pt x="1583473" y="505522"/>
                  </a:cubicBezTo>
                  <a:cubicBezTo>
                    <a:pt x="1585951" y="520390"/>
                    <a:pt x="1587749" y="535388"/>
                    <a:pt x="1590907" y="550127"/>
                  </a:cubicBezTo>
                  <a:cubicBezTo>
                    <a:pt x="1600968" y="597080"/>
                    <a:pt x="1601885" y="597930"/>
                    <a:pt x="1613209" y="631902"/>
                  </a:cubicBezTo>
                  <a:lnTo>
                    <a:pt x="1598341" y="542692"/>
                  </a:lnTo>
                  <a:lnTo>
                    <a:pt x="1590907" y="498088"/>
                  </a:lnTo>
                  <a:cubicBezTo>
                    <a:pt x="1593385" y="408878"/>
                    <a:pt x="1594379" y="319614"/>
                    <a:pt x="1598341" y="230458"/>
                  </a:cubicBezTo>
                  <a:cubicBezTo>
                    <a:pt x="1599337" y="208041"/>
                    <a:pt x="1602809" y="185794"/>
                    <a:pt x="1605775" y="163551"/>
                  </a:cubicBezTo>
                  <a:cubicBezTo>
                    <a:pt x="1608467" y="143363"/>
                    <a:pt x="1615969" y="102810"/>
                    <a:pt x="1620644" y="81775"/>
                  </a:cubicBezTo>
                  <a:cubicBezTo>
                    <a:pt x="1622861" y="71801"/>
                    <a:pt x="1625600" y="61951"/>
                    <a:pt x="1628078" y="52039"/>
                  </a:cubicBezTo>
                  <a:cubicBezTo>
                    <a:pt x="1638956" y="68355"/>
                    <a:pt x="1651525" y="85212"/>
                    <a:pt x="1657814" y="104078"/>
                  </a:cubicBezTo>
                  <a:cubicBezTo>
                    <a:pt x="1661810" y="116065"/>
                    <a:pt x="1661618" y="129146"/>
                    <a:pt x="1665249" y="141249"/>
                  </a:cubicBezTo>
                  <a:cubicBezTo>
                    <a:pt x="1669084" y="154031"/>
                    <a:pt x="1675557" y="165878"/>
                    <a:pt x="1680117" y="178419"/>
                  </a:cubicBezTo>
                  <a:cubicBezTo>
                    <a:pt x="1685473" y="193148"/>
                    <a:pt x="1690679" y="207954"/>
                    <a:pt x="1694985" y="223024"/>
                  </a:cubicBezTo>
                  <a:cubicBezTo>
                    <a:pt x="1700599" y="242672"/>
                    <a:pt x="1704476" y="262783"/>
                    <a:pt x="1709853" y="282497"/>
                  </a:cubicBezTo>
                  <a:cubicBezTo>
                    <a:pt x="1746151" y="415590"/>
                    <a:pt x="1732647" y="344918"/>
                    <a:pt x="1747024" y="431180"/>
                  </a:cubicBezTo>
                  <a:cubicBezTo>
                    <a:pt x="1749502" y="594731"/>
                    <a:pt x="1750039" y="758324"/>
                    <a:pt x="1754458" y="921834"/>
                  </a:cubicBezTo>
                  <a:cubicBezTo>
                    <a:pt x="1754998" y="941805"/>
                    <a:pt x="1760683" y="1001249"/>
                    <a:pt x="1761892" y="981307"/>
                  </a:cubicBezTo>
                  <a:cubicBezTo>
                    <a:pt x="1768040" y="879863"/>
                    <a:pt x="1765824" y="778077"/>
                    <a:pt x="1769327" y="676507"/>
                  </a:cubicBezTo>
                  <a:cubicBezTo>
                    <a:pt x="1770781" y="634333"/>
                    <a:pt x="1773396" y="592192"/>
                    <a:pt x="1776761" y="550127"/>
                  </a:cubicBezTo>
                  <a:cubicBezTo>
                    <a:pt x="1778354" y="530212"/>
                    <a:pt x="1781555" y="510457"/>
                    <a:pt x="1784195" y="490653"/>
                  </a:cubicBezTo>
                  <a:cubicBezTo>
                    <a:pt x="1790572" y="442824"/>
                    <a:pt x="1791491" y="439441"/>
                    <a:pt x="1799063" y="394010"/>
                  </a:cubicBezTo>
                  <a:cubicBezTo>
                    <a:pt x="1796585" y="346927"/>
                    <a:pt x="1791629" y="299909"/>
                    <a:pt x="1791629" y="252761"/>
                  </a:cubicBezTo>
                  <a:cubicBezTo>
                    <a:pt x="1791629" y="164871"/>
                    <a:pt x="1799337" y="85926"/>
                    <a:pt x="1806497" y="0"/>
                  </a:cubicBezTo>
                  <a:cubicBezTo>
                    <a:pt x="1851421" y="134766"/>
                    <a:pt x="1797283" y="-33787"/>
                    <a:pt x="1828800" y="81775"/>
                  </a:cubicBezTo>
                  <a:cubicBezTo>
                    <a:pt x="1832924" y="96895"/>
                    <a:pt x="1840268" y="111081"/>
                    <a:pt x="1843668" y="126380"/>
                  </a:cubicBezTo>
                  <a:cubicBezTo>
                    <a:pt x="1850208" y="155809"/>
                    <a:pt x="1853580" y="185853"/>
                    <a:pt x="1858536" y="215590"/>
                  </a:cubicBezTo>
                  <a:lnTo>
                    <a:pt x="1873405" y="304800"/>
                  </a:lnTo>
                  <a:cubicBezTo>
                    <a:pt x="1875883" y="319668"/>
                    <a:pt x="1878707" y="334483"/>
                    <a:pt x="1880839" y="349405"/>
                  </a:cubicBezTo>
                  <a:lnTo>
                    <a:pt x="1903141" y="505522"/>
                  </a:lnTo>
                  <a:lnTo>
                    <a:pt x="1910575" y="557561"/>
                  </a:lnTo>
                  <a:cubicBezTo>
                    <a:pt x="1908097" y="693854"/>
                    <a:pt x="1903141" y="1102754"/>
                    <a:pt x="1903141" y="966439"/>
                  </a:cubicBezTo>
                  <a:cubicBezTo>
                    <a:pt x="1903141" y="753312"/>
                    <a:pt x="1906089" y="540182"/>
                    <a:pt x="1910575" y="327102"/>
                  </a:cubicBezTo>
                  <a:cubicBezTo>
                    <a:pt x="1911662" y="275446"/>
                    <a:pt x="1923898" y="236736"/>
                    <a:pt x="1932878" y="185853"/>
                  </a:cubicBezTo>
                  <a:cubicBezTo>
                    <a:pt x="1935923" y="168597"/>
                    <a:pt x="1937648" y="151133"/>
                    <a:pt x="1940312" y="133814"/>
                  </a:cubicBezTo>
                  <a:cubicBezTo>
                    <a:pt x="1960939" y="-261"/>
                    <a:pt x="1933627" y="188050"/>
                    <a:pt x="1955180" y="37170"/>
                  </a:cubicBezTo>
                  <a:cubicBezTo>
                    <a:pt x="1962614" y="44604"/>
                    <a:pt x="1971651" y="50725"/>
                    <a:pt x="1977483" y="59473"/>
                  </a:cubicBezTo>
                  <a:cubicBezTo>
                    <a:pt x="1981830" y="65993"/>
                    <a:pt x="1981413" y="74766"/>
                    <a:pt x="1984917" y="81775"/>
                  </a:cubicBezTo>
                  <a:cubicBezTo>
                    <a:pt x="1988913" y="89767"/>
                    <a:pt x="1995789" y="96086"/>
                    <a:pt x="1999785" y="104078"/>
                  </a:cubicBezTo>
                  <a:cubicBezTo>
                    <a:pt x="2005753" y="116014"/>
                    <a:pt x="2009233" y="129054"/>
                    <a:pt x="2014653" y="141249"/>
                  </a:cubicBezTo>
                  <a:cubicBezTo>
                    <a:pt x="2019154" y="151376"/>
                    <a:pt x="2024566" y="161073"/>
                    <a:pt x="2029522" y="170985"/>
                  </a:cubicBezTo>
                  <a:cubicBezTo>
                    <a:pt x="2032000" y="198244"/>
                    <a:pt x="2033933" y="225557"/>
                    <a:pt x="2036956" y="252761"/>
                  </a:cubicBezTo>
                  <a:cubicBezTo>
                    <a:pt x="2038891" y="270176"/>
                    <a:pt x="2043753" y="287289"/>
                    <a:pt x="2044390" y="304800"/>
                  </a:cubicBezTo>
                  <a:cubicBezTo>
                    <a:pt x="2048713" y="423694"/>
                    <a:pt x="2047724" y="542738"/>
                    <a:pt x="2051824" y="661639"/>
                  </a:cubicBezTo>
                  <a:cubicBezTo>
                    <a:pt x="2054391" y="736082"/>
                    <a:pt x="2055632" y="715949"/>
                    <a:pt x="2066692" y="765717"/>
                  </a:cubicBezTo>
                  <a:cubicBezTo>
                    <a:pt x="2078653" y="819538"/>
                    <a:pt x="2068278" y="785340"/>
                    <a:pt x="2081561" y="825190"/>
                  </a:cubicBezTo>
                  <a:cubicBezTo>
                    <a:pt x="2084039" y="788019"/>
                    <a:pt x="2085768" y="750791"/>
                    <a:pt x="2088995" y="713678"/>
                  </a:cubicBezTo>
                  <a:cubicBezTo>
                    <a:pt x="2090707" y="693985"/>
                    <a:pt x="2100528" y="623844"/>
                    <a:pt x="2103863" y="602166"/>
                  </a:cubicBezTo>
                  <a:cubicBezTo>
                    <a:pt x="2106155" y="587268"/>
                    <a:pt x="2109165" y="572483"/>
                    <a:pt x="2111297" y="557561"/>
                  </a:cubicBezTo>
                  <a:cubicBezTo>
                    <a:pt x="2117318" y="515416"/>
                    <a:pt x="2116698" y="498789"/>
                    <a:pt x="2126166" y="460917"/>
                  </a:cubicBezTo>
                  <a:cubicBezTo>
                    <a:pt x="2128067" y="453315"/>
                    <a:pt x="2131122" y="446048"/>
                    <a:pt x="2133600" y="438614"/>
                  </a:cubicBezTo>
                  <a:cubicBezTo>
                    <a:pt x="2138649" y="445347"/>
                    <a:pt x="2165336" y="479784"/>
                    <a:pt x="2170770" y="490653"/>
                  </a:cubicBezTo>
                  <a:cubicBezTo>
                    <a:pt x="2176104" y="501322"/>
                    <a:pt x="2183256" y="533159"/>
                    <a:pt x="2185639" y="542692"/>
                  </a:cubicBezTo>
                  <a:cubicBezTo>
                    <a:pt x="2188117" y="604643"/>
                    <a:pt x="2187195" y="666824"/>
                    <a:pt x="2193073" y="728546"/>
                  </a:cubicBezTo>
                  <a:cubicBezTo>
                    <a:pt x="2194042" y="738717"/>
                    <a:pt x="2197276" y="708503"/>
                    <a:pt x="2200507" y="698810"/>
                  </a:cubicBezTo>
                  <a:cubicBezTo>
                    <a:pt x="2204727" y="686150"/>
                    <a:pt x="2210689" y="674134"/>
                    <a:pt x="2215375" y="661639"/>
                  </a:cubicBezTo>
                  <a:cubicBezTo>
                    <a:pt x="2218126" y="654301"/>
                    <a:pt x="2219003" y="646186"/>
                    <a:pt x="2222809" y="639336"/>
                  </a:cubicBezTo>
                  <a:cubicBezTo>
                    <a:pt x="2231487" y="623715"/>
                    <a:pt x="2246895" y="611684"/>
                    <a:pt x="2252546" y="594731"/>
                  </a:cubicBezTo>
                  <a:cubicBezTo>
                    <a:pt x="2255024" y="587297"/>
                    <a:pt x="2256475" y="579438"/>
                    <a:pt x="2259980" y="572429"/>
                  </a:cubicBezTo>
                  <a:cubicBezTo>
                    <a:pt x="2269357" y="553676"/>
                    <a:pt x="2275890" y="549086"/>
                    <a:pt x="2289717" y="535258"/>
                  </a:cubicBezTo>
                  <a:cubicBezTo>
                    <a:pt x="2292195" y="545170"/>
                    <a:pt x="2293715" y="555373"/>
                    <a:pt x="2297151" y="564995"/>
                  </a:cubicBezTo>
                  <a:cubicBezTo>
                    <a:pt x="2306128" y="590129"/>
                    <a:pt x="2320415" y="613444"/>
                    <a:pt x="2326888" y="639336"/>
                  </a:cubicBezTo>
                  <a:cubicBezTo>
                    <a:pt x="2331844" y="659161"/>
                    <a:pt x="2338397" y="678653"/>
                    <a:pt x="2341756" y="698810"/>
                  </a:cubicBezTo>
                  <a:cubicBezTo>
                    <a:pt x="2350478" y="751144"/>
                    <a:pt x="2344424" y="729114"/>
                    <a:pt x="2356624" y="765717"/>
                  </a:cubicBezTo>
                  <a:cubicBezTo>
                    <a:pt x="2359102" y="748371"/>
                    <a:pt x="2360118" y="730752"/>
                    <a:pt x="2364058" y="713678"/>
                  </a:cubicBezTo>
                  <a:cubicBezTo>
                    <a:pt x="2367582" y="698407"/>
                    <a:pt x="2374621" y="684143"/>
                    <a:pt x="2378927" y="669073"/>
                  </a:cubicBezTo>
                  <a:cubicBezTo>
                    <a:pt x="2413474" y="548161"/>
                    <a:pt x="2374671" y="668038"/>
                    <a:pt x="2408663" y="557561"/>
                  </a:cubicBezTo>
                  <a:cubicBezTo>
                    <a:pt x="2413272" y="542581"/>
                    <a:pt x="2419407" y="528076"/>
                    <a:pt x="2423531" y="512956"/>
                  </a:cubicBezTo>
                  <a:cubicBezTo>
                    <a:pt x="2426856" y="500765"/>
                    <a:pt x="2428225" y="488120"/>
                    <a:pt x="2430966" y="475785"/>
                  </a:cubicBezTo>
                  <a:cubicBezTo>
                    <a:pt x="2433183" y="465811"/>
                    <a:pt x="2435922" y="455961"/>
                    <a:pt x="2438400" y="446049"/>
                  </a:cubicBezTo>
                  <a:cubicBezTo>
                    <a:pt x="2445834" y="448527"/>
                    <a:pt x="2455161" y="447942"/>
                    <a:pt x="2460702" y="453483"/>
                  </a:cubicBezTo>
                  <a:cubicBezTo>
                    <a:pt x="2466243" y="459024"/>
                    <a:pt x="2465049" y="468582"/>
                    <a:pt x="2468136" y="475785"/>
                  </a:cubicBezTo>
                  <a:cubicBezTo>
                    <a:pt x="2472502" y="485971"/>
                    <a:pt x="2478504" y="495395"/>
                    <a:pt x="2483005" y="505522"/>
                  </a:cubicBezTo>
                  <a:cubicBezTo>
                    <a:pt x="2501474" y="547077"/>
                    <a:pt x="2496260" y="541973"/>
                    <a:pt x="2512741" y="587297"/>
                  </a:cubicBezTo>
                  <a:cubicBezTo>
                    <a:pt x="2517301" y="599838"/>
                    <a:pt x="2523774" y="611686"/>
                    <a:pt x="2527609" y="624468"/>
                  </a:cubicBezTo>
                  <a:cubicBezTo>
                    <a:pt x="2531240" y="636571"/>
                    <a:pt x="2532303" y="649304"/>
                    <a:pt x="2535044" y="661639"/>
                  </a:cubicBezTo>
                  <a:cubicBezTo>
                    <a:pt x="2537261" y="671613"/>
                    <a:pt x="2540262" y="681401"/>
                    <a:pt x="2542478" y="691375"/>
                  </a:cubicBezTo>
                  <a:cubicBezTo>
                    <a:pt x="2542669" y="692235"/>
                    <a:pt x="2554324" y="753751"/>
                    <a:pt x="2557346" y="758283"/>
                  </a:cubicBezTo>
                  <a:cubicBezTo>
                    <a:pt x="2562302" y="765717"/>
                    <a:pt x="2571891" y="768718"/>
                    <a:pt x="2579649" y="773151"/>
                  </a:cubicBezTo>
                  <a:cubicBezTo>
                    <a:pt x="2622237" y="797486"/>
                    <a:pt x="2595211" y="780815"/>
                    <a:pt x="2639122" y="795453"/>
                  </a:cubicBezTo>
                  <a:cubicBezTo>
                    <a:pt x="2651782" y="799673"/>
                    <a:pt x="2663902" y="805366"/>
                    <a:pt x="2676292" y="810322"/>
                  </a:cubicBezTo>
                  <a:cubicBezTo>
                    <a:pt x="2678770" y="802888"/>
                    <a:pt x="2686205" y="795453"/>
                    <a:pt x="2683727" y="788019"/>
                  </a:cubicBezTo>
                  <a:cubicBezTo>
                    <a:pt x="2680402" y="778045"/>
                    <a:pt x="2667535" y="774272"/>
                    <a:pt x="2661424" y="765717"/>
                  </a:cubicBezTo>
                  <a:cubicBezTo>
                    <a:pt x="2654983" y="756699"/>
                    <a:pt x="2651512" y="745892"/>
                    <a:pt x="2646556" y="735980"/>
                  </a:cubicBezTo>
                  <a:cubicBezTo>
                    <a:pt x="2649034" y="669073"/>
                    <a:pt x="2650170" y="602102"/>
                    <a:pt x="2653990" y="535258"/>
                  </a:cubicBezTo>
                  <a:cubicBezTo>
                    <a:pt x="2655130" y="515312"/>
                    <a:pt x="2654004" y="494335"/>
                    <a:pt x="2661424" y="475785"/>
                  </a:cubicBezTo>
                  <a:cubicBezTo>
                    <a:pt x="2664334" y="468509"/>
                    <a:pt x="2666957" y="490486"/>
                    <a:pt x="2668858" y="498088"/>
                  </a:cubicBezTo>
                  <a:cubicBezTo>
                    <a:pt x="2674052" y="518862"/>
                    <a:pt x="2680414" y="559987"/>
                    <a:pt x="2683727" y="579863"/>
                  </a:cubicBezTo>
                  <a:cubicBezTo>
                    <a:pt x="2671366" y="765271"/>
                    <a:pt x="2675881" y="746910"/>
                    <a:pt x="2661424" y="869795"/>
                  </a:cubicBezTo>
                  <a:cubicBezTo>
                    <a:pt x="2659090" y="889637"/>
                    <a:pt x="2657908" y="909677"/>
                    <a:pt x="2653990" y="929268"/>
                  </a:cubicBezTo>
                  <a:cubicBezTo>
                    <a:pt x="2650452" y="946958"/>
                    <a:pt x="2642902" y="963667"/>
                    <a:pt x="2639122" y="981307"/>
                  </a:cubicBezTo>
                  <a:cubicBezTo>
                    <a:pt x="2631177" y="1018385"/>
                    <a:pt x="2626827" y="1091667"/>
                    <a:pt x="2624253" y="1122556"/>
                  </a:cubicBezTo>
                  <a:cubicBezTo>
                    <a:pt x="2627561" y="1158937"/>
                    <a:pt x="2632626" y="1224830"/>
                    <a:pt x="2639122" y="1263805"/>
                  </a:cubicBezTo>
                  <a:cubicBezTo>
                    <a:pt x="2640802" y="1273883"/>
                    <a:pt x="2644078" y="1283629"/>
                    <a:pt x="2646556" y="1293541"/>
                  </a:cubicBezTo>
                  <a:cubicBezTo>
                    <a:pt x="2639122" y="1340624"/>
                    <a:pt x="2637950" y="1389134"/>
                    <a:pt x="2624253" y="1434790"/>
                  </a:cubicBezTo>
                  <a:cubicBezTo>
                    <a:pt x="2622001" y="1442296"/>
                    <a:pt x="2602411" y="1434401"/>
                    <a:pt x="2601951" y="1442224"/>
                  </a:cubicBezTo>
                  <a:cubicBezTo>
                    <a:pt x="2597147" y="1523896"/>
                    <a:pt x="2606907" y="1605775"/>
                    <a:pt x="2609385" y="1687551"/>
                  </a:cubicBezTo>
                  <a:cubicBezTo>
                    <a:pt x="2635418" y="1635486"/>
                    <a:pt x="2640732" y="1627770"/>
                    <a:pt x="2661424" y="1576039"/>
                  </a:cubicBezTo>
                  <a:cubicBezTo>
                    <a:pt x="2669287" y="1556381"/>
                    <a:pt x="2677753" y="1536878"/>
                    <a:pt x="2683727" y="1516566"/>
                  </a:cubicBezTo>
                  <a:cubicBezTo>
                    <a:pt x="2690174" y="1494648"/>
                    <a:pt x="2692708" y="1471733"/>
                    <a:pt x="2698595" y="1449658"/>
                  </a:cubicBezTo>
                  <a:cubicBezTo>
                    <a:pt x="2702633" y="1434515"/>
                    <a:pt x="2708960" y="1420065"/>
                    <a:pt x="2713463" y="1405053"/>
                  </a:cubicBezTo>
                  <a:cubicBezTo>
                    <a:pt x="2716399" y="1395267"/>
                    <a:pt x="2717961" y="1385103"/>
                    <a:pt x="2720897" y="1375317"/>
                  </a:cubicBezTo>
                  <a:cubicBezTo>
                    <a:pt x="2725401" y="1360305"/>
                    <a:pt x="2735766" y="1330712"/>
                    <a:pt x="2735766" y="1330712"/>
                  </a:cubicBezTo>
                  <a:cubicBezTo>
                    <a:pt x="2738244" y="1315844"/>
                    <a:pt x="2743200" y="1301180"/>
                    <a:pt x="2743200" y="1286107"/>
                  </a:cubicBezTo>
                  <a:cubicBezTo>
                    <a:pt x="2743200" y="1082223"/>
                    <a:pt x="2749552" y="1124570"/>
                    <a:pt x="2728331" y="1018478"/>
                  </a:cubicBezTo>
                  <a:cubicBezTo>
                    <a:pt x="2725853" y="993697"/>
                    <a:pt x="2724419" y="968790"/>
                    <a:pt x="2720897" y="944136"/>
                  </a:cubicBezTo>
                  <a:cubicBezTo>
                    <a:pt x="2719452" y="934022"/>
                    <a:pt x="2714908" y="924514"/>
                    <a:pt x="2713463" y="914400"/>
                  </a:cubicBezTo>
                  <a:cubicBezTo>
                    <a:pt x="2691735" y="762303"/>
                    <a:pt x="2717527" y="897550"/>
                    <a:pt x="2698595" y="802888"/>
                  </a:cubicBezTo>
                  <a:cubicBezTo>
                    <a:pt x="2708367" y="558576"/>
                    <a:pt x="2696798" y="689985"/>
                    <a:pt x="2713463" y="564995"/>
                  </a:cubicBezTo>
                  <a:cubicBezTo>
                    <a:pt x="2723461" y="490008"/>
                    <a:pt x="2712870" y="525589"/>
                    <a:pt x="2735766" y="468351"/>
                  </a:cubicBezTo>
                  <a:cubicBezTo>
                    <a:pt x="2794952" y="507808"/>
                    <a:pt x="2754072" y="475227"/>
                    <a:pt x="2817541" y="602166"/>
                  </a:cubicBezTo>
                  <a:cubicBezTo>
                    <a:pt x="2834887" y="636859"/>
                    <a:pt x="2851760" y="671792"/>
                    <a:pt x="2869580" y="706244"/>
                  </a:cubicBezTo>
                  <a:cubicBezTo>
                    <a:pt x="2888934" y="743662"/>
                    <a:pt x="2911115" y="779639"/>
                    <a:pt x="2929053" y="817756"/>
                  </a:cubicBezTo>
                  <a:cubicBezTo>
                    <a:pt x="2948878" y="859883"/>
                    <a:pt x="2967705" y="902493"/>
                    <a:pt x="2988527" y="944136"/>
                  </a:cubicBezTo>
                  <a:cubicBezTo>
                    <a:pt x="3034449" y="1035979"/>
                    <a:pt x="3055821" y="1060332"/>
                    <a:pt x="3092605" y="1152292"/>
                  </a:cubicBezTo>
                  <a:cubicBezTo>
                    <a:pt x="3104246" y="1181395"/>
                    <a:pt x="3112837" y="1211632"/>
                    <a:pt x="3122341" y="1241502"/>
                  </a:cubicBezTo>
                  <a:cubicBezTo>
                    <a:pt x="3154070" y="1341224"/>
                    <a:pt x="3136740" y="1283990"/>
                    <a:pt x="3152078" y="1353014"/>
                  </a:cubicBezTo>
                  <a:cubicBezTo>
                    <a:pt x="3154294" y="1362988"/>
                    <a:pt x="3157684" y="1372698"/>
                    <a:pt x="3159512" y="1382751"/>
                  </a:cubicBezTo>
                  <a:cubicBezTo>
                    <a:pt x="3162646" y="1399991"/>
                    <a:pt x="3164468" y="1417444"/>
                    <a:pt x="3166946" y="1434790"/>
                  </a:cubicBezTo>
                  <a:cubicBezTo>
                    <a:pt x="3164468" y="1526478"/>
                    <a:pt x="3163773" y="1618231"/>
                    <a:pt x="3159512" y="1709853"/>
                  </a:cubicBezTo>
                  <a:cubicBezTo>
                    <a:pt x="3158318" y="1735526"/>
                    <a:pt x="3148062" y="1765995"/>
                    <a:pt x="3144644" y="1791629"/>
                  </a:cubicBezTo>
                  <a:cubicBezTo>
                    <a:pt x="3141352" y="1816314"/>
                    <a:pt x="3140731" y="1841316"/>
                    <a:pt x="3137209" y="1865970"/>
                  </a:cubicBezTo>
                  <a:cubicBezTo>
                    <a:pt x="3135764" y="1876085"/>
                    <a:pt x="3131991" y="1885733"/>
                    <a:pt x="3129775" y="1895707"/>
                  </a:cubicBezTo>
                  <a:cubicBezTo>
                    <a:pt x="3127034" y="1908042"/>
                    <a:pt x="3125406" y="1920620"/>
                    <a:pt x="3122341" y="1932878"/>
                  </a:cubicBezTo>
                  <a:cubicBezTo>
                    <a:pt x="3120440" y="1940480"/>
                    <a:pt x="3116808" y="1947578"/>
                    <a:pt x="3114907" y="1955180"/>
                  </a:cubicBezTo>
                  <a:cubicBezTo>
                    <a:pt x="3111842" y="1967438"/>
                    <a:pt x="3110798" y="1980161"/>
                    <a:pt x="3107473" y="1992351"/>
                  </a:cubicBezTo>
                  <a:cubicBezTo>
                    <a:pt x="3103349" y="2007471"/>
                    <a:pt x="3095679" y="2021588"/>
                    <a:pt x="3092605" y="2036956"/>
                  </a:cubicBezTo>
                  <a:cubicBezTo>
                    <a:pt x="3088361" y="2058173"/>
                    <a:pt x="3084034" y="2082869"/>
                    <a:pt x="3077736" y="2103863"/>
                  </a:cubicBezTo>
                  <a:cubicBezTo>
                    <a:pt x="3073233" y="2118875"/>
                    <a:pt x="3067824" y="2133600"/>
                    <a:pt x="3062868" y="2148468"/>
                  </a:cubicBezTo>
                  <a:cubicBezTo>
                    <a:pt x="3060390" y="2155902"/>
                    <a:pt x="3056971" y="2163086"/>
                    <a:pt x="3055434" y="2170770"/>
                  </a:cubicBezTo>
                  <a:lnTo>
                    <a:pt x="3048000" y="2207941"/>
                  </a:lnTo>
                  <a:cubicBezTo>
                    <a:pt x="3052956" y="2225287"/>
                    <a:pt x="3046118" y="2253280"/>
                    <a:pt x="3062868" y="2259980"/>
                  </a:cubicBezTo>
                  <a:cubicBezTo>
                    <a:pt x="3076284" y="2265347"/>
                    <a:pt x="3078708" y="2235734"/>
                    <a:pt x="3085170" y="2222810"/>
                  </a:cubicBezTo>
                  <a:cubicBezTo>
                    <a:pt x="3098561" y="2196029"/>
                    <a:pt x="3107711" y="2167159"/>
                    <a:pt x="3122341" y="2141034"/>
                  </a:cubicBezTo>
                  <a:cubicBezTo>
                    <a:pt x="3142493" y="2105049"/>
                    <a:pt x="3168267" y="2072463"/>
                    <a:pt x="3189249" y="2036956"/>
                  </a:cubicBezTo>
                  <a:cubicBezTo>
                    <a:pt x="3232719" y="1963392"/>
                    <a:pt x="3277415" y="1890358"/>
                    <a:pt x="3315629" y="1813931"/>
                  </a:cubicBezTo>
                  <a:cubicBezTo>
                    <a:pt x="3393733" y="1657726"/>
                    <a:pt x="3319753" y="1809321"/>
                    <a:pt x="3375102" y="1687551"/>
                  </a:cubicBezTo>
                  <a:cubicBezTo>
                    <a:pt x="3379688" y="1677462"/>
                    <a:pt x="3385854" y="1668104"/>
                    <a:pt x="3389970" y="1657814"/>
                  </a:cubicBezTo>
                  <a:cubicBezTo>
                    <a:pt x="3395791" y="1643263"/>
                    <a:pt x="3404839" y="1613210"/>
                    <a:pt x="3404839" y="1613210"/>
                  </a:cubicBezTo>
                  <a:cubicBezTo>
                    <a:pt x="3407317" y="1585951"/>
                    <a:pt x="3409075" y="1558618"/>
                    <a:pt x="3412273" y="1531434"/>
                  </a:cubicBezTo>
                  <a:cubicBezTo>
                    <a:pt x="3414034" y="1516464"/>
                    <a:pt x="3409048" y="1476170"/>
                    <a:pt x="3419707" y="1486829"/>
                  </a:cubicBezTo>
                  <a:cubicBezTo>
                    <a:pt x="3435862" y="1502984"/>
                    <a:pt x="3428564" y="1531695"/>
                    <a:pt x="3434575" y="1553736"/>
                  </a:cubicBezTo>
                  <a:cubicBezTo>
                    <a:pt x="3443443" y="1586254"/>
                    <a:pt x="3455550" y="1617834"/>
                    <a:pt x="3464312" y="1650380"/>
                  </a:cubicBezTo>
                  <a:cubicBezTo>
                    <a:pt x="3488746" y="1741134"/>
                    <a:pt x="3484134" y="1742055"/>
                    <a:pt x="3501483" y="1828800"/>
                  </a:cubicBezTo>
                  <a:cubicBezTo>
                    <a:pt x="3528685" y="1964811"/>
                    <a:pt x="3506615" y="1837287"/>
                    <a:pt x="3523785" y="1940312"/>
                  </a:cubicBezTo>
                  <a:cubicBezTo>
                    <a:pt x="3521307" y="1987395"/>
                    <a:pt x="3527786" y="2035821"/>
                    <a:pt x="3516351" y="2081561"/>
                  </a:cubicBezTo>
                  <a:cubicBezTo>
                    <a:pt x="3513873" y="2091473"/>
                    <a:pt x="3495951" y="2084845"/>
                    <a:pt x="3486614" y="2088995"/>
                  </a:cubicBezTo>
                  <a:cubicBezTo>
                    <a:pt x="3461151" y="2100312"/>
                    <a:pt x="3416386" y="2132810"/>
                    <a:pt x="3404839" y="2155902"/>
                  </a:cubicBezTo>
                  <a:cubicBezTo>
                    <a:pt x="3399883" y="2165814"/>
                    <a:pt x="3395844" y="2176241"/>
                    <a:pt x="3389970" y="2185639"/>
                  </a:cubicBezTo>
                  <a:cubicBezTo>
                    <a:pt x="3366411" y="2223333"/>
                    <a:pt x="3364999" y="2206798"/>
                    <a:pt x="3352800" y="2252546"/>
                  </a:cubicBezTo>
                  <a:cubicBezTo>
                    <a:pt x="3338117" y="2307606"/>
                    <a:pt x="3336648" y="2338431"/>
                    <a:pt x="3330497" y="2393795"/>
                  </a:cubicBezTo>
                  <a:cubicBezTo>
                    <a:pt x="3328019" y="2443356"/>
                    <a:pt x="3332348" y="2493731"/>
                    <a:pt x="3323063" y="2542478"/>
                  </a:cubicBezTo>
                  <a:cubicBezTo>
                    <a:pt x="3321597" y="2550176"/>
                    <a:pt x="3301797" y="2542145"/>
                    <a:pt x="3300761" y="2549912"/>
                  </a:cubicBezTo>
                  <a:cubicBezTo>
                    <a:pt x="3291258" y="2621187"/>
                    <a:pt x="3297812" y="2693736"/>
                    <a:pt x="3293327" y="2765502"/>
                  </a:cubicBezTo>
                  <a:cubicBezTo>
                    <a:pt x="3290062" y="2817736"/>
                    <a:pt x="3280179" y="2899279"/>
                    <a:pt x="3271024" y="2958790"/>
                  </a:cubicBezTo>
                  <a:cubicBezTo>
                    <a:pt x="3268732" y="2973688"/>
                    <a:pt x="3265582" y="2988454"/>
                    <a:pt x="3263590" y="3003395"/>
                  </a:cubicBezTo>
                  <a:cubicBezTo>
                    <a:pt x="3260624" y="3025638"/>
                    <a:pt x="3258778" y="3048016"/>
                    <a:pt x="3256156" y="3070302"/>
                  </a:cubicBezTo>
                  <a:cubicBezTo>
                    <a:pt x="3253822" y="3090144"/>
                    <a:pt x="3251362" y="3109972"/>
                    <a:pt x="3248722" y="3129775"/>
                  </a:cubicBezTo>
                  <a:cubicBezTo>
                    <a:pt x="3246406" y="3147144"/>
                    <a:pt x="3243953" y="3164495"/>
                    <a:pt x="3241288" y="3181814"/>
                  </a:cubicBezTo>
                  <a:cubicBezTo>
                    <a:pt x="3238996" y="3196712"/>
                    <a:pt x="3219553" y="3231186"/>
                    <a:pt x="3233853" y="3226419"/>
                  </a:cubicBezTo>
                  <a:cubicBezTo>
                    <a:pt x="3252806" y="3220101"/>
                    <a:pt x="3254242" y="3192037"/>
                    <a:pt x="3263590" y="3174380"/>
                  </a:cubicBezTo>
                  <a:cubicBezTo>
                    <a:pt x="3276553" y="3149894"/>
                    <a:pt x="3286601" y="3123853"/>
                    <a:pt x="3300761" y="3100039"/>
                  </a:cubicBezTo>
                  <a:cubicBezTo>
                    <a:pt x="3341169" y="3032080"/>
                    <a:pt x="3384473" y="2965880"/>
                    <a:pt x="3427141" y="2899317"/>
                  </a:cubicBezTo>
                  <a:cubicBezTo>
                    <a:pt x="3446428" y="2869229"/>
                    <a:pt x="3471825" y="2842643"/>
                    <a:pt x="3486614" y="2810107"/>
                  </a:cubicBezTo>
                  <a:cubicBezTo>
                    <a:pt x="3513207" y="2751603"/>
                    <a:pt x="3526946" y="2726282"/>
                    <a:pt x="3546088" y="2668858"/>
                  </a:cubicBezTo>
                  <a:cubicBezTo>
                    <a:pt x="3549319" y="2659165"/>
                    <a:pt x="3551044" y="2649034"/>
                    <a:pt x="3553522" y="2639122"/>
                  </a:cubicBezTo>
                  <a:cubicBezTo>
                    <a:pt x="3556000" y="2572215"/>
                    <a:pt x="3554707" y="2505061"/>
                    <a:pt x="3560956" y="2438400"/>
                  </a:cubicBezTo>
                  <a:cubicBezTo>
                    <a:pt x="3562202" y="2425114"/>
                    <a:pt x="3572587" y="2414175"/>
                    <a:pt x="3575824" y="2401229"/>
                  </a:cubicBezTo>
                  <a:cubicBezTo>
                    <a:pt x="3591418" y="2338851"/>
                    <a:pt x="3572400" y="2361183"/>
                    <a:pt x="3598127" y="2304585"/>
                  </a:cubicBezTo>
                  <a:cubicBezTo>
                    <a:pt x="3604106" y="2291431"/>
                    <a:pt x="3613967" y="2280338"/>
                    <a:pt x="3620429" y="2267414"/>
                  </a:cubicBezTo>
                  <a:cubicBezTo>
                    <a:pt x="3626397" y="2255478"/>
                    <a:pt x="3628907" y="2241959"/>
                    <a:pt x="3635297" y="2230244"/>
                  </a:cubicBezTo>
                  <a:cubicBezTo>
                    <a:pt x="3643854" y="2214556"/>
                    <a:pt x="3656030" y="2201074"/>
                    <a:pt x="3665034" y="2185639"/>
                  </a:cubicBezTo>
                  <a:cubicBezTo>
                    <a:pt x="3673410" y="2171280"/>
                    <a:pt x="3677803" y="2154652"/>
                    <a:pt x="3687336" y="2141034"/>
                  </a:cubicBezTo>
                  <a:cubicBezTo>
                    <a:pt x="3695375" y="2129550"/>
                    <a:pt x="3708467" y="2122362"/>
                    <a:pt x="3717073" y="2111297"/>
                  </a:cubicBezTo>
                  <a:cubicBezTo>
                    <a:pt x="3797726" y="2007600"/>
                    <a:pt x="3692531" y="2130787"/>
                    <a:pt x="3754244" y="2044390"/>
                  </a:cubicBezTo>
                  <a:cubicBezTo>
                    <a:pt x="3760355" y="2035835"/>
                    <a:pt x="3769112" y="2029522"/>
                    <a:pt x="3776546" y="2022088"/>
                  </a:cubicBezTo>
                  <a:cubicBezTo>
                    <a:pt x="3796212" y="1943422"/>
                    <a:pt x="3769511" y="2036059"/>
                    <a:pt x="3798849" y="1970049"/>
                  </a:cubicBezTo>
                  <a:cubicBezTo>
                    <a:pt x="3805214" y="1955727"/>
                    <a:pt x="3808761" y="1940312"/>
                    <a:pt x="3813717" y="1925444"/>
                  </a:cubicBezTo>
                  <a:cubicBezTo>
                    <a:pt x="3816195" y="1918010"/>
                    <a:pt x="3815610" y="1908682"/>
                    <a:pt x="3821151" y="1903141"/>
                  </a:cubicBezTo>
                  <a:lnTo>
                    <a:pt x="3843453" y="1880839"/>
                  </a:lnTo>
                  <a:cubicBezTo>
                    <a:pt x="3848409" y="1868449"/>
                    <a:pt x="3850669" y="1854601"/>
                    <a:pt x="3858322" y="1843668"/>
                  </a:cubicBezTo>
                  <a:cubicBezTo>
                    <a:pt x="3868370" y="1829313"/>
                    <a:pt x="3895492" y="1806497"/>
                    <a:pt x="3895492" y="1806497"/>
                  </a:cubicBezTo>
                  <a:cubicBezTo>
                    <a:pt x="3897970" y="1799063"/>
                    <a:pt x="3899121" y="1791045"/>
                    <a:pt x="3902927" y="1784195"/>
                  </a:cubicBezTo>
                  <a:cubicBezTo>
                    <a:pt x="3911605" y="1768574"/>
                    <a:pt x="3927012" y="1756542"/>
                    <a:pt x="3932663" y="1739590"/>
                  </a:cubicBezTo>
                  <a:cubicBezTo>
                    <a:pt x="3935141" y="1732156"/>
                    <a:pt x="3937944" y="1724823"/>
                    <a:pt x="3940097" y="1717288"/>
                  </a:cubicBezTo>
                  <a:cubicBezTo>
                    <a:pt x="3945490" y="1698412"/>
                    <a:pt x="3947323" y="1683083"/>
                    <a:pt x="3954966" y="1665249"/>
                  </a:cubicBezTo>
                  <a:cubicBezTo>
                    <a:pt x="3978289" y="1610831"/>
                    <a:pt x="3963564" y="1660593"/>
                    <a:pt x="3977268" y="1605775"/>
                  </a:cubicBezTo>
                  <a:cubicBezTo>
                    <a:pt x="3995777" y="1661306"/>
                    <a:pt x="3988573" y="1630308"/>
                    <a:pt x="3977268" y="1739590"/>
                  </a:cubicBezTo>
                  <a:cubicBezTo>
                    <a:pt x="3973662" y="1774449"/>
                    <a:pt x="3972028" y="1809972"/>
                    <a:pt x="3962400" y="1843668"/>
                  </a:cubicBezTo>
                  <a:lnTo>
                    <a:pt x="3917795" y="1999785"/>
                  </a:lnTo>
                  <a:cubicBezTo>
                    <a:pt x="3912839" y="2017131"/>
                    <a:pt x="3907303" y="2034322"/>
                    <a:pt x="3902927" y="2051824"/>
                  </a:cubicBezTo>
                  <a:cubicBezTo>
                    <a:pt x="3900546" y="2061349"/>
                    <a:pt x="3893390" y="2093200"/>
                    <a:pt x="3888058" y="2103863"/>
                  </a:cubicBezTo>
                  <a:cubicBezTo>
                    <a:pt x="3884062" y="2111855"/>
                    <a:pt x="3878146" y="2118732"/>
                    <a:pt x="3873190" y="2126166"/>
                  </a:cubicBezTo>
                  <a:cubicBezTo>
                    <a:pt x="3865118" y="2158455"/>
                    <a:pt x="3866157" y="2159991"/>
                    <a:pt x="3850888" y="2193073"/>
                  </a:cubicBezTo>
                  <a:cubicBezTo>
                    <a:pt x="3841600" y="2213197"/>
                    <a:pt x="3821151" y="2252546"/>
                    <a:pt x="3821151" y="2252546"/>
                  </a:cubicBezTo>
                  <a:cubicBezTo>
                    <a:pt x="3818673" y="2262458"/>
                    <a:pt x="3817153" y="2272661"/>
                    <a:pt x="3813717" y="2282283"/>
                  </a:cubicBezTo>
                  <a:cubicBezTo>
                    <a:pt x="3804740" y="2307417"/>
                    <a:pt x="3791312" y="2330962"/>
                    <a:pt x="3783980" y="2356624"/>
                  </a:cubicBezTo>
                  <a:lnTo>
                    <a:pt x="3769112" y="2408663"/>
                  </a:lnTo>
                  <a:cubicBezTo>
                    <a:pt x="3766634" y="2430965"/>
                    <a:pt x="3765007" y="2453379"/>
                    <a:pt x="3761678" y="2475570"/>
                  </a:cubicBezTo>
                  <a:cubicBezTo>
                    <a:pt x="3757568" y="2502969"/>
                    <a:pt x="3750392" y="2529873"/>
                    <a:pt x="3746809" y="2557346"/>
                  </a:cubicBezTo>
                  <a:cubicBezTo>
                    <a:pt x="3742949" y="2586935"/>
                    <a:pt x="3742077" y="2616839"/>
                    <a:pt x="3739375" y="2646556"/>
                  </a:cubicBezTo>
                  <a:cubicBezTo>
                    <a:pt x="3737120" y="2671358"/>
                    <a:pt x="3734419" y="2696117"/>
                    <a:pt x="3731941" y="2720897"/>
                  </a:cubicBezTo>
                  <a:cubicBezTo>
                    <a:pt x="3734419" y="2800195"/>
                    <a:pt x="3739375" y="2879454"/>
                    <a:pt x="3739375" y="2958790"/>
                  </a:cubicBezTo>
                  <a:cubicBezTo>
                    <a:pt x="3739375" y="3248452"/>
                    <a:pt x="3714542" y="3094817"/>
                    <a:pt x="3746809" y="3256156"/>
                  </a:cubicBezTo>
                  <a:cubicBezTo>
                    <a:pt x="3776944" y="3210955"/>
                    <a:pt x="3744484" y="3256484"/>
                    <a:pt x="3798849" y="3196683"/>
                  </a:cubicBezTo>
                  <a:cubicBezTo>
                    <a:pt x="3811868" y="3182362"/>
                    <a:pt x="3823000" y="3166399"/>
                    <a:pt x="3836019" y="3152078"/>
                  </a:cubicBezTo>
                  <a:cubicBezTo>
                    <a:pt x="3847806" y="3139112"/>
                    <a:pt x="3861549" y="3128004"/>
                    <a:pt x="3873190" y="3114907"/>
                  </a:cubicBezTo>
                  <a:cubicBezTo>
                    <a:pt x="3881422" y="3105646"/>
                    <a:pt x="3886731" y="3093931"/>
                    <a:pt x="3895492" y="3085170"/>
                  </a:cubicBezTo>
                  <a:cubicBezTo>
                    <a:pt x="3928098" y="3052564"/>
                    <a:pt x="3909647" y="3090630"/>
                    <a:pt x="3940097" y="3048000"/>
                  </a:cubicBezTo>
                  <a:cubicBezTo>
                    <a:pt x="3946539" y="3038982"/>
                    <a:pt x="3949092" y="3027661"/>
                    <a:pt x="3954966" y="3018263"/>
                  </a:cubicBezTo>
                  <a:cubicBezTo>
                    <a:pt x="3961533" y="3007756"/>
                    <a:pt x="3969834" y="2998439"/>
                    <a:pt x="3977268" y="2988527"/>
                  </a:cubicBezTo>
                  <a:cubicBezTo>
                    <a:pt x="3979746" y="2981093"/>
                    <a:pt x="3982549" y="2973759"/>
                    <a:pt x="3984702" y="2966224"/>
                  </a:cubicBezTo>
                  <a:cubicBezTo>
                    <a:pt x="3987509" y="2956400"/>
                    <a:pt x="3992136" y="2926271"/>
                    <a:pt x="3992136" y="2936488"/>
                  </a:cubicBezTo>
                  <a:cubicBezTo>
                    <a:pt x="3992136" y="2996013"/>
                    <a:pt x="3988797" y="3055523"/>
                    <a:pt x="3984702" y="3114907"/>
                  </a:cubicBezTo>
                  <a:cubicBezTo>
                    <a:pt x="3982894" y="3141129"/>
                    <a:pt x="3973255" y="3165729"/>
                    <a:pt x="3962400" y="3189249"/>
                  </a:cubicBezTo>
                  <a:cubicBezTo>
                    <a:pt x="3934179" y="3250395"/>
                    <a:pt x="3942017" y="3236250"/>
                    <a:pt x="3910361" y="3278458"/>
                  </a:cubicBezTo>
                  <a:cubicBezTo>
                    <a:pt x="3907883" y="3285892"/>
                    <a:pt x="3906733" y="3293911"/>
                    <a:pt x="3902927" y="3300761"/>
                  </a:cubicBezTo>
                  <a:cubicBezTo>
                    <a:pt x="3894249" y="3316382"/>
                    <a:pt x="3878841" y="3328413"/>
                    <a:pt x="3873190" y="3345366"/>
                  </a:cubicBezTo>
                  <a:cubicBezTo>
                    <a:pt x="3870712" y="3352800"/>
                    <a:pt x="3869562" y="3360818"/>
                    <a:pt x="3865756" y="3367668"/>
                  </a:cubicBezTo>
                  <a:cubicBezTo>
                    <a:pt x="3831408" y="3429493"/>
                    <a:pt x="3847936" y="3394653"/>
                    <a:pt x="3813717" y="3434575"/>
                  </a:cubicBezTo>
                  <a:cubicBezTo>
                    <a:pt x="3805653" y="3443983"/>
                    <a:pt x="3798848" y="3454400"/>
                    <a:pt x="3791414" y="3464312"/>
                  </a:cubicBezTo>
                  <a:cubicBezTo>
                    <a:pt x="3774158" y="3516079"/>
                    <a:pt x="3796323" y="3460665"/>
                    <a:pt x="3769112" y="3501483"/>
                  </a:cubicBezTo>
                  <a:cubicBezTo>
                    <a:pt x="3762965" y="3510704"/>
                    <a:pt x="3743248" y="3532594"/>
                    <a:pt x="3754244" y="3531219"/>
                  </a:cubicBezTo>
                  <a:cubicBezTo>
                    <a:pt x="3758304" y="3530712"/>
                    <a:pt x="3875890" y="3469179"/>
                    <a:pt x="3888058" y="3464312"/>
                  </a:cubicBezTo>
                  <a:cubicBezTo>
                    <a:pt x="3940602" y="3443294"/>
                    <a:pt x="3975506" y="3427645"/>
                    <a:pt x="4029307" y="3412273"/>
                  </a:cubicBezTo>
                  <a:cubicBezTo>
                    <a:pt x="4154891" y="3376392"/>
                    <a:pt x="4004426" y="3425523"/>
                    <a:pt x="4088780" y="3397405"/>
                  </a:cubicBezTo>
                  <a:cubicBezTo>
                    <a:pt x="4073912" y="3412273"/>
                    <a:pt x="4055839" y="3424514"/>
                    <a:pt x="4044175" y="3442010"/>
                  </a:cubicBezTo>
                  <a:cubicBezTo>
                    <a:pt x="4028457" y="3465587"/>
                    <a:pt x="4018229" y="3484088"/>
                    <a:pt x="3992136" y="3501483"/>
                  </a:cubicBezTo>
                  <a:cubicBezTo>
                    <a:pt x="3984702" y="3506439"/>
                    <a:pt x="3976475" y="3510374"/>
                    <a:pt x="3969834" y="3516351"/>
                  </a:cubicBezTo>
                  <a:cubicBezTo>
                    <a:pt x="3951600" y="3532762"/>
                    <a:pt x="3935141" y="3551044"/>
                    <a:pt x="3917795" y="3568390"/>
                  </a:cubicBezTo>
                  <a:lnTo>
                    <a:pt x="3895492" y="3590692"/>
                  </a:lnTo>
                  <a:cubicBezTo>
                    <a:pt x="3890536" y="3595648"/>
                    <a:pt x="3886097" y="3601183"/>
                    <a:pt x="3880624" y="3605561"/>
                  </a:cubicBezTo>
                  <a:cubicBezTo>
                    <a:pt x="3868234" y="3615473"/>
                    <a:pt x="3855500" y="3624971"/>
                    <a:pt x="3843453" y="3635297"/>
                  </a:cubicBezTo>
                  <a:cubicBezTo>
                    <a:pt x="3838131" y="3639858"/>
                    <a:pt x="3833907" y="3645605"/>
                    <a:pt x="3828585" y="3650166"/>
                  </a:cubicBezTo>
                  <a:cubicBezTo>
                    <a:pt x="3816538" y="3660492"/>
                    <a:pt x="3802634" y="3668682"/>
                    <a:pt x="3791414" y="3679902"/>
                  </a:cubicBezTo>
                  <a:cubicBezTo>
                    <a:pt x="3782653" y="3688663"/>
                    <a:pt x="3777271" y="3700314"/>
                    <a:pt x="3769112" y="3709639"/>
                  </a:cubicBezTo>
                  <a:cubicBezTo>
                    <a:pt x="3759881" y="3720189"/>
                    <a:pt x="3749287" y="3729463"/>
                    <a:pt x="3739375" y="3739375"/>
                  </a:cubicBezTo>
                  <a:cubicBezTo>
                    <a:pt x="3736548" y="3753512"/>
                    <a:pt x="3732127" y="3783610"/>
                    <a:pt x="3724507" y="3798849"/>
                  </a:cubicBezTo>
                  <a:cubicBezTo>
                    <a:pt x="3707657" y="3832550"/>
                    <a:pt x="3714099" y="3812230"/>
                    <a:pt x="3687336" y="3836019"/>
                  </a:cubicBezTo>
                  <a:cubicBezTo>
                    <a:pt x="3671620" y="3849988"/>
                    <a:pt x="3657599" y="3865756"/>
                    <a:pt x="3642731" y="3880624"/>
                  </a:cubicBezTo>
                  <a:lnTo>
                    <a:pt x="3598127" y="3925229"/>
                  </a:lnTo>
                  <a:cubicBezTo>
                    <a:pt x="3593171" y="3930185"/>
                    <a:pt x="3589268" y="3936491"/>
                    <a:pt x="3583258" y="3940097"/>
                  </a:cubicBezTo>
                  <a:cubicBezTo>
                    <a:pt x="3570868" y="3947531"/>
                    <a:pt x="3558110" y="3954385"/>
                    <a:pt x="3546088" y="3962400"/>
                  </a:cubicBezTo>
                  <a:cubicBezTo>
                    <a:pt x="3501084" y="3992403"/>
                    <a:pt x="3533796" y="3978887"/>
                    <a:pt x="3494049" y="3992136"/>
                  </a:cubicBezTo>
                  <a:cubicBezTo>
                    <a:pt x="3430139" y="4034744"/>
                    <a:pt x="3510994" y="3983665"/>
                    <a:pt x="3449444" y="4014439"/>
                  </a:cubicBezTo>
                  <a:cubicBezTo>
                    <a:pt x="3441452" y="4018435"/>
                    <a:pt x="3435306" y="4025678"/>
                    <a:pt x="3427141" y="4029307"/>
                  </a:cubicBezTo>
                  <a:cubicBezTo>
                    <a:pt x="3412819" y="4035672"/>
                    <a:pt x="3397087" y="4038354"/>
                    <a:pt x="3382536" y="4044175"/>
                  </a:cubicBezTo>
                  <a:cubicBezTo>
                    <a:pt x="3370146" y="4049131"/>
                    <a:pt x="3357560" y="4053624"/>
                    <a:pt x="3345366" y="4059044"/>
                  </a:cubicBezTo>
                  <a:cubicBezTo>
                    <a:pt x="3290257" y="4083537"/>
                    <a:pt x="3339127" y="4066079"/>
                    <a:pt x="3293327" y="4081346"/>
                  </a:cubicBezTo>
                  <a:cubicBezTo>
                    <a:pt x="3270989" y="4078155"/>
                    <a:pt x="3228032" y="4073000"/>
                    <a:pt x="3204117" y="4066478"/>
                  </a:cubicBezTo>
                  <a:cubicBezTo>
                    <a:pt x="3188997" y="4062354"/>
                    <a:pt x="3174380" y="4056566"/>
                    <a:pt x="3159512" y="4051610"/>
                  </a:cubicBezTo>
                  <a:cubicBezTo>
                    <a:pt x="3152078" y="4049132"/>
                    <a:pt x="3144939" y="4045463"/>
                    <a:pt x="3137209" y="4044175"/>
                  </a:cubicBezTo>
                  <a:cubicBezTo>
                    <a:pt x="3068040" y="4032647"/>
                    <a:pt x="3107603" y="4038241"/>
                    <a:pt x="3018263" y="4029307"/>
                  </a:cubicBezTo>
                  <a:cubicBezTo>
                    <a:pt x="2936487" y="4031785"/>
                    <a:pt x="2854630" y="4032325"/>
                    <a:pt x="2772936" y="4036741"/>
                  </a:cubicBezTo>
                  <a:cubicBezTo>
                    <a:pt x="2762734" y="4037292"/>
                    <a:pt x="2753174" y="4041958"/>
                    <a:pt x="2743200" y="4044175"/>
                  </a:cubicBezTo>
                  <a:cubicBezTo>
                    <a:pt x="2730865" y="4046916"/>
                    <a:pt x="2718287" y="4048545"/>
                    <a:pt x="2706029" y="4051610"/>
                  </a:cubicBezTo>
                  <a:cubicBezTo>
                    <a:pt x="2668657" y="4060953"/>
                    <a:pt x="2697765" y="4055742"/>
                    <a:pt x="2661424" y="4073912"/>
                  </a:cubicBezTo>
                  <a:cubicBezTo>
                    <a:pt x="2648930" y="4080159"/>
                    <a:pt x="2621297" y="4085206"/>
                    <a:pt x="2609385" y="4088780"/>
                  </a:cubicBezTo>
                  <a:cubicBezTo>
                    <a:pt x="2594373" y="4093284"/>
                    <a:pt x="2564780" y="4103649"/>
                    <a:pt x="2564780" y="4103649"/>
                  </a:cubicBezTo>
                  <a:cubicBezTo>
                    <a:pt x="2536105" y="4101042"/>
                    <a:pt x="2472494" y="4097303"/>
                    <a:pt x="2438400" y="4088780"/>
                  </a:cubicBezTo>
                  <a:cubicBezTo>
                    <a:pt x="2423195" y="4084979"/>
                    <a:pt x="2408663" y="4078868"/>
                    <a:pt x="2393795" y="4073912"/>
                  </a:cubicBezTo>
                  <a:cubicBezTo>
                    <a:pt x="2360600" y="4062847"/>
                    <a:pt x="2336989" y="4053954"/>
                    <a:pt x="2297151" y="4051610"/>
                  </a:cubicBezTo>
                  <a:lnTo>
                    <a:pt x="2170770" y="4044175"/>
                  </a:lnTo>
                  <a:lnTo>
                    <a:pt x="2096429" y="4051610"/>
                  </a:lnTo>
                  <a:cubicBezTo>
                    <a:pt x="2066712" y="4054312"/>
                    <a:pt x="2036828" y="4055343"/>
                    <a:pt x="2007219" y="4059044"/>
                  </a:cubicBezTo>
                  <a:cubicBezTo>
                    <a:pt x="1977305" y="4062783"/>
                    <a:pt x="1918009" y="4073912"/>
                    <a:pt x="1918009" y="4073912"/>
                  </a:cubicBezTo>
                  <a:cubicBezTo>
                    <a:pt x="1903141" y="4078868"/>
                    <a:pt x="1888474" y="4084474"/>
                    <a:pt x="1873405" y="4088780"/>
                  </a:cubicBezTo>
                  <a:cubicBezTo>
                    <a:pt x="1853756" y="4094394"/>
                    <a:pt x="1833219" y="4096898"/>
                    <a:pt x="1813931" y="4103649"/>
                  </a:cubicBezTo>
                  <a:cubicBezTo>
                    <a:pt x="1783525" y="4114291"/>
                    <a:pt x="1753535" y="4126412"/>
                    <a:pt x="1724722" y="4140819"/>
                  </a:cubicBezTo>
                  <a:cubicBezTo>
                    <a:pt x="1714810" y="4145775"/>
                    <a:pt x="1705362" y="4151797"/>
                    <a:pt x="1694985" y="4155688"/>
                  </a:cubicBezTo>
                  <a:cubicBezTo>
                    <a:pt x="1685419" y="4159276"/>
                    <a:pt x="1675161" y="4160644"/>
                    <a:pt x="1665249" y="4163122"/>
                  </a:cubicBezTo>
                  <a:cubicBezTo>
                    <a:pt x="1637407" y="4159642"/>
                    <a:pt x="1597431" y="4156115"/>
                    <a:pt x="1568605" y="4148253"/>
                  </a:cubicBezTo>
                  <a:cubicBezTo>
                    <a:pt x="1553485" y="4144129"/>
                    <a:pt x="1537040" y="4142078"/>
                    <a:pt x="1524000" y="4133385"/>
                  </a:cubicBezTo>
                  <a:lnTo>
                    <a:pt x="1479395" y="4103649"/>
                  </a:lnTo>
                  <a:cubicBezTo>
                    <a:pt x="1462049" y="4106127"/>
                    <a:pt x="1443824" y="4105095"/>
                    <a:pt x="1427356" y="4111083"/>
                  </a:cubicBezTo>
                  <a:cubicBezTo>
                    <a:pt x="1415712" y="4115317"/>
                    <a:pt x="1407701" y="4126183"/>
                    <a:pt x="1397619" y="4133385"/>
                  </a:cubicBezTo>
                  <a:cubicBezTo>
                    <a:pt x="1390349" y="4138578"/>
                    <a:pt x="1382751" y="4143297"/>
                    <a:pt x="1375317" y="4148253"/>
                  </a:cubicBezTo>
                  <a:cubicBezTo>
                    <a:pt x="1370361" y="4155687"/>
                    <a:pt x="1366031" y="4163579"/>
                    <a:pt x="1360449" y="4170556"/>
                  </a:cubicBezTo>
                  <a:cubicBezTo>
                    <a:pt x="1356070" y="4176029"/>
                    <a:pt x="1349186" y="4179414"/>
                    <a:pt x="1345580" y="4185424"/>
                  </a:cubicBezTo>
                  <a:cubicBezTo>
                    <a:pt x="1341548" y="4192144"/>
                    <a:pt x="1341233" y="4200524"/>
                    <a:pt x="1338146" y="4207727"/>
                  </a:cubicBezTo>
                  <a:cubicBezTo>
                    <a:pt x="1326828" y="4234136"/>
                    <a:pt x="1323341" y="4237368"/>
                    <a:pt x="1308409" y="4259766"/>
                  </a:cubicBezTo>
                  <a:cubicBezTo>
                    <a:pt x="1305931" y="4267200"/>
                    <a:pt x="1304479" y="4275059"/>
                    <a:pt x="1300975" y="4282068"/>
                  </a:cubicBezTo>
                  <a:cubicBezTo>
                    <a:pt x="1273829" y="4336359"/>
                    <a:pt x="1290060" y="4262771"/>
                    <a:pt x="1256370" y="4363844"/>
                  </a:cubicBezTo>
                  <a:cubicBezTo>
                    <a:pt x="1252633" y="4375054"/>
                    <a:pt x="1235940" y="4421333"/>
                    <a:pt x="1234068" y="4438185"/>
                  </a:cubicBezTo>
                  <a:cubicBezTo>
                    <a:pt x="1232700" y="4450500"/>
                    <a:pt x="1234068" y="4462966"/>
                    <a:pt x="1234068" y="4475356"/>
                  </a:cubicBezTo>
                  <a:lnTo>
                    <a:pt x="921834" y="4215161"/>
                  </a:lnTo>
                </a:path>
              </a:pathLst>
            </a:custGeom>
            <a:solidFill>
              <a:srgbClr val="E15039">
                <a:alpha val="54161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5087">
              <p14:nvContentPartPr>
                <p14:cNvPr id="25444" name="Ink 25443">
                  <a:extLst>
                    <a:ext uri="{FF2B5EF4-FFF2-40B4-BE49-F238E27FC236}">
                      <a16:creationId xmlns:a16="http://schemas.microsoft.com/office/drawing/2014/main" id="{72BA77CE-A140-0B46-D3B0-515133587202}"/>
                    </a:ext>
                  </a:extLst>
                </p14:cNvPr>
                <p14:cNvContentPartPr/>
                <p14:nvPr/>
              </p14:nvContentPartPr>
              <p14:xfrm>
                <a:off x="4747425" y="2723906"/>
                <a:ext cx="2628720" cy="3195720"/>
              </p14:xfrm>
            </p:contentPart>
          </mc:Choice>
          <mc:Fallback xmlns="">
            <p:pic>
              <p:nvPicPr>
                <p:cNvPr id="22719" name="Ink 22718">
                  <a:extLst>
                    <a:ext uri="{FF2B5EF4-FFF2-40B4-BE49-F238E27FC236}">
                      <a16:creationId xmlns:a16="http://schemas.microsoft.com/office/drawing/2014/main" id="{1DB10A4F-5CDB-628A-DB5B-315F9833580E}"/>
                    </a:ext>
                  </a:extLst>
                </p:cNvPr>
                <p:cNvPicPr/>
                <p:nvPr/>
              </p:nvPicPr>
              <p:blipFill>
                <a:blip r:embed="rId1296"/>
                <a:stretch>
                  <a:fillRect/>
                </a:stretch>
              </p:blipFill>
              <p:spPr>
                <a:xfrm>
                  <a:off x="4698895" y="2671943"/>
                  <a:ext cx="2725780" cy="3299646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25445" name="Freeform 25444">
              <a:extLst>
                <a:ext uri="{FF2B5EF4-FFF2-40B4-BE49-F238E27FC236}">
                  <a16:creationId xmlns:a16="http://schemas.microsoft.com/office/drawing/2014/main" id="{3D23F380-9452-BCBA-D1B4-CF3115FE1253}"/>
                </a:ext>
              </a:extLst>
            </p:cNvPr>
            <p:cNvSpPr/>
            <p:nvPr/>
          </p:nvSpPr>
          <p:spPr>
            <a:xfrm>
              <a:off x="5262268" y="277250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6" name="Freeform 25445">
              <a:extLst>
                <a:ext uri="{FF2B5EF4-FFF2-40B4-BE49-F238E27FC236}">
                  <a16:creationId xmlns:a16="http://schemas.microsoft.com/office/drawing/2014/main" id="{90E9905B-0478-1FD7-453F-1A3B14595042}"/>
                </a:ext>
              </a:extLst>
            </p:cNvPr>
            <p:cNvSpPr/>
            <p:nvPr/>
          </p:nvSpPr>
          <p:spPr>
            <a:xfrm>
              <a:off x="5414668" y="306614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7" name="Freeform 25446">
              <a:extLst>
                <a:ext uri="{FF2B5EF4-FFF2-40B4-BE49-F238E27FC236}">
                  <a16:creationId xmlns:a16="http://schemas.microsoft.com/office/drawing/2014/main" id="{B230BCDC-0B79-19CB-A047-2EDAF3445788}"/>
                </a:ext>
              </a:extLst>
            </p:cNvPr>
            <p:cNvSpPr/>
            <p:nvPr/>
          </p:nvSpPr>
          <p:spPr>
            <a:xfrm>
              <a:off x="5213948" y="322969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8" name="Freeform 25447">
              <a:extLst>
                <a:ext uri="{FF2B5EF4-FFF2-40B4-BE49-F238E27FC236}">
                  <a16:creationId xmlns:a16="http://schemas.microsoft.com/office/drawing/2014/main" id="{D56EDD7B-9F68-11ED-CA30-1F6F97338A16}"/>
                </a:ext>
              </a:extLst>
            </p:cNvPr>
            <p:cNvSpPr/>
            <p:nvPr/>
          </p:nvSpPr>
          <p:spPr>
            <a:xfrm>
              <a:off x="5697164" y="29323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49" name="Freeform 25448">
              <a:extLst>
                <a:ext uri="{FF2B5EF4-FFF2-40B4-BE49-F238E27FC236}">
                  <a16:creationId xmlns:a16="http://schemas.microsoft.com/office/drawing/2014/main" id="{56B86EE5-64D2-49EB-404E-A120DBB39629}"/>
                </a:ext>
              </a:extLst>
            </p:cNvPr>
            <p:cNvSpPr/>
            <p:nvPr/>
          </p:nvSpPr>
          <p:spPr>
            <a:xfrm>
              <a:off x="5414668" y="331147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0" name="Freeform 25449">
              <a:extLst>
                <a:ext uri="{FF2B5EF4-FFF2-40B4-BE49-F238E27FC236}">
                  <a16:creationId xmlns:a16="http://schemas.microsoft.com/office/drawing/2014/main" id="{C905B76B-1FE9-520A-02DB-8F479CD0F9F1}"/>
                </a:ext>
              </a:extLst>
            </p:cNvPr>
            <p:cNvSpPr/>
            <p:nvPr/>
          </p:nvSpPr>
          <p:spPr>
            <a:xfrm>
              <a:off x="5213948" y="344529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1" name="Freeform 25450">
              <a:extLst>
                <a:ext uri="{FF2B5EF4-FFF2-40B4-BE49-F238E27FC236}">
                  <a16:creationId xmlns:a16="http://schemas.microsoft.com/office/drawing/2014/main" id="{58D2DB4A-F009-929A-7637-0A8D6F47A707}"/>
                </a:ext>
              </a:extLst>
            </p:cNvPr>
            <p:cNvSpPr/>
            <p:nvPr/>
          </p:nvSpPr>
          <p:spPr>
            <a:xfrm>
              <a:off x="5414668" y="373522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2" name="Freeform 25451">
              <a:extLst>
                <a:ext uri="{FF2B5EF4-FFF2-40B4-BE49-F238E27FC236}">
                  <a16:creationId xmlns:a16="http://schemas.microsoft.com/office/drawing/2014/main" id="{36CCB94F-9914-F08E-AD35-2EB92D42CA84}"/>
                </a:ext>
              </a:extLst>
            </p:cNvPr>
            <p:cNvSpPr/>
            <p:nvPr/>
          </p:nvSpPr>
          <p:spPr>
            <a:xfrm>
              <a:off x="5745484" y="36129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3" name="Freeform 25452">
              <a:extLst>
                <a:ext uri="{FF2B5EF4-FFF2-40B4-BE49-F238E27FC236}">
                  <a16:creationId xmlns:a16="http://schemas.microsoft.com/office/drawing/2014/main" id="{46211E61-4513-716C-56FA-53E20278A022}"/>
                </a:ext>
              </a:extLst>
            </p:cNvPr>
            <p:cNvSpPr/>
            <p:nvPr/>
          </p:nvSpPr>
          <p:spPr>
            <a:xfrm>
              <a:off x="5897884" y="390664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4" name="Freeform 25453">
              <a:extLst>
                <a:ext uri="{FF2B5EF4-FFF2-40B4-BE49-F238E27FC236}">
                  <a16:creationId xmlns:a16="http://schemas.microsoft.com/office/drawing/2014/main" id="{9DF68C7C-6193-9149-CE55-D92078CB3505}"/>
                </a:ext>
              </a:extLst>
            </p:cNvPr>
            <p:cNvSpPr/>
            <p:nvPr/>
          </p:nvSpPr>
          <p:spPr>
            <a:xfrm>
              <a:off x="5697164" y="407019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5" name="Freeform 25454">
              <a:extLst>
                <a:ext uri="{FF2B5EF4-FFF2-40B4-BE49-F238E27FC236}">
                  <a16:creationId xmlns:a16="http://schemas.microsoft.com/office/drawing/2014/main" id="{7EAA836D-A1A0-0A2F-D1A4-243FCAF244A4}"/>
                </a:ext>
              </a:extLst>
            </p:cNvPr>
            <p:cNvSpPr/>
            <p:nvPr/>
          </p:nvSpPr>
          <p:spPr>
            <a:xfrm>
              <a:off x="6180380" y="37728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6" name="Freeform 25455">
              <a:extLst>
                <a:ext uri="{FF2B5EF4-FFF2-40B4-BE49-F238E27FC236}">
                  <a16:creationId xmlns:a16="http://schemas.microsoft.com/office/drawing/2014/main" id="{823B0518-FCAF-4E49-0760-258C18462FD5}"/>
                </a:ext>
              </a:extLst>
            </p:cNvPr>
            <p:cNvSpPr/>
            <p:nvPr/>
          </p:nvSpPr>
          <p:spPr>
            <a:xfrm>
              <a:off x="5897884" y="41519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7" name="Freeform 25456">
              <a:extLst>
                <a:ext uri="{FF2B5EF4-FFF2-40B4-BE49-F238E27FC236}">
                  <a16:creationId xmlns:a16="http://schemas.microsoft.com/office/drawing/2014/main" id="{D1780925-EB2D-2B30-ACA0-5650F81600DF}"/>
                </a:ext>
              </a:extLst>
            </p:cNvPr>
            <p:cNvSpPr/>
            <p:nvPr/>
          </p:nvSpPr>
          <p:spPr>
            <a:xfrm>
              <a:off x="5697164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8" name="Freeform 25457">
              <a:extLst>
                <a:ext uri="{FF2B5EF4-FFF2-40B4-BE49-F238E27FC236}">
                  <a16:creationId xmlns:a16="http://schemas.microsoft.com/office/drawing/2014/main" id="{4FAC4821-5B5E-2649-D061-D073D6B48E17}"/>
                </a:ext>
              </a:extLst>
            </p:cNvPr>
            <p:cNvSpPr/>
            <p:nvPr/>
          </p:nvSpPr>
          <p:spPr>
            <a:xfrm>
              <a:off x="5897884" y="457571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59" name="Freeform 25458">
              <a:extLst>
                <a:ext uri="{FF2B5EF4-FFF2-40B4-BE49-F238E27FC236}">
                  <a16:creationId xmlns:a16="http://schemas.microsoft.com/office/drawing/2014/main" id="{8F2CD5E7-65BB-1F88-9090-91DC84C476A8}"/>
                </a:ext>
              </a:extLst>
            </p:cNvPr>
            <p:cNvSpPr/>
            <p:nvPr/>
          </p:nvSpPr>
          <p:spPr>
            <a:xfrm>
              <a:off x="4784376" y="378383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0" name="Freeform 25459">
              <a:extLst>
                <a:ext uri="{FF2B5EF4-FFF2-40B4-BE49-F238E27FC236}">
                  <a16:creationId xmlns:a16="http://schemas.microsoft.com/office/drawing/2014/main" id="{2789065B-214D-A967-58AC-EACB636C2553}"/>
                </a:ext>
              </a:extLst>
            </p:cNvPr>
            <p:cNvSpPr/>
            <p:nvPr/>
          </p:nvSpPr>
          <p:spPr>
            <a:xfrm>
              <a:off x="4936776" y="407748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1" name="Freeform 25460">
              <a:extLst>
                <a:ext uri="{FF2B5EF4-FFF2-40B4-BE49-F238E27FC236}">
                  <a16:creationId xmlns:a16="http://schemas.microsoft.com/office/drawing/2014/main" id="{3900DE7F-C283-82F3-E1FE-0EA189524798}"/>
                </a:ext>
              </a:extLst>
            </p:cNvPr>
            <p:cNvSpPr/>
            <p:nvPr/>
          </p:nvSpPr>
          <p:spPr>
            <a:xfrm>
              <a:off x="4736056" y="4241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2" name="Freeform 25461">
              <a:extLst>
                <a:ext uri="{FF2B5EF4-FFF2-40B4-BE49-F238E27FC236}">
                  <a16:creationId xmlns:a16="http://schemas.microsoft.com/office/drawing/2014/main" id="{49516701-199A-250A-2A8E-C5F0422E8142}"/>
                </a:ext>
              </a:extLst>
            </p:cNvPr>
            <p:cNvSpPr/>
            <p:nvPr/>
          </p:nvSpPr>
          <p:spPr>
            <a:xfrm>
              <a:off x="5219272" y="394366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3" name="Freeform 25462">
              <a:extLst>
                <a:ext uri="{FF2B5EF4-FFF2-40B4-BE49-F238E27FC236}">
                  <a16:creationId xmlns:a16="http://schemas.microsoft.com/office/drawing/2014/main" id="{170DE0BF-84B0-75EB-15BB-A79189161219}"/>
                </a:ext>
              </a:extLst>
            </p:cNvPr>
            <p:cNvSpPr/>
            <p:nvPr/>
          </p:nvSpPr>
          <p:spPr>
            <a:xfrm>
              <a:off x="4936776" y="432281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4" name="Freeform 25463">
              <a:extLst>
                <a:ext uri="{FF2B5EF4-FFF2-40B4-BE49-F238E27FC236}">
                  <a16:creationId xmlns:a16="http://schemas.microsoft.com/office/drawing/2014/main" id="{1B2C6C1F-7857-5058-9A97-26E5BD2BB3D7}"/>
                </a:ext>
              </a:extLst>
            </p:cNvPr>
            <p:cNvSpPr/>
            <p:nvPr/>
          </p:nvSpPr>
          <p:spPr>
            <a:xfrm>
              <a:off x="4736056" y="445662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5" name="Freeform 25464">
              <a:extLst>
                <a:ext uri="{FF2B5EF4-FFF2-40B4-BE49-F238E27FC236}">
                  <a16:creationId xmlns:a16="http://schemas.microsoft.com/office/drawing/2014/main" id="{90C9456C-1554-AE52-EBE2-1D24036AEC9A}"/>
                </a:ext>
              </a:extLst>
            </p:cNvPr>
            <p:cNvSpPr/>
            <p:nvPr/>
          </p:nvSpPr>
          <p:spPr>
            <a:xfrm>
              <a:off x="4936776" y="474655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6" name="Freeform 25465">
              <a:extLst>
                <a:ext uri="{FF2B5EF4-FFF2-40B4-BE49-F238E27FC236}">
                  <a16:creationId xmlns:a16="http://schemas.microsoft.com/office/drawing/2014/main" id="{9DCE5A7D-8218-C5A1-8204-F42A61371680}"/>
                </a:ext>
              </a:extLst>
            </p:cNvPr>
            <p:cNvSpPr/>
            <p:nvPr/>
          </p:nvSpPr>
          <p:spPr>
            <a:xfrm>
              <a:off x="5150082" y="459060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7" name="Freeform 25466">
              <a:extLst>
                <a:ext uri="{FF2B5EF4-FFF2-40B4-BE49-F238E27FC236}">
                  <a16:creationId xmlns:a16="http://schemas.microsoft.com/office/drawing/2014/main" id="{B2387F0F-C54F-5B9D-E66D-1161CBD93A44}"/>
                </a:ext>
              </a:extLst>
            </p:cNvPr>
            <p:cNvSpPr/>
            <p:nvPr/>
          </p:nvSpPr>
          <p:spPr>
            <a:xfrm>
              <a:off x="5302482" y="48842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8" name="Freeform 25467">
              <a:extLst>
                <a:ext uri="{FF2B5EF4-FFF2-40B4-BE49-F238E27FC236}">
                  <a16:creationId xmlns:a16="http://schemas.microsoft.com/office/drawing/2014/main" id="{C5B1BD42-85E7-DA4D-AB11-C594D81226F8}"/>
                </a:ext>
              </a:extLst>
            </p:cNvPr>
            <p:cNvSpPr/>
            <p:nvPr/>
          </p:nvSpPr>
          <p:spPr>
            <a:xfrm>
              <a:off x="5101762" y="5047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69" name="Freeform 25468">
              <a:extLst>
                <a:ext uri="{FF2B5EF4-FFF2-40B4-BE49-F238E27FC236}">
                  <a16:creationId xmlns:a16="http://schemas.microsoft.com/office/drawing/2014/main" id="{9F0E641E-4EFF-8B97-DBD0-581004CD5201}"/>
                </a:ext>
              </a:extLst>
            </p:cNvPr>
            <p:cNvSpPr/>
            <p:nvPr/>
          </p:nvSpPr>
          <p:spPr>
            <a:xfrm>
              <a:off x="5584978" y="475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70" name="Freeform 25469">
              <a:extLst>
                <a:ext uri="{FF2B5EF4-FFF2-40B4-BE49-F238E27FC236}">
                  <a16:creationId xmlns:a16="http://schemas.microsoft.com/office/drawing/2014/main" id="{69C097D6-88FB-C480-3EAF-762AEBAA107A}"/>
                </a:ext>
              </a:extLst>
            </p:cNvPr>
            <p:cNvSpPr/>
            <p:nvPr/>
          </p:nvSpPr>
          <p:spPr>
            <a:xfrm>
              <a:off x="5302482" y="51295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71" name="Freeform 25470">
              <a:extLst>
                <a:ext uri="{FF2B5EF4-FFF2-40B4-BE49-F238E27FC236}">
                  <a16:creationId xmlns:a16="http://schemas.microsoft.com/office/drawing/2014/main" id="{685AA2CA-EF3B-294E-0BAE-9AA8DF14EBDD}"/>
                </a:ext>
              </a:extLst>
            </p:cNvPr>
            <p:cNvSpPr/>
            <p:nvPr/>
          </p:nvSpPr>
          <p:spPr>
            <a:xfrm>
              <a:off x="5101762" y="52633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536" name="Freeform 25535">
              <a:extLst>
                <a:ext uri="{FF2B5EF4-FFF2-40B4-BE49-F238E27FC236}">
                  <a16:creationId xmlns:a16="http://schemas.microsoft.com/office/drawing/2014/main" id="{F2664A0B-3574-A8CF-79E9-3CBEB332712F}"/>
                </a:ext>
              </a:extLst>
            </p:cNvPr>
            <p:cNvSpPr/>
            <p:nvPr/>
          </p:nvSpPr>
          <p:spPr>
            <a:xfrm>
              <a:off x="5302482" y="555332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6" name="Freeform 30975">
              <a:extLst>
                <a:ext uri="{FF2B5EF4-FFF2-40B4-BE49-F238E27FC236}">
                  <a16:creationId xmlns:a16="http://schemas.microsoft.com/office/drawing/2014/main" id="{F5D65CA2-53EC-0E88-3720-32012BA27390}"/>
                </a:ext>
              </a:extLst>
            </p:cNvPr>
            <p:cNvSpPr/>
            <p:nvPr/>
          </p:nvSpPr>
          <p:spPr>
            <a:xfrm>
              <a:off x="5207713" y="369085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7" name="Freeform 30976">
              <a:extLst>
                <a:ext uri="{FF2B5EF4-FFF2-40B4-BE49-F238E27FC236}">
                  <a16:creationId xmlns:a16="http://schemas.microsoft.com/office/drawing/2014/main" id="{DE1C2DF2-65CD-72C7-4DE0-B1D86B8AB58C}"/>
                </a:ext>
              </a:extLst>
            </p:cNvPr>
            <p:cNvSpPr/>
            <p:nvPr/>
          </p:nvSpPr>
          <p:spPr>
            <a:xfrm>
              <a:off x="5360113" y="398450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8" name="Freeform 30977">
              <a:extLst>
                <a:ext uri="{FF2B5EF4-FFF2-40B4-BE49-F238E27FC236}">
                  <a16:creationId xmlns:a16="http://schemas.microsoft.com/office/drawing/2014/main" id="{B468863B-507E-5863-7785-E18AA91ED556}"/>
                </a:ext>
              </a:extLst>
            </p:cNvPr>
            <p:cNvSpPr/>
            <p:nvPr/>
          </p:nvSpPr>
          <p:spPr>
            <a:xfrm>
              <a:off x="5159393" y="414805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79" name="Freeform 30978">
              <a:extLst>
                <a:ext uri="{FF2B5EF4-FFF2-40B4-BE49-F238E27FC236}">
                  <a16:creationId xmlns:a16="http://schemas.microsoft.com/office/drawing/2014/main" id="{0693BB2C-68A8-8A1F-C4D4-879DBEBE0BAC}"/>
                </a:ext>
              </a:extLst>
            </p:cNvPr>
            <p:cNvSpPr/>
            <p:nvPr/>
          </p:nvSpPr>
          <p:spPr>
            <a:xfrm>
              <a:off x="5642609" y="385068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0" name="Freeform 30979">
              <a:extLst>
                <a:ext uri="{FF2B5EF4-FFF2-40B4-BE49-F238E27FC236}">
                  <a16:creationId xmlns:a16="http://schemas.microsoft.com/office/drawing/2014/main" id="{96AA980F-F1DF-6395-EE90-F266D6419A25}"/>
                </a:ext>
              </a:extLst>
            </p:cNvPr>
            <p:cNvSpPr/>
            <p:nvPr/>
          </p:nvSpPr>
          <p:spPr>
            <a:xfrm>
              <a:off x="5360113" y="422983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1" name="Freeform 30980">
              <a:extLst>
                <a:ext uri="{FF2B5EF4-FFF2-40B4-BE49-F238E27FC236}">
                  <a16:creationId xmlns:a16="http://schemas.microsoft.com/office/drawing/2014/main" id="{F66746FA-5B35-23DA-35A5-30A261A01F1C}"/>
                </a:ext>
              </a:extLst>
            </p:cNvPr>
            <p:cNvSpPr/>
            <p:nvPr/>
          </p:nvSpPr>
          <p:spPr>
            <a:xfrm>
              <a:off x="5159393" y="436364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2" name="Freeform 30981">
              <a:extLst>
                <a:ext uri="{FF2B5EF4-FFF2-40B4-BE49-F238E27FC236}">
                  <a16:creationId xmlns:a16="http://schemas.microsoft.com/office/drawing/2014/main" id="{5F258994-B423-CCD8-A093-569F8837D5BA}"/>
                </a:ext>
              </a:extLst>
            </p:cNvPr>
            <p:cNvSpPr/>
            <p:nvPr/>
          </p:nvSpPr>
          <p:spPr>
            <a:xfrm>
              <a:off x="5360113" y="465357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3" name="Freeform 30982">
              <a:extLst>
                <a:ext uri="{FF2B5EF4-FFF2-40B4-BE49-F238E27FC236}">
                  <a16:creationId xmlns:a16="http://schemas.microsoft.com/office/drawing/2014/main" id="{F7132685-7071-D978-FDF5-CE9BD251DA36}"/>
                </a:ext>
              </a:extLst>
            </p:cNvPr>
            <p:cNvSpPr/>
            <p:nvPr/>
          </p:nvSpPr>
          <p:spPr>
            <a:xfrm>
              <a:off x="5734192" y="47430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4" name="Freeform 30983">
              <a:extLst>
                <a:ext uri="{FF2B5EF4-FFF2-40B4-BE49-F238E27FC236}">
                  <a16:creationId xmlns:a16="http://schemas.microsoft.com/office/drawing/2014/main" id="{934C5276-C444-911B-5AAD-DB1C8FC25360}"/>
                </a:ext>
              </a:extLst>
            </p:cNvPr>
            <p:cNvSpPr/>
            <p:nvPr/>
          </p:nvSpPr>
          <p:spPr>
            <a:xfrm>
              <a:off x="5886592" y="503670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5" name="Freeform 30984">
              <a:extLst>
                <a:ext uri="{FF2B5EF4-FFF2-40B4-BE49-F238E27FC236}">
                  <a16:creationId xmlns:a16="http://schemas.microsoft.com/office/drawing/2014/main" id="{99F69952-C0FB-C8E8-BC2C-DF85F9BC761E}"/>
                </a:ext>
              </a:extLst>
            </p:cNvPr>
            <p:cNvSpPr/>
            <p:nvPr/>
          </p:nvSpPr>
          <p:spPr>
            <a:xfrm>
              <a:off x="5685872" y="520025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6" name="Freeform 30985">
              <a:extLst>
                <a:ext uri="{FF2B5EF4-FFF2-40B4-BE49-F238E27FC236}">
                  <a16:creationId xmlns:a16="http://schemas.microsoft.com/office/drawing/2014/main" id="{4F2BC368-1F7A-6488-C393-176BC11EF823}"/>
                </a:ext>
              </a:extLst>
            </p:cNvPr>
            <p:cNvSpPr/>
            <p:nvPr/>
          </p:nvSpPr>
          <p:spPr>
            <a:xfrm>
              <a:off x="6169088" y="490289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7" name="Freeform 30986">
              <a:extLst>
                <a:ext uri="{FF2B5EF4-FFF2-40B4-BE49-F238E27FC236}">
                  <a16:creationId xmlns:a16="http://schemas.microsoft.com/office/drawing/2014/main" id="{ED1B35D9-E4C5-05FB-CE90-B862240E3724}"/>
                </a:ext>
              </a:extLst>
            </p:cNvPr>
            <p:cNvSpPr/>
            <p:nvPr/>
          </p:nvSpPr>
          <p:spPr>
            <a:xfrm>
              <a:off x="5886592" y="5282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8" name="Freeform 30987">
              <a:extLst>
                <a:ext uri="{FF2B5EF4-FFF2-40B4-BE49-F238E27FC236}">
                  <a16:creationId xmlns:a16="http://schemas.microsoft.com/office/drawing/2014/main" id="{E1AB611E-556F-63FC-B9F8-E8547EDE6994}"/>
                </a:ext>
              </a:extLst>
            </p:cNvPr>
            <p:cNvSpPr/>
            <p:nvPr/>
          </p:nvSpPr>
          <p:spPr>
            <a:xfrm>
              <a:off x="5685872" y="54158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89" name="Freeform 30988">
              <a:extLst>
                <a:ext uri="{FF2B5EF4-FFF2-40B4-BE49-F238E27FC236}">
                  <a16:creationId xmlns:a16="http://schemas.microsoft.com/office/drawing/2014/main" id="{42B59700-82EA-1140-86A7-96EC6DB2752C}"/>
                </a:ext>
              </a:extLst>
            </p:cNvPr>
            <p:cNvSpPr/>
            <p:nvPr/>
          </p:nvSpPr>
          <p:spPr>
            <a:xfrm>
              <a:off x="5886592" y="570578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0" name="Freeform 30989">
              <a:extLst>
                <a:ext uri="{FF2B5EF4-FFF2-40B4-BE49-F238E27FC236}">
                  <a16:creationId xmlns:a16="http://schemas.microsoft.com/office/drawing/2014/main" id="{A906E32A-4D98-C882-D013-C4597028DF85}"/>
                </a:ext>
              </a:extLst>
            </p:cNvPr>
            <p:cNvSpPr/>
            <p:nvPr/>
          </p:nvSpPr>
          <p:spPr>
            <a:xfrm>
              <a:off x="6303297" y="45738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1" name="Freeform 30990">
              <a:extLst>
                <a:ext uri="{FF2B5EF4-FFF2-40B4-BE49-F238E27FC236}">
                  <a16:creationId xmlns:a16="http://schemas.microsoft.com/office/drawing/2014/main" id="{4CEE8CBE-1229-29C8-B436-0A68ACD3169D}"/>
                </a:ext>
              </a:extLst>
            </p:cNvPr>
            <p:cNvSpPr/>
            <p:nvPr/>
          </p:nvSpPr>
          <p:spPr>
            <a:xfrm>
              <a:off x="6455697" y="48674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2" name="Freeform 30991">
              <a:extLst>
                <a:ext uri="{FF2B5EF4-FFF2-40B4-BE49-F238E27FC236}">
                  <a16:creationId xmlns:a16="http://schemas.microsoft.com/office/drawing/2014/main" id="{05C3562E-A8FB-F82E-3953-20AE563F3329}"/>
                </a:ext>
              </a:extLst>
            </p:cNvPr>
            <p:cNvSpPr/>
            <p:nvPr/>
          </p:nvSpPr>
          <p:spPr>
            <a:xfrm>
              <a:off x="6254977" y="503102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3" name="Freeform 30992">
              <a:extLst>
                <a:ext uri="{FF2B5EF4-FFF2-40B4-BE49-F238E27FC236}">
                  <a16:creationId xmlns:a16="http://schemas.microsoft.com/office/drawing/2014/main" id="{B6EEB343-C0A2-9858-DD74-36380DF313F1}"/>
                </a:ext>
              </a:extLst>
            </p:cNvPr>
            <p:cNvSpPr/>
            <p:nvPr/>
          </p:nvSpPr>
          <p:spPr>
            <a:xfrm>
              <a:off x="6738193" y="473366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4" name="Freeform 30993">
              <a:extLst>
                <a:ext uri="{FF2B5EF4-FFF2-40B4-BE49-F238E27FC236}">
                  <a16:creationId xmlns:a16="http://schemas.microsoft.com/office/drawing/2014/main" id="{F50FDA9D-1879-0343-03ED-E0B47EA7483D}"/>
                </a:ext>
              </a:extLst>
            </p:cNvPr>
            <p:cNvSpPr/>
            <p:nvPr/>
          </p:nvSpPr>
          <p:spPr>
            <a:xfrm>
              <a:off x="6455697" y="511280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5" name="Freeform 30994">
              <a:extLst>
                <a:ext uri="{FF2B5EF4-FFF2-40B4-BE49-F238E27FC236}">
                  <a16:creationId xmlns:a16="http://schemas.microsoft.com/office/drawing/2014/main" id="{4D8B56B0-8A1A-F9C8-F761-2431566091EC}"/>
                </a:ext>
              </a:extLst>
            </p:cNvPr>
            <p:cNvSpPr/>
            <p:nvPr/>
          </p:nvSpPr>
          <p:spPr>
            <a:xfrm>
              <a:off x="6254977" y="52466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6" name="Freeform 30995">
              <a:extLst>
                <a:ext uri="{FF2B5EF4-FFF2-40B4-BE49-F238E27FC236}">
                  <a16:creationId xmlns:a16="http://schemas.microsoft.com/office/drawing/2014/main" id="{9976B486-D527-EC43-8BC8-B810E4954DD1}"/>
                </a:ext>
              </a:extLst>
            </p:cNvPr>
            <p:cNvSpPr/>
            <p:nvPr/>
          </p:nvSpPr>
          <p:spPr>
            <a:xfrm>
              <a:off x="6455697" y="55365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7" name="Freeform 30996">
              <a:extLst>
                <a:ext uri="{FF2B5EF4-FFF2-40B4-BE49-F238E27FC236}">
                  <a16:creationId xmlns:a16="http://schemas.microsoft.com/office/drawing/2014/main" id="{4BBB8945-A866-5854-FACB-C6854F1F799D}"/>
                </a:ext>
              </a:extLst>
            </p:cNvPr>
            <p:cNvSpPr/>
            <p:nvPr/>
          </p:nvSpPr>
          <p:spPr>
            <a:xfrm>
              <a:off x="5983988" y="286495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8" name="Freeform 30997">
              <a:extLst>
                <a:ext uri="{FF2B5EF4-FFF2-40B4-BE49-F238E27FC236}">
                  <a16:creationId xmlns:a16="http://schemas.microsoft.com/office/drawing/2014/main" id="{ABD4902A-E9A4-5AE5-B290-A5D7F84E358F}"/>
                </a:ext>
              </a:extLst>
            </p:cNvPr>
            <p:cNvSpPr/>
            <p:nvPr/>
          </p:nvSpPr>
          <p:spPr>
            <a:xfrm>
              <a:off x="6136388" y="315859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999" name="Freeform 30998">
              <a:extLst>
                <a:ext uri="{FF2B5EF4-FFF2-40B4-BE49-F238E27FC236}">
                  <a16:creationId xmlns:a16="http://schemas.microsoft.com/office/drawing/2014/main" id="{507FCD6D-4ECC-76F0-E714-AE644777B84A}"/>
                </a:ext>
              </a:extLst>
            </p:cNvPr>
            <p:cNvSpPr/>
            <p:nvPr/>
          </p:nvSpPr>
          <p:spPr>
            <a:xfrm>
              <a:off x="5935668" y="332215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0" name="Freeform 30999">
              <a:extLst>
                <a:ext uri="{FF2B5EF4-FFF2-40B4-BE49-F238E27FC236}">
                  <a16:creationId xmlns:a16="http://schemas.microsoft.com/office/drawing/2014/main" id="{D7803FEC-EC3D-2210-602E-DEAE7E0873C6}"/>
                </a:ext>
              </a:extLst>
            </p:cNvPr>
            <p:cNvSpPr/>
            <p:nvPr/>
          </p:nvSpPr>
          <p:spPr>
            <a:xfrm>
              <a:off x="6418884" y="3024786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1" name="Freeform 31000">
              <a:extLst>
                <a:ext uri="{FF2B5EF4-FFF2-40B4-BE49-F238E27FC236}">
                  <a16:creationId xmlns:a16="http://schemas.microsoft.com/office/drawing/2014/main" id="{9933A705-A565-2407-B1CE-1165E0B9913D}"/>
                </a:ext>
              </a:extLst>
            </p:cNvPr>
            <p:cNvSpPr/>
            <p:nvPr/>
          </p:nvSpPr>
          <p:spPr>
            <a:xfrm>
              <a:off x="6136388" y="340392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2" name="Freeform 31001">
              <a:extLst>
                <a:ext uri="{FF2B5EF4-FFF2-40B4-BE49-F238E27FC236}">
                  <a16:creationId xmlns:a16="http://schemas.microsoft.com/office/drawing/2014/main" id="{BD0476DA-BDB5-708F-9BBB-09EC5DD9A506}"/>
                </a:ext>
              </a:extLst>
            </p:cNvPr>
            <p:cNvSpPr/>
            <p:nvPr/>
          </p:nvSpPr>
          <p:spPr>
            <a:xfrm>
              <a:off x="5935668" y="35377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3" name="Freeform 31002">
              <a:extLst>
                <a:ext uri="{FF2B5EF4-FFF2-40B4-BE49-F238E27FC236}">
                  <a16:creationId xmlns:a16="http://schemas.microsoft.com/office/drawing/2014/main" id="{57CE32F7-C25C-C907-686B-2699EEA4C4DA}"/>
                </a:ext>
              </a:extLst>
            </p:cNvPr>
            <p:cNvSpPr/>
            <p:nvPr/>
          </p:nvSpPr>
          <p:spPr>
            <a:xfrm>
              <a:off x="6136388" y="382767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4" name="Freeform 31003">
              <a:extLst>
                <a:ext uri="{FF2B5EF4-FFF2-40B4-BE49-F238E27FC236}">
                  <a16:creationId xmlns:a16="http://schemas.microsoft.com/office/drawing/2014/main" id="{42E90CC8-FCE5-DE32-E2CC-D7555FC3CBF5}"/>
                </a:ext>
              </a:extLst>
            </p:cNvPr>
            <p:cNvSpPr/>
            <p:nvPr/>
          </p:nvSpPr>
          <p:spPr>
            <a:xfrm>
              <a:off x="6514573" y="374681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5" name="Freeform 31004">
              <a:extLst>
                <a:ext uri="{FF2B5EF4-FFF2-40B4-BE49-F238E27FC236}">
                  <a16:creationId xmlns:a16="http://schemas.microsoft.com/office/drawing/2014/main" id="{DAAEB9D0-B3CF-EE74-2C95-D35174D88248}"/>
                </a:ext>
              </a:extLst>
            </p:cNvPr>
            <p:cNvSpPr/>
            <p:nvPr/>
          </p:nvSpPr>
          <p:spPr>
            <a:xfrm>
              <a:off x="6666973" y="404045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6" name="Freeform 31005">
              <a:extLst>
                <a:ext uri="{FF2B5EF4-FFF2-40B4-BE49-F238E27FC236}">
                  <a16:creationId xmlns:a16="http://schemas.microsoft.com/office/drawing/2014/main" id="{0AFFA59A-73B0-2257-8EF7-E6250FF7EBFF}"/>
                </a:ext>
              </a:extLst>
            </p:cNvPr>
            <p:cNvSpPr/>
            <p:nvPr/>
          </p:nvSpPr>
          <p:spPr>
            <a:xfrm>
              <a:off x="6466253" y="420401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7" name="Freeform 31006">
              <a:extLst>
                <a:ext uri="{FF2B5EF4-FFF2-40B4-BE49-F238E27FC236}">
                  <a16:creationId xmlns:a16="http://schemas.microsoft.com/office/drawing/2014/main" id="{16CF3673-F549-DA26-00AD-B2B882E76E3D}"/>
                </a:ext>
              </a:extLst>
            </p:cNvPr>
            <p:cNvSpPr/>
            <p:nvPr/>
          </p:nvSpPr>
          <p:spPr>
            <a:xfrm>
              <a:off x="6949469" y="390664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8" name="Freeform 31007">
              <a:extLst>
                <a:ext uri="{FF2B5EF4-FFF2-40B4-BE49-F238E27FC236}">
                  <a16:creationId xmlns:a16="http://schemas.microsoft.com/office/drawing/2014/main" id="{47398EA6-7BC3-EA33-F730-54FB0C7AA156}"/>
                </a:ext>
              </a:extLst>
            </p:cNvPr>
            <p:cNvSpPr/>
            <p:nvPr/>
          </p:nvSpPr>
          <p:spPr>
            <a:xfrm>
              <a:off x="6666973" y="428578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09" name="Freeform 31008">
              <a:extLst>
                <a:ext uri="{FF2B5EF4-FFF2-40B4-BE49-F238E27FC236}">
                  <a16:creationId xmlns:a16="http://schemas.microsoft.com/office/drawing/2014/main" id="{B48F3C91-A561-4798-B1DE-8288057F8028}"/>
                </a:ext>
              </a:extLst>
            </p:cNvPr>
            <p:cNvSpPr/>
            <p:nvPr/>
          </p:nvSpPr>
          <p:spPr>
            <a:xfrm>
              <a:off x="6466253" y="441960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0" name="Freeform 31009">
              <a:extLst>
                <a:ext uri="{FF2B5EF4-FFF2-40B4-BE49-F238E27FC236}">
                  <a16:creationId xmlns:a16="http://schemas.microsoft.com/office/drawing/2014/main" id="{FF8F161B-68A6-19C1-9027-2E56484BF3B2}"/>
                </a:ext>
              </a:extLst>
            </p:cNvPr>
            <p:cNvSpPr/>
            <p:nvPr/>
          </p:nvSpPr>
          <p:spPr>
            <a:xfrm>
              <a:off x="6666973" y="47095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1" name="Freeform 31010">
              <a:extLst>
                <a:ext uri="{FF2B5EF4-FFF2-40B4-BE49-F238E27FC236}">
                  <a16:creationId xmlns:a16="http://schemas.microsoft.com/office/drawing/2014/main" id="{152D75BF-A22D-A55F-DAB0-F42C9E4F61C9}"/>
                </a:ext>
              </a:extLst>
            </p:cNvPr>
            <p:cNvSpPr/>
            <p:nvPr/>
          </p:nvSpPr>
          <p:spPr>
            <a:xfrm rot="16200000">
              <a:off x="7018239" y="467964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2" name="Freeform 31011">
              <a:extLst>
                <a:ext uri="{FF2B5EF4-FFF2-40B4-BE49-F238E27FC236}">
                  <a16:creationId xmlns:a16="http://schemas.microsoft.com/office/drawing/2014/main" id="{F44577D0-A1A2-8754-94EB-DF1DDC8704BA}"/>
                </a:ext>
              </a:extLst>
            </p:cNvPr>
            <p:cNvSpPr/>
            <p:nvPr/>
          </p:nvSpPr>
          <p:spPr>
            <a:xfrm rot="16200000">
              <a:off x="7170639" y="497329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3" name="Freeform 31012">
              <a:extLst>
                <a:ext uri="{FF2B5EF4-FFF2-40B4-BE49-F238E27FC236}">
                  <a16:creationId xmlns:a16="http://schemas.microsoft.com/office/drawing/2014/main" id="{D52C4E37-08CA-480B-6A0C-EEFDBC45DFCE}"/>
                </a:ext>
              </a:extLst>
            </p:cNvPr>
            <p:cNvSpPr/>
            <p:nvPr/>
          </p:nvSpPr>
          <p:spPr>
            <a:xfrm rot="16200000">
              <a:off x="6969919" y="513684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4" name="Freeform 31013">
              <a:extLst>
                <a:ext uri="{FF2B5EF4-FFF2-40B4-BE49-F238E27FC236}">
                  <a16:creationId xmlns:a16="http://schemas.microsoft.com/office/drawing/2014/main" id="{36AAAE05-51F0-59BE-16B1-4EF29476672B}"/>
                </a:ext>
              </a:extLst>
            </p:cNvPr>
            <p:cNvSpPr/>
            <p:nvPr/>
          </p:nvSpPr>
          <p:spPr>
            <a:xfrm rot="16200000">
              <a:off x="7453135" y="483948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5" name="Freeform 31014">
              <a:extLst>
                <a:ext uri="{FF2B5EF4-FFF2-40B4-BE49-F238E27FC236}">
                  <a16:creationId xmlns:a16="http://schemas.microsoft.com/office/drawing/2014/main" id="{377C176B-2295-3686-4722-0286A6F2B0D2}"/>
                </a:ext>
              </a:extLst>
            </p:cNvPr>
            <p:cNvSpPr/>
            <p:nvPr/>
          </p:nvSpPr>
          <p:spPr>
            <a:xfrm rot="16200000">
              <a:off x="7170639" y="521862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6" name="Freeform 31015">
              <a:extLst>
                <a:ext uri="{FF2B5EF4-FFF2-40B4-BE49-F238E27FC236}">
                  <a16:creationId xmlns:a16="http://schemas.microsoft.com/office/drawing/2014/main" id="{8E892F14-191A-6F8D-80D2-FF22C3AA42B2}"/>
                </a:ext>
              </a:extLst>
            </p:cNvPr>
            <p:cNvSpPr/>
            <p:nvPr/>
          </p:nvSpPr>
          <p:spPr>
            <a:xfrm rot="16200000">
              <a:off x="6969919" y="5352439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7" name="Freeform 31016">
              <a:extLst>
                <a:ext uri="{FF2B5EF4-FFF2-40B4-BE49-F238E27FC236}">
                  <a16:creationId xmlns:a16="http://schemas.microsoft.com/office/drawing/2014/main" id="{CB5EAA17-065F-CDE6-FFCB-4265C2A66FCC}"/>
                </a:ext>
              </a:extLst>
            </p:cNvPr>
            <p:cNvSpPr/>
            <p:nvPr/>
          </p:nvSpPr>
          <p:spPr>
            <a:xfrm rot="16200000">
              <a:off x="7170639" y="5642370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8" name="Freeform 31017">
              <a:extLst>
                <a:ext uri="{FF2B5EF4-FFF2-40B4-BE49-F238E27FC236}">
                  <a16:creationId xmlns:a16="http://schemas.microsoft.com/office/drawing/2014/main" id="{3FD4201C-6348-A69F-7051-8496E9920223}"/>
                </a:ext>
              </a:extLst>
            </p:cNvPr>
            <p:cNvSpPr/>
            <p:nvPr/>
          </p:nvSpPr>
          <p:spPr>
            <a:xfrm>
              <a:off x="6859750" y="532680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19" name="Freeform 31018">
              <a:extLst>
                <a:ext uri="{FF2B5EF4-FFF2-40B4-BE49-F238E27FC236}">
                  <a16:creationId xmlns:a16="http://schemas.microsoft.com/office/drawing/2014/main" id="{9BE297EE-3E9F-57B2-5274-F93C7977073F}"/>
                </a:ext>
              </a:extLst>
            </p:cNvPr>
            <p:cNvSpPr/>
            <p:nvPr/>
          </p:nvSpPr>
          <p:spPr>
            <a:xfrm>
              <a:off x="6659030" y="546062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0" name="Freeform 31019">
              <a:extLst>
                <a:ext uri="{FF2B5EF4-FFF2-40B4-BE49-F238E27FC236}">
                  <a16:creationId xmlns:a16="http://schemas.microsoft.com/office/drawing/2014/main" id="{0CDA1645-6902-F53C-E568-12D71824382A}"/>
                </a:ext>
              </a:extLst>
            </p:cNvPr>
            <p:cNvSpPr/>
            <p:nvPr/>
          </p:nvSpPr>
          <p:spPr>
            <a:xfrm>
              <a:off x="6859750" y="575055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1" name="Freeform 31020">
              <a:extLst>
                <a:ext uri="{FF2B5EF4-FFF2-40B4-BE49-F238E27FC236}">
                  <a16:creationId xmlns:a16="http://schemas.microsoft.com/office/drawing/2014/main" id="{0778C986-16A9-3919-E520-27B871C8EC4D}"/>
                </a:ext>
              </a:extLst>
            </p:cNvPr>
            <p:cNvSpPr/>
            <p:nvPr/>
          </p:nvSpPr>
          <p:spPr>
            <a:xfrm>
              <a:off x="6176629" y="530931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2" name="Freeform 31021">
              <a:extLst>
                <a:ext uri="{FF2B5EF4-FFF2-40B4-BE49-F238E27FC236}">
                  <a16:creationId xmlns:a16="http://schemas.microsoft.com/office/drawing/2014/main" id="{887704C1-2E44-038F-673A-4FB8C110F750}"/>
                </a:ext>
              </a:extLst>
            </p:cNvPr>
            <p:cNvSpPr/>
            <p:nvPr/>
          </p:nvSpPr>
          <p:spPr>
            <a:xfrm>
              <a:off x="5975909" y="544313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3" name="Freeform 31022">
              <a:extLst>
                <a:ext uri="{FF2B5EF4-FFF2-40B4-BE49-F238E27FC236}">
                  <a16:creationId xmlns:a16="http://schemas.microsoft.com/office/drawing/2014/main" id="{CCDC3512-4702-D2D4-B50A-0FB061F42C21}"/>
                </a:ext>
              </a:extLst>
            </p:cNvPr>
            <p:cNvSpPr/>
            <p:nvPr/>
          </p:nvSpPr>
          <p:spPr>
            <a:xfrm>
              <a:off x="6176629" y="5733063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4" name="Freeform 31023">
              <a:extLst>
                <a:ext uri="{FF2B5EF4-FFF2-40B4-BE49-F238E27FC236}">
                  <a16:creationId xmlns:a16="http://schemas.microsoft.com/office/drawing/2014/main" id="{27AD18CD-E6D3-4844-2000-8542AA6EF5C5}"/>
                </a:ext>
              </a:extLst>
            </p:cNvPr>
            <p:cNvSpPr/>
            <p:nvPr/>
          </p:nvSpPr>
          <p:spPr>
            <a:xfrm>
              <a:off x="4372890" y="4520034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5" name="Freeform 31024">
              <a:extLst>
                <a:ext uri="{FF2B5EF4-FFF2-40B4-BE49-F238E27FC236}">
                  <a16:creationId xmlns:a16="http://schemas.microsoft.com/office/drawing/2014/main" id="{CEDD0FF4-11F4-6992-5088-6020E82F0B1D}"/>
                </a:ext>
              </a:extLst>
            </p:cNvPr>
            <p:cNvSpPr/>
            <p:nvPr/>
          </p:nvSpPr>
          <p:spPr>
            <a:xfrm>
              <a:off x="4573610" y="4809965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6" name="Freeform 31025">
              <a:extLst>
                <a:ext uri="{FF2B5EF4-FFF2-40B4-BE49-F238E27FC236}">
                  <a16:creationId xmlns:a16="http://schemas.microsoft.com/office/drawing/2014/main" id="{F895FB51-C7A6-6B35-3671-C4E14D0F9332}"/>
                </a:ext>
              </a:extLst>
            </p:cNvPr>
            <p:cNvSpPr/>
            <p:nvPr/>
          </p:nvSpPr>
          <p:spPr>
            <a:xfrm>
              <a:off x="4790074" y="5310511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7" name="Freeform 31026">
              <a:extLst>
                <a:ext uri="{FF2B5EF4-FFF2-40B4-BE49-F238E27FC236}">
                  <a16:creationId xmlns:a16="http://schemas.microsoft.com/office/drawing/2014/main" id="{209C5375-A4E7-6E6A-DA3A-C9B9E9655E58}"/>
                </a:ext>
              </a:extLst>
            </p:cNvPr>
            <p:cNvSpPr/>
            <p:nvPr/>
          </p:nvSpPr>
          <p:spPr>
            <a:xfrm>
              <a:off x="4990794" y="5600442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8" name="Freeform 31027">
              <a:extLst>
                <a:ext uri="{FF2B5EF4-FFF2-40B4-BE49-F238E27FC236}">
                  <a16:creationId xmlns:a16="http://schemas.microsoft.com/office/drawing/2014/main" id="{302C8A23-9305-DB6C-1632-9459AF6200EC}"/>
                </a:ext>
              </a:extLst>
            </p:cNvPr>
            <p:cNvSpPr/>
            <p:nvPr/>
          </p:nvSpPr>
          <p:spPr>
            <a:xfrm>
              <a:off x="5384492" y="5348787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029" name="Freeform 31028">
              <a:extLst>
                <a:ext uri="{FF2B5EF4-FFF2-40B4-BE49-F238E27FC236}">
                  <a16:creationId xmlns:a16="http://schemas.microsoft.com/office/drawing/2014/main" id="{688EF36C-FBEC-CC80-9C63-345F2753AC26}"/>
                </a:ext>
              </a:extLst>
            </p:cNvPr>
            <p:cNvSpPr/>
            <p:nvPr/>
          </p:nvSpPr>
          <p:spPr>
            <a:xfrm>
              <a:off x="5585212" y="5638718"/>
              <a:ext cx="127496" cy="126819"/>
            </a:xfrm>
            <a:custGeom>
              <a:avLst/>
              <a:gdLst>
                <a:gd name="connsiteX0" fmla="*/ 82891 w 127496"/>
                <a:gd name="connsiteY0" fmla="*/ 52477 h 126819"/>
                <a:gd name="connsiteX1" fmla="*/ 82891 w 127496"/>
                <a:gd name="connsiteY1" fmla="*/ 52477 h 126819"/>
                <a:gd name="connsiteX2" fmla="*/ 23418 w 127496"/>
                <a:gd name="connsiteY2" fmla="*/ 74780 h 126819"/>
                <a:gd name="connsiteX3" fmla="*/ 30852 w 127496"/>
                <a:gd name="connsiteY3" fmla="*/ 97082 h 126819"/>
                <a:gd name="connsiteX4" fmla="*/ 53155 w 127496"/>
                <a:gd name="connsiteY4" fmla="*/ 104516 h 126819"/>
                <a:gd name="connsiteX5" fmla="*/ 75457 w 127496"/>
                <a:gd name="connsiteY5" fmla="*/ 89648 h 126819"/>
                <a:gd name="connsiteX6" fmla="*/ 112628 w 127496"/>
                <a:gd name="connsiteY6" fmla="*/ 126819 h 126819"/>
                <a:gd name="connsiteX7" fmla="*/ 120062 w 127496"/>
                <a:gd name="connsiteY7" fmla="*/ 97082 h 126819"/>
                <a:gd name="connsiteX8" fmla="*/ 127496 w 127496"/>
                <a:gd name="connsiteY8" fmla="*/ 74780 h 126819"/>
                <a:gd name="connsiteX9" fmla="*/ 120062 w 127496"/>
                <a:gd name="connsiteY9" fmla="*/ 37609 h 126819"/>
                <a:gd name="connsiteX10" fmla="*/ 97759 w 127496"/>
                <a:gd name="connsiteY10" fmla="*/ 45043 h 126819"/>
                <a:gd name="connsiteX11" fmla="*/ 75457 w 127496"/>
                <a:gd name="connsiteY11" fmla="*/ 22741 h 126819"/>
                <a:gd name="connsiteX12" fmla="*/ 60589 w 127496"/>
                <a:gd name="connsiteY12" fmla="*/ 22741 h 126819"/>
                <a:gd name="connsiteX13" fmla="*/ 45720 w 127496"/>
                <a:gd name="connsiteY13" fmla="*/ 37609 h 126819"/>
                <a:gd name="connsiteX14" fmla="*/ 23418 w 127496"/>
                <a:gd name="connsiteY14" fmla="*/ 30175 h 126819"/>
                <a:gd name="connsiteX15" fmla="*/ 1116 w 127496"/>
                <a:gd name="connsiteY15" fmla="*/ 15307 h 126819"/>
                <a:gd name="connsiteX16" fmla="*/ 15984 w 127496"/>
                <a:gd name="connsiteY16" fmla="*/ 45043 h 126819"/>
                <a:gd name="connsiteX17" fmla="*/ 38286 w 127496"/>
                <a:gd name="connsiteY17" fmla="*/ 59911 h 126819"/>
                <a:gd name="connsiteX18" fmla="*/ 30852 w 127496"/>
                <a:gd name="connsiteY18" fmla="*/ 97082 h 126819"/>
                <a:gd name="connsiteX19" fmla="*/ 82891 w 127496"/>
                <a:gd name="connsiteY19" fmla="*/ 52477 h 12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496" h="126819">
                  <a:moveTo>
                    <a:pt x="82891" y="52477"/>
                  </a:moveTo>
                  <a:lnTo>
                    <a:pt x="82891" y="52477"/>
                  </a:lnTo>
                  <a:cubicBezTo>
                    <a:pt x="63067" y="59911"/>
                    <a:pt x="39493" y="61001"/>
                    <a:pt x="23418" y="74780"/>
                  </a:cubicBezTo>
                  <a:cubicBezTo>
                    <a:pt x="17468" y="79880"/>
                    <a:pt x="25311" y="91541"/>
                    <a:pt x="30852" y="97082"/>
                  </a:cubicBezTo>
                  <a:cubicBezTo>
                    <a:pt x="36393" y="102623"/>
                    <a:pt x="45721" y="102038"/>
                    <a:pt x="53155" y="104516"/>
                  </a:cubicBezTo>
                  <a:cubicBezTo>
                    <a:pt x="60589" y="99560"/>
                    <a:pt x="67091" y="86511"/>
                    <a:pt x="75457" y="89648"/>
                  </a:cubicBezTo>
                  <a:cubicBezTo>
                    <a:pt x="91864" y="95801"/>
                    <a:pt x="112628" y="126819"/>
                    <a:pt x="112628" y="126819"/>
                  </a:cubicBezTo>
                  <a:cubicBezTo>
                    <a:pt x="115106" y="116907"/>
                    <a:pt x="117255" y="106906"/>
                    <a:pt x="120062" y="97082"/>
                  </a:cubicBezTo>
                  <a:cubicBezTo>
                    <a:pt x="122215" y="89547"/>
                    <a:pt x="127496" y="82616"/>
                    <a:pt x="127496" y="74780"/>
                  </a:cubicBezTo>
                  <a:cubicBezTo>
                    <a:pt x="127496" y="62144"/>
                    <a:pt x="122540" y="49999"/>
                    <a:pt x="120062" y="37609"/>
                  </a:cubicBezTo>
                  <a:cubicBezTo>
                    <a:pt x="112628" y="40087"/>
                    <a:pt x="103300" y="50584"/>
                    <a:pt x="97759" y="45043"/>
                  </a:cubicBezTo>
                  <a:cubicBezTo>
                    <a:pt x="71333" y="18617"/>
                    <a:pt x="109032" y="-10836"/>
                    <a:pt x="75457" y="22741"/>
                  </a:cubicBezTo>
                  <a:cubicBezTo>
                    <a:pt x="62713" y="-15494"/>
                    <a:pt x="73333" y="1501"/>
                    <a:pt x="60589" y="22741"/>
                  </a:cubicBezTo>
                  <a:cubicBezTo>
                    <a:pt x="56983" y="28751"/>
                    <a:pt x="50676" y="32653"/>
                    <a:pt x="45720" y="37609"/>
                  </a:cubicBezTo>
                  <a:cubicBezTo>
                    <a:pt x="38286" y="35131"/>
                    <a:pt x="30427" y="33679"/>
                    <a:pt x="23418" y="30175"/>
                  </a:cubicBezTo>
                  <a:cubicBezTo>
                    <a:pt x="15427" y="26179"/>
                    <a:pt x="5112" y="7316"/>
                    <a:pt x="1116" y="15307"/>
                  </a:cubicBezTo>
                  <a:cubicBezTo>
                    <a:pt x="-3840" y="25219"/>
                    <a:pt x="8890" y="36530"/>
                    <a:pt x="15984" y="45043"/>
                  </a:cubicBezTo>
                  <a:cubicBezTo>
                    <a:pt x="21704" y="51907"/>
                    <a:pt x="38286" y="59911"/>
                    <a:pt x="38286" y="59911"/>
                  </a:cubicBezTo>
                  <a:cubicBezTo>
                    <a:pt x="29285" y="86916"/>
                    <a:pt x="30852" y="74378"/>
                    <a:pt x="30852" y="97082"/>
                  </a:cubicBezTo>
                  <a:lnTo>
                    <a:pt x="82891" y="52477"/>
                  </a:lnTo>
                  <a:close/>
                </a:path>
              </a:pathLst>
            </a:custGeom>
            <a:solidFill>
              <a:srgbClr val="EF9F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1030" name="Group 5372">
            <a:extLst>
              <a:ext uri="{FF2B5EF4-FFF2-40B4-BE49-F238E27FC236}">
                <a16:creationId xmlns:a16="http://schemas.microsoft.com/office/drawing/2014/main" id="{3AAE5532-7826-8402-D27A-7D0FD44C9C48}"/>
              </a:ext>
            </a:extLst>
          </p:cNvPr>
          <p:cNvGrpSpPr>
            <a:grpSpLocks/>
          </p:cNvGrpSpPr>
          <p:nvPr/>
        </p:nvGrpSpPr>
        <p:grpSpPr bwMode="auto">
          <a:xfrm>
            <a:off x="4955238" y="8986869"/>
            <a:ext cx="274637" cy="222250"/>
            <a:chOff x="8947164" y="3879853"/>
            <a:chExt cx="1465470" cy="1465470"/>
          </a:xfrm>
        </p:grpSpPr>
        <p:pic>
          <p:nvPicPr>
            <p:cNvPr id="31031" name="Picture 2" descr="Urchin Icons - Free SVG &amp; PNG Urchin Images - Noun Project">
              <a:extLst>
                <a:ext uri="{FF2B5EF4-FFF2-40B4-BE49-F238E27FC236}">
                  <a16:creationId xmlns:a16="http://schemas.microsoft.com/office/drawing/2014/main" id="{D20F4B2F-E11D-A44E-6165-1A0D091C3E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61">
              <a:duotone>
                <a:prstClr val="black"/>
                <a:srgbClr val="C515AC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8947164" y="3879853"/>
              <a:ext cx="1465470" cy="1465470"/>
            </a:xfrm>
            <a:prstGeom prst="rect">
              <a:avLst/>
            </a:prstGeom>
            <a:noFill/>
            <a:ln w="3175">
              <a:noFill/>
            </a:ln>
          </p:spPr>
        </p:pic>
        <p:sp>
          <p:nvSpPr>
            <p:cNvPr id="31032" name="Freeform 31031">
              <a:extLst>
                <a:ext uri="{FF2B5EF4-FFF2-40B4-BE49-F238E27FC236}">
                  <a16:creationId xmlns:a16="http://schemas.microsoft.com/office/drawing/2014/main" id="{A84CD2CF-33FB-2270-A49B-A3EBACD951A6}"/>
                </a:ext>
              </a:extLst>
            </p:cNvPr>
            <p:cNvSpPr/>
            <p:nvPr/>
          </p:nvSpPr>
          <p:spPr>
            <a:xfrm>
              <a:off x="9260586" y="4246224"/>
              <a:ext cx="847094" cy="753670"/>
            </a:xfrm>
            <a:custGeom>
              <a:avLst/>
              <a:gdLst>
                <a:gd name="connsiteX0" fmla="*/ 98425 w 844550"/>
                <a:gd name="connsiteY0" fmla="*/ 612775 h 755650"/>
                <a:gd name="connsiteX1" fmla="*/ 111125 w 844550"/>
                <a:gd name="connsiteY1" fmla="*/ 660400 h 755650"/>
                <a:gd name="connsiteX2" fmla="*/ 180975 w 844550"/>
                <a:gd name="connsiteY2" fmla="*/ 625475 h 755650"/>
                <a:gd name="connsiteX3" fmla="*/ 225425 w 844550"/>
                <a:gd name="connsiteY3" fmla="*/ 708025 h 755650"/>
                <a:gd name="connsiteX4" fmla="*/ 333375 w 844550"/>
                <a:gd name="connsiteY4" fmla="*/ 698500 h 755650"/>
                <a:gd name="connsiteX5" fmla="*/ 368300 w 844550"/>
                <a:gd name="connsiteY5" fmla="*/ 698500 h 755650"/>
                <a:gd name="connsiteX6" fmla="*/ 400050 w 844550"/>
                <a:gd name="connsiteY6" fmla="*/ 701675 h 755650"/>
                <a:gd name="connsiteX7" fmla="*/ 463550 w 844550"/>
                <a:gd name="connsiteY7" fmla="*/ 736600 h 755650"/>
                <a:gd name="connsiteX8" fmla="*/ 447675 w 844550"/>
                <a:gd name="connsiteY8" fmla="*/ 688975 h 755650"/>
                <a:gd name="connsiteX9" fmla="*/ 447675 w 844550"/>
                <a:gd name="connsiteY9" fmla="*/ 622300 h 755650"/>
                <a:gd name="connsiteX10" fmla="*/ 488950 w 844550"/>
                <a:gd name="connsiteY10" fmla="*/ 625475 h 755650"/>
                <a:gd name="connsiteX11" fmla="*/ 511175 w 844550"/>
                <a:gd name="connsiteY11" fmla="*/ 676275 h 755650"/>
                <a:gd name="connsiteX12" fmla="*/ 533400 w 844550"/>
                <a:gd name="connsiteY12" fmla="*/ 708025 h 755650"/>
                <a:gd name="connsiteX13" fmla="*/ 542925 w 844550"/>
                <a:gd name="connsiteY13" fmla="*/ 682625 h 755650"/>
                <a:gd name="connsiteX14" fmla="*/ 542925 w 844550"/>
                <a:gd name="connsiteY14" fmla="*/ 631825 h 755650"/>
                <a:gd name="connsiteX15" fmla="*/ 552450 w 844550"/>
                <a:gd name="connsiteY15" fmla="*/ 603250 h 755650"/>
                <a:gd name="connsiteX16" fmla="*/ 622300 w 844550"/>
                <a:gd name="connsiteY16" fmla="*/ 631825 h 755650"/>
                <a:gd name="connsiteX17" fmla="*/ 669925 w 844550"/>
                <a:gd name="connsiteY17" fmla="*/ 685800 h 755650"/>
                <a:gd name="connsiteX18" fmla="*/ 717550 w 844550"/>
                <a:gd name="connsiteY18" fmla="*/ 657225 h 755650"/>
                <a:gd name="connsiteX19" fmla="*/ 784225 w 844550"/>
                <a:gd name="connsiteY19" fmla="*/ 596900 h 755650"/>
                <a:gd name="connsiteX20" fmla="*/ 822325 w 844550"/>
                <a:gd name="connsiteY20" fmla="*/ 590550 h 755650"/>
                <a:gd name="connsiteX21" fmla="*/ 835025 w 844550"/>
                <a:gd name="connsiteY21" fmla="*/ 561975 h 755650"/>
                <a:gd name="connsiteX22" fmla="*/ 841375 w 844550"/>
                <a:gd name="connsiteY22" fmla="*/ 508000 h 755650"/>
                <a:gd name="connsiteX23" fmla="*/ 844550 w 844550"/>
                <a:gd name="connsiteY23" fmla="*/ 469900 h 755650"/>
                <a:gd name="connsiteX24" fmla="*/ 819150 w 844550"/>
                <a:gd name="connsiteY24" fmla="*/ 431800 h 755650"/>
                <a:gd name="connsiteX25" fmla="*/ 822325 w 844550"/>
                <a:gd name="connsiteY25" fmla="*/ 349250 h 755650"/>
                <a:gd name="connsiteX26" fmla="*/ 828675 w 844550"/>
                <a:gd name="connsiteY26" fmla="*/ 279400 h 755650"/>
                <a:gd name="connsiteX27" fmla="*/ 828675 w 844550"/>
                <a:gd name="connsiteY27" fmla="*/ 222250 h 755650"/>
                <a:gd name="connsiteX28" fmla="*/ 812800 w 844550"/>
                <a:gd name="connsiteY28" fmla="*/ 206375 h 755650"/>
                <a:gd name="connsiteX29" fmla="*/ 771525 w 844550"/>
                <a:gd name="connsiteY29" fmla="*/ 130175 h 755650"/>
                <a:gd name="connsiteX30" fmla="*/ 765175 w 844550"/>
                <a:gd name="connsiteY30" fmla="*/ 107950 h 755650"/>
                <a:gd name="connsiteX31" fmla="*/ 746125 w 844550"/>
                <a:gd name="connsiteY31" fmla="*/ 85725 h 755650"/>
                <a:gd name="connsiteX32" fmla="*/ 730250 w 844550"/>
                <a:gd name="connsiteY32" fmla="*/ 73025 h 755650"/>
                <a:gd name="connsiteX33" fmla="*/ 708025 w 844550"/>
                <a:gd name="connsiteY33" fmla="*/ 60325 h 755650"/>
                <a:gd name="connsiteX34" fmla="*/ 641350 w 844550"/>
                <a:gd name="connsiteY34" fmla="*/ 92075 h 755650"/>
                <a:gd name="connsiteX35" fmla="*/ 527050 w 844550"/>
                <a:gd name="connsiteY35" fmla="*/ 69850 h 755650"/>
                <a:gd name="connsiteX36" fmla="*/ 498475 w 844550"/>
                <a:gd name="connsiteY36" fmla="*/ 63500 h 755650"/>
                <a:gd name="connsiteX37" fmla="*/ 444500 w 844550"/>
                <a:gd name="connsiteY37" fmla="*/ 57150 h 755650"/>
                <a:gd name="connsiteX38" fmla="*/ 396875 w 844550"/>
                <a:gd name="connsiteY38" fmla="*/ 47625 h 755650"/>
                <a:gd name="connsiteX39" fmla="*/ 311150 w 844550"/>
                <a:gd name="connsiteY39" fmla="*/ 0 h 755650"/>
                <a:gd name="connsiteX40" fmla="*/ 282575 w 844550"/>
                <a:gd name="connsiteY40" fmla="*/ 66675 h 755650"/>
                <a:gd name="connsiteX41" fmla="*/ 266700 w 844550"/>
                <a:gd name="connsiteY41" fmla="*/ 120650 h 755650"/>
                <a:gd name="connsiteX42" fmla="*/ 174625 w 844550"/>
                <a:gd name="connsiteY42" fmla="*/ 114300 h 755650"/>
                <a:gd name="connsiteX43" fmla="*/ 104775 w 844550"/>
                <a:gd name="connsiteY43" fmla="*/ 114300 h 755650"/>
                <a:gd name="connsiteX44" fmla="*/ 82550 w 844550"/>
                <a:gd name="connsiteY44" fmla="*/ 149225 h 755650"/>
                <a:gd name="connsiteX45" fmla="*/ 101600 w 844550"/>
                <a:gd name="connsiteY45" fmla="*/ 203200 h 755650"/>
                <a:gd name="connsiteX46" fmla="*/ 152400 w 844550"/>
                <a:gd name="connsiteY46" fmla="*/ 238125 h 755650"/>
                <a:gd name="connsiteX47" fmla="*/ 111125 w 844550"/>
                <a:gd name="connsiteY47" fmla="*/ 254000 h 755650"/>
                <a:gd name="connsiteX48" fmla="*/ 95250 w 844550"/>
                <a:gd name="connsiteY48" fmla="*/ 323850 h 755650"/>
                <a:gd name="connsiteX49" fmla="*/ 63500 w 844550"/>
                <a:gd name="connsiteY49" fmla="*/ 387350 h 755650"/>
                <a:gd name="connsiteX50" fmla="*/ 50800 w 844550"/>
                <a:gd name="connsiteY50" fmla="*/ 422275 h 755650"/>
                <a:gd name="connsiteX51" fmla="*/ 50800 w 844550"/>
                <a:gd name="connsiteY51" fmla="*/ 523875 h 755650"/>
                <a:gd name="connsiteX52" fmla="*/ 0 w 844550"/>
                <a:gd name="connsiteY52" fmla="*/ 596900 h 755650"/>
                <a:gd name="connsiteX53" fmla="*/ 15875 w 844550"/>
                <a:gd name="connsiteY53" fmla="*/ 628650 h 755650"/>
                <a:gd name="connsiteX54" fmla="*/ 25400 w 844550"/>
                <a:gd name="connsiteY54" fmla="*/ 654050 h 755650"/>
                <a:gd name="connsiteX55" fmla="*/ 34925 w 844550"/>
                <a:gd name="connsiteY55" fmla="*/ 660400 h 755650"/>
                <a:gd name="connsiteX56" fmla="*/ 79375 w 844550"/>
                <a:gd name="connsiteY56" fmla="*/ 708025 h 755650"/>
                <a:gd name="connsiteX57" fmla="*/ 107950 w 844550"/>
                <a:gd name="connsiteY57" fmla="*/ 742950 h 755650"/>
                <a:gd name="connsiteX58" fmla="*/ 149225 w 844550"/>
                <a:gd name="connsiteY58" fmla="*/ 752475 h 755650"/>
                <a:gd name="connsiteX59" fmla="*/ 187325 w 844550"/>
                <a:gd name="connsiteY59" fmla="*/ 755650 h 755650"/>
                <a:gd name="connsiteX60" fmla="*/ 222250 w 844550"/>
                <a:gd name="connsiteY60" fmla="*/ 717550 h 75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44550" h="755650">
                  <a:moveTo>
                    <a:pt x="98425" y="612775"/>
                  </a:moveTo>
                  <a:lnTo>
                    <a:pt x="111125" y="660400"/>
                  </a:lnTo>
                  <a:lnTo>
                    <a:pt x="180975" y="625475"/>
                  </a:lnTo>
                  <a:lnTo>
                    <a:pt x="225425" y="708025"/>
                  </a:lnTo>
                  <a:lnTo>
                    <a:pt x="333375" y="698500"/>
                  </a:lnTo>
                  <a:lnTo>
                    <a:pt x="368300" y="698500"/>
                  </a:lnTo>
                  <a:lnTo>
                    <a:pt x="400050" y="701675"/>
                  </a:lnTo>
                  <a:lnTo>
                    <a:pt x="463550" y="736600"/>
                  </a:lnTo>
                  <a:lnTo>
                    <a:pt x="447675" y="688975"/>
                  </a:lnTo>
                  <a:lnTo>
                    <a:pt x="447675" y="622300"/>
                  </a:lnTo>
                  <a:lnTo>
                    <a:pt x="488950" y="625475"/>
                  </a:lnTo>
                  <a:lnTo>
                    <a:pt x="511175" y="676275"/>
                  </a:lnTo>
                  <a:lnTo>
                    <a:pt x="533400" y="708025"/>
                  </a:lnTo>
                  <a:lnTo>
                    <a:pt x="542925" y="682625"/>
                  </a:lnTo>
                  <a:lnTo>
                    <a:pt x="542925" y="631825"/>
                  </a:lnTo>
                  <a:lnTo>
                    <a:pt x="552450" y="603250"/>
                  </a:lnTo>
                  <a:lnTo>
                    <a:pt x="622300" y="631825"/>
                  </a:lnTo>
                  <a:lnTo>
                    <a:pt x="669925" y="685800"/>
                  </a:lnTo>
                  <a:lnTo>
                    <a:pt x="717550" y="657225"/>
                  </a:lnTo>
                  <a:lnTo>
                    <a:pt x="784225" y="596900"/>
                  </a:lnTo>
                  <a:lnTo>
                    <a:pt x="822325" y="590550"/>
                  </a:lnTo>
                  <a:lnTo>
                    <a:pt x="835025" y="561975"/>
                  </a:lnTo>
                  <a:lnTo>
                    <a:pt x="841375" y="508000"/>
                  </a:lnTo>
                  <a:lnTo>
                    <a:pt x="844550" y="469900"/>
                  </a:lnTo>
                  <a:lnTo>
                    <a:pt x="819150" y="431800"/>
                  </a:lnTo>
                  <a:lnTo>
                    <a:pt x="822325" y="349250"/>
                  </a:lnTo>
                  <a:lnTo>
                    <a:pt x="828675" y="279400"/>
                  </a:lnTo>
                  <a:lnTo>
                    <a:pt x="828675" y="222250"/>
                  </a:lnTo>
                  <a:lnTo>
                    <a:pt x="812800" y="206375"/>
                  </a:lnTo>
                  <a:lnTo>
                    <a:pt x="771525" y="130175"/>
                  </a:lnTo>
                  <a:lnTo>
                    <a:pt x="765175" y="107950"/>
                  </a:lnTo>
                  <a:cubicBezTo>
                    <a:pt x="758825" y="100542"/>
                    <a:pt x="753024" y="92624"/>
                    <a:pt x="746125" y="85725"/>
                  </a:cubicBezTo>
                  <a:cubicBezTo>
                    <a:pt x="741333" y="80933"/>
                    <a:pt x="730250" y="73025"/>
                    <a:pt x="730250" y="73025"/>
                  </a:cubicBezTo>
                  <a:lnTo>
                    <a:pt x="708025" y="60325"/>
                  </a:lnTo>
                  <a:lnTo>
                    <a:pt x="641350" y="92075"/>
                  </a:lnTo>
                  <a:lnTo>
                    <a:pt x="527050" y="69850"/>
                  </a:lnTo>
                  <a:lnTo>
                    <a:pt x="498475" y="63500"/>
                  </a:lnTo>
                  <a:lnTo>
                    <a:pt x="444500" y="57150"/>
                  </a:lnTo>
                  <a:lnTo>
                    <a:pt x="396875" y="47625"/>
                  </a:lnTo>
                  <a:lnTo>
                    <a:pt x="311150" y="0"/>
                  </a:lnTo>
                  <a:lnTo>
                    <a:pt x="282575" y="66675"/>
                  </a:lnTo>
                  <a:lnTo>
                    <a:pt x="266700" y="120650"/>
                  </a:lnTo>
                  <a:lnTo>
                    <a:pt x="174625" y="114300"/>
                  </a:lnTo>
                  <a:lnTo>
                    <a:pt x="104775" y="114300"/>
                  </a:lnTo>
                  <a:lnTo>
                    <a:pt x="82550" y="149225"/>
                  </a:lnTo>
                  <a:lnTo>
                    <a:pt x="101600" y="203200"/>
                  </a:lnTo>
                  <a:lnTo>
                    <a:pt x="152400" y="238125"/>
                  </a:lnTo>
                  <a:lnTo>
                    <a:pt x="111125" y="254000"/>
                  </a:lnTo>
                  <a:lnTo>
                    <a:pt x="95250" y="323850"/>
                  </a:lnTo>
                  <a:lnTo>
                    <a:pt x="63500" y="387350"/>
                  </a:lnTo>
                  <a:lnTo>
                    <a:pt x="50800" y="422275"/>
                  </a:lnTo>
                  <a:lnTo>
                    <a:pt x="50800" y="523875"/>
                  </a:lnTo>
                  <a:lnTo>
                    <a:pt x="0" y="596900"/>
                  </a:lnTo>
                  <a:lnTo>
                    <a:pt x="15875" y="628650"/>
                  </a:lnTo>
                  <a:cubicBezTo>
                    <a:pt x="19050" y="637117"/>
                    <a:pt x="20748" y="646296"/>
                    <a:pt x="25400" y="654050"/>
                  </a:cubicBezTo>
                  <a:cubicBezTo>
                    <a:pt x="27363" y="657322"/>
                    <a:pt x="34925" y="660400"/>
                    <a:pt x="34925" y="660400"/>
                  </a:cubicBezTo>
                  <a:lnTo>
                    <a:pt x="79375" y="708025"/>
                  </a:lnTo>
                  <a:lnTo>
                    <a:pt x="107950" y="742950"/>
                  </a:lnTo>
                  <a:lnTo>
                    <a:pt x="149225" y="752475"/>
                  </a:lnTo>
                  <a:lnTo>
                    <a:pt x="187325" y="755650"/>
                  </a:lnTo>
                  <a:lnTo>
                    <a:pt x="222250" y="717550"/>
                  </a:lnTo>
                </a:path>
              </a:pathLst>
            </a:custGeom>
            <a:solidFill>
              <a:srgbClr val="885A88">
                <a:alpha val="78424"/>
              </a:srgbClr>
            </a:solidFill>
            <a:ln w="3175">
              <a:solidFill>
                <a:srgbClr val="885A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1033" name="Straight Connector 31032">
              <a:extLst>
                <a:ext uri="{FF2B5EF4-FFF2-40B4-BE49-F238E27FC236}">
                  <a16:creationId xmlns:a16="http://schemas.microsoft.com/office/drawing/2014/main" id="{BF48A6E0-2977-B090-B9DE-2A99E9F01261}"/>
                </a:ext>
              </a:extLst>
            </p:cNvPr>
            <p:cNvCxnSpPr/>
            <p:nvPr/>
          </p:nvCxnSpPr>
          <p:spPr>
            <a:xfrm flipH="1">
              <a:off x="9870494" y="3963594"/>
              <a:ext cx="50826" cy="429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4" name="Straight Connector 31033">
              <a:extLst>
                <a:ext uri="{FF2B5EF4-FFF2-40B4-BE49-F238E27FC236}">
                  <a16:creationId xmlns:a16="http://schemas.microsoft.com/office/drawing/2014/main" id="{DA6F4A59-A464-8972-C290-DEABB3A99982}"/>
                </a:ext>
              </a:extLst>
            </p:cNvPr>
            <p:cNvCxnSpPr/>
            <p:nvPr/>
          </p:nvCxnSpPr>
          <p:spPr>
            <a:xfrm flipH="1">
              <a:off x="9845084" y="3963594"/>
              <a:ext cx="50826" cy="42917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5" name="Straight Connector 31034">
              <a:extLst>
                <a:ext uri="{FF2B5EF4-FFF2-40B4-BE49-F238E27FC236}">
                  <a16:creationId xmlns:a16="http://schemas.microsoft.com/office/drawing/2014/main" id="{F20E5A19-6351-B40D-F3AD-3E096E72D1B1}"/>
                </a:ext>
              </a:extLst>
            </p:cNvPr>
            <p:cNvCxnSpPr>
              <a:cxnSpLocks/>
              <a:stCxn id="31031" idx="0"/>
            </p:cNvCxnSpPr>
            <p:nvPr/>
          </p:nvCxnSpPr>
          <p:spPr>
            <a:xfrm>
              <a:off x="9684133" y="3879853"/>
              <a:ext cx="118593" cy="51291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6" name="Straight Connector 31035">
              <a:extLst>
                <a:ext uri="{FF2B5EF4-FFF2-40B4-BE49-F238E27FC236}">
                  <a16:creationId xmlns:a16="http://schemas.microsoft.com/office/drawing/2014/main" id="{0BE87819-7B84-E662-9FD6-848D62ECE951}"/>
                </a:ext>
              </a:extLst>
            </p:cNvPr>
            <p:cNvCxnSpPr>
              <a:cxnSpLocks/>
            </p:cNvCxnSpPr>
            <p:nvPr/>
          </p:nvCxnSpPr>
          <p:spPr>
            <a:xfrm>
              <a:off x="9726491" y="3963594"/>
              <a:ext cx="127061" cy="51291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7" name="Straight Connector 31036">
              <a:extLst>
                <a:ext uri="{FF2B5EF4-FFF2-40B4-BE49-F238E27FC236}">
                  <a16:creationId xmlns:a16="http://schemas.microsoft.com/office/drawing/2014/main" id="{A7CE1581-B5A8-113D-C2BE-059A852B9CEA}"/>
                </a:ext>
              </a:extLst>
            </p:cNvPr>
            <p:cNvCxnSpPr>
              <a:cxnSpLocks/>
            </p:cNvCxnSpPr>
            <p:nvPr/>
          </p:nvCxnSpPr>
          <p:spPr>
            <a:xfrm>
              <a:off x="9684133" y="4026400"/>
              <a:ext cx="118593" cy="51291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8" name="Straight Connector 31037">
              <a:extLst>
                <a:ext uri="{FF2B5EF4-FFF2-40B4-BE49-F238E27FC236}">
                  <a16:creationId xmlns:a16="http://schemas.microsoft.com/office/drawing/2014/main" id="{246EA6A3-BD29-4711-15C6-724757AD7007}"/>
                </a:ext>
              </a:extLst>
            </p:cNvPr>
            <p:cNvCxnSpPr>
              <a:cxnSpLocks/>
            </p:cNvCxnSpPr>
            <p:nvPr/>
          </p:nvCxnSpPr>
          <p:spPr>
            <a:xfrm>
              <a:off x="9641781" y="4015936"/>
              <a:ext cx="118593" cy="51291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39" name="Straight Connector 31038">
              <a:extLst>
                <a:ext uri="{FF2B5EF4-FFF2-40B4-BE49-F238E27FC236}">
                  <a16:creationId xmlns:a16="http://schemas.microsoft.com/office/drawing/2014/main" id="{6B14451B-4731-FC91-284A-6DA3FFFA74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55203" y="4162483"/>
              <a:ext cx="220244" cy="3768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0" name="Straight Connector 31039">
              <a:extLst>
                <a:ext uri="{FF2B5EF4-FFF2-40B4-BE49-F238E27FC236}">
                  <a16:creationId xmlns:a16="http://schemas.microsoft.com/office/drawing/2014/main" id="{05BB83C9-A5E8-D6F8-D1F3-C9C7B7C024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80619" y="4172947"/>
              <a:ext cx="220244" cy="3873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1" name="Straight Connector 31040">
              <a:extLst>
                <a:ext uri="{FF2B5EF4-FFF2-40B4-BE49-F238E27FC236}">
                  <a16:creationId xmlns:a16="http://schemas.microsoft.com/office/drawing/2014/main" id="{21779072-64D4-09AE-3ECB-27D77CAC76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735" y="4340429"/>
              <a:ext cx="220244" cy="3768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2" name="Straight Connector 31041">
              <a:extLst>
                <a:ext uri="{FF2B5EF4-FFF2-40B4-BE49-F238E27FC236}">
                  <a16:creationId xmlns:a16="http://schemas.microsoft.com/office/drawing/2014/main" id="{33C4A7DD-6DE8-1930-7F05-8080B32E8A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72145" y="4350900"/>
              <a:ext cx="228718" cy="38729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3" name="Straight Connector 31042">
              <a:extLst>
                <a:ext uri="{FF2B5EF4-FFF2-40B4-BE49-F238E27FC236}">
                  <a16:creationId xmlns:a16="http://schemas.microsoft.com/office/drawing/2014/main" id="{A03DA827-C6A9-A6B9-C22C-DCE4EF8564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89516" y="4675394"/>
              <a:ext cx="381195" cy="24075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4" name="Straight Connector 31043">
              <a:extLst>
                <a:ext uri="{FF2B5EF4-FFF2-40B4-BE49-F238E27FC236}">
                  <a16:creationId xmlns:a16="http://schemas.microsoft.com/office/drawing/2014/main" id="{C5612829-E6F2-BDC3-C3D7-A8A59738D1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342" y="4685865"/>
              <a:ext cx="355779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5" name="Straight Connector 31044">
              <a:extLst>
                <a:ext uri="{FF2B5EF4-FFF2-40B4-BE49-F238E27FC236}">
                  <a16:creationId xmlns:a16="http://schemas.microsoft.com/office/drawing/2014/main" id="{AC5D2EFC-FE4E-6562-D31F-139FA25E9F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1993" y="4821941"/>
              <a:ext cx="381195" cy="24075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6" name="Straight Connector 31045">
              <a:extLst>
                <a:ext uri="{FF2B5EF4-FFF2-40B4-BE49-F238E27FC236}">
                  <a16:creationId xmlns:a16="http://schemas.microsoft.com/office/drawing/2014/main" id="{D0981CEA-0C6E-065E-1DA3-036C3ADF0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92819" y="4842876"/>
              <a:ext cx="355779" cy="30356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7" name="Straight Connector 31046">
              <a:extLst>
                <a:ext uri="{FF2B5EF4-FFF2-40B4-BE49-F238E27FC236}">
                  <a16:creationId xmlns:a16="http://schemas.microsoft.com/office/drawing/2014/main" id="{B4028C4C-D423-4F1B-747E-F6B43922E0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167" y="4717264"/>
              <a:ext cx="389663" cy="24075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8" name="Straight Connector 31047">
              <a:extLst>
                <a:ext uri="{FF2B5EF4-FFF2-40B4-BE49-F238E27FC236}">
                  <a16:creationId xmlns:a16="http://schemas.microsoft.com/office/drawing/2014/main" id="{3057A7F4-F31B-C450-CB6F-14991F0476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41993" y="4727735"/>
              <a:ext cx="364253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49" name="Straight Connector 31048">
              <a:extLst>
                <a:ext uri="{FF2B5EF4-FFF2-40B4-BE49-F238E27FC236}">
                  <a16:creationId xmlns:a16="http://schemas.microsoft.com/office/drawing/2014/main" id="{0A611BB1-CAE0-1353-A1C0-BB11B9FCA5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40342" y="4507912"/>
              <a:ext cx="389663" cy="24075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0" name="Straight Connector 31049">
              <a:extLst>
                <a:ext uri="{FF2B5EF4-FFF2-40B4-BE49-F238E27FC236}">
                  <a16:creationId xmlns:a16="http://schemas.microsoft.com/office/drawing/2014/main" id="{B4F1C023-60B3-E7CF-AE29-849FF8E17C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1167" y="4518383"/>
              <a:ext cx="364253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1" name="Straight Connector 31050">
              <a:extLst>
                <a:ext uri="{FF2B5EF4-FFF2-40B4-BE49-F238E27FC236}">
                  <a16:creationId xmlns:a16="http://schemas.microsoft.com/office/drawing/2014/main" id="{5B07A3F7-7C74-2117-057A-7D52145575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85784" y="4110141"/>
              <a:ext cx="389663" cy="24075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2" name="Straight Connector 31051">
              <a:extLst>
                <a:ext uri="{FF2B5EF4-FFF2-40B4-BE49-F238E27FC236}">
                  <a16:creationId xmlns:a16="http://schemas.microsoft.com/office/drawing/2014/main" id="{485230D0-5268-3D40-D014-0BF2D43825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36610" y="4131076"/>
              <a:ext cx="364253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3" name="Straight Connector 31052">
              <a:extLst>
                <a:ext uri="{FF2B5EF4-FFF2-40B4-BE49-F238E27FC236}">
                  <a16:creationId xmlns:a16="http://schemas.microsoft.com/office/drawing/2014/main" id="{0ADB112C-E174-2307-2AB2-137E517E9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38261" y="4267159"/>
              <a:ext cx="389663" cy="24075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4" name="Straight Connector 31053">
              <a:extLst>
                <a:ext uri="{FF2B5EF4-FFF2-40B4-BE49-F238E27FC236}">
                  <a16:creationId xmlns:a16="http://schemas.microsoft.com/office/drawing/2014/main" id="{0407125D-2B8D-5C37-6BF0-3F91A7650E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89087" y="4277623"/>
              <a:ext cx="364253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5" name="Straight Connector 31054">
              <a:extLst>
                <a:ext uri="{FF2B5EF4-FFF2-40B4-BE49-F238E27FC236}">
                  <a16:creationId xmlns:a16="http://schemas.microsoft.com/office/drawing/2014/main" id="{34039A4B-7673-3692-8DD7-8488CF6518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46735" y="4350900"/>
              <a:ext cx="381190" cy="24075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6" name="Straight Connector 31055">
              <a:extLst>
                <a:ext uri="{FF2B5EF4-FFF2-40B4-BE49-F238E27FC236}">
                  <a16:creationId xmlns:a16="http://schemas.microsoft.com/office/drawing/2014/main" id="{932E92C5-A60A-0CD1-B3D8-3CD2BF2639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97561" y="4361365"/>
              <a:ext cx="355779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7" name="Straight Connector 31056">
              <a:extLst>
                <a:ext uri="{FF2B5EF4-FFF2-40B4-BE49-F238E27FC236}">
                  <a16:creationId xmlns:a16="http://schemas.microsoft.com/office/drawing/2014/main" id="{DDB667ED-4A2B-4F3C-509A-CDEB262ACB6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38261" y="4727735"/>
              <a:ext cx="296486" cy="23028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8" name="Straight Connector 31057">
              <a:extLst>
                <a:ext uri="{FF2B5EF4-FFF2-40B4-BE49-F238E27FC236}">
                  <a16:creationId xmlns:a16="http://schemas.microsoft.com/office/drawing/2014/main" id="{9B1F5F96-1DBB-BD56-E125-58D2170D520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89087" y="4821941"/>
              <a:ext cx="211776" cy="16748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59" name="Straight Connector 31058">
              <a:extLst>
                <a:ext uri="{FF2B5EF4-FFF2-40B4-BE49-F238E27FC236}">
                  <a16:creationId xmlns:a16="http://schemas.microsoft.com/office/drawing/2014/main" id="{68B37B05-0569-E819-1E9F-09FC3E28B7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45084" y="4801006"/>
              <a:ext cx="296480" cy="21982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0" name="Straight Connector 31059">
              <a:extLst>
                <a:ext uri="{FF2B5EF4-FFF2-40B4-BE49-F238E27FC236}">
                  <a16:creationId xmlns:a16="http://schemas.microsoft.com/office/drawing/2014/main" id="{B8A227C0-9B33-4B53-8957-9AD91B1A847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95909" y="4884747"/>
              <a:ext cx="203303" cy="177953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1" name="Straight Connector 31060">
              <a:extLst>
                <a:ext uri="{FF2B5EF4-FFF2-40B4-BE49-F238E27FC236}">
                  <a16:creationId xmlns:a16="http://schemas.microsoft.com/office/drawing/2014/main" id="{B7679FEE-9C47-D81A-6017-0A11702E467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6491" y="4801006"/>
              <a:ext cx="296480" cy="23028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2" name="Straight Connector 31061">
              <a:extLst>
                <a:ext uri="{FF2B5EF4-FFF2-40B4-BE49-F238E27FC236}">
                  <a16:creationId xmlns:a16="http://schemas.microsoft.com/office/drawing/2014/main" id="{817ECD60-F615-B096-5F27-F05F29599F2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77316" y="4895218"/>
              <a:ext cx="211771" cy="16748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3" name="Straight Connector 31062">
              <a:extLst>
                <a:ext uri="{FF2B5EF4-FFF2-40B4-BE49-F238E27FC236}">
                  <a16:creationId xmlns:a16="http://schemas.microsoft.com/office/drawing/2014/main" id="{8A9F54E3-23ED-57C6-CC88-3C129801347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67191" y="4874282"/>
              <a:ext cx="296486" cy="21981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4" name="Straight Connector 31063">
              <a:extLst>
                <a:ext uri="{FF2B5EF4-FFF2-40B4-BE49-F238E27FC236}">
                  <a16:creationId xmlns:a16="http://schemas.microsoft.com/office/drawing/2014/main" id="{1BF1CE37-D09C-4D07-0833-F5E2642173E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18017" y="4968488"/>
              <a:ext cx="211776" cy="16748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5" name="Straight Connector 31064">
              <a:extLst>
                <a:ext uri="{FF2B5EF4-FFF2-40B4-BE49-F238E27FC236}">
                  <a16:creationId xmlns:a16="http://schemas.microsoft.com/office/drawing/2014/main" id="{828B443E-20B6-0902-C34F-2746798720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48598" y="4853347"/>
              <a:ext cx="296486" cy="21981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6" name="Straight Connector 31065">
              <a:extLst>
                <a:ext uri="{FF2B5EF4-FFF2-40B4-BE49-F238E27FC236}">
                  <a16:creationId xmlns:a16="http://schemas.microsoft.com/office/drawing/2014/main" id="{772D212C-C8A1-B90C-8308-698311EA3C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99424" y="4937088"/>
              <a:ext cx="203303" cy="167482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7" name="Straight Connector 31066">
              <a:extLst>
                <a:ext uri="{FF2B5EF4-FFF2-40B4-BE49-F238E27FC236}">
                  <a16:creationId xmlns:a16="http://schemas.microsoft.com/office/drawing/2014/main" id="{1A77DB34-9315-DA9D-BC6A-0C80707AE3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997561" y="4664930"/>
              <a:ext cx="288012" cy="21981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8" name="Straight Connector 31067">
              <a:extLst>
                <a:ext uri="{FF2B5EF4-FFF2-40B4-BE49-F238E27FC236}">
                  <a16:creationId xmlns:a16="http://schemas.microsoft.com/office/drawing/2014/main" id="{978451F6-D9BA-9C40-7BFF-D23567C15CD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48386" y="4748671"/>
              <a:ext cx="203303" cy="177947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69" name="Straight Connector 31068">
              <a:extLst>
                <a:ext uri="{FF2B5EF4-FFF2-40B4-BE49-F238E27FC236}">
                  <a16:creationId xmlns:a16="http://schemas.microsoft.com/office/drawing/2014/main" id="{99B367DE-6B46-317F-51A1-F6119BDF26D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870494" y="4842876"/>
              <a:ext cx="321896" cy="314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0" name="Straight Connector 31069">
              <a:extLst>
                <a:ext uri="{FF2B5EF4-FFF2-40B4-BE49-F238E27FC236}">
                  <a16:creationId xmlns:a16="http://schemas.microsoft.com/office/drawing/2014/main" id="{A3163A50-2AE9-0E7A-6ABC-5EFB3F6BC0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21319" y="4905682"/>
              <a:ext cx="296486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1" name="Straight Connector 31070">
              <a:extLst>
                <a:ext uri="{FF2B5EF4-FFF2-40B4-BE49-F238E27FC236}">
                  <a16:creationId xmlns:a16="http://schemas.microsoft.com/office/drawing/2014/main" id="{97E51EAA-5998-29A9-8B72-BE93ABFCA30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06029" y="4727735"/>
              <a:ext cx="330369" cy="314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2" name="Straight Connector 31071">
              <a:extLst>
                <a:ext uri="{FF2B5EF4-FFF2-40B4-BE49-F238E27FC236}">
                  <a16:creationId xmlns:a16="http://schemas.microsoft.com/office/drawing/2014/main" id="{A28F7C1F-8740-B064-6F88-77267B5C3F2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56855" y="4790541"/>
              <a:ext cx="296486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3" name="Straight Connector 31072">
              <a:extLst>
                <a:ext uri="{FF2B5EF4-FFF2-40B4-BE49-F238E27FC236}">
                  <a16:creationId xmlns:a16="http://schemas.microsoft.com/office/drawing/2014/main" id="{BA478ECB-E277-9035-98AE-5DA5A58CE28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4502" y="4633523"/>
              <a:ext cx="330364" cy="314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4" name="Straight Connector 31073">
              <a:extLst>
                <a:ext uri="{FF2B5EF4-FFF2-40B4-BE49-F238E27FC236}">
                  <a16:creationId xmlns:a16="http://schemas.microsoft.com/office/drawing/2014/main" id="{3DA9E456-6FA2-1683-DBE4-901B588244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5328" y="4696329"/>
              <a:ext cx="296480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5" name="Straight Connector 31074">
              <a:extLst>
                <a:ext uri="{FF2B5EF4-FFF2-40B4-BE49-F238E27FC236}">
                  <a16:creationId xmlns:a16="http://schemas.microsoft.com/office/drawing/2014/main" id="{55352C7C-9323-93FB-DCBF-DAA39D1428E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14502" y="4539318"/>
              <a:ext cx="330364" cy="314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6" name="Straight Connector 31075">
              <a:extLst>
                <a:ext uri="{FF2B5EF4-FFF2-40B4-BE49-F238E27FC236}">
                  <a16:creationId xmlns:a16="http://schemas.microsoft.com/office/drawing/2014/main" id="{084EEDEB-6370-C8EF-8F27-553D8A731D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5328" y="4602124"/>
              <a:ext cx="304954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7" name="Straight Connector 31076">
              <a:extLst>
                <a:ext uri="{FF2B5EF4-FFF2-40B4-BE49-F238E27FC236}">
                  <a16:creationId xmlns:a16="http://schemas.microsoft.com/office/drawing/2014/main" id="{5DC6F413-9F57-9FC1-92AD-84B4974A5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6583" y="4466041"/>
              <a:ext cx="330364" cy="314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8" name="Straight Connector 31077">
              <a:extLst>
                <a:ext uri="{FF2B5EF4-FFF2-40B4-BE49-F238E27FC236}">
                  <a16:creationId xmlns:a16="http://schemas.microsoft.com/office/drawing/2014/main" id="{B9EFDC3B-C691-A5B3-5D40-54B35BA24C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7408" y="4528847"/>
              <a:ext cx="296480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79" name="Straight Connector 31078">
              <a:extLst>
                <a:ext uri="{FF2B5EF4-FFF2-40B4-BE49-F238E27FC236}">
                  <a16:creationId xmlns:a16="http://schemas.microsoft.com/office/drawing/2014/main" id="{0EA9FC2E-35FA-EC22-F16E-0A82CA19A63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16583" y="4361365"/>
              <a:ext cx="330364" cy="314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0" name="Straight Connector 31079">
              <a:extLst>
                <a:ext uri="{FF2B5EF4-FFF2-40B4-BE49-F238E27FC236}">
                  <a16:creationId xmlns:a16="http://schemas.microsoft.com/office/drawing/2014/main" id="{9B6E4565-A17B-E1FC-42FF-1F6AF1CC0A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67408" y="4424170"/>
              <a:ext cx="296480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1" name="Straight Connector 31080">
              <a:extLst>
                <a:ext uri="{FF2B5EF4-FFF2-40B4-BE49-F238E27FC236}">
                  <a16:creationId xmlns:a16="http://schemas.microsoft.com/office/drawing/2014/main" id="{1B87A592-B0B2-5BC3-2BFB-4BE137DACB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1412" y="4246224"/>
              <a:ext cx="330369" cy="314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2" name="Straight Connector 31081">
              <a:extLst>
                <a:ext uri="{FF2B5EF4-FFF2-40B4-BE49-F238E27FC236}">
                  <a16:creationId xmlns:a16="http://schemas.microsoft.com/office/drawing/2014/main" id="{7A1DDC91-8654-90FA-9954-415E0E8166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362237" y="4309030"/>
              <a:ext cx="296486" cy="2093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3" name="Straight Connector 31082">
              <a:extLst>
                <a:ext uri="{FF2B5EF4-FFF2-40B4-BE49-F238E27FC236}">
                  <a16:creationId xmlns:a16="http://schemas.microsoft.com/office/drawing/2014/main" id="{770EA4A2-45A9-665F-53FB-883B3DAD8B5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57284" y="4549782"/>
              <a:ext cx="330369" cy="41871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4" name="Straight Connector 31083">
              <a:extLst>
                <a:ext uri="{FF2B5EF4-FFF2-40B4-BE49-F238E27FC236}">
                  <a16:creationId xmlns:a16="http://schemas.microsoft.com/office/drawing/2014/main" id="{5D2F11DD-8D03-CDC3-65D4-8BE5F16A4F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08109" y="4612588"/>
              <a:ext cx="304954" cy="31406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5" name="Straight Connector 31084">
              <a:extLst>
                <a:ext uri="{FF2B5EF4-FFF2-40B4-BE49-F238E27FC236}">
                  <a16:creationId xmlns:a16="http://schemas.microsoft.com/office/drawing/2014/main" id="{A2775E74-2590-7EFA-E85F-53C90CEDD2C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74014" y="4047335"/>
              <a:ext cx="110120" cy="3245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6" name="Straight Connector 31085">
              <a:extLst>
                <a:ext uri="{FF2B5EF4-FFF2-40B4-BE49-F238E27FC236}">
                  <a16:creationId xmlns:a16="http://schemas.microsoft.com/office/drawing/2014/main" id="{94FA269B-BFF9-F3F1-E7A7-74336319A59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23188" y="4068271"/>
              <a:ext cx="101651" cy="30356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7" name="Straight Connector 31086">
              <a:extLst>
                <a:ext uri="{FF2B5EF4-FFF2-40B4-BE49-F238E27FC236}">
                  <a16:creationId xmlns:a16="http://schemas.microsoft.com/office/drawing/2014/main" id="{F7B2DC64-B63D-7578-99AA-679C823A602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63889" y="4068271"/>
              <a:ext cx="110125" cy="3245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8" name="Straight Connector 31087">
              <a:extLst>
                <a:ext uri="{FF2B5EF4-FFF2-40B4-BE49-F238E27FC236}">
                  <a16:creationId xmlns:a16="http://schemas.microsoft.com/office/drawing/2014/main" id="{69F4767A-BA39-7FD1-D26F-C831232942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13063" y="4089206"/>
              <a:ext cx="101651" cy="30356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89" name="Straight Connector 31088">
              <a:extLst>
                <a:ext uri="{FF2B5EF4-FFF2-40B4-BE49-F238E27FC236}">
                  <a16:creationId xmlns:a16="http://schemas.microsoft.com/office/drawing/2014/main" id="{D4E48A1A-A8BC-74C6-6523-8AC9F3CAA25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70711" y="4152012"/>
              <a:ext cx="110120" cy="3245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0" name="Straight Connector 31089">
              <a:extLst>
                <a:ext uri="{FF2B5EF4-FFF2-40B4-BE49-F238E27FC236}">
                  <a16:creationId xmlns:a16="http://schemas.microsoft.com/office/drawing/2014/main" id="{8578EFEE-A48C-7280-27E1-9CD821819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19885" y="4172947"/>
              <a:ext cx="101651" cy="30356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1" name="Straight Connector 31090">
              <a:extLst>
                <a:ext uri="{FF2B5EF4-FFF2-40B4-BE49-F238E27FC236}">
                  <a16:creationId xmlns:a16="http://schemas.microsoft.com/office/drawing/2014/main" id="{F9731778-6322-6554-9591-F02E8F48775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5296" y="4183418"/>
              <a:ext cx="110125" cy="314029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2" name="Straight Connector 31091">
              <a:extLst>
                <a:ext uri="{FF2B5EF4-FFF2-40B4-BE49-F238E27FC236}">
                  <a16:creationId xmlns:a16="http://schemas.microsoft.com/office/drawing/2014/main" id="{A4399B8A-95DC-2767-5DBA-028E6DA5C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294470" y="4204353"/>
              <a:ext cx="101651" cy="2930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3" name="Straight Connector 31092">
              <a:extLst>
                <a:ext uri="{FF2B5EF4-FFF2-40B4-BE49-F238E27FC236}">
                  <a16:creationId xmlns:a16="http://schemas.microsoft.com/office/drawing/2014/main" id="{BBF5CE13-02DD-D646-4CE6-EEA6369C27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96121" y="4905682"/>
              <a:ext cx="110125" cy="3245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4" name="Straight Connector 31093">
              <a:extLst>
                <a:ext uri="{FF2B5EF4-FFF2-40B4-BE49-F238E27FC236}">
                  <a16:creationId xmlns:a16="http://schemas.microsoft.com/office/drawing/2014/main" id="{C712A226-2E85-0A08-71A4-08E417B8BA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45296" y="4926617"/>
              <a:ext cx="101651" cy="303565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5" name="Straight Connector 31094">
              <a:extLst>
                <a:ext uri="{FF2B5EF4-FFF2-40B4-BE49-F238E27FC236}">
                  <a16:creationId xmlns:a16="http://schemas.microsoft.com/office/drawing/2014/main" id="{A0A6F9E4-D78C-92F1-6B79-107B9BAEDB3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89304" y="4895218"/>
              <a:ext cx="110120" cy="3244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6" name="Straight Connector 31095">
              <a:extLst>
                <a:ext uri="{FF2B5EF4-FFF2-40B4-BE49-F238E27FC236}">
                  <a16:creationId xmlns:a16="http://schemas.microsoft.com/office/drawing/2014/main" id="{4168CBDA-B62B-FB38-E905-F02D3063DB5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38479" y="4926617"/>
              <a:ext cx="101651" cy="2930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7" name="Straight Connector 31096">
              <a:extLst>
                <a:ext uri="{FF2B5EF4-FFF2-40B4-BE49-F238E27FC236}">
                  <a16:creationId xmlns:a16="http://schemas.microsoft.com/office/drawing/2014/main" id="{A55A39AE-16C1-5936-12A5-87863B720E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82482" y="4916153"/>
              <a:ext cx="110125" cy="3244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8" name="Straight Connector 31097">
              <a:extLst>
                <a:ext uri="{FF2B5EF4-FFF2-40B4-BE49-F238E27FC236}">
                  <a16:creationId xmlns:a16="http://schemas.microsoft.com/office/drawing/2014/main" id="{28537EFC-3C82-0D8F-5FDD-BF136A9E3C0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531656" y="4947553"/>
              <a:ext cx="101651" cy="2930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99" name="Straight Connector 31098">
              <a:extLst>
                <a:ext uri="{FF2B5EF4-FFF2-40B4-BE49-F238E27FC236}">
                  <a16:creationId xmlns:a16="http://schemas.microsoft.com/office/drawing/2014/main" id="{455759DE-B561-6346-5FC0-BD3090878F1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92607" y="4832412"/>
              <a:ext cx="118593" cy="3244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0" name="Straight Connector 31099">
              <a:extLst>
                <a:ext uri="{FF2B5EF4-FFF2-40B4-BE49-F238E27FC236}">
                  <a16:creationId xmlns:a16="http://schemas.microsoft.com/office/drawing/2014/main" id="{726AC040-8D77-28CB-17B8-9025394938D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41781" y="4863811"/>
              <a:ext cx="101651" cy="2930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1" name="Straight Connector 31100">
              <a:extLst>
                <a:ext uri="{FF2B5EF4-FFF2-40B4-BE49-F238E27FC236}">
                  <a16:creationId xmlns:a16="http://schemas.microsoft.com/office/drawing/2014/main" id="{6EE18552-984C-D62C-7BF1-5957BE9BE47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85784" y="4832412"/>
              <a:ext cx="110125" cy="3244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2" name="Straight Connector 31101">
              <a:extLst>
                <a:ext uri="{FF2B5EF4-FFF2-40B4-BE49-F238E27FC236}">
                  <a16:creationId xmlns:a16="http://schemas.microsoft.com/office/drawing/2014/main" id="{949E6B9E-B1AD-97AA-F615-E8BCC669E1F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34959" y="4853347"/>
              <a:ext cx="101651" cy="303558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3" name="Straight Connector 31102">
              <a:extLst>
                <a:ext uri="{FF2B5EF4-FFF2-40B4-BE49-F238E27FC236}">
                  <a16:creationId xmlns:a16="http://schemas.microsoft.com/office/drawing/2014/main" id="{72823748-ED31-86EB-DE77-4A0EE62755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26491" y="4193882"/>
              <a:ext cx="110120" cy="324500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04" name="Straight Connector 31103">
              <a:extLst>
                <a:ext uri="{FF2B5EF4-FFF2-40B4-BE49-F238E27FC236}">
                  <a16:creationId xmlns:a16="http://schemas.microsoft.com/office/drawing/2014/main" id="{FC778AD3-5384-B162-CE32-FE4C388845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75665" y="4225289"/>
              <a:ext cx="101651" cy="293094"/>
            </a:xfrm>
            <a:prstGeom prst="line">
              <a:avLst/>
            </a:prstGeom>
            <a:ln w="3175">
              <a:solidFill>
                <a:srgbClr val="885A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0" name="Picture 19">
            <a:extLst>
              <a:ext uri="{FF2B5EF4-FFF2-40B4-BE49-F238E27FC236}">
                <a16:creationId xmlns:a16="http://schemas.microsoft.com/office/drawing/2014/main" id="{A40C277C-03C9-067B-E2C2-7D0E651A5432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5088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657493" y="8675148"/>
            <a:ext cx="603262" cy="646342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458654E9-5CB2-0AD9-A916-8C7451A52D5D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83661" y="7012569"/>
            <a:ext cx="393767" cy="421887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C581F49A-14FD-F2D7-F900-788C8530FE77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71258" y="7363863"/>
            <a:ext cx="393767" cy="421887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8F1A5482-0106-6917-8EFA-36F0A1E2F20F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498464" y="7046841"/>
            <a:ext cx="393767" cy="421887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510F9658-A302-8556-49B6-3C654B68A9CA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01923" y="7479029"/>
            <a:ext cx="393767" cy="421887"/>
          </a:xfrm>
          <a:prstGeom prst="rect">
            <a:avLst/>
          </a:prstGeom>
        </p:spPr>
      </p:pic>
      <p:pic>
        <p:nvPicPr>
          <p:cNvPr id="29319" name="Picture 29318">
            <a:extLst>
              <a:ext uri="{FF2B5EF4-FFF2-40B4-BE49-F238E27FC236}">
                <a16:creationId xmlns:a16="http://schemas.microsoft.com/office/drawing/2014/main" id="{5B319282-E0B3-740D-ECE8-3EEE043A82F6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536950" y="8062967"/>
            <a:ext cx="393767" cy="421887"/>
          </a:xfrm>
          <a:prstGeom prst="rect">
            <a:avLst/>
          </a:prstGeom>
        </p:spPr>
      </p:pic>
      <p:pic>
        <p:nvPicPr>
          <p:cNvPr id="29320" name="Picture 29319">
            <a:extLst>
              <a:ext uri="{FF2B5EF4-FFF2-40B4-BE49-F238E27FC236}">
                <a16:creationId xmlns:a16="http://schemas.microsoft.com/office/drawing/2014/main" id="{87CCCF48-597A-6DF5-F3B4-A2A7804AAFF4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2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78441" y="8120155"/>
            <a:ext cx="393767" cy="421887"/>
          </a:xfrm>
          <a:prstGeom prst="rect">
            <a:avLst/>
          </a:prstGeom>
        </p:spPr>
      </p:pic>
      <p:pic>
        <p:nvPicPr>
          <p:cNvPr id="29321" name="Picture 29320">
            <a:extLst>
              <a:ext uri="{FF2B5EF4-FFF2-40B4-BE49-F238E27FC236}">
                <a16:creationId xmlns:a16="http://schemas.microsoft.com/office/drawing/2014/main" id="{1CB145DA-69B7-92A4-42E6-210CE8133F61}"/>
              </a:ext>
            </a:extLst>
          </p:cNvPr>
          <p:cNvPicPr>
            <a:picLocks noChangeAspect="1"/>
          </p:cNvPicPr>
          <p:nvPr/>
        </p:nvPicPr>
        <p:blipFill rotWithShape="1">
          <a:blip r:embed="rId1300" cstate="print">
            <a:extLst>
              <a:ext uri="{BEBA8EAE-BF5A-486C-A8C5-ECC9F3942E4B}">
                <a14:imgProps xmlns:a14="http://schemas.microsoft.com/office/drawing/2010/main">
                  <a14:imgLayer r:embed="rId1301">
                    <a14:imgEffect>
                      <a14:backgroundRemoval t="9871" b="89968" l="6759" r="96014">
                        <a14:foregroundMark x1="14731" y1="24272" x2="9705" y2="24110"/>
                        <a14:foregroundMark x1="21664" y1="30906" x2="6932" y2="32686"/>
                        <a14:foregroundMark x1="18718" y1="64725" x2="10052" y2="62460"/>
                        <a14:foregroundMark x1="13518" y1="84304" x2="22357" y2="82524"/>
                        <a14:foregroundMark x1="53766" y1="89069" x2="58232" y2="89644"/>
                        <a14:foregroundMark x1="43154" y1="87702" x2="48640" y2="88409"/>
                        <a14:foregroundMark x1="78257" y1="44175" x2="78336" y2="44660"/>
                        <a14:foregroundMark x1="77681" y1="40615" x2="78257" y2="44175"/>
                        <a14:foregroundMark x1="76711" y1="34628" x2="77681" y2="40615"/>
                        <a14:foregroundMark x1="76475" y1="33172" x2="76711" y2="34628"/>
                        <a14:foregroundMark x1="76396" y1="32686" x2="76475" y2="33172"/>
                        <a14:foregroundMark x1="75217" y1="25405" x2="76396" y2="32686"/>
                        <a14:foregroundMark x1="86828" y1="64239" x2="69671" y2="70712"/>
                        <a14:foregroundMark x1="81629" y1="55016" x2="68111" y2="56796"/>
                        <a14:foregroundMark x1="91114" y1="66505" x2="83189" y2="75405"/>
                        <a14:foregroundMark x1="96014" y1="61003" x2="91114" y2="66505"/>
                        <a14:foregroundMark x1="76776" y1="83657" x2="71231" y2="77023"/>
                        <a14:foregroundMark x1="25650" y1="86246" x2="29983" y2="78803"/>
                        <a14:foregroundMark x1="56118" y1="55340" x2="55286" y2="58738"/>
                        <a14:foregroundMark x1="56672" y1="53074" x2="56118" y2="55340"/>
                        <a14:backgroundMark x1="54073" y1="85437" x2="54073" y2="85437"/>
                        <a14:backgroundMark x1="54246" y1="84466" x2="49740" y2="89159"/>
                        <a14:backgroundMark x1="89255" y1="66505" x2="89255" y2="66505"/>
                        <a14:backgroundMark x1="68458" y1="45307" x2="68458" y2="45307"/>
                        <a14:backgroundMark x1="69671" y1="44660" x2="69671" y2="44660"/>
                        <a14:backgroundMark x1="58059" y1="55340" x2="58059" y2="55340"/>
                        <a14:backgroundMark x1="24783" y1="37540" x2="24783" y2="37540"/>
                        <a14:backgroundMark x1="25130" y1="36731" x2="25130" y2="36731"/>
                        <a14:backgroundMark x1="74350" y1="33172" x2="74350" y2="33172"/>
                        <a14:backgroundMark x1="72444" y1="36084" x2="72444" y2="36084"/>
                        <a14:backgroundMark x1="71750" y1="43528" x2="71750" y2="43528"/>
                        <a14:backgroundMark x1="75737" y1="44175" x2="75737" y2="44175"/>
                        <a14:backgroundMark x1="74350" y1="32686" x2="74350" y2="32686"/>
                        <a14:backgroundMark x1="74350" y1="34628" x2="74350" y2="34628"/>
                        <a14:backgroundMark x1="75217" y1="40615" x2="75217" y2="40615"/>
                        <a14:backgroundMark x1="70884" y1="39806" x2="70884" y2="398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10492" y="8199942"/>
            <a:ext cx="393767" cy="4218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58277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638</TotalTime>
  <Words>101</Words>
  <Application>Microsoft Macintosh PowerPoint</Application>
  <PresentationFormat>Custom</PresentationFormat>
  <Paragraphs>44</Paragraphs>
  <Slides>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</vt:i4>
      </vt:variant>
    </vt:vector>
  </HeadingPairs>
  <TitlesOfParts>
    <vt:vector size="5" baseType="lpstr">
      <vt:lpstr>Arial</vt:lpstr>
      <vt:lpstr>Calibri</vt:lpstr>
      <vt:lpstr>Calibri Light</vt:lpstr>
      <vt:lpstr>Office Theme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Zoe Kitchel</dc:creator>
  <cp:lastModifiedBy>Zoe Kitchel</cp:lastModifiedBy>
  <cp:revision>12</cp:revision>
  <dcterms:created xsi:type="dcterms:W3CDTF">2024-07-31T22:05:48Z</dcterms:created>
  <dcterms:modified xsi:type="dcterms:W3CDTF">2025-10-17T21:53:19Z</dcterms:modified>
</cp:coreProperties>
</file>